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2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sldIdLst>
    <p:sldId id="256" r:id="rId2"/>
    <p:sldId id="276" r:id="rId3"/>
    <p:sldId id="267" r:id="rId4"/>
    <p:sldId id="292" r:id="rId5"/>
    <p:sldId id="293" r:id="rId6"/>
    <p:sldId id="294" r:id="rId7"/>
    <p:sldId id="327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2" r:id="rId23"/>
    <p:sldId id="311" r:id="rId24"/>
    <p:sldId id="313" r:id="rId25"/>
    <p:sldId id="314" r:id="rId26"/>
    <p:sldId id="315" r:id="rId27"/>
    <p:sldId id="316" r:id="rId28"/>
    <p:sldId id="328" r:id="rId29"/>
    <p:sldId id="329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30" r:id="rId41"/>
    <p:sldId id="332" r:id="rId42"/>
    <p:sldId id="333" r:id="rId43"/>
    <p:sldId id="334" r:id="rId44"/>
    <p:sldId id="335" r:id="rId45"/>
    <p:sldId id="336" r:id="rId46"/>
    <p:sldId id="339" r:id="rId47"/>
    <p:sldId id="337" r:id="rId48"/>
    <p:sldId id="338" r:id="rId49"/>
    <p:sldId id="364" r:id="rId50"/>
    <p:sldId id="340" r:id="rId51"/>
    <p:sldId id="341" r:id="rId52"/>
    <p:sldId id="342" r:id="rId53"/>
    <p:sldId id="343" r:id="rId54"/>
    <p:sldId id="344" r:id="rId55"/>
    <p:sldId id="365" r:id="rId56"/>
    <p:sldId id="345" r:id="rId57"/>
    <p:sldId id="346" r:id="rId58"/>
    <p:sldId id="347" r:id="rId59"/>
    <p:sldId id="348" r:id="rId60"/>
    <p:sldId id="349" r:id="rId61"/>
    <p:sldId id="350" r:id="rId62"/>
    <p:sldId id="366" r:id="rId63"/>
    <p:sldId id="351" r:id="rId64"/>
    <p:sldId id="352" r:id="rId65"/>
    <p:sldId id="353" r:id="rId66"/>
    <p:sldId id="354" r:id="rId67"/>
    <p:sldId id="355" r:id="rId68"/>
    <p:sldId id="368" r:id="rId69"/>
    <p:sldId id="356" r:id="rId70"/>
    <p:sldId id="367" r:id="rId71"/>
    <p:sldId id="357" r:id="rId72"/>
    <p:sldId id="358" r:id="rId73"/>
    <p:sldId id="369" r:id="rId74"/>
    <p:sldId id="361" r:id="rId75"/>
    <p:sldId id="360" r:id="rId76"/>
    <p:sldId id="359" r:id="rId77"/>
    <p:sldId id="370" r:id="rId78"/>
    <p:sldId id="371" r:id="rId79"/>
    <p:sldId id="372" r:id="rId80"/>
    <p:sldId id="362" r:id="rId81"/>
    <p:sldId id="363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2121"/>
    <a:srgbClr val="FFFFFF"/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05139D-B27E-481C-8978-5F1EDA53266C}" v="4" dt="2023-07-21T04:14:05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89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on Michael" userId="a6335a5c-3af6-488f-9ef1-dea14714a451" providerId="ADAL" clId="{8DAA6417-1DBD-43B6-A2AB-130108B0B797}"/>
    <pc:docChg chg="modSld sldOrd">
      <pc:chgData name="Aron Michael" userId="a6335a5c-3af6-488f-9ef1-dea14714a451" providerId="ADAL" clId="{8DAA6417-1DBD-43B6-A2AB-130108B0B797}" dt="2023-07-14T01:35:15.058" v="6"/>
      <pc:docMkLst>
        <pc:docMk/>
      </pc:docMkLst>
      <pc:sldChg chg="modSp mod">
        <pc:chgData name="Aron Michael" userId="a6335a5c-3af6-488f-9ef1-dea14714a451" providerId="ADAL" clId="{8DAA6417-1DBD-43B6-A2AB-130108B0B797}" dt="2023-07-11T02:55:59.311" v="4" actId="20577"/>
        <pc:sldMkLst>
          <pc:docMk/>
          <pc:sldMk cId="521129700" sldId="298"/>
        </pc:sldMkLst>
        <pc:spChg chg="mod">
          <ac:chgData name="Aron Michael" userId="a6335a5c-3af6-488f-9ef1-dea14714a451" providerId="ADAL" clId="{8DAA6417-1DBD-43B6-A2AB-130108B0B797}" dt="2023-07-11T02:55:59.311" v="4" actId="20577"/>
          <ac:spMkLst>
            <pc:docMk/>
            <pc:sldMk cId="521129700" sldId="298"/>
            <ac:spMk id="28" creationId="{73D84C1A-0323-7A03-0A6D-FC9C158E4761}"/>
          </ac:spMkLst>
        </pc:spChg>
      </pc:sldChg>
      <pc:sldChg chg="ord">
        <pc:chgData name="Aron Michael" userId="a6335a5c-3af6-488f-9ef1-dea14714a451" providerId="ADAL" clId="{8DAA6417-1DBD-43B6-A2AB-130108B0B797}" dt="2023-07-14T01:35:15.058" v="6"/>
        <pc:sldMkLst>
          <pc:docMk/>
          <pc:sldMk cId="3483182424" sldId="320"/>
        </pc:sldMkLst>
      </pc:sldChg>
    </pc:docChg>
  </pc:docChgLst>
  <pc:docChgLst>
    <pc:chgData name="Aron Michael" userId="a6335a5c-3af6-488f-9ef1-dea14714a451" providerId="ADAL" clId="{1805139D-B27E-481C-8978-5F1EDA53266C}"/>
    <pc:docChg chg="undo custSel modSld sldOrd">
      <pc:chgData name="Aron Michael" userId="a6335a5c-3af6-488f-9ef1-dea14714a451" providerId="ADAL" clId="{1805139D-B27E-481C-8978-5F1EDA53266C}" dt="2023-07-21T04:14:05.164" v="109"/>
      <pc:docMkLst>
        <pc:docMk/>
      </pc:docMkLst>
      <pc:sldChg chg="addSp modSp mod">
        <pc:chgData name="Aron Michael" userId="a6335a5c-3af6-488f-9ef1-dea14714a451" providerId="ADAL" clId="{1805139D-B27E-481C-8978-5F1EDA53266C}" dt="2023-07-11T05:20:40.770" v="100"/>
        <pc:sldMkLst>
          <pc:docMk/>
          <pc:sldMk cId="535187678" sldId="256"/>
        </pc:sldMkLst>
        <pc:spChg chg="mod">
          <ac:chgData name="Aron Michael" userId="a6335a5c-3af6-488f-9ef1-dea14714a451" providerId="ADAL" clId="{1805139D-B27E-481C-8978-5F1EDA53266C}" dt="2023-07-09T01:59:29.289" v="1" actId="20577"/>
          <ac:spMkLst>
            <pc:docMk/>
            <pc:sldMk cId="535187678" sldId="256"/>
            <ac:spMk id="3" creationId="{00000000-0000-0000-0000-000000000000}"/>
          </ac:spMkLst>
        </pc:spChg>
        <pc:inkChg chg="add">
          <ac:chgData name="Aron Michael" userId="a6335a5c-3af6-488f-9ef1-dea14714a451" providerId="ADAL" clId="{1805139D-B27E-481C-8978-5F1EDA53266C}" dt="2023-07-11T05:20:40.770" v="100"/>
          <ac:inkMkLst>
            <pc:docMk/>
            <pc:sldMk cId="535187678" sldId="256"/>
            <ac:inkMk id="4" creationId="{0A69B3F8-1B8F-957F-54EA-152CCE66F7E9}"/>
          </ac:inkMkLst>
        </pc:inkChg>
      </pc:sldChg>
      <pc:sldChg chg="addSp">
        <pc:chgData name="Aron Michael" userId="a6335a5c-3af6-488f-9ef1-dea14714a451" providerId="ADAL" clId="{1805139D-B27E-481C-8978-5F1EDA53266C}" dt="2023-07-11T05:20:40.770" v="100"/>
        <pc:sldMkLst>
          <pc:docMk/>
          <pc:sldMk cId="2617623060" sldId="267"/>
        </pc:sldMkLst>
        <pc:inkChg chg="add">
          <ac:chgData name="Aron Michael" userId="a6335a5c-3af6-488f-9ef1-dea14714a451" providerId="ADAL" clId="{1805139D-B27E-481C-8978-5F1EDA53266C}" dt="2023-07-11T05:20:40.770" v="100"/>
          <ac:inkMkLst>
            <pc:docMk/>
            <pc:sldMk cId="2617623060" sldId="267"/>
            <ac:inkMk id="3" creationId="{750B5806-A03C-4C8C-1FF3-11D98C1480BA}"/>
          </ac:inkMkLst>
        </pc:inkChg>
      </pc:sldChg>
      <pc:sldChg chg="addSp delSp mod">
        <pc:chgData name="Aron Michael" userId="a6335a5c-3af6-488f-9ef1-dea14714a451" providerId="ADAL" clId="{1805139D-B27E-481C-8978-5F1EDA53266C}" dt="2023-07-11T05:20:40.770" v="100"/>
        <pc:sldMkLst>
          <pc:docMk/>
          <pc:sldMk cId="2613337309" sldId="292"/>
        </pc:sldMkLst>
        <pc:inkChg chg="add">
          <ac:chgData name="Aron Michael" userId="a6335a5c-3af6-488f-9ef1-dea14714a451" providerId="ADAL" clId="{1805139D-B27E-481C-8978-5F1EDA53266C}" dt="2023-07-11T05:20:40.770" v="100"/>
          <ac:inkMkLst>
            <pc:docMk/>
            <pc:sldMk cId="2613337309" sldId="292"/>
            <ac:inkMk id="3" creationId="{82C7F4A7-51CB-1F16-01CB-D79EA056D573}"/>
          </ac:inkMkLst>
        </pc:inkChg>
        <pc:inkChg chg="del">
          <ac:chgData name="Aron Michael" userId="a6335a5c-3af6-488f-9ef1-dea14714a451" providerId="ADAL" clId="{1805139D-B27E-481C-8978-5F1EDA53266C}" dt="2023-07-09T02:00:04.924" v="2" actId="478"/>
          <ac:inkMkLst>
            <pc:docMk/>
            <pc:sldMk cId="2613337309" sldId="292"/>
            <ac:inkMk id="3" creationId="{F174E416-4655-3C0F-162C-1DC12279D618}"/>
          </ac:inkMkLst>
        </pc:inkChg>
      </pc:sldChg>
      <pc:sldChg chg="addSp delSp mod">
        <pc:chgData name="Aron Michael" userId="a6335a5c-3af6-488f-9ef1-dea14714a451" providerId="ADAL" clId="{1805139D-B27E-481C-8978-5F1EDA53266C}" dt="2023-07-11T05:39:10.067" v="101"/>
        <pc:sldMkLst>
          <pc:docMk/>
          <pc:sldMk cId="4038201089" sldId="293"/>
        </pc:sldMkLst>
        <pc:inkChg chg="del">
          <ac:chgData name="Aron Michael" userId="a6335a5c-3af6-488f-9ef1-dea14714a451" providerId="ADAL" clId="{1805139D-B27E-481C-8978-5F1EDA53266C}" dt="2023-07-09T02:00:09.540" v="3" actId="478"/>
          <ac:inkMkLst>
            <pc:docMk/>
            <pc:sldMk cId="4038201089" sldId="293"/>
            <ac:inkMk id="3" creationId="{2C4FA4E3-528D-526C-9A1C-35A1CD26CC9C}"/>
          </ac:inkMkLst>
        </pc:inkChg>
        <pc:inkChg chg="add">
          <ac:chgData name="Aron Michael" userId="a6335a5c-3af6-488f-9ef1-dea14714a451" providerId="ADAL" clId="{1805139D-B27E-481C-8978-5F1EDA53266C}" dt="2023-07-11T05:20:40.770" v="100"/>
          <ac:inkMkLst>
            <pc:docMk/>
            <pc:sldMk cId="4038201089" sldId="293"/>
            <ac:inkMk id="3" creationId="{C43B4415-EA33-A6B0-BADB-1EEBD6893EFC}"/>
          </ac:inkMkLst>
        </pc:inkChg>
        <pc:inkChg chg="add">
          <ac:chgData name="Aron Michael" userId="a6335a5c-3af6-488f-9ef1-dea14714a451" providerId="ADAL" clId="{1805139D-B27E-481C-8978-5F1EDA53266C}" dt="2023-07-11T05:39:10.067" v="101"/>
          <ac:inkMkLst>
            <pc:docMk/>
            <pc:sldMk cId="4038201089" sldId="293"/>
            <ac:inkMk id="8" creationId="{1D62FDE7-3A2B-573A-A36E-0F86B1A21F50}"/>
          </ac:inkMkLst>
        </pc:inkChg>
      </pc:sldChg>
      <pc:sldChg chg="addSp delSp mod">
        <pc:chgData name="Aron Michael" userId="a6335a5c-3af6-488f-9ef1-dea14714a451" providerId="ADAL" clId="{1805139D-B27E-481C-8978-5F1EDA53266C}" dt="2023-07-11T05:39:10.067" v="101"/>
        <pc:sldMkLst>
          <pc:docMk/>
          <pc:sldMk cId="1024005632" sldId="294"/>
        </pc:sldMkLst>
        <pc:inkChg chg="del">
          <ac:chgData name="Aron Michael" userId="a6335a5c-3af6-488f-9ef1-dea14714a451" providerId="ADAL" clId="{1805139D-B27E-481C-8978-5F1EDA53266C}" dt="2023-07-09T02:00:14.708" v="4" actId="478"/>
          <ac:inkMkLst>
            <pc:docMk/>
            <pc:sldMk cId="1024005632" sldId="294"/>
            <ac:inkMk id="3" creationId="{61EF13A8-716F-AC61-F9C7-BF787CE0D355}"/>
          </ac:inkMkLst>
        </pc:inkChg>
        <pc:inkChg chg="add">
          <ac:chgData name="Aron Michael" userId="a6335a5c-3af6-488f-9ef1-dea14714a451" providerId="ADAL" clId="{1805139D-B27E-481C-8978-5F1EDA53266C}" dt="2023-07-11T05:39:10.067" v="101"/>
          <ac:inkMkLst>
            <pc:docMk/>
            <pc:sldMk cId="1024005632" sldId="294"/>
            <ac:inkMk id="3" creationId="{C0CA4568-8F59-47F6-E884-F8A417A7DDCB}"/>
          </ac:inkMkLst>
        </pc:inkChg>
      </pc:sldChg>
      <pc:sldChg chg="addSp delSp mod">
        <pc:chgData name="Aron Michael" userId="a6335a5c-3af6-488f-9ef1-dea14714a451" providerId="ADAL" clId="{1805139D-B27E-481C-8978-5F1EDA53266C}" dt="2023-07-11T05:39:10.067" v="101"/>
        <pc:sldMkLst>
          <pc:docMk/>
          <pc:sldMk cId="689649462" sldId="297"/>
        </pc:sldMkLst>
        <pc:inkChg chg="del">
          <ac:chgData name="Aron Michael" userId="a6335a5c-3af6-488f-9ef1-dea14714a451" providerId="ADAL" clId="{1805139D-B27E-481C-8978-5F1EDA53266C}" dt="2023-07-09T02:00:27.234" v="6" actId="478"/>
          <ac:inkMkLst>
            <pc:docMk/>
            <pc:sldMk cId="689649462" sldId="297"/>
            <ac:inkMk id="3" creationId="{D1CA6F8E-4EF9-2F6D-E2F2-42602DCD4742}"/>
          </ac:inkMkLst>
        </pc:inkChg>
        <pc:inkChg chg="add">
          <ac:chgData name="Aron Michael" userId="a6335a5c-3af6-488f-9ef1-dea14714a451" providerId="ADAL" clId="{1805139D-B27E-481C-8978-5F1EDA53266C}" dt="2023-07-11T05:39:10.067" v="101"/>
          <ac:inkMkLst>
            <pc:docMk/>
            <pc:sldMk cId="689649462" sldId="297"/>
            <ac:inkMk id="3" creationId="{E2D439D0-9517-9AB1-F463-AD23088613D3}"/>
          </ac:inkMkLst>
        </pc:inkChg>
      </pc:sldChg>
      <pc:sldChg chg="addSp delSp mod">
        <pc:chgData name="Aron Michael" userId="a6335a5c-3af6-488f-9ef1-dea14714a451" providerId="ADAL" clId="{1805139D-B27E-481C-8978-5F1EDA53266C}" dt="2023-07-11T07:08:44.451" v="102"/>
        <pc:sldMkLst>
          <pc:docMk/>
          <pc:sldMk cId="521129700" sldId="298"/>
        </pc:sldMkLst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521129700" sldId="298"/>
            <ac:inkMk id="3" creationId="{570C5059-5DC6-ED16-24FA-CEC1A428B0EA}"/>
          </ac:inkMkLst>
        </pc:inkChg>
        <pc:inkChg chg="del">
          <ac:chgData name="Aron Michael" userId="a6335a5c-3af6-488f-9ef1-dea14714a451" providerId="ADAL" clId="{1805139D-B27E-481C-8978-5F1EDA53266C}" dt="2023-07-09T02:00:32.417" v="7" actId="478"/>
          <ac:inkMkLst>
            <pc:docMk/>
            <pc:sldMk cId="521129700" sldId="298"/>
            <ac:inkMk id="3" creationId="{AF31F768-2641-77DD-CB69-C1AD5CA18E1D}"/>
          </ac:inkMkLst>
        </pc:inkChg>
      </pc:sldChg>
      <pc:sldChg chg="addSp delSp mod">
        <pc:chgData name="Aron Michael" userId="a6335a5c-3af6-488f-9ef1-dea14714a451" providerId="ADAL" clId="{1805139D-B27E-481C-8978-5F1EDA53266C}" dt="2023-07-11T07:08:44.451" v="102"/>
        <pc:sldMkLst>
          <pc:docMk/>
          <pc:sldMk cId="2324187097" sldId="299"/>
        </pc:sldMkLst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2324187097" sldId="299"/>
            <ac:inkMk id="3" creationId="{3289B7D9-837A-ABDE-AA88-485DD4355633}"/>
          </ac:inkMkLst>
        </pc:inkChg>
        <pc:inkChg chg="del">
          <ac:chgData name="Aron Michael" userId="a6335a5c-3af6-488f-9ef1-dea14714a451" providerId="ADAL" clId="{1805139D-B27E-481C-8978-5F1EDA53266C}" dt="2023-07-09T02:00:38.509" v="8" actId="478"/>
          <ac:inkMkLst>
            <pc:docMk/>
            <pc:sldMk cId="2324187097" sldId="299"/>
            <ac:inkMk id="3" creationId="{FF7FC976-4AC4-88DD-E95B-D40ED904FDFD}"/>
          </ac:inkMkLst>
        </pc:inkChg>
      </pc:sldChg>
      <pc:sldChg chg="addSp delSp mod">
        <pc:chgData name="Aron Michael" userId="a6335a5c-3af6-488f-9ef1-dea14714a451" providerId="ADAL" clId="{1805139D-B27E-481C-8978-5F1EDA53266C}" dt="2023-07-11T07:08:44.451" v="102"/>
        <pc:sldMkLst>
          <pc:docMk/>
          <pc:sldMk cId="159822130" sldId="300"/>
        </pc:sldMkLst>
        <pc:inkChg chg="del">
          <ac:chgData name="Aron Michael" userId="a6335a5c-3af6-488f-9ef1-dea14714a451" providerId="ADAL" clId="{1805139D-B27E-481C-8978-5F1EDA53266C}" dt="2023-07-09T02:00:43.642" v="9" actId="478"/>
          <ac:inkMkLst>
            <pc:docMk/>
            <pc:sldMk cId="159822130" sldId="300"/>
            <ac:inkMk id="3" creationId="{D28F6DB4-0E64-2791-12C5-5341AB6C8385}"/>
          </ac:inkMkLst>
        </pc:inkChg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159822130" sldId="300"/>
            <ac:inkMk id="3" creationId="{E8FE9CCE-BB81-8987-106C-594516AE95F0}"/>
          </ac:inkMkLst>
        </pc:inkChg>
      </pc:sldChg>
      <pc:sldChg chg="addSp">
        <pc:chgData name="Aron Michael" userId="a6335a5c-3af6-488f-9ef1-dea14714a451" providerId="ADAL" clId="{1805139D-B27E-481C-8978-5F1EDA53266C}" dt="2023-07-11T07:08:44.451" v="102"/>
        <pc:sldMkLst>
          <pc:docMk/>
          <pc:sldMk cId="2507055610" sldId="301"/>
        </pc:sldMkLst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2507055610" sldId="301"/>
            <ac:inkMk id="3" creationId="{8278BFB0-D63C-0841-EEB0-7049A8A273CB}"/>
          </ac:inkMkLst>
        </pc:inkChg>
      </pc:sldChg>
      <pc:sldChg chg="addSp">
        <pc:chgData name="Aron Michael" userId="a6335a5c-3af6-488f-9ef1-dea14714a451" providerId="ADAL" clId="{1805139D-B27E-481C-8978-5F1EDA53266C}" dt="2023-07-11T07:08:44.451" v="102"/>
        <pc:sldMkLst>
          <pc:docMk/>
          <pc:sldMk cId="3474381279" sldId="302"/>
        </pc:sldMkLst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3474381279" sldId="302"/>
            <ac:inkMk id="3" creationId="{769AE106-2425-1438-5B7D-D03E83B832C5}"/>
          </ac:inkMkLst>
        </pc:inkChg>
      </pc:sldChg>
      <pc:sldChg chg="addSp delSp mod">
        <pc:chgData name="Aron Michael" userId="a6335a5c-3af6-488f-9ef1-dea14714a451" providerId="ADAL" clId="{1805139D-B27E-481C-8978-5F1EDA53266C}" dt="2023-07-11T07:08:44.451" v="102"/>
        <pc:sldMkLst>
          <pc:docMk/>
          <pc:sldMk cId="3648094190" sldId="303"/>
        </pc:sldMkLst>
        <pc:inkChg chg="del">
          <ac:chgData name="Aron Michael" userId="a6335a5c-3af6-488f-9ef1-dea14714a451" providerId="ADAL" clId="{1805139D-B27E-481C-8978-5F1EDA53266C}" dt="2023-07-09T02:00:57.714" v="10" actId="478"/>
          <ac:inkMkLst>
            <pc:docMk/>
            <pc:sldMk cId="3648094190" sldId="303"/>
            <ac:inkMk id="3" creationId="{888AACC7-D5A4-34C8-E9A9-E13B99BBB163}"/>
          </ac:inkMkLst>
        </pc:inkChg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3648094190" sldId="303"/>
            <ac:inkMk id="3" creationId="{DF2B33FA-7253-099A-E7D0-2E809C48BDFC}"/>
          </ac:inkMkLst>
        </pc:inkChg>
      </pc:sldChg>
      <pc:sldChg chg="addSp">
        <pc:chgData name="Aron Michael" userId="a6335a5c-3af6-488f-9ef1-dea14714a451" providerId="ADAL" clId="{1805139D-B27E-481C-8978-5F1EDA53266C}" dt="2023-07-11T07:08:44.451" v="102"/>
        <pc:sldMkLst>
          <pc:docMk/>
          <pc:sldMk cId="2122685712" sldId="304"/>
        </pc:sldMkLst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2122685712" sldId="304"/>
            <ac:inkMk id="3" creationId="{2EB9149C-3C5C-6F19-9183-23E1D096E3D4}"/>
          </ac:inkMkLst>
        </pc:inkChg>
      </pc:sldChg>
      <pc:sldChg chg="addSp">
        <pc:chgData name="Aron Michael" userId="a6335a5c-3af6-488f-9ef1-dea14714a451" providerId="ADAL" clId="{1805139D-B27E-481C-8978-5F1EDA53266C}" dt="2023-07-11T07:08:44.451" v="102"/>
        <pc:sldMkLst>
          <pc:docMk/>
          <pc:sldMk cId="1474501999" sldId="305"/>
        </pc:sldMkLst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1474501999" sldId="305"/>
            <ac:inkMk id="3" creationId="{024FF66A-3234-C3C7-B934-E1E12372BEBF}"/>
          </ac:inkMkLst>
        </pc:inkChg>
      </pc:sldChg>
      <pc:sldChg chg="addSp delSp mod">
        <pc:chgData name="Aron Michael" userId="a6335a5c-3af6-488f-9ef1-dea14714a451" providerId="ADAL" clId="{1805139D-B27E-481C-8978-5F1EDA53266C}" dt="2023-07-11T07:08:44.451" v="102"/>
        <pc:sldMkLst>
          <pc:docMk/>
          <pc:sldMk cId="1539236969" sldId="306"/>
        </pc:sldMkLst>
        <pc:inkChg chg="del">
          <ac:chgData name="Aron Michael" userId="a6335a5c-3af6-488f-9ef1-dea14714a451" providerId="ADAL" clId="{1805139D-B27E-481C-8978-5F1EDA53266C}" dt="2023-07-09T02:01:08.898" v="11" actId="478"/>
          <ac:inkMkLst>
            <pc:docMk/>
            <pc:sldMk cId="1539236969" sldId="306"/>
            <ac:inkMk id="3" creationId="{CBE015A0-37B8-FD34-22F3-164E615455F2}"/>
          </ac:inkMkLst>
        </pc:inkChg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1539236969" sldId="306"/>
            <ac:inkMk id="3" creationId="{E52D3732-3C3E-3335-FB91-89A475168350}"/>
          </ac:inkMkLst>
        </pc:inkChg>
      </pc:sldChg>
      <pc:sldChg chg="addSp">
        <pc:chgData name="Aron Michael" userId="a6335a5c-3af6-488f-9ef1-dea14714a451" providerId="ADAL" clId="{1805139D-B27E-481C-8978-5F1EDA53266C}" dt="2023-07-11T07:08:44.451" v="102"/>
        <pc:sldMkLst>
          <pc:docMk/>
          <pc:sldMk cId="2970296623" sldId="307"/>
        </pc:sldMkLst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2970296623" sldId="307"/>
            <ac:inkMk id="3" creationId="{886FDF14-DA1A-7F4F-2445-EC391E40B70C}"/>
          </ac:inkMkLst>
        </pc:inkChg>
      </pc:sldChg>
      <pc:sldChg chg="addSp">
        <pc:chgData name="Aron Michael" userId="a6335a5c-3af6-488f-9ef1-dea14714a451" providerId="ADAL" clId="{1805139D-B27E-481C-8978-5F1EDA53266C}" dt="2023-07-11T07:08:44.451" v="102"/>
        <pc:sldMkLst>
          <pc:docMk/>
          <pc:sldMk cId="1539081030" sldId="308"/>
        </pc:sldMkLst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1539081030" sldId="308"/>
            <ac:inkMk id="3" creationId="{0E3ADE33-FCB7-11B9-98C9-E1995E27B18B}"/>
          </ac:inkMkLst>
        </pc:inkChg>
      </pc:sldChg>
      <pc:sldChg chg="addSp">
        <pc:chgData name="Aron Michael" userId="a6335a5c-3af6-488f-9ef1-dea14714a451" providerId="ADAL" clId="{1805139D-B27E-481C-8978-5F1EDA53266C}" dt="2023-07-11T07:08:44.451" v="102"/>
        <pc:sldMkLst>
          <pc:docMk/>
          <pc:sldMk cId="363025428" sldId="309"/>
        </pc:sldMkLst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363025428" sldId="309"/>
            <ac:inkMk id="3" creationId="{FCE408D6-6009-E595-0F33-EDDE9C73EAB1}"/>
          </ac:inkMkLst>
        </pc:inkChg>
      </pc:sldChg>
      <pc:sldChg chg="addSp delSp mod">
        <pc:chgData name="Aron Michael" userId="a6335a5c-3af6-488f-9ef1-dea14714a451" providerId="ADAL" clId="{1805139D-B27E-481C-8978-5F1EDA53266C}" dt="2023-07-11T07:08:44.451" v="102"/>
        <pc:sldMkLst>
          <pc:docMk/>
          <pc:sldMk cId="793799604" sldId="311"/>
        </pc:sldMkLst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793799604" sldId="311"/>
            <ac:inkMk id="3" creationId="{4B984D31-7E54-1898-1D8D-DC15690303D4}"/>
          </ac:inkMkLst>
        </pc:inkChg>
        <pc:inkChg chg="del">
          <ac:chgData name="Aron Michael" userId="a6335a5c-3af6-488f-9ef1-dea14714a451" providerId="ADAL" clId="{1805139D-B27E-481C-8978-5F1EDA53266C}" dt="2023-07-09T02:01:53.698" v="12" actId="478"/>
          <ac:inkMkLst>
            <pc:docMk/>
            <pc:sldMk cId="793799604" sldId="311"/>
            <ac:inkMk id="3" creationId="{80AD72AD-52AD-4A97-7521-5CC14C527411}"/>
          </ac:inkMkLst>
        </pc:inkChg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793799604" sldId="311"/>
            <ac:inkMk id="8" creationId="{65A1BE17-E2AA-EB97-7918-94E357591F4E}"/>
          </ac:inkMkLst>
        </pc:inkChg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793799604" sldId="311"/>
            <ac:inkMk id="10" creationId="{9F137A48-301B-4E52-61AD-3681C4C79F02}"/>
          </ac:inkMkLst>
        </pc:inkChg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793799604" sldId="311"/>
            <ac:inkMk id="11" creationId="{98D89882-43C6-9FA0-ABED-FA92D0968709}"/>
          </ac:inkMkLst>
        </pc:inkChg>
      </pc:sldChg>
      <pc:sldChg chg="addSp delSp mod">
        <pc:chgData name="Aron Michael" userId="a6335a5c-3af6-488f-9ef1-dea14714a451" providerId="ADAL" clId="{1805139D-B27E-481C-8978-5F1EDA53266C}" dt="2023-07-11T07:08:44.451" v="102"/>
        <pc:sldMkLst>
          <pc:docMk/>
          <pc:sldMk cId="3531843326" sldId="313"/>
        </pc:sldMkLst>
        <pc:inkChg chg="del">
          <ac:chgData name="Aron Michael" userId="a6335a5c-3af6-488f-9ef1-dea14714a451" providerId="ADAL" clId="{1805139D-B27E-481C-8978-5F1EDA53266C}" dt="2023-07-09T02:01:58.502" v="13" actId="478"/>
          <ac:inkMkLst>
            <pc:docMk/>
            <pc:sldMk cId="3531843326" sldId="313"/>
            <ac:inkMk id="3" creationId="{B478B9B7-EE67-1F76-2E16-996615D0852E}"/>
          </ac:inkMkLst>
        </pc:inkChg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3531843326" sldId="313"/>
            <ac:inkMk id="3" creationId="{E6480C36-C84F-228C-52F1-F31F0E5FE939}"/>
          </ac:inkMkLst>
        </pc:inkChg>
        <pc:inkChg chg="add">
          <ac:chgData name="Aron Michael" userId="a6335a5c-3af6-488f-9ef1-dea14714a451" providerId="ADAL" clId="{1805139D-B27E-481C-8978-5F1EDA53266C}" dt="2023-07-11T07:08:44.451" v="102"/>
          <ac:inkMkLst>
            <pc:docMk/>
            <pc:sldMk cId="3531843326" sldId="313"/>
            <ac:inkMk id="8" creationId="{0DD9424F-2D36-7D2A-B4F8-BEE4EA423E9F}"/>
          </ac:inkMkLst>
        </pc:inkChg>
      </pc:sldChg>
      <pc:sldChg chg="addSp delSp mod">
        <pc:chgData name="Aron Michael" userId="a6335a5c-3af6-488f-9ef1-dea14714a451" providerId="ADAL" clId="{1805139D-B27E-481C-8978-5F1EDA53266C}" dt="2023-07-14T05:20:29.808" v="103"/>
        <pc:sldMkLst>
          <pc:docMk/>
          <pc:sldMk cId="1009815524" sldId="314"/>
        </pc:sldMkLst>
        <pc:inkChg chg="del">
          <ac:chgData name="Aron Michael" userId="a6335a5c-3af6-488f-9ef1-dea14714a451" providerId="ADAL" clId="{1805139D-B27E-481C-8978-5F1EDA53266C}" dt="2023-07-09T02:02:02.626" v="14" actId="478"/>
          <ac:inkMkLst>
            <pc:docMk/>
            <pc:sldMk cId="1009815524" sldId="314"/>
            <ac:inkMk id="3" creationId="{8ADB846E-016C-3252-9D6A-C5888A070171}"/>
          </ac:inkMkLst>
        </pc:inkChg>
        <pc:inkChg chg="add">
          <ac:chgData name="Aron Michael" userId="a6335a5c-3af6-488f-9ef1-dea14714a451" providerId="ADAL" clId="{1805139D-B27E-481C-8978-5F1EDA53266C}" dt="2023-07-14T05:20:29.808" v="103"/>
          <ac:inkMkLst>
            <pc:docMk/>
            <pc:sldMk cId="1009815524" sldId="314"/>
            <ac:inkMk id="3" creationId="{93AD432D-49F4-2288-019D-6A47AC2040ED}"/>
          </ac:inkMkLst>
        </pc:inkChg>
      </pc:sldChg>
      <pc:sldChg chg="delSp mod">
        <pc:chgData name="Aron Michael" userId="a6335a5c-3af6-488f-9ef1-dea14714a451" providerId="ADAL" clId="{1805139D-B27E-481C-8978-5F1EDA53266C}" dt="2023-07-09T02:02:11.347" v="15" actId="478"/>
        <pc:sldMkLst>
          <pc:docMk/>
          <pc:sldMk cId="2358829850" sldId="315"/>
        </pc:sldMkLst>
        <pc:inkChg chg="del">
          <ac:chgData name="Aron Michael" userId="a6335a5c-3af6-488f-9ef1-dea14714a451" providerId="ADAL" clId="{1805139D-B27E-481C-8978-5F1EDA53266C}" dt="2023-07-09T02:02:11.347" v="15" actId="478"/>
          <ac:inkMkLst>
            <pc:docMk/>
            <pc:sldMk cId="2358829850" sldId="315"/>
            <ac:inkMk id="3" creationId="{4BFCB168-EB8A-C128-B707-6FBE96F37F31}"/>
          </ac:inkMkLst>
        </pc:inkChg>
      </pc:sldChg>
      <pc:sldChg chg="delSp mod">
        <pc:chgData name="Aron Michael" userId="a6335a5c-3af6-488f-9ef1-dea14714a451" providerId="ADAL" clId="{1805139D-B27E-481C-8978-5F1EDA53266C}" dt="2023-07-09T02:02:47.929" v="17" actId="478"/>
        <pc:sldMkLst>
          <pc:docMk/>
          <pc:sldMk cId="1410619049" sldId="316"/>
        </pc:sldMkLst>
        <pc:inkChg chg="del">
          <ac:chgData name="Aron Michael" userId="a6335a5c-3af6-488f-9ef1-dea14714a451" providerId="ADAL" clId="{1805139D-B27E-481C-8978-5F1EDA53266C}" dt="2023-07-09T02:02:47.929" v="17" actId="478"/>
          <ac:inkMkLst>
            <pc:docMk/>
            <pc:sldMk cId="1410619049" sldId="316"/>
            <ac:inkMk id="3" creationId="{8CC7F6AB-DFD6-AC50-FAB6-B8D2EEA9BF12}"/>
          </ac:inkMkLst>
        </pc:inkChg>
      </pc:sldChg>
      <pc:sldChg chg="delSp mod">
        <pc:chgData name="Aron Michael" userId="a6335a5c-3af6-488f-9ef1-dea14714a451" providerId="ADAL" clId="{1805139D-B27E-481C-8978-5F1EDA53266C}" dt="2023-07-09T02:03:04.298" v="19" actId="478"/>
        <pc:sldMkLst>
          <pc:docMk/>
          <pc:sldMk cId="1198577508" sldId="317"/>
        </pc:sldMkLst>
        <pc:inkChg chg="del">
          <ac:chgData name="Aron Michael" userId="a6335a5c-3af6-488f-9ef1-dea14714a451" providerId="ADAL" clId="{1805139D-B27E-481C-8978-5F1EDA53266C}" dt="2023-07-09T02:03:04.298" v="19" actId="478"/>
          <ac:inkMkLst>
            <pc:docMk/>
            <pc:sldMk cId="1198577508" sldId="317"/>
            <ac:inkMk id="8" creationId="{317264E8-2F4A-1710-9F25-752D50808CD4}"/>
          </ac:inkMkLst>
        </pc:inkChg>
      </pc:sldChg>
      <pc:sldChg chg="delSp mod">
        <pc:chgData name="Aron Michael" userId="a6335a5c-3af6-488f-9ef1-dea14714a451" providerId="ADAL" clId="{1805139D-B27E-481C-8978-5F1EDA53266C}" dt="2023-07-09T02:03:09.296" v="20" actId="478"/>
        <pc:sldMkLst>
          <pc:docMk/>
          <pc:sldMk cId="795011127" sldId="318"/>
        </pc:sldMkLst>
        <pc:inkChg chg="del">
          <ac:chgData name="Aron Michael" userId="a6335a5c-3af6-488f-9ef1-dea14714a451" providerId="ADAL" clId="{1805139D-B27E-481C-8978-5F1EDA53266C}" dt="2023-07-09T02:03:09.296" v="20" actId="478"/>
          <ac:inkMkLst>
            <pc:docMk/>
            <pc:sldMk cId="795011127" sldId="318"/>
            <ac:inkMk id="3" creationId="{93199EBB-455F-54C6-5AC4-1DF2AFC5774E}"/>
          </ac:inkMkLst>
        </pc:inkChg>
      </pc:sldChg>
      <pc:sldChg chg="delSp mod">
        <pc:chgData name="Aron Michael" userId="a6335a5c-3af6-488f-9ef1-dea14714a451" providerId="ADAL" clId="{1805139D-B27E-481C-8978-5F1EDA53266C}" dt="2023-07-09T02:03:16.625" v="21" actId="478"/>
        <pc:sldMkLst>
          <pc:docMk/>
          <pc:sldMk cId="3483182424" sldId="320"/>
        </pc:sldMkLst>
        <pc:inkChg chg="del">
          <ac:chgData name="Aron Michael" userId="a6335a5c-3af6-488f-9ef1-dea14714a451" providerId="ADAL" clId="{1805139D-B27E-481C-8978-5F1EDA53266C}" dt="2023-07-09T02:03:16.625" v="21" actId="478"/>
          <ac:inkMkLst>
            <pc:docMk/>
            <pc:sldMk cId="3483182424" sldId="320"/>
            <ac:inkMk id="3" creationId="{91EDD342-2B7A-6ECC-13F7-3B108A9131C0}"/>
          </ac:inkMkLst>
        </pc:inkChg>
      </pc:sldChg>
      <pc:sldChg chg="delSp mod">
        <pc:chgData name="Aron Michael" userId="a6335a5c-3af6-488f-9ef1-dea14714a451" providerId="ADAL" clId="{1805139D-B27E-481C-8978-5F1EDA53266C}" dt="2023-07-09T02:03:21.696" v="22" actId="478"/>
        <pc:sldMkLst>
          <pc:docMk/>
          <pc:sldMk cId="1373107317" sldId="321"/>
        </pc:sldMkLst>
        <pc:inkChg chg="del">
          <ac:chgData name="Aron Michael" userId="a6335a5c-3af6-488f-9ef1-dea14714a451" providerId="ADAL" clId="{1805139D-B27E-481C-8978-5F1EDA53266C}" dt="2023-07-09T02:03:21.696" v="22" actId="478"/>
          <ac:inkMkLst>
            <pc:docMk/>
            <pc:sldMk cId="1373107317" sldId="321"/>
            <ac:inkMk id="3" creationId="{4FE054D9-3939-FB3E-908C-1F17F38E117E}"/>
          </ac:inkMkLst>
        </pc:inkChg>
      </pc:sldChg>
      <pc:sldChg chg="delSp mod">
        <pc:chgData name="Aron Michael" userId="a6335a5c-3af6-488f-9ef1-dea14714a451" providerId="ADAL" clId="{1805139D-B27E-481C-8978-5F1EDA53266C}" dt="2023-07-09T02:03:26.871" v="23" actId="478"/>
        <pc:sldMkLst>
          <pc:docMk/>
          <pc:sldMk cId="2618821247" sldId="322"/>
        </pc:sldMkLst>
        <pc:inkChg chg="del">
          <ac:chgData name="Aron Michael" userId="a6335a5c-3af6-488f-9ef1-dea14714a451" providerId="ADAL" clId="{1805139D-B27E-481C-8978-5F1EDA53266C}" dt="2023-07-09T02:03:26.871" v="23" actId="478"/>
          <ac:inkMkLst>
            <pc:docMk/>
            <pc:sldMk cId="2618821247" sldId="322"/>
            <ac:inkMk id="3" creationId="{A39FE95A-F6D3-42B6-D25D-B9200E8CF494}"/>
          </ac:inkMkLst>
        </pc:inkChg>
      </pc:sldChg>
      <pc:sldChg chg="delSp mod">
        <pc:chgData name="Aron Michael" userId="a6335a5c-3af6-488f-9ef1-dea14714a451" providerId="ADAL" clId="{1805139D-B27E-481C-8978-5F1EDA53266C}" dt="2023-07-09T02:03:36.234" v="24" actId="478"/>
        <pc:sldMkLst>
          <pc:docMk/>
          <pc:sldMk cId="4076804657" sldId="323"/>
        </pc:sldMkLst>
        <pc:inkChg chg="del">
          <ac:chgData name="Aron Michael" userId="a6335a5c-3af6-488f-9ef1-dea14714a451" providerId="ADAL" clId="{1805139D-B27E-481C-8978-5F1EDA53266C}" dt="2023-07-09T02:03:36.234" v="24" actId="478"/>
          <ac:inkMkLst>
            <pc:docMk/>
            <pc:sldMk cId="4076804657" sldId="323"/>
            <ac:inkMk id="3" creationId="{59441F9F-D4AE-E0D5-3353-DB977C1EF033}"/>
          </ac:inkMkLst>
        </pc:inkChg>
      </pc:sldChg>
      <pc:sldChg chg="delSp mod">
        <pc:chgData name="Aron Michael" userId="a6335a5c-3af6-488f-9ef1-dea14714a451" providerId="ADAL" clId="{1805139D-B27E-481C-8978-5F1EDA53266C}" dt="2023-07-09T02:03:43.840" v="25" actId="478"/>
        <pc:sldMkLst>
          <pc:docMk/>
          <pc:sldMk cId="4186970449" sldId="324"/>
        </pc:sldMkLst>
        <pc:inkChg chg="del">
          <ac:chgData name="Aron Michael" userId="a6335a5c-3af6-488f-9ef1-dea14714a451" providerId="ADAL" clId="{1805139D-B27E-481C-8978-5F1EDA53266C}" dt="2023-07-09T02:03:43.840" v="25" actId="478"/>
          <ac:inkMkLst>
            <pc:docMk/>
            <pc:sldMk cId="4186970449" sldId="324"/>
            <ac:inkMk id="3" creationId="{CFBC3805-888F-1D86-0273-99009BF96522}"/>
          </ac:inkMkLst>
        </pc:inkChg>
      </pc:sldChg>
      <pc:sldChg chg="addSp delSp mod">
        <pc:chgData name="Aron Michael" userId="a6335a5c-3af6-488f-9ef1-dea14714a451" providerId="ADAL" clId="{1805139D-B27E-481C-8978-5F1EDA53266C}" dt="2023-07-14T05:20:29.808" v="103"/>
        <pc:sldMkLst>
          <pc:docMk/>
          <pc:sldMk cId="1079399613" sldId="325"/>
        </pc:sldMkLst>
        <pc:inkChg chg="del">
          <ac:chgData name="Aron Michael" userId="a6335a5c-3af6-488f-9ef1-dea14714a451" providerId="ADAL" clId="{1805139D-B27E-481C-8978-5F1EDA53266C}" dt="2023-07-09T02:03:49.852" v="26" actId="478"/>
          <ac:inkMkLst>
            <pc:docMk/>
            <pc:sldMk cId="1079399613" sldId="325"/>
            <ac:inkMk id="3" creationId="{3E06E8A7-C961-F0A9-9FC5-F9ADDA47DDB5}"/>
          </ac:inkMkLst>
        </pc:inkChg>
        <pc:inkChg chg="add">
          <ac:chgData name="Aron Michael" userId="a6335a5c-3af6-488f-9ef1-dea14714a451" providerId="ADAL" clId="{1805139D-B27E-481C-8978-5F1EDA53266C}" dt="2023-07-14T05:20:29.808" v="103"/>
          <ac:inkMkLst>
            <pc:docMk/>
            <pc:sldMk cId="1079399613" sldId="325"/>
            <ac:inkMk id="3" creationId="{C04BC973-D32F-AF0F-1820-26689C5F7185}"/>
          </ac:inkMkLst>
        </pc:inkChg>
      </pc:sldChg>
      <pc:sldChg chg="addSp delSp mod">
        <pc:chgData name="Aron Michael" userId="a6335a5c-3af6-488f-9ef1-dea14714a451" providerId="ADAL" clId="{1805139D-B27E-481C-8978-5F1EDA53266C}" dt="2023-07-14T05:20:29.808" v="103"/>
        <pc:sldMkLst>
          <pc:docMk/>
          <pc:sldMk cId="2159161249" sldId="326"/>
        </pc:sldMkLst>
        <pc:inkChg chg="add">
          <ac:chgData name="Aron Michael" userId="a6335a5c-3af6-488f-9ef1-dea14714a451" providerId="ADAL" clId="{1805139D-B27E-481C-8978-5F1EDA53266C}" dt="2023-07-14T05:20:29.808" v="103"/>
          <ac:inkMkLst>
            <pc:docMk/>
            <pc:sldMk cId="2159161249" sldId="326"/>
            <ac:inkMk id="9" creationId="{3C9B51CF-5B90-1C41-B162-B53666B671F4}"/>
          </ac:inkMkLst>
        </pc:inkChg>
        <pc:inkChg chg="del">
          <ac:chgData name="Aron Michael" userId="a6335a5c-3af6-488f-9ef1-dea14714a451" providerId="ADAL" clId="{1805139D-B27E-481C-8978-5F1EDA53266C}" dt="2023-07-09T02:03:57.475" v="27" actId="478"/>
          <ac:inkMkLst>
            <pc:docMk/>
            <pc:sldMk cId="2159161249" sldId="326"/>
            <ac:inkMk id="9" creationId="{D86011B8-6957-2BD9-7943-02C21A7DF04A}"/>
          </ac:inkMkLst>
        </pc:inkChg>
      </pc:sldChg>
      <pc:sldChg chg="addSp delSp mod">
        <pc:chgData name="Aron Michael" userId="a6335a5c-3af6-488f-9ef1-dea14714a451" providerId="ADAL" clId="{1805139D-B27E-481C-8978-5F1EDA53266C}" dt="2023-07-11T05:39:10.067" v="101"/>
        <pc:sldMkLst>
          <pc:docMk/>
          <pc:sldMk cId="161590025" sldId="327"/>
        </pc:sldMkLst>
        <pc:inkChg chg="add">
          <ac:chgData name="Aron Michael" userId="a6335a5c-3af6-488f-9ef1-dea14714a451" providerId="ADAL" clId="{1805139D-B27E-481C-8978-5F1EDA53266C}" dt="2023-07-11T05:39:10.067" v="101"/>
          <ac:inkMkLst>
            <pc:docMk/>
            <pc:sldMk cId="161590025" sldId="327"/>
            <ac:inkMk id="2" creationId="{C087392E-6281-42E7-FF6C-74557757DB6F}"/>
          </ac:inkMkLst>
        </pc:inkChg>
        <pc:inkChg chg="del">
          <ac:chgData name="Aron Michael" userId="a6335a5c-3af6-488f-9ef1-dea14714a451" providerId="ADAL" clId="{1805139D-B27E-481C-8978-5F1EDA53266C}" dt="2023-07-09T02:00:20.185" v="5" actId="478"/>
          <ac:inkMkLst>
            <pc:docMk/>
            <pc:sldMk cId="161590025" sldId="327"/>
            <ac:inkMk id="2" creationId="{C77C92C8-E4F0-2A9B-3948-B8EDC1FFADA2}"/>
          </ac:inkMkLst>
        </pc:inkChg>
        <pc:inkChg chg="add">
          <ac:chgData name="Aron Michael" userId="a6335a5c-3af6-488f-9ef1-dea14714a451" providerId="ADAL" clId="{1805139D-B27E-481C-8978-5F1EDA53266C}" dt="2023-07-11T05:39:10.067" v="101"/>
          <ac:inkMkLst>
            <pc:docMk/>
            <pc:sldMk cId="161590025" sldId="327"/>
            <ac:inkMk id="4" creationId="{EF446B26-01E6-FFBA-3D7B-D70DE7E18B64}"/>
          </ac:inkMkLst>
        </pc:inkChg>
      </pc:sldChg>
      <pc:sldChg chg="delSp mod">
        <pc:chgData name="Aron Michael" userId="a6335a5c-3af6-488f-9ef1-dea14714a451" providerId="ADAL" clId="{1805139D-B27E-481C-8978-5F1EDA53266C}" dt="2023-07-09T02:02:16.225" v="16" actId="478"/>
        <pc:sldMkLst>
          <pc:docMk/>
          <pc:sldMk cId="2896195789" sldId="328"/>
        </pc:sldMkLst>
        <pc:inkChg chg="del">
          <ac:chgData name="Aron Michael" userId="a6335a5c-3af6-488f-9ef1-dea14714a451" providerId="ADAL" clId="{1805139D-B27E-481C-8978-5F1EDA53266C}" dt="2023-07-09T02:02:16.225" v="16" actId="478"/>
          <ac:inkMkLst>
            <pc:docMk/>
            <pc:sldMk cId="2896195789" sldId="328"/>
            <ac:inkMk id="149" creationId="{F244D8F0-0848-6CF7-B00A-3051F50D13E2}"/>
          </ac:inkMkLst>
        </pc:inkChg>
      </pc:sldChg>
      <pc:sldChg chg="delSp mod">
        <pc:chgData name="Aron Michael" userId="a6335a5c-3af6-488f-9ef1-dea14714a451" providerId="ADAL" clId="{1805139D-B27E-481C-8978-5F1EDA53266C}" dt="2023-07-09T02:02:54.714" v="18" actId="478"/>
        <pc:sldMkLst>
          <pc:docMk/>
          <pc:sldMk cId="2745637069" sldId="329"/>
        </pc:sldMkLst>
        <pc:inkChg chg="del">
          <ac:chgData name="Aron Michael" userId="a6335a5c-3af6-488f-9ef1-dea14714a451" providerId="ADAL" clId="{1805139D-B27E-481C-8978-5F1EDA53266C}" dt="2023-07-09T02:02:54.714" v="18" actId="478"/>
          <ac:inkMkLst>
            <pc:docMk/>
            <pc:sldMk cId="2745637069" sldId="329"/>
            <ac:inkMk id="254" creationId="{B4B27DDE-CB44-D9FF-E805-4DF035820599}"/>
          </ac:inkMkLst>
        </pc:inkChg>
      </pc:sldChg>
      <pc:sldChg chg="delSp mod">
        <pc:chgData name="Aron Michael" userId="a6335a5c-3af6-488f-9ef1-dea14714a451" providerId="ADAL" clId="{1805139D-B27E-481C-8978-5F1EDA53266C}" dt="2023-07-09T02:04:02.614" v="28" actId="478"/>
        <pc:sldMkLst>
          <pc:docMk/>
          <pc:sldMk cId="3621554442" sldId="330"/>
        </pc:sldMkLst>
        <pc:inkChg chg="del">
          <ac:chgData name="Aron Michael" userId="a6335a5c-3af6-488f-9ef1-dea14714a451" providerId="ADAL" clId="{1805139D-B27E-481C-8978-5F1EDA53266C}" dt="2023-07-09T02:04:02.614" v="28" actId="478"/>
          <ac:inkMkLst>
            <pc:docMk/>
            <pc:sldMk cId="3621554442" sldId="330"/>
            <ac:inkMk id="3" creationId="{08FD1DF9-BB06-7CAB-BCFA-166E5D21D565}"/>
          </ac:inkMkLst>
        </pc:inkChg>
      </pc:sldChg>
      <pc:sldChg chg="delSp mod">
        <pc:chgData name="Aron Michael" userId="a6335a5c-3af6-488f-9ef1-dea14714a451" providerId="ADAL" clId="{1805139D-B27E-481C-8978-5F1EDA53266C}" dt="2023-07-09T02:04:13.340" v="29" actId="478"/>
        <pc:sldMkLst>
          <pc:docMk/>
          <pc:sldMk cId="2990317070" sldId="332"/>
        </pc:sldMkLst>
        <pc:inkChg chg="del">
          <ac:chgData name="Aron Michael" userId="a6335a5c-3af6-488f-9ef1-dea14714a451" providerId="ADAL" clId="{1805139D-B27E-481C-8978-5F1EDA53266C}" dt="2023-07-09T02:04:13.340" v="29" actId="478"/>
          <ac:inkMkLst>
            <pc:docMk/>
            <pc:sldMk cId="2990317070" sldId="332"/>
            <ac:inkMk id="3" creationId="{724DB1FA-9B46-BFED-E5EB-0E081D5944FB}"/>
          </ac:inkMkLst>
        </pc:inkChg>
      </pc:sldChg>
      <pc:sldChg chg="delSp mod">
        <pc:chgData name="Aron Michael" userId="a6335a5c-3af6-488f-9ef1-dea14714a451" providerId="ADAL" clId="{1805139D-B27E-481C-8978-5F1EDA53266C}" dt="2023-07-09T02:04:30.832" v="30" actId="478"/>
        <pc:sldMkLst>
          <pc:docMk/>
          <pc:sldMk cId="4034232991" sldId="333"/>
        </pc:sldMkLst>
        <pc:inkChg chg="del">
          <ac:chgData name="Aron Michael" userId="a6335a5c-3af6-488f-9ef1-dea14714a451" providerId="ADAL" clId="{1805139D-B27E-481C-8978-5F1EDA53266C}" dt="2023-07-09T02:04:30.832" v="30" actId="478"/>
          <ac:inkMkLst>
            <pc:docMk/>
            <pc:sldMk cId="4034232991" sldId="333"/>
            <ac:inkMk id="3" creationId="{9816054D-E9D6-94A4-2428-7C8BB3FC6541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3113453514" sldId="334"/>
        </pc:sldMkLst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3113453514" sldId="334"/>
            <ac:inkMk id="3" creationId="{68E9D4A8-4226-BF98-2784-871AE0236201}"/>
          </ac:inkMkLst>
        </pc:inkChg>
        <pc:inkChg chg="del">
          <ac:chgData name="Aron Michael" userId="a6335a5c-3af6-488f-9ef1-dea14714a451" providerId="ADAL" clId="{1805139D-B27E-481C-8978-5F1EDA53266C}" dt="2023-07-09T02:04:38.979" v="31" actId="478"/>
          <ac:inkMkLst>
            <pc:docMk/>
            <pc:sldMk cId="3113453514" sldId="334"/>
            <ac:inkMk id="3" creationId="{6CC2155E-A1E9-6520-70D9-86AC879E949C}"/>
          </ac:inkMkLst>
        </pc:inkChg>
      </pc:sldChg>
      <pc:sldChg chg="addSp delSp mod">
        <pc:chgData name="Aron Michael" userId="a6335a5c-3af6-488f-9ef1-dea14714a451" providerId="ADAL" clId="{1805139D-B27E-481C-8978-5F1EDA53266C}" dt="2023-07-14T05:57:29.635" v="104"/>
        <pc:sldMkLst>
          <pc:docMk/>
          <pc:sldMk cId="1923757678" sldId="335"/>
        </pc:sldMkLst>
        <pc:inkChg chg="add">
          <ac:chgData name="Aron Michael" userId="a6335a5c-3af6-488f-9ef1-dea14714a451" providerId="ADAL" clId="{1805139D-B27E-481C-8978-5F1EDA53266C}" dt="2023-07-14T05:57:29.635" v="104"/>
          <ac:inkMkLst>
            <pc:docMk/>
            <pc:sldMk cId="1923757678" sldId="335"/>
            <ac:inkMk id="3" creationId="{84654997-8B3E-70A2-D4D8-0FE19FDFEF3E}"/>
          </ac:inkMkLst>
        </pc:inkChg>
        <pc:inkChg chg="del">
          <ac:chgData name="Aron Michael" userId="a6335a5c-3af6-488f-9ef1-dea14714a451" providerId="ADAL" clId="{1805139D-B27E-481C-8978-5F1EDA53266C}" dt="2023-07-09T02:04:44.087" v="32" actId="478"/>
          <ac:inkMkLst>
            <pc:docMk/>
            <pc:sldMk cId="1923757678" sldId="335"/>
            <ac:inkMk id="3" creationId="{DD35B5BA-2B70-3D03-9E20-7D8B48699EA1}"/>
          </ac:inkMkLst>
        </pc:inkChg>
        <pc:inkChg chg="del">
          <ac:chgData name="Aron Michael" userId="a6335a5c-3af6-488f-9ef1-dea14714a451" providerId="ADAL" clId="{1805139D-B27E-481C-8978-5F1EDA53266C}" dt="2023-07-09T02:05:02.575" v="34" actId="478"/>
          <ac:inkMkLst>
            <pc:docMk/>
            <pc:sldMk cId="1923757678" sldId="335"/>
            <ac:inkMk id="9" creationId="{5F3C3575-113E-E948-2E30-981620B710D8}"/>
          </ac:inkMkLst>
        </pc:inkChg>
      </pc:sldChg>
      <pc:sldChg chg="addSp delSp mod">
        <pc:chgData name="Aron Michael" userId="a6335a5c-3af6-488f-9ef1-dea14714a451" providerId="ADAL" clId="{1805139D-B27E-481C-8978-5F1EDA53266C}" dt="2023-07-14T05:57:29.635" v="104"/>
        <pc:sldMkLst>
          <pc:docMk/>
          <pc:sldMk cId="2097467734" sldId="336"/>
        </pc:sldMkLst>
        <pc:inkChg chg="del">
          <ac:chgData name="Aron Michael" userId="a6335a5c-3af6-488f-9ef1-dea14714a451" providerId="ADAL" clId="{1805139D-B27E-481C-8978-5F1EDA53266C}" dt="2023-07-09T02:04:50.135" v="33" actId="478"/>
          <ac:inkMkLst>
            <pc:docMk/>
            <pc:sldMk cId="2097467734" sldId="336"/>
            <ac:inkMk id="3" creationId="{57283064-B6AE-BFAE-6AB2-F7D0FF2E8905}"/>
          </ac:inkMkLst>
        </pc:inkChg>
        <pc:inkChg chg="add">
          <ac:chgData name="Aron Michael" userId="a6335a5c-3af6-488f-9ef1-dea14714a451" providerId="ADAL" clId="{1805139D-B27E-481C-8978-5F1EDA53266C}" dt="2023-07-14T05:57:29.635" v="104"/>
          <ac:inkMkLst>
            <pc:docMk/>
            <pc:sldMk cId="2097467734" sldId="336"/>
            <ac:inkMk id="3" creationId="{87273655-2DA6-C76B-4B31-ADCF3BFC2813}"/>
          </ac:inkMkLst>
        </pc:inkChg>
      </pc:sldChg>
      <pc:sldChg chg="addSp delSp mod ord">
        <pc:chgData name="Aron Michael" userId="a6335a5c-3af6-488f-9ef1-dea14714a451" providerId="ADAL" clId="{1805139D-B27E-481C-8978-5F1EDA53266C}" dt="2023-07-18T02:15:00.343" v="107" actId="20578"/>
        <pc:sldMkLst>
          <pc:docMk/>
          <pc:sldMk cId="941247509" sldId="337"/>
        </pc:sldMkLst>
        <pc:inkChg chg="del">
          <ac:chgData name="Aron Michael" userId="a6335a5c-3af6-488f-9ef1-dea14714a451" providerId="ADAL" clId="{1805139D-B27E-481C-8978-5F1EDA53266C}" dt="2023-07-09T02:07:14.538" v="37" actId="478"/>
          <ac:inkMkLst>
            <pc:docMk/>
            <pc:sldMk cId="941247509" sldId="337"/>
            <ac:inkMk id="3" creationId="{D396A48E-E605-9600-10AE-61B136556907}"/>
          </ac:inkMkLst>
        </pc:inkChg>
        <pc:inkChg chg="add">
          <ac:chgData name="Aron Michael" userId="a6335a5c-3af6-488f-9ef1-dea14714a451" providerId="ADAL" clId="{1805139D-B27E-481C-8978-5F1EDA53266C}" dt="2023-07-14T05:57:29.635" v="104"/>
          <ac:inkMkLst>
            <pc:docMk/>
            <pc:sldMk cId="941247509" sldId="337"/>
            <ac:inkMk id="3" creationId="{E16B4A1A-2D4D-D4FE-65E5-017F62962C72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642688981" sldId="338"/>
        </pc:sldMkLst>
        <pc:inkChg chg="del">
          <ac:chgData name="Aron Michael" userId="a6335a5c-3af6-488f-9ef1-dea14714a451" providerId="ADAL" clId="{1805139D-B27E-481C-8978-5F1EDA53266C}" dt="2023-07-09T02:07:20.260" v="38" actId="478"/>
          <ac:inkMkLst>
            <pc:docMk/>
            <pc:sldMk cId="642688981" sldId="338"/>
            <ac:inkMk id="3" creationId="{62EF840A-D661-73DB-632A-4975A36DE1E3}"/>
          </ac:inkMkLst>
        </pc:inkChg>
        <pc:inkChg chg="add">
          <ac:chgData name="Aron Michael" userId="a6335a5c-3af6-488f-9ef1-dea14714a451" providerId="ADAL" clId="{1805139D-B27E-481C-8978-5F1EDA53266C}" dt="2023-07-14T05:57:29.635" v="104"/>
          <ac:inkMkLst>
            <pc:docMk/>
            <pc:sldMk cId="642688981" sldId="338"/>
            <ac:inkMk id="3" creationId="{FDE90540-3F00-CFE3-1140-36D80E98979A}"/>
          </ac:inkMkLst>
        </pc:inkChg>
        <pc:inkChg chg="add">
          <ac:chgData name="Aron Michael" userId="a6335a5c-3af6-488f-9ef1-dea14714a451" providerId="ADAL" clId="{1805139D-B27E-481C-8978-5F1EDA53266C}" dt="2023-07-14T05:57:29.635" v="104"/>
          <ac:inkMkLst>
            <pc:docMk/>
            <pc:sldMk cId="642688981" sldId="338"/>
            <ac:inkMk id="8" creationId="{2FEDC128-6379-F6CD-6CA9-22A926A83451}"/>
          </ac:inkMkLst>
        </pc:inkChg>
        <pc:inkChg chg="add">
          <ac:chgData name="Aron Michael" userId="a6335a5c-3af6-488f-9ef1-dea14714a451" providerId="ADAL" clId="{1805139D-B27E-481C-8978-5F1EDA53266C}" dt="2023-07-14T05:57:29.635" v="104"/>
          <ac:inkMkLst>
            <pc:docMk/>
            <pc:sldMk cId="642688981" sldId="338"/>
            <ac:inkMk id="9" creationId="{DEFA5ACE-CB43-D016-3C50-BC3686432538}"/>
          </ac:inkMkLst>
        </pc:inkChg>
        <pc:inkChg chg="add">
          <ac:chgData name="Aron Michael" userId="a6335a5c-3af6-488f-9ef1-dea14714a451" providerId="ADAL" clId="{1805139D-B27E-481C-8978-5F1EDA53266C}" dt="2023-07-14T05:57:29.635" v="104"/>
          <ac:inkMkLst>
            <pc:docMk/>
            <pc:sldMk cId="642688981" sldId="338"/>
            <ac:inkMk id="12" creationId="{93AEBBBD-CC80-5BF7-B826-27D9F4D088BE}"/>
          </ac:inkMkLst>
        </pc:inkChg>
        <pc:inkChg chg="add">
          <ac:chgData name="Aron Michael" userId="a6335a5c-3af6-488f-9ef1-dea14714a451" providerId="ADAL" clId="{1805139D-B27E-481C-8978-5F1EDA53266C}" dt="2023-07-14T05:57:29.635" v="104"/>
          <ac:inkMkLst>
            <pc:docMk/>
            <pc:sldMk cId="642688981" sldId="338"/>
            <ac:inkMk id="13" creationId="{EAC40427-2CED-09A2-BA6F-9A61ABD0E332}"/>
          </ac:inkMkLst>
        </pc:inkChg>
        <pc:inkChg chg="add">
          <ac:chgData name="Aron Michael" userId="a6335a5c-3af6-488f-9ef1-dea14714a451" providerId="ADAL" clId="{1805139D-B27E-481C-8978-5F1EDA53266C}" dt="2023-07-14T05:57:29.635" v="104"/>
          <ac:inkMkLst>
            <pc:docMk/>
            <pc:sldMk cId="642688981" sldId="338"/>
            <ac:inkMk id="14" creationId="{6391FBE0-B7B9-CD67-2493-46A102B1FC09}"/>
          </ac:inkMkLst>
        </pc:inkChg>
        <pc:inkChg chg="add">
          <ac:chgData name="Aron Michael" userId="a6335a5c-3af6-488f-9ef1-dea14714a451" providerId="ADAL" clId="{1805139D-B27E-481C-8978-5F1EDA53266C}" dt="2023-07-14T05:57:29.635" v="104"/>
          <ac:inkMkLst>
            <pc:docMk/>
            <pc:sldMk cId="642688981" sldId="338"/>
            <ac:inkMk id="15" creationId="{CA374E4F-D2F1-322B-2EBA-7D4FFC099644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642688981" sldId="338"/>
            <ac:inkMk id="16" creationId="{6CD46CC8-460F-879C-CE1E-3D5AFA6A0035}"/>
          </ac:inkMkLst>
        </pc:inkChg>
      </pc:sldChg>
      <pc:sldChg chg="addSp delSp mod">
        <pc:chgData name="Aron Michael" userId="a6335a5c-3af6-488f-9ef1-dea14714a451" providerId="ADAL" clId="{1805139D-B27E-481C-8978-5F1EDA53266C}" dt="2023-07-14T05:57:29.635" v="104"/>
        <pc:sldMkLst>
          <pc:docMk/>
          <pc:sldMk cId="3375027905" sldId="339"/>
        </pc:sldMkLst>
        <pc:inkChg chg="add del">
          <ac:chgData name="Aron Michael" userId="a6335a5c-3af6-488f-9ef1-dea14714a451" providerId="ADAL" clId="{1805139D-B27E-481C-8978-5F1EDA53266C}" dt="2023-07-09T02:05:14.876" v="36" actId="478"/>
          <ac:inkMkLst>
            <pc:docMk/>
            <pc:sldMk cId="3375027905" sldId="339"/>
            <ac:inkMk id="3" creationId="{03C672DE-566B-9FA6-BE53-3FEB11A4E5FE}"/>
          </ac:inkMkLst>
        </pc:inkChg>
        <pc:inkChg chg="add">
          <ac:chgData name="Aron Michael" userId="a6335a5c-3af6-488f-9ef1-dea14714a451" providerId="ADAL" clId="{1805139D-B27E-481C-8978-5F1EDA53266C}" dt="2023-07-14T05:57:29.635" v="104"/>
          <ac:inkMkLst>
            <pc:docMk/>
            <pc:sldMk cId="3375027905" sldId="339"/>
            <ac:inkMk id="8" creationId="{1F3F96B8-3EFC-C050-CEBB-4E425E9F3C91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488990982" sldId="340"/>
        </pc:sldMkLst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488990982" sldId="340"/>
            <ac:inkMk id="3" creationId="{00D0E0C9-BE6D-CBC2-E8F9-4F85F8C3AED8}"/>
          </ac:inkMkLst>
        </pc:inkChg>
        <pc:inkChg chg="del">
          <ac:chgData name="Aron Michael" userId="a6335a5c-3af6-488f-9ef1-dea14714a451" providerId="ADAL" clId="{1805139D-B27E-481C-8978-5F1EDA53266C}" dt="2023-07-09T02:07:57.525" v="40" actId="478"/>
          <ac:inkMkLst>
            <pc:docMk/>
            <pc:sldMk cId="488990982" sldId="340"/>
            <ac:inkMk id="3" creationId="{9B36EA90-0293-167C-E2EB-8CCDCAB729B3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619851535" sldId="341"/>
        </pc:sldMkLst>
        <pc:inkChg chg="del">
          <ac:chgData name="Aron Michael" userId="a6335a5c-3af6-488f-9ef1-dea14714a451" providerId="ADAL" clId="{1805139D-B27E-481C-8978-5F1EDA53266C}" dt="2023-07-09T02:08:01.697" v="41" actId="478"/>
          <ac:inkMkLst>
            <pc:docMk/>
            <pc:sldMk cId="619851535" sldId="341"/>
            <ac:inkMk id="3" creationId="{B1596318-E61C-AAA6-B762-AC90BA64BE32}"/>
          </ac:inkMkLst>
        </pc:inkChg>
        <pc:inkChg chg="add">
          <ac:chgData name="Aron Michael" userId="a6335a5c-3af6-488f-9ef1-dea14714a451" providerId="ADAL" clId="{1805139D-B27E-481C-8978-5F1EDA53266C}" dt="2023-07-14T05:57:29.635" v="104"/>
          <ac:inkMkLst>
            <pc:docMk/>
            <pc:sldMk cId="619851535" sldId="341"/>
            <ac:inkMk id="3" creationId="{ECAC30C9-5AF9-9FB5-4252-0A76B50B6BBC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619851535" sldId="341"/>
            <ac:inkMk id="8" creationId="{4A795861-16A1-9487-A65B-9F0F04A13FE2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1693947985" sldId="342"/>
        </pc:sldMkLst>
        <pc:inkChg chg="add">
          <ac:chgData name="Aron Michael" userId="a6335a5c-3af6-488f-9ef1-dea14714a451" providerId="ADAL" clId="{1805139D-B27E-481C-8978-5F1EDA53266C}" dt="2023-07-14T05:57:29.635" v="104"/>
          <ac:inkMkLst>
            <pc:docMk/>
            <pc:sldMk cId="1693947985" sldId="342"/>
            <ac:inkMk id="3" creationId="{1E1E2CA4-7250-0DEE-10E5-B3A3343D0282}"/>
          </ac:inkMkLst>
        </pc:inkChg>
        <pc:inkChg chg="del">
          <ac:chgData name="Aron Michael" userId="a6335a5c-3af6-488f-9ef1-dea14714a451" providerId="ADAL" clId="{1805139D-B27E-481C-8978-5F1EDA53266C}" dt="2023-07-09T02:08:06.777" v="42" actId="478"/>
          <ac:inkMkLst>
            <pc:docMk/>
            <pc:sldMk cId="1693947985" sldId="342"/>
            <ac:inkMk id="3" creationId="{C1650F94-A3CE-B405-1AC5-FF1A3888ECAB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1693947985" sldId="342"/>
            <ac:inkMk id="8" creationId="{F56BC6B6-88BF-5D09-8C31-B8DB8F17DC44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1616962171" sldId="343"/>
        </pc:sldMkLst>
        <pc:inkChg chg="del">
          <ac:chgData name="Aron Michael" userId="a6335a5c-3af6-488f-9ef1-dea14714a451" providerId="ADAL" clId="{1805139D-B27E-481C-8978-5F1EDA53266C}" dt="2023-07-09T02:08:16.086" v="43" actId="478"/>
          <ac:inkMkLst>
            <pc:docMk/>
            <pc:sldMk cId="1616962171" sldId="343"/>
            <ac:inkMk id="13" creationId="{1822A82B-B61C-5661-0974-19DF119136E7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1616962171" sldId="343"/>
            <ac:inkMk id="13" creationId="{A1C57F98-F76B-6AB8-8784-772FC79E1B49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1796960124" sldId="344"/>
        </pc:sldMkLst>
        <pc:inkChg chg="del">
          <ac:chgData name="Aron Michael" userId="a6335a5c-3af6-488f-9ef1-dea14714a451" providerId="ADAL" clId="{1805139D-B27E-481C-8978-5F1EDA53266C}" dt="2023-07-09T02:08:20.908" v="44" actId="478"/>
          <ac:inkMkLst>
            <pc:docMk/>
            <pc:sldMk cId="1796960124" sldId="344"/>
            <ac:inkMk id="3" creationId="{B56CDB5C-902B-54A7-5157-0E4F2944E228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1796960124" sldId="344"/>
            <ac:inkMk id="3" creationId="{C28D2B90-C68C-533D-47E4-3195764D5C41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25280046" sldId="345"/>
        </pc:sldMkLst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25280046" sldId="345"/>
            <ac:inkMk id="3" creationId="{37AD6119-B9B8-6A61-947C-14C427F957A4}"/>
          </ac:inkMkLst>
        </pc:inkChg>
        <pc:inkChg chg="del">
          <ac:chgData name="Aron Michael" userId="a6335a5c-3af6-488f-9ef1-dea14714a451" providerId="ADAL" clId="{1805139D-B27E-481C-8978-5F1EDA53266C}" dt="2023-07-09T02:08:46.134" v="46" actId="478"/>
          <ac:inkMkLst>
            <pc:docMk/>
            <pc:sldMk cId="25280046" sldId="345"/>
            <ac:inkMk id="3" creationId="{81F842A2-ACEE-3EAF-C573-25DB7196301D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675843616" sldId="346"/>
        </pc:sldMkLst>
        <pc:inkChg chg="del">
          <ac:chgData name="Aron Michael" userId="a6335a5c-3af6-488f-9ef1-dea14714a451" providerId="ADAL" clId="{1805139D-B27E-481C-8978-5F1EDA53266C}" dt="2023-07-09T02:08:58.267" v="47" actId="478"/>
          <ac:inkMkLst>
            <pc:docMk/>
            <pc:sldMk cId="675843616" sldId="346"/>
            <ac:inkMk id="3" creationId="{0C48937A-8699-A43F-F01B-1BE89F5F59B9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675843616" sldId="346"/>
            <ac:inkMk id="3" creationId="{5B8696CD-2E53-3A69-05E1-617EF3836CC4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409452253" sldId="347"/>
        </pc:sldMkLst>
        <pc:inkChg chg="del">
          <ac:chgData name="Aron Michael" userId="a6335a5c-3af6-488f-9ef1-dea14714a451" providerId="ADAL" clId="{1805139D-B27E-481C-8978-5F1EDA53266C}" dt="2023-07-09T02:09:04.348" v="48" actId="478"/>
          <ac:inkMkLst>
            <pc:docMk/>
            <pc:sldMk cId="409452253" sldId="347"/>
            <ac:inkMk id="3" creationId="{817F343F-3089-B934-97C4-A74DC4D3E4F1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409452253" sldId="347"/>
            <ac:inkMk id="3" creationId="{853B3EC5-9746-9CA4-A764-2FAEE029DB2F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1835567520" sldId="348"/>
        </pc:sldMkLst>
        <pc:inkChg chg="del">
          <ac:chgData name="Aron Michael" userId="a6335a5c-3af6-488f-9ef1-dea14714a451" providerId="ADAL" clId="{1805139D-B27E-481C-8978-5F1EDA53266C}" dt="2023-07-09T02:09:09.400" v="49" actId="478"/>
          <ac:inkMkLst>
            <pc:docMk/>
            <pc:sldMk cId="1835567520" sldId="348"/>
            <ac:inkMk id="9" creationId="{B9250D4E-82DB-0833-6D3E-E5F040D88DF9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1835567520" sldId="348"/>
            <ac:inkMk id="9" creationId="{C007FBFD-BE30-AE58-23F5-FFADFCAB4C83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3071570686" sldId="349"/>
        </pc:sldMkLst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3071570686" sldId="349"/>
            <ac:inkMk id="3" creationId="{C6F1AC94-557A-EA5C-7519-88A3693F08F1}"/>
          </ac:inkMkLst>
        </pc:inkChg>
        <pc:inkChg chg="del">
          <ac:chgData name="Aron Michael" userId="a6335a5c-3af6-488f-9ef1-dea14714a451" providerId="ADAL" clId="{1805139D-B27E-481C-8978-5F1EDA53266C}" dt="2023-07-09T02:09:22.046" v="52" actId="478"/>
          <ac:inkMkLst>
            <pc:docMk/>
            <pc:sldMk cId="3071570686" sldId="349"/>
            <ac:inkMk id="3" creationId="{DFC74B93-588C-FB1A-2437-49A4225AD9D9}"/>
          </ac:inkMkLst>
        </pc:inkChg>
        <pc:inkChg chg="del">
          <ac:chgData name="Aron Michael" userId="a6335a5c-3af6-488f-9ef1-dea14714a451" providerId="ADAL" clId="{1805139D-B27E-481C-8978-5F1EDA53266C}" dt="2023-07-09T02:09:16.660" v="50" actId="478"/>
          <ac:inkMkLst>
            <pc:docMk/>
            <pc:sldMk cId="3071570686" sldId="349"/>
            <ac:inkMk id="10" creationId="{A14C6FA6-83AB-59C5-E29C-B4317D211999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3071570686" sldId="349"/>
            <ac:inkMk id="10" creationId="{CA98992D-D747-AD75-33FC-BB02A49ADD40}"/>
          </ac:inkMkLst>
        </pc:inkChg>
        <pc:inkChg chg="del">
          <ac:chgData name="Aron Michael" userId="a6335a5c-3af6-488f-9ef1-dea14714a451" providerId="ADAL" clId="{1805139D-B27E-481C-8978-5F1EDA53266C}" dt="2023-07-09T02:09:19.082" v="51" actId="478"/>
          <ac:inkMkLst>
            <pc:docMk/>
            <pc:sldMk cId="3071570686" sldId="349"/>
            <ac:inkMk id="11" creationId="{3D9BD9E5-E2A9-6B4A-BA56-88EE58902341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1470167790" sldId="350"/>
        </pc:sldMkLst>
        <pc:inkChg chg="del">
          <ac:chgData name="Aron Michael" userId="a6335a5c-3af6-488f-9ef1-dea14714a451" providerId="ADAL" clId="{1805139D-B27E-481C-8978-5F1EDA53266C}" dt="2023-07-09T02:09:30.477" v="53" actId="478"/>
          <ac:inkMkLst>
            <pc:docMk/>
            <pc:sldMk cId="1470167790" sldId="350"/>
            <ac:inkMk id="3" creationId="{A2CFAA89-5385-418B-8EC7-B8614D60C1D3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1470167790" sldId="350"/>
            <ac:inkMk id="3" creationId="{EBA977F8-9F2B-9019-49FC-B1F37A0EBC8E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1153517993" sldId="351"/>
        </pc:sldMkLst>
        <pc:inkChg chg="del">
          <ac:chgData name="Aron Michael" userId="a6335a5c-3af6-488f-9ef1-dea14714a451" providerId="ADAL" clId="{1805139D-B27E-481C-8978-5F1EDA53266C}" dt="2023-07-09T02:10:09.015" v="55" actId="478"/>
          <ac:inkMkLst>
            <pc:docMk/>
            <pc:sldMk cId="1153517993" sldId="351"/>
            <ac:inkMk id="3" creationId="{6CDFCCD3-2DC8-0FF2-B579-ADB9455A4B0E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1153517993" sldId="351"/>
            <ac:inkMk id="3" creationId="{F3A811A8-531A-6766-40DF-46EA1656A9F8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4072998223" sldId="352"/>
        </pc:sldMkLst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4072998223" sldId="352"/>
            <ac:inkMk id="3" creationId="{484F5A2E-8840-947F-5267-42FE78724CCC}"/>
          </ac:inkMkLst>
        </pc:inkChg>
        <pc:inkChg chg="del">
          <ac:chgData name="Aron Michael" userId="a6335a5c-3af6-488f-9ef1-dea14714a451" providerId="ADAL" clId="{1805139D-B27E-481C-8978-5F1EDA53266C}" dt="2023-07-09T02:10:13.598" v="56" actId="478"/>
          <ac:inkMkLst>
            <pc:docMk/>
            <pc:sldMk cId="4072998223" sldId="352"/>
            <ac:inkMk id="3" creationId="{6F3AE478-F483-7DCA-8A5F-50231CD0EDE7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2679665444" sldId="353"/>
        </pc:sldMkLst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2679665444" sldId="353"/>
            <ac:inkMk id="3" creationId="{13F2652B-9BD4-45BE-F583-B8B50D8ED654}"/>
          </ac:inkMkLst>
        </pc:inkChg>
        <pc:inkChg chg="del">
          <ac:chgData name="Aron Michael" userId="a6335a5c-3af6-488f-9ef1-dea14714a451" providerId="ADAL" clId="{1805139D-B27E-481C-8978-5F1EDA53266C}" dt="2023-07-09T02:10:20.215" v="57" actId="478"/>
          <ac:inkMkLst>
            <pc:docMk/>
            <pc:sldMk cId="2679665444" sldId="353"/>
            <ac:inkMk id="3" creationId="{E8BFD514-8053-D6CF-B1AB-FDBA1AF23D21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2555955702" sldId="354"/>
        </pc:sldMkLst>
        <pc:inkChg chg="del">
          <ac:chgData name="Aron Michael" userId="a6335a5c-3af6-488f-9ef1-dea14714a451" providerId="ADAL" clId="{1805139D-B27E-481C-8978-5F1EDA53266C}" dt="2023-07-09T02:10:25.245" v="58" actId="478"/>
          <ac:inkMkLst>
            <pc:docMk/>
            <pc:sldMk cId="2555955702" sldId="354"/>
            <ac:inkMk id="3" creationId="{2C4F9049-AFFD-4315-2539-D212ECE0B4B7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2555955702" sldId="354"/>
            <ac:inkMk id="3" creationId="{B069BD08-3062-4D8B-DBCB-66AD12196DBA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3447305298" sldId="355"/>
        </pc:sldMkLst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3447305298" sldId="355"/>
            <ac:inkMk id="12" creationId="{0244E74F-0ED5-89A9-F69F-CD7C73806DA2}"/>
          </ac:inkMkLst>
        </pc:inkChg>
        <pc:inkChg chg="del">
          <ac:chgData name="Aron Michael" userId="a6335a5c-3af6-488f-9ef1-dea14714a451" providerId="ADAL" clId="{1805139D-B27E-481C-8978-5F1EDA53266C}" dt="2023-07-09T02:10:43.338" v="60" actId="478"/>
          <ac:inkMkLst>
            <pc:docMk/>
            <pc:sldMk cId="3447305298" sldId="355"/>
            <ac:inkMk id="12" creationId="{4F45566A-09AF-6600-F6DF-EDADC7FCF8CD}"/>
          </ac:inkMkLst>
        </pc:inkChg>
        <pc:inkChg chg="del">
          <ac:chgData name="Aron Michael" userId="a6335a5c-3af6-488f-9ef1-dea14714a451" providerId="ADAL" clId="{1805139D-B27E-481C-8978-5F1EDA53266C}" dt="2023-07-09T02:10:49.624" v="62" actId="478"/>
          <ac:inkMkLst>
            <pc:docMk/>
            <pc:sldMk cId="3447305298" sldId="355"/>
            <ac:inkMk id="13" creationId="{5BE17607-7368-3C18-E9F9-9F72BC0F2A87}"/>
          </ac:inkMkLst>
        </pc:inkChg>
        <pc:inkChg chg="del">
          <ac:chgData name="Aron Michael" userId="a6335a5c-3af6-488f-9ef1-dea14714a451" providerId="ADAL" clId="{1805139D-B27E-481C-8978-5F1EDA53266C}" dt="2023-07-09T02:10:47.016" v="61" actId="478"/>
          <ac:inkMkLst>
            <pc:docMk/>
            <pc:sldMk cId="3447305298" sldId="355"/>
            <ac:inkMk id="14" creationId="{66302690-7BCA-37B9-1CD1-ADDD57E6761D}"/>
          </ac:inkMkLst>
        </pc:inkChg>
        <pc:inkChg chg="del">
          <ac:chgData name="Aron Michael" userId="a6335a5c-3af6-488f-9ef1-dea14714a451" providerId="ADAL" clId="{1805139D-B27E-481C-8978-5F1EDA53266C}" dt="2023-07-09T02:10:52.081" v="63" actId="478"/>
          <ac:inkMkLst>
            <pc:docMk/>
            <pc:sldMk cId="3447305298" sldId="355"/>
            <ac:inkMk id="15" creationId="{922CAD2A-68FD-07FC-8686-33DA730FC18A}"/>
          </ac:inkMkLst>
        </pc:inkChg>
        <pc:inkChg chg="del">
          <ac:chgData name="Aron Michael" userId="a6335a5c-3af6-488f-9ef1-dea14714a451" providerId="ADAL" clId="{1805139D-B27E-481C-8978-5F1EDA53266C}" dt="2023-07-09T02:10:37.644" v="59" actId="478"/>
          <ac:inkMkLst>
            <pc:docMk/>
            <pc:sldMk cId="3447305298" sldId="355"/>
            <ac:inkMk id="16" creationId="{8191660F-8053-F313-6698-CD4AA120AC90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2829002282" sldId="356"/>
        </pc:sldMkLst>
        <pc:inkChg chg="del">
          <ac:chgData name="Aron Michael" userId="a6335a5c-3af6-488f-9ef1-dea14714a451" providerId="ADAL" clId="{1805139D-B27E-481C-8978-5F1EDA53266C}" dt="2023-07-09T02:12:05.532" v="64" actId="478"/>
          <ac:inkMkLst>
            <pc:docMk/>
            <pc:sldMk cId="2829002282" sldId="356"/>
            <ac:inkMk id="3" creationId="{12783353-3A05-FC7A-81CA-5B1598EA5C33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2829002282" sldId="356"/>
            <ac:inkMk id="3" creationId="{A6B7335E-050A-DBB8-0A77-EB5AE307915B}"/>
          </ac:inkMkLst>
        </pc:inkChg>
      </pc:sldChg>
      <pc:sldChg chg="addSp">
        <pc:chgData name="Aron Michael" userId="a6335a5c-3af6-488f-9ef1-dea14714a451" providerId="ADAL" clId="{1805139D-B27E-481C-8978-5F1EDA53266C}" dt="2023-07-18T06:58:42.819" v="108"/>
        <pc:sldMkLst>
          <pc:docMk/>
          <pc:sldMk cId="2148160900" sldId="357"/>
        </pc:sldMkLst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2148160900" sldId="357"/>
            <ac:inkMk id="8" creationId="{0B542F1C-DA96-7CE0-2577-8C0EE8C0497D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3516984752" sldId="358"/>
        </pc:sldMkLst>
        <pc:inkChg chg="del">
          <ac:chgData name="Aron Michael" userId="a6335a5c-3af6-488f-9ef1-dea14714a451" providerId="ADAL" clId="{1805139D-B27E-481C-8978-5F1EDA53266C}" dt="2023-07-09T02:12:36.257" v="68" actId="478"/>
          <ac:inkMkLst>
            <pc:docMk/>
            <pc:sldMk cId="3516984752" sldId="358"/>
            <ac:inkMk id="3" creationId="{9D44500C-4FE6-ED06-81B7-D7B38C9CA01A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3516984752" sldId="358"/>
            <ac:inkMk id="3" creationId="{B87EAAD0-F6CD-EE11-54BC-7DD25B61C737}"/>
          </ac:inkMkLst>
        </pc:inkChg>
      </pc:sldChg>
      <pc:sldChg chg="addSp">
        <pc:chgData name="Aron Michael" userId="a6335a5c-3af6-488f-9ef1-dea14714a451" providerId="ADAL" clId="{1805139D-B27E-481C-8978-5F1EDA53266C}" dt="2023-07-18T06:58:42.819" v="108"/>
        <pc:sldMkLst>
          <pc:docMk/>
          <pc:sldMk cId="1811931814" sldId="359"/>
        </pc:sldMkLst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1811931814" sldId="359"/>
            <ac:inkMk id="11" creationId="{6F0EDC87-131E-BC93-B5B9-464CF82370C1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1609299568" sldId="360"/>
        </pc:sldMkLst>
        <pc:inkChg chg="del">
          <ac:chgData name="Aron Michael" userId="a6335a5c-3af6-488f-9ef1-dea14714a451" providerId="ADAL" clId="{1805139D-B27E-481C-8978-5F1EDA53266C}" dt="2023-07-09T02:12:54.677" v="71" actId="478"/>
          <ac:inkMkLst>
            <pc:docMk/>
            <pc:sldMk cId="1609299568" sldId="360"/>
            <ac:inkMk id="3" creationId="{9C31263E-B19F-DD40-150E-662AE01C6E8E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1609299568" sldId="360"/>
            <ac:inkMk id="3" creationId="{F83AFD02-9A1D-7AA5-E77A-3654009670EF}"/>
          </ac:inkMkLst>
        </pc:inkChg>
      </pc:sldChg>
      <pc:sldChg chg="delSp mod">
        <pc:chgData name="Aron Michael" userId="a6335a5c-3af6-488f-9ef1-dea14714a451" providerId="ADAL" clId="{1805139D-B27E-481C-8978-5F1EDA53266C}" dt="2023-07-09T02:12:46.027" v="70" actId="478"/>
        <pc:sldMkLst>
          <pc:docMk/>
          <pc:sldMk cId="3268480623" sldId="361"/>
        </pc:sldMkLst>
        <pc:inkChg chg="del">
          <ac:chgData name="Aron Michael" userId="a6335a5c-3af6-488f-9ef1-dea14714a451" providerId="ADAL" clId="{1805139D-B27E-481C-8978-5F1EDA53266C}" dt="2023-07-09T02:12:46.027" v="70" actId="478"/>
          <ac:inkMkLst>
            <pc:docMk/>
            <pc:sldMk cId="3268480623" sldId="361"/>
            <ac:inkMk id="3" creationId="{02A91EF8-FD13-DA88-21F1-2E7E79085466}"/>
          </ac:inkMkLst>
        </pc:inkChg>
      </pc:sldChg>
      <pc:sldChg chg="addSp delSp mod">
        <pc:chgData name="Aron Michael" userId="a6335a5c-3af6-488f-9ef1-dea14714a451" providerId="ADAL" clId="{1805139D-B27E-481C-8978-5F1EDA53266C}" dt="2023-07-21T04:14:05.164" v="109"/>
        <pc:sldMkLst>
          <pc:docMk/>
          <pc:sldMk cId="1190742082" sldId="362"/>
        </pc:sldMkLst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1190742082" sldId="362"/>
            <ac:inkMk id="3" creationId="{B2168EB1-1B1A-6792-6B90-171D89E173E5}"/>
          </ac:inkMkLst>
        </pc:inkChg>
        <pc:inkChg chg="add">
          <ac:chgData name="Aron Michael" userId="a6335a5c-3af6-488f-9ef1-dea14714a451" providerId="ADAL" clId="{1805139D-B27E-481C-8978-5F1EDA53266C}" dt="2023-07-21T04:14:05.164" v="109"/>
          <ac:inkMkLst>
            <pc:docMk/>
            <pc:sldMk cId="1190742082" sldId="362"/>
            <ac:inkMk id="9" creationId="{474ED4B1-FCA7-DEFD-DE8A-FD4319B17DEE}"/>
          </ac:inkMkLst>
        </pc:inkChg>
        <pc:inkChg chg="del">
          <ac:chgData name="Aron Michael" userId="a6335a5c-3af6-488f-9ef1-dea14714a451" providerId="ADAL" clId="{1805139D-B27E-481C-8978-5F1EDA53266C}" dt="2023-07-09T02:14:24.836" v="93" actId="478"/>
          <ac:inkMkLst>
            <pc:docMk/>
            <pc:sldMk cId="1190742082" sldId="362"/>
            <ac:inkMk id="9" creationId="{FABD28F0-C6A6-63A9-FFA0-9E1E70191372}"/>
          </ac:inkMkLst>
        </pc:inkChg>
        <pc:inkChg chg="del">
          <ac:chgData name="Aron Michael" userId="a6335a5c-3af6-488f-9ef1-dea14714a451" providerId="ADAL" clId="{1805139D-B27E-481C-8978-5F1EDA53266C}" dt="2023-07-09T02:14:26.772" v="94" actId="478"/>
          <ac:inkMkLst>
            <pc:docMk/>
            <pc:sldMk cId="1190742082" sldId="362"/>
            <ac:inkMk id="10" creationId="{FD7A1DF8-2C63-F7C6-C1E3-CA5E673830A2}"/>
          </ac:inkMkLst>
        </pc:inkChg>
        <pc:inkChg chg="del">
          <ac:chgData name="Aron Michael" userId="a6335a5c-3af6-488f-9ef1-dea14714a451" providerId="ADAL" clId="{1805139D-B27E-481C-8978-5F1EDA53266C}" dt="2023-07-09T02:14:34.508" v="98" actId="478"/>
          <ac:inkMkLst>
            <pc:docMk/>
            <pc:sldMk cId="1190742082" sldId="362"/>
            <ac:inkMk id="11" creationId="{55698E46-FCD5-005E-99BD-681D980F9B48}"/>
          </ac:inkMkLst>
        </pc:inkChg>
        <pc:inkChg chg="del">
          <ac:chgData name="Aron Michael" userId="a6335a5c-3af6-488f-9ef1-dea14714a451" providerId="ADAL" clId="{1805139D-B27E-481C-8978-5F1EDA53266C}" dt="2023-07-09T02:14:30.454" v="96" actId="478"/>
          <ac:inkMkLst>
            <pc:docMk/>
            <pc:sldMk cId="1190742082" sldId="362"/>
            <ac:inkMk id="12" creationId="{5022E4E1-BC7B-9C50-7475-3029A62C762F}"/>
          </ac:inkMkLst>
        </pc:inkChg>
        <pc:inkChg chg="del">
          <ac:chgData name="Aron Michael" userId="a6335a5c-3af6-488f-9ef1-dea14714a451" providerId="ADAL" clId="{1805139D-B27E-481C-8978-5F1EDA53266C}" dt="2023-07-09T02:14:32.311" v="97" actId="478"/>
          <ac:inkMkLst>
            <pc:docMk/>
            <pc:sldMk cId="1190742082" sldId="362"/>
            <ac:inkMk id="13" creationId="{3D211A53-74C1-6892-68D0-A174426B23C1}"/>
          </ac:inkMkLst>
        </pc:inkChg>
        <pc:inkChg chg="del">
          <ac:chgData name="Aron Michael" userId="a6335a5c-3af6-488f-9ef1-dea14714a451" providerId="ADAL" clId="{1805139D-B27E-481C-8978-5F1EDA53266C}" dt="2023-07-09T02:14:28.769" v="95" actId="478"/>
          <ac:inkMkLst>
            <pc:docMk/>
            <pc:sldMk cId="1190742082" sldId="362"/>
            <ac:inkMk id="14" creationId="{085C8817-75B8-8D90-5E8A-19202121028D}"/>
          </ac:inkMkLst>
        </pc:inkChg>
        <pc:inkChg chg="del">
          <ac:chgData name="Aron Michael" userId="a6335a5c-3af6-488f-9ef1-dea14714a451" providerId="ADAL" clId="{1805139D-B27E-481C-8978-5F1EDA53266C}" dt="2023-07-09T02:14:20.414" v="91" actId="478"/>
          <ac:inkMkLst>
            <pc:docMk/>
            <pc:sldMk cId="1190742082" sldId="362"/>
            <ac:inkMk id="15" creationId="{081A8EA7-9CC9-FD9C-C8B5-D1A47C906DD0}"/>
          </ac:inkMkLst>
        </pc:inkChg>
        <pc:inkChg chg="del">
          <ac:chgData name="Aron Michael" userId="a6335a5c-3af6-488f-9ef1-dea14714a451" providerId="ADAL" clId="{1805139D-B27E-481C-8978-5F1EDA53266C}" dt="2023-07-09T02:14:14.158" v="89" actId="478"/>
          <ac:inkMkLst>
            <pc:docMk/>
            <pc:sldMk cId="1190742082" sldId="362"/>
            <ac:inkMk id="16" creationId="{54E94A01-205D-8833-BF07-75F3E41AD0C1}"/>
          </ac:inkMkLst>
        </pc:inkChg>
        <pc:inkChg chg="del">
          <ac:chgData name="Aron Michael" userId="a6335a5c-3af6-488f-9ef1-dea14714a451" providerId="ADAL" clId="{1805139D-B27E-481C-8978-5F1EDA53266C}" dt="2023-07-09T02:14:22.278" v="92" actId="478"/>
          <ac:inkMkLst>
            <pc:docMk/>
            <pc:sldMk cId="1190742082" sldId="362"/>
            <ac:inkMk id="17" creationId="{21358CC2-24A2-4F29-6D3F-BE7A35B4DD2D}"/>
          </ac:inkMkLst>
        </pc:inkChg>
        <pc:inkChg chg="del">
          <ac:chgData name="Aron Michael" userId="a6335a5c-3af6-488f-9ef1-dea14714a451" providerId="ADAL" clId="{1805139D-B27E-481C-8978-5F1EDA53266C}" dt="2023-07-09T02:14:09.552" v="88" actId="478"/>
          <ac:inkMkLst>
            <pc:docMk/>
            <pc:sldMk cId="1190742082" sldId="362"/>
            <ac:inkMk id="18" creationId="{DEE1C797-3732-48ED-699B-876FDC394066}"/>
          </ac:inkMkLst>
        </pc:inkChg>
        <pc:inkChg chg="del">
          <ac:chgData name="Aron Michael" userId="a6335a5c-3af6-488f-9ef1-dea14714a451" providerId="ADAL" clId="{1805139D-B27E-481C-8978-5F1EDA53266C}" dt="2023-07-09T02:14:16.607" v="90" actId="478"/>
          <ac:inkMkLst>
            <pc:docMk/>
            <pc:sldMk cId="1190742082" sldId="362"/>
            <ac:inkMk id="20" creationId="{05CCFB3D-66EB-835D-D273-FE656FFED3C1}"/>
          </ac:inkMkLst>
        </pc:inkChg>
      </pc:sldChg>
      <pc:sldChg chg="delSp mod">
        <pc:chgData name="Aron Michael" userId="a6335a5c-3af6-488f-9ef1-dea14714a451" providerId="ADAL" clId="{1805139D-B27E-481C-8978-5F1EDA53266C}" dt="2023-07-09T02:14:39.222" v="99" actId="478"/>
        <pc:sldMkLst>
          <pc:docMk/>
          <pc:sldMk cId="3143487146" sldId="363"/>
        </pc:sldMkLst>
        <pc:inkChg chg="del">
          <ac:chgData name="Aron Michael" userId="a6335a5c-3af6-488f-9ef1-dea14714a451" providerId="ADAL" clId="{1805139D-B27E-481C-8978-5F1EDA53266C}" dt="2023-07-09T02:14:39.222" v="99" actId="478"/>
          <ac:inkMkLst>
            <pc:docMk/>
            <pc:sldMk cId="3143487146" sldId="363"/>
            <ac:inkMk id="11" creationId="{6D583DDE-1A2F-89B2-594C-A2E7AC7A5A46}"/>
          </ac:inkMkLst>
        </pc:inkChg>
      </pc:sldChg>
      <pc:sldChg chg="addSp delSp mod">
        <pc:chgData name="Aron Michael" userId="a6335a5c-3af6-488f-9ef1-dea14714a451" providerId="ADAL" clId="{1805139D-B27E-481C-8978-5F1EDA53266C}" dt="2023-07-14T05:57:29.635" v="104"/>
        <pc:sldMkLst>
          <pc:docMk/>
          <pc:sldMk cId="1950021096" sldId="364"/>
        </pc:sldMkLst>
        <pc:inkChg chg="del">
          <ac:chgData name="Aron Michael" userId="a6335a5c-3af6-488f-9ef1-dea14714a451" providerId="ADAL" clId="{1805139D-B27E-481C-8978-5F1EDA53266C}" dt="2023-07-09T02:07:52.888" v="39" actId="478"/>
          <ac:inkMkLst>
            <pc:docMk/>
            <pc:sldMk cId="1950021096" sldId="364"/>
            <ac:inkMk id="3" creationId="{006F183F-6BF4-F72D-09EC-9C6A012D57A1}"/>
          </ac:inkMkLst>
        </pc:inkChg>
        <pc:inkChg chg="add">
          <ac:chgData name="Aron Michael" userId="a6335a5c-3af6-488f-9ef1-dea14714a451" providerId="ADAL" clId="{1805139D-B27E-481C-8978-5F1EDA53266C}" dt="2023-07-14T05:57:29.635" v="104"/>
          <ac:inkMkLst>
            <pc:docMk/>
            <pc:sldMk cId="1950021096" sldId="364"/>
            <ac:inkMk id="3" creationId="{FCF2D9F0-3F63-F026-13F8-7398E0BEC4E8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1991795982" sldId="365"/>
        </pc:sldMkLst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1991795982" sldId="365"/>
            <ac:inkMk id="3" creationId="{09C03607-82FE-1CF8-6B8D-9EDF321ABCBA}"/>
          </ac:inkMkLst>
        </pc:inkChg>
        <pc:inkChg chg="del">
          <ac:chgData name="Aron Michael" userId="a6335a5c-3af6-488f-9ef1-dea14714a451" providerId="ADAL" clId="{1805139D-B27E-481C-8978-5F1EDA53266C}" dt="2023-07-09T02:08:40.755" v="45" actId="478"/>
          <ac:inkMkLst>
            <pc:docMk/>
            <pc:sldMk cId="1991795982" sldId="365"/>
            <ac:inkMk id="3" creationId="{1C374C63-CF0C-CBC9-B94F-C941B9D5BBE7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1991795982" sldId="365"/>
            <ac:inkMk id="8" creationId="{7984EAF9-BD90-97B2-7EE9-2435BFBAE587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1991795982" sldId="365"/>
            <ac:inkMk id="9" creationId="{594EAEE9-DE29-41C8-A221-CF560062246F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772824804" sldId="366"/>
        </pc:sldMkLst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772824804" sldId="366"/>
            <ac:inkMk id="3" creationId="{16A86937-E308-7525-1BCF-9F48AB65A1C7}"/>
          </ac:inkMkLst>
        </pc:inkChg>
        <pc:inkChg chg="del">
          <ac:chgData name="Aron Michael" userId="a6335a5c-3af6-488f-9ef1-dea14714a451" providerId="ADAL" clId="{1805139D-B27E-481C-8978-5F1EDA53266C}" dt="2023-07-09T02:10:01.750" v="54" actId="478"/>
          <ac:inkMkLst>
            <pc:docMk/>
            <pc:sldMk cId="772824804" sldId="366"/>
            <ac:inkMk id="3" creationId="{2C9F842C-FFE2-4302-76A7-D30C8C0F4DD3}"/>
          </ac:inkMkLst>
        </pc:inkChg>
      </pc:sldChg>
      <pc:sldChg chg="addSp">
        <pc:chgData name="Aron Michael" userId="a6335a5c-3af6-488f-9ef1-dea14714a451" providerId="ADAL" clId="{1805139D-B27E-481C-8978-5F1EDA53266C}" dt="2023-07-18T06:58:42.819" v="108"/>
        <pc:sldMkLst>
          <pc:docMk/>
          <pc:sldMk cId="205769931" sldId="367"/>
        </pc:sldMkLst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205769931" sldId="367"/>
            <ac:inkMk id="3" creationId="{A0B5A10C-8BCC-67D5-9A37-D3E93EEA6C84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205525111" sldId="368"/>
        </pc:sldMkLst>
        <pc:spChg chg="del">
          <ac:chgData name="Aron Michael" userId="a6335a5c-3af6-488f-9ef1-dea14714a451" providerId="ADAL" clId="{1805139D-B27E-481C-8978-5F1EDA53266C}" dt="2023-07-09T02:12:20.600" v="66" actId="478"/>
          <ac:spMkLst>
            <pc:docMk/>
            <pc:sldMk cId="205525111" sldId="368"/>
            <ac:spMk id="28" creationId="{73D84C1A-0323-7A03-0A6D-FC9C158E4761}"/>
          </ac:spMkLst>
        </pc:sp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205525111" sldId="368"/>
            <ac:inkMk id="3" creationId="{3FD9BC7F-8320-2DD8-4B4B-9802F1A788CF}"/>
          </ac:inkMkLst>
        </pc:inkChg>
        <pc:inkChg chg="del">
          <ac:chgData name="Aron Michael" userId="a6335a5c-3af6-488f-9ef1-dea14714a451" providerId="ADAL" clId="{1805139D-B27E-481C-8978-5F1EDA53266C}" dt="2023-07-09T02:12:23.859" v="67" actId="478"/>
          <ac:inkMkLst>
            <pc:docMk/>
            <pc:sldMk cId="205525111" sldId="368"/>
            <ac:inkMk id="3" creationId="{6AC697B2-E2F9-5971-9E66-A660E8BAA7D0}"/>
          </ac:inkMkLst>
        </pc:inkChg>
        <pc:inkChg chg="del">
          <ac:chgData name="Aron Michael" userId="a6335a5c-3af6-488f-9ef1-dea14714a451" providerId="ADAL" clId="{1805139D-B27E-481C-8978-5F1EDA53266C}" dt="2023-07-09T02:12:17.334" v="65" actId="478"/>
          <ac:inkMkLst>
            <pc:docMk/>
            <pc:sldMk cId="205525111" sldId="368"/>
            <ac:inkMk id="9" creationId="{0C9951EF-FFDE-8308-FD63-E83717928691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256093760" sldId="369"/>
        </pc:sldMkLst>
        <pc:inkChg chg="del">
          <ac:chgData name="Aron Michael" userId="a6335a5c-3af6-488f-9ef1-dea14714a451" providerId="ADAL" clId="{1805139D-B27E-481C-8978-5F1EDA53266C}" dt="2023-07-09T02:12:41.079" v="69" actId="478"/>
          <ac:inkMkLst>
            <pc:docMk/>
            <pc:sldMk cId="256093760" sldId="369"/>
            <ac:inkMk id="3" creationId="{20F606F2-CDD1-CBD1-5915-B43E7FBB8EE3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256093760" sldId="369"/>
            <ac:inkMk id="3" creationId="{39E9E365-2C5E-CD8E-E980-A7BD4907F5BD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1401878626" sldId="370"/>
        </pc:sldMkLst>
        <pc:inkChg chg="del">
          <ac:chgData name="Aron Michael" userId="a6335a5c-3af6-488f-9ef1-dea14714a451" providerId="ADAL" clId="{1805139D-B27E-481C-8978-5F1EDA53266C}" dt="2023-07-09T02:13:08.061" v="75" actId="478"/>
          <ac:inkMkLst>
            <pc:docMk/>
            <pc:sldMk cId="1401878626" sldId="370"/>
            <ac:inkMk id="3" creationId="{C837DC86-01B8-6AFE-8EE2-1FBFB40E3466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1401878626" sldId="370"/>
            <ac:inkMk id="3" creationId="{D193A80B-793A-1A1B-6B9E-0F929FB8CC37}"/>
          </ac:inkMkLst>
        </pc:inkChg>
        <pc:inkChg chg="del">
          <ac:chgData name="Aron Michael" userId="a6335a5c-3af6-488f-9ef1-dea14714a451" providerId="ADAL" clId="{1805139D-B27E-481C-8978-5F1EDA53266C}" dt="2023-07-09T02:13:05.136" v="74" actId="478"/>
          <ac:inkMkLst>
            <pc:docMk/>
            <pc:sldMk cId="1401878626" sldId="370"/>
            <ac:inkMk id="9" creationId="{28151882-57BB-C8D7-637F-2BD71B8E801C}"/>
          </ac:inkMkLst>
        </pc:inkChg>
        <pc:inkChg chg="del">
          <ac:chgData name="Aron Michael" userId="a6335a5c-3af6-488f-9ef1-dea14714a451" providerId="ADAL" clId="{1805139D-B27E-481C-8978-5F1EDA53266C}" dt="2023-07-09T02:13:19.488" v="80" actId="478"/>
          <ac:inkMkLst>
            <pc:docMk/>
            <pc:sldMk cId="1401878626" sldId="370"/>
            <ac:inkMk id="10" creationId="{8A8A0FA7-EDAF-C36B-3E1D-D85B1DB70460}"/>
          </ac:inkMkLst>
        </pc:inkChg>
        <pc:inkChg chg="del">
          <ac:chgData name="Aron Michael" userId="a6335a5c-3af6-488f-9ef1-dea14714a451" providerId="ADAL" clId="{1805139D-B27E-481C-8978-5F1EDA53266C}" dt="2023-07-09T02:13:25.240" v="82" actId="478"/>
          <ac:inkMkLst>
            <pc:docMk/>
            <pc:sldMk cId="1401878626" sldId="370"/>
            <ac:inkMk id="11" creationId="{BDEEFE34-63B6-8251-1E61-0114BB49FE04}"/>
          </ac:inkMkLst>
        </pc:inkChg>
        <pc:inkChg chg="del">
          <ac:chgData name="Aron Michael" userId="a6335a5c-3af6-488f-9ef1-dea14714a451" providerId="ADAL" clId="{1805139D-B27E-481C-8978-5F1EDA53266C}" dt="2023-07-09T02:13:27.719" v="83" actId="478"/>
          <ac:inkMkLst>
            <pc:docMk/>
            <pc:sldMk cId="1401878626" sldId="370"/>
            <ac:inkMk id="12" creationId="{9A6E4AD2-78CA-96D6-D108-3FCFC2AC7768}"/>
          </ac:inkMkLst>
        </pc:inkChg>
        <pc:inkChg chg="del">
          <ac:chgData name="Aron Michael" userId="a6335a5c-3af6-488f-9ef1-dea14714a451" providerId="ADAL" clId="{1805139D-B27E-481C-8978-5F1EDA53266C}" dt="2023-07-09T02:13:17.364" v="79" actId="478"/>
          <ac:inkMkLst>
            <pc:docMk/>
            <pc:sldMk cId="1401878626" sldId="370"/>
            <ac:inkMk id="13" creationId="{49E08DC4-528B-DC4F-4AEE-8BEDF4A0597C}"/>
          </ac:inkMkLst>
        </pc:inkChg>
        <pc:inkChg chg="del">
          <ac:chgData name="Aron Michael" userId="a6335a5c-3af6-488f-9ef1-dea14714a451" providerId="ADAL" clId="{1805139D-B27E-481C-8978-5F1EDA53266C}" dt="2023-07-09T02:13:15.444" v="78" actId="478"/>
          <ac:inkMkLst>
            <pc:docMk/>
            <pc:sldMk cId="1401878626" sldId="370"/>
            <ac:inkMk id="14" creationId="{BEE7093B-7E10-C558-888F-446F98890831}"/>
          </ac:inkMkLst>
        </pc:inkChg>
        <pc:inkChg chg="del">
          <ac:chgData name="Aron Michael" userId="a6335a5c-3af6-488f-9ef1-dea14714a451" providerId="ADAL" clId="{1805139D-B27E-481C-8978-5F1EDA53266C}" dt="2023-07-09T02:13:21.719" v="81" actId="478"/>
          <ac:inkMkLst>
            <pc:docMk/>
            <pc:sldMk cId="1401878626" sldId="370"/>
            <ac:inkMk id="15" creationId="{D31794F9-F88E-A27B-ED82-CB066BCFC457}"/>
          </ac:inkMkLst>
        </pc:inkChg>
        <pc:inkChg chg="del">
          <ac:chgData name="Aron Michael" userId="a6335a5c-3af6-488f-9ef1-dea14714a451" providerId="ADAL" clId="{1805139D-B27E-481C-8978-5F1EDA53266C}" dt="2023-07-09T02:12:59.958" v="72" actId="478"/>
          <ac:inkMkLst>
            <pc:docMk/>
            <pc:sldMk cId="1401878626" sldId="370"/>
            <ac:inkMk id="16" creationId="{70CA0904-96AD-D735-2B62-0C9B6DF865D5}"/>
          </ac:inkMkLst>
        </pc:inkChg>
        <pc:inkChg chg="del">
          <ac:chgData name="Aron Michael" userId="a6335a5c-3af6-488f-9ef1-dea14714a451" providerId="ADAL" clId="{1805139D-B27E-481C-8978-5F1EDA53266C}" dt="2023-07-09T02:13:12.897" v="77" actId="478"/>
          <ac:inkMkLst>
            <pc:docMk/>
            <pc:sldMk cId="1401878626" sldId="370"/>
            <ac:inkMk id="17" creationId="{8F1E354C-D140-23EE-8C31-8B641D438254}"/>
          </ac:inkMkLst>
        </pc:inkChg>
        <pc:inkChg chg="del">
          <ac:chgData name="Aron Michael" userId="a6335a5c-3af6-488f-9ef1-dea14714a451" providerId="ADAL" clId="{1805139D-B27E-481C-8978-5F1EDA53266C}" dt="2023-07-09T02:13:10.582" v="76" actId="478"/>
          <ac:inkMkLst>
            <pc:docMk/>
            <pc:sldMk cId="1401878626" sldId="370"/>
            <ac:inkMk id="18" creationId="{689648A4-B45B-2389-442B-4E6ABB5925CC}"/>
          </ac:inkMkLst>
        </pc:inkChg>
        <pc:inkChg chg="del">
          <ac:chgData name="Aron Michael" userId="a6335a5c-3af6-488f-9ef1-dea14714a451" providerId="ADAL" clId="{1805139D-B27E-481C-8978-5F1EDA53266C}" dt="2023-07-09T02:13:02.572" v="73" actId="478"/>
          <ac:inkMkLst>
            <pc:docMk/>
            <pc:sldMk cId="1401878626" sldId="370"/>
            <ac:inkMk id="20" creationId="{7CC4947E-E722-C209-57A4-637F92B176A9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3556758412" sldId="371"/>
        </pc:sldMkLst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3556758412" sldId="371"/>
            <ac:inkMk id="3" creationId="{D96FE339-45BF-8AC2-8ED7-1CBB6176414C}"/>
          </ac:inkMkLst>
        </pc:inkChg>
        <pc:inkChg chg="del">
          <ac:chgData name="Aron Michael" userId="a6335a5c-3af6-488f-9ef1-dea14714a451" providerId="ADAL" clId="{1805139D-B27E-481C-8978-5F1EDA53266C}" dt="2023-07-09T02:13:38.795" v="84" actId="478"/>
          <ac:inkMkLst>
            <pc:docMk/>
            <pc:sldMk cId="3556758412" sldId="371"/>
            <ac:inkMk id="3" creationId="{F50C16F5-A0FA-D6B7-C9C1-3F81DD25A3AA}"/>
          </ac:inkMkLst>
        </pc:inkChg>
      </pc:sldChg>
      <pc:sldChg chg="addSp delSp mod">
        <pc:chgData name="Aron Michael" userId="a6335a5c-3af6-488f-9ef1-dea14714a451" providerId="ADAL" clId="{1805139D-B27E-481C-8978-5F1EDA53266C}" dt="2023-07-18T06:58:42.819" v="108"/>
        <pc:sldMkLst>
          <pc:docMk/>
          <pc:sldMk cId="1382802705" sldId="372"/>
        </pc:sldMkLst>
        <pc:inkChg chg="del">
          <ac:chgData name="Aron Michael" userId="a6335a5c-3af6-488f-9ef1-dea14714a451" providerId="ADAL" clId="{1805139D-B27E-481C-8978-5F1EDA53266C}" dt="2023-07-09T02:14:05.491" v="87" actId="478"/>
          <ac:inkMkLst>
            <pc:docMk/>
            <pc:sldMk cId="1382802705" sldId="372"/>
            <ac:inkMk id="3" creationId="{1FF309E0-017A-A036-7A34-24A5F370165D}"/>
          </ac:inkMkLst>
        </pc:inkChg>
        <pc:inkChg chg="add">
          <ac:chgData name="Aron Michael" userId="a6335a5c-3af6-488f-9ef1-dea14714a451" providerId="ADAL" clId="{1805139D-B27E-481C-8978-5F1EDA53266C}" dt="2023-07-18T06:58:42.819" v="108"/>
          <ac:inkMkLst>
            <pc:docMk/>
            <pc:sldMk cId="1382802705" sldId="372"/>
            <ac:inkMk id="3" creationId="{F42F2989-8567-5313-BBA4-BC555A363CAD}"/>
          </ac:inkMkLst>
        </pc:inkChg>
        <pc:inkChg chg="del">
          <ac:chgData name="Aron Michael" userId="a6335a5c-3af6-488f-9ef1-dea14714a451" providerId="ADAL" clId="{1805139D-B27E-481C-8978-5F1EDA53266C}" dt="2023-07-09T02:14:03.100" v="86" actId="478"/>
          <ac:inkMkLst>
            <pc:docMk/>
            <pc:sldMk cId="1382802705" sldId="372"/>
            <ac:inkMk id="8" creationId="{C807C122-9968-E6AE-4AC3-497D788938B8}"/>
          </ac:inkMkLst>
        </pc:inkChg>
        <pc:inkChg chg="del">
          <ac:chgData name="Aron Michael" userId="a6335a5c-3af6-488f-9ef1-dea14714a451" providerId="ADAL" clId="{1805139D-B27E-481C-8978-5F1EDA53266C}" dt="2023-07-09T02:14:00.723" v="85" actId="478"/>
          <ac:inkMkLst>
            <pc:docMk/>
            <pc:sldMk cId="1382802705" sldId="372"/>
            <ac:inkMk id="9" creationId="{4954CEC0-C9CA-3A27-7835-286977A23BB8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5:04:46.2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8167 11302 256 0,'0'0'-62'0,"0"0"45"0,1 1 1 0,0 1 11 0,0-1 53 0,1 1-5 0,0 2-21 0,4 5 2 16,-2 2-5-16,1-1-1 0,0 5-10 0,0 2 0 0,-2-1-3 0,-1 3-12 0,1 0 2 0,-3-3-12 0,-1 2-4 15,-2 0-144-15</inkml:trace>
  <inkml:trace contextRef="#ctx0" brushRef="#br0" timeOffset="360.72">8343 11770 61 0,'1'0'25'0,"2"-1"-1"0,18-10 27 0,4-2-3 0,0 12 7 0,6-15 2 0,0-3 2 0,5 0-2 0,6-1-6 0,-2-2-7 0,2 1-2 0,-4-3-1 0,-5 2-9 0,1-2-17 0,-2-2 3 0,-2 1-8 0,-2-4-5 0,1 0-4 0,-2-2-1 0,0 0-1 16,0-2 0-16,-2 2-7 0,1 2 2 0,0 2-2 0,-5 3 8 0,0 5 0 0,-5 4-1 0,-4 2 0 0,-4 4 1 0,-5 1 4 0,-1 2 6 16,1 2 1-16,-1 1 22 0,-1 0-5 0,-1 2 0 0,0 0-3 0,0-1-2 0,0-1 0 0,-1 2-7 0,0 1 1 0,-23-2-28 0,-3 5-35 0,-1 8-8 0,-5-5-12 0,0 30-44 0,-2 10-104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5:11:22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18703 12538 256 0,'0'0'48'0,"0"-1"5"0,0 0 38 0,0 0 11 0,1-2-25 15,-1 1-20-15,1-5-37 0,1 1 4 0,-1 1-8 16,0-1 12-16,-1 3-12 0,0-1 1 0,0 0-6 16,0 0-3-16,0-1 10 0,0 2 1 0,0 2 4 15,0-2 6-15,0 1-7 0,0 0-1 0,0-1 0 0,0 1 1 16,0-1-9-16,0 2 2 0,0 0-7 0,0 0-10 15,0 0 2-15,0 0-1 0,0-1 1 0,0 1-10 16,0 0 10-16,0 0-3 0,0 1 6 0,0 0 4 16,0 1 2-16,0 0-1 0,0 0 0 0,0 14 1 0,-1 0 7 15,-2 0-2-15,1 0 2 0,-1 3-8 0,-1 0-4 16,-1 2-2-16,-1 0 0 0,1 0 2 0,-1 2-4 16,0 0 5-16,-1 2-5 0,1 2 2 0,-1 2 4 15,0 1-1-15,0 2 3 0,-2 1-4 0,2-2 7 16,0 1 2-16,-1-1 3 0,0-3 9 0,-1 2-4 15,-1-2-1-15,0-3 0 0,-1 3 4 0,2-2-5 16,-2 1 6-16,0 0-5 0,0 1 0 0,-2 0-1 0,1 0-4 16,-1-1 2-16,1 1-9 0,-1 0 3 0,2-2-2 15,0 1 5-15,2-2 3 0,1-1-8 0,3-5 1 16,-1-2-5-16,1-3-5 0,1-5 3 0,1 1-3 16,1 1 3-16,-1-2-6 0,2-1-8 0,0-2-4 0,1-3-2 15,0 0-19-15,0 1-26 0,0-1-1 0,0 0-10 16,0 1-26-16,0-2-74 0,1 0-13 0</inkml:trace>
  <inkml:trace contextRef="#ctx0" brushRef="#br0" timeOffset="813.78">18763 12248 337 0,'0'-2'196'0,"-1"1"-205"0,0 0 226 0,0-1-106 16,-1-1-26-16,0-1-16 0,0-3-10 0,-1 1 0 15,2 1-22-15,0 0-16 0,0 1-1 0,0 0-6 16,1 1-17-16,0-1 1 0,0 1 0 0,0-2 0 16,0 0 2-16,2 0 4 0,1 0 0 0,2-1 2 15,10 1-2-15,2 0-2 0,-3 2 6 0,1 0-3 16,-2 0 11-16,0 2 9 0,0-1-5 0,0-7 5 0,2 2-13 15,-2 3 11-15,0 2-9 0,1 2 9 0,-1 0-4 16,0 1-6-16,-1 2 11 0,-3 0-10 0,0 1 11 0,-2 0-6 16,0 1 1-16,-4-4-2 0,1 9-2 0,-2 1-5 15,0 1-1-15,7 0 0 0,-3 0-2 0,-3-1-7 16,-1 4 1-16,-2-1-2 0,-1 1 0 0,-2-1-1 16,-2 0 0-16,-2 0-2 0,-2 0 1 0,6 1 2 15,-10-1 1-15,-3-1 2 0,1-2 13 0,-3 2-2 16,-2 0-5-16,-1-2 3 0,4 1-5 0,0-2 5 15,-2 1 0-15,1-1 0 0,-3 1-3 0,2-3-1 0,0-1 1 16,2 1-1-16,-1-1-6 0,4 2 0 0,0-2 0 16,1-1 1-16,2-2 1 0,1 1-6 0,2-3 4 15,1 2-3-15,1-3 1 0,2 0 2 0,2 0-2 16,1-1 3-16,-2 3-5 0,1-1-3 0,0 1 1 16,0-1 0-16,1-1 1 0,0 0 0 0,0 0-2 0,0 1 2 15,-1-1-4-15,2 0 5 0,0 0-5 0,2-1 5 16,0 0-6-16,5 0 8 0,10 1-3 0,-1 0 3 15,0 1-4-15,2 0 0 0,-1 2 1 0,4 0-2 16,-2 2-2-16,1 1 2 0,0 1 4 0,-5-1-2 16,1 2 7-16,3 1-3 0,-2 0 0 0,-1-1 1 15,-2-1 2-15,-4-1-3 0,1-4 1 0,-1 5-1 16,-1 3 8-16,-1-2-2 0,-2 0 0 0,-1 1 0 0,-3-1 5 16,1-2-3-16,-2 1 3 0,6 2-4 0,-2-3 0 0,-1 3 5 15,-3-2-7-15,-1-1 6 0,0 1-1 16,-1-3 2-16,-2 3 3 0,-2 1-2 0,2-4 1 0,-6 2 0 15,-6-4 2-15,-3 0-1 0,3 2 2 0,-3-3-8 16,5 1 5-16,-4 9-5 0,-2-5 2 0,-3-1 0 16,-3-4-9-16,1 0 7 0,1-2-6 0,-3-3-9 15,-2 0-3-15,-3-2-8 0,0-1-38 0,-7-1-89 16,-3-1-43-16,-11 2-43 0,-9 2-417 0</inkml:trace>
  <inkml:trace contextRef="#ctx0" brushRef="#br0" timeOffset="1743.44">22955 12179 999 0,'0'0'27'0,"0"0"-2"0,0-1 18 16,0 0-2-16,0 0-2 0,0 0-6 0,0 0-23 15,0-2 5-15,0 1-11 0,0 1-4 0,0-3 1 16,1-1 0-16,1 2 3 0,-2-1 1 0,1 0 2 16,0-1-4-16,-1 0 5 0,0 1 7 0,0-1 8 15,0 0 6-15,0-2-1 0,0 1 12 0,0 0-8 16,0-1 0-16,-1 0-2 0,0 0-1 0,-1 0 4 15,1 1 1-15,0 0 0 0,0-1-7 0,0 3-8 16,1-1-3-16,0 0-1 0,0 3-8 0,0-1-4 0,0 2 1 16,-1-1-1-16,1 0 5 0,0-1-4 0,0 1-3 15,0 1-1-15,0 0-5 0,0-1 0 0,0 1 2 16,0 0 0-16,0 0-1 0,0 1 1 0,0 0-1 0,0 1 1 16,0 1-4-16,-2 15-5 0,0 4-3 0,-2 4 0 15,0 3-5-15,-3 6 9 0,-3 4-3 0,-3 5 5 16,-2 3 0-16,-1 1 6 0,-4 0 0 0,16-2 0 15,-18-2 3-15,-4-2 8 0,1-1 1 0,1 0 2 16,-5 0 2-16,2 2 3 0,1-1 3 0,4 3-3 16,3-1-10-16,2-1 6 0,-1-2-7 0,3-4 6 0,-1 0-10 15,3-5 2-15,-1-2 2 0,3-3 0 0,-1-2-1 16,1-3-2-16,2 1-4 0,-2-5 0 0,3 0-20 16,1-4-19-16,0-4-7 0,3-2-3 0,2-3-27 0,0-3-41 15,-1 0-18-15,0 1-14 0,-1 0-118 0</inkml:trace>
  <inkml:trace contextRef="#ctx0" brushRef="#br0" timeOffset="2385.07">23022 12030 1228 0,'0'-1'45'0,"-1"0"78"16,0-2-98-16,-1-1-7 0,-2-3-2 0,3 2 0 15,1 3-8-15,0-1-19 0,0 1-1 0,0-2-7 16,0 0-8-16,0-1 20 0,1 1-3 0,5 1 10 16,14 0 3-16,2 2 9 0,-2-2-4 0,6-11 6 15,4 4 13-15,-6 6 1 0,4 1 2 0,-6 2-3 16,-4 1-6-16,4 1-8 0,-4 0 1 0,2 3-3 0,-2 1 4 15,-7-3 2-15,-2 1-1 0,-2 0 2 0,-2-1-4 16,-3-1-8-16,-1-1 1 0,2 3-3 0,-3-2 5 0,2 4 5 16,-1 0-1-16,-1 1 3 0,-2 1 2 0,-4 2 4 15,-14-1 0-15,-9 0-1 0,-7 0-4 0,1-1-6 16,2-1 4-16,0 0-5 0,5-1-2 0,0 1-3 16,3-2-3-16,1 0 1 0,2 1 1 0,3-2-3 15,3 1 0-15,3-2-1 0,5 0 0 0,2 0 2 16,2-1-4-16,3 0 2 0,-1 1-6 0,-1 1-3 15,1-1 5-15,1 0-6 0,0 0 2 0,0-1 6 16,-1 0 0-16,1 0 2 0,1 0 5 0,0 0 7 0,1 1 1 16,2-1 0-16,4 2-4 0,9 4-1 0,2-1-4 15,1 0 3-15,1 1 2 0,0 0-9 0,2 1 4 16,2 3-5-16,1 1-1 0,2 1 5 0,-1 0-3 16,3 2 3-16,-5-14-8 0,1 16 3 0,0-1-3 0,-7-2 5 15,0 0-2-15,-4 0 4 0,-1-1-3 0,-6-2 2 16,-1-2-5-16,-1-2 4 0,-4-1 2 0,2-1 1 15,3 3 1-15,-3-2 3 0,-1 1-6 0,-1 4 5 16,-1-4-6-16,-3 3 2 0,-3 0 1 0,-8-1 0 16,-12 3 4-16,-4-1-4 0,-2-2 1 0,-3 2-3 15,-1-3 3-15,0 0 0 0,0 0 7 0,1-1-5 16,2 0 3-16,-1 0-1 0,-3 0-6 0,-1-1 3 0,-3 0-2 16,-2-1-8-16,3 1 2 0,0 0-4 0,0 0 7 0,4-2-7 15,-2 0 2-15,6-1-4 0,3 2 5 16,5-3-9-16,6 1 1 0,5 6-5 0,3-4-3 0,4-3-39 15,3-1-6-15,1 1-17 0,-1-1-65 0,1 0-97 16,1 0-38-16</inkml:trace>
  <inkml:trace contextRef="#ctx0" brushRef="#br0" timeOffset="2764.57">23724 12144 608 0,'0'0'174'0,"0"-1"362"0,0 0-492 15,-1 0-13-15,0-1-5 0,0 1 1 0,0 0-5 16,-1 0-6-16,2 0-4 0,0 0 0 0,0 1-1 16,0 0-1-16,0 0 5 0,0 0-2 0,2-2 19 0,-1 1 2 15,7 0 7-15,12-4-4 0,1 1 3 0,-1 0 1 16,-1 1-4-16,2-2 2 0,-1 1 1 0,-1 0-18 16,0 0 0-16,0 1-7 0,-2-1-4 0,0 0-10 15,-2 2 3-15,-2 0-5 0,-1-1 3 0,-3 2-9 16,-1 0 1-16,-1 0-8 0,-1 0-28 0,-3 1-34 15,-2 0-2-15,1-1-14 0,0-1-44 0,0 1-157 16,-1 0-83-16</inkml:trace>
  <inkml:trace contextRef="#ctx0" brushRef="#br0" timeOffset="2971.29">23506 12311 1160 0,'0'0'182'15,"0"0"11"-15,0 0-80 0,0 0-25 0,0 1-67 16,1 0-3-16,0 1 19 0,1-1-3 0,14 6 7 16,7 2-9-16,3-1-4 0,8 1-2 0,3-2-2 0,1-1-9 15,7-2-10-15,0 0-2 0,-1-2-4 0,3-1-17 16,-1-1-23-16,-1 0 1 0,1-2-10 0,0-1-21 16,3-3-63-16,2-3-21 0,3-1-27 0,1-4-191 15</inkml:trace>
  <inkml:trace contextRef="#ctx0" brushRef="#br0" timeOffset="3775.59">24990 11543 773 0,'-2'-1'140'0,"1"0"-153"0,0 0 161 0,-1-2-77 16,-3-3-16-16,-3-3-23 0,-2 1-3 0,1-2-7 15,1 1-16-15,2 1 3 0,-1-3 0 0,3 1 1 16,0-2-2-16,0 0 5 0,1 2 0 0,1 1 4 15,0-4 15-15,-5 3 8 0,1-2-5 0,1 0 5 16,3 5-8-16,1-3-3 0,1 0 9 0,0 0-6 16,0 0 18-16,2 0-4 0,1 1-1 0,-1 2-1 15,0 0-9-15,1 3-12 0,-1-1 0 0,0 1-4 16,1 1-5-16,-3 2-9 0,3-1-2 0,2 1-2 0,-2-1-4 16,2-2 4-16,-1 3 1 0,0 0 1 0,1 0-7 15,0 1 2-15,1 0-3 0,-3 1 2 0,2 1-5 0,-2 1 1 16,1 1-2-16,-1 11 1 0,0-2 0 0,-2 2 5 15,0 1-1-15,10 1 3 0,-4-1 1 0,-3 1-1 16,0-2 5-16,-2 1-4 0,0 1 3 0,-1-2 0 16,-1 0-1-16,1 1 2 0,0-1 8 0,0 0 1 15,0 1 0-15,2-1-1 0,-1 1-5 0,3 1 5 16,0-1-3-16,0 0 3 0,1-1-5 0,1-1 1 16,3 1 4-16,-7-2-2 0,18 2 2 0,-2-2-8 0,2 0-1 15,1 0 0-15,-4-5 5 0,4 0-8 0,-4-3 2 16,1 0-3-16,2 0 4 0,-2 0-9 0,-2-3 0 15,0-1-5-15,0 10 2 0,-4-7-17 0,1-1 2 0,-4-3-10 16,1 0-26-16,2-1-29 0,-1-3-11 0,-1-2-13 16,0-1-109-16,0-4-122 0</inkml:trace>
  <inkml:trace contextRef="#ctx0" brushRef="#br0" timeOffset="4103.22">25431 11279 1172 0,'0'0'135'0,"0"-2"13"0,-2 1-13 15,1-1-40-15,1 1-20 0,-2-6-21 0,2 4-23 16,0 2 4-16,-1-1-10 0,0-1-4 0,-1 1-22 16,1 0-4-16,0 1-5 0,0-1-7 0,0 1 3 15,-2 1 2-15,-5 1 0 0,-6 8 0 0,-3 4 11 16,-6 10-6-16,-4 5 7 0,-4-1 1 0,-2 2 0 15,0 0 6-15,-3-2-4 0,-5-1-1 0,1-3 7 16,0 0-1-16,1-2 4 0,4 0 4 0,-3 0-8 16,-1 0 4-16,-1 1-6 0,0-1 2 0,0 0-5 0,0 1-1 15,4-1 0-15,3 4-7 0,6-5 5 0,5 1 0 16,3-1 4-16,5-2-4 0,3-3-23 0,3-2-4 16,4 0-7-16,1-4-15 0,-4 1-27 0,2-2 2 0,4-3-9 15,1 0 14-15,0-3-40 0,1 0-3 0,6 2-23 16,27 2-88-16</inkml:trace>
  <inkml:trace contextRef="#ctx0" brushRef="#br0" timeOffset="4519.33">25966 11248 1098 0,'0'0'55'0,"0"0"-1"0,0-1 40 16,0 0-7-16,0 0 0 0,0-1-5 0,0 0-16 15,0-2 2-15,0 0-9 0,0-2-23 0,0 1-14 16,0 3-4-16,-2-2-3 0,1 1-6 0,-1-1 3 16,0 2-2-16,-9-5 1 0,-1 1-10 0,0 2 5 15,-2 3-5-15,0 1 4 0,-2 5-8 0,-3 2 7 16,-1 5-1-16,-2-11 3 0,3 15-6 0,2 4 0 16,2 0 2-16,2-1-2 0,1 2 1 0,1-2 1 15,0 2 0-15,4 2 2 0,0-2 5 0,2 1-6 0,2-1-3 16,2 1 0-16,-1-1-2 0,-11 1 4 0,6 2-1 15,4-1 2-15,3 3-7 0,2-1 6 0,2 1 1 16,0-1 2-16,0 1-2 0,-1 1 1 0,1-1-3 0,0 0 1 16,-2-1-1-16,0-1-2 0,-1 0 4 0,1-3-3 15,-2 0 10-15,-2-2 3 0,0-4-2 0,-1 1 2 16,-2-2 4-16,0-2-10 0,0 0 7 0,1-2-8 16,-2 0 1-16,1-2-5 0,2 0 0 0,-9-1-2 15,0 0 0-15,-2-1-12 0,1-2-7 0,0 0-2 16,1-2-26-16,-2 8-8 0,1-4-4 0,2-2-5 15,-2-1-48-15,1-3-77 0,0-1-17 0,1-2-26 0,2 0-124 16</inkml:trace>
  <inkml:trace contextRef="#ctx0" brushRef="#br0" timeOffset="4698.6">25479 11635 1360 0,'0'0'59'0,"1"0"111"0,0 0-131 0,3 0 10 15,22-1-6-15,5 0 7 0,3-1-9 0,6 1 11 16,-1 0-6-16,2-1 6 0,2 1-17 0,-2-1 4 16,4 0-4-16,-3 1 2 0,1-2-15 0,0 2-7 15,1 0-2-15,1-1-1 0,-5 1-9 0,1-2-4 0,-6 0-2 16,0-1-3-16,0-1-24 0,-6 1-67 0,-3-1-17 16,-7 0-23-16,-3-1-130 0</inkml:trace>
  <inkml:trace contextRef="#ctx0" brushRef="#br0" timeOffset="5994.03">14967 11664 1499 0,'0'0'31'15,"0"-1"4"-15,0 0-7 0,0 0-9 0,0 0-6 0,-1-2-15 16,1 1-2-16,0 0-5 0,0-1 2 0,0 1-14 16,0 1-5-16,0 0 0 0,0-1-1 0,0 0 9 15,-1 0 17-15,0-1-2 0,-1 1 6 0,1-4 16 0,-10-1 10 16,-5-1 7-16,-3 0-1 0,3 0 6 0,-3 0-10 16,2 0-1-16,-2 1-3 0,-1-2-12 0,0 0-15 15,0 2 5-15,-1-1-8 0,1 1-1 0,-3 2-8 16,0 1-4-16,-5-1 0 0,-1 3-13 0,-1 0 6 15,-4-14-7-15,-3 8 7 0,-2 5-8 0,-2 4 12 16,0 3 1-16,0 1 0 0,-3 2-10 0,3 2 1 16,-2 1 0-16,-3 1 3 0,-4 2 5 0,-1 0-3 15,-3 1-5-15,0 0 2 0,1 2 4 0,3-2 14 16,3 1 7-16,6-1 1 0,0 0 15 0,2 0 1 0,1 1-1 16,2 1 0-16,1-1-10 0,-4-14 10 0,-1 17-5 15,-1 0 8-15,2 3-2 0,5-1-2 0,3-1-4 16,5 4 2-16,2-3 2 0,1 1-11 0,2 2 8 0,1-3-11 15,1 2 6-15,4-2 3 0,0 1 0 0,1-1 2 16,0 0-4-16,1 1 4 0,3-1-5 0,1 2 6 16,2 1 4-16,3 1 2 0,2-1-2 0,1 2 0 15,-12-1-8-15,6 1-1 0,6 2 1 0,3-2-2 16,3 0-6-16,3-1 0 0,2 2-1 0,2-2-1 16,-11 0-4-16,18 0 1 0,1-3 1 0,3-1-1 0,1-1-2 15,2-1 5-15,2-3 2 0,5 0 1 0,-1-2 10 16,3 0-10-16,1 0 3 0,0-4-5 0,0 1 8 15,4-3 0-15,0 0-2 0,0-1 1 0,2-2-7 0,-2-1 2 16,2-1-1-16,3-1 3 0,2 19 3 0,3-11-8 16,1-8-4-16,0-1-2 0,0-3 2 0,-2-3-3 15,0-1 7-15,-5-1-5 0,1 0 10 0,0-3-1 16,-2 1-2-16,3-3 1 0,-1 0-3 0,-3-2 6 16,-1-1 2-16,-1-1 1 0,0 11-2 0,-3-19 1 15,0-4 0-15,-3-3 1 0,0 1 1 0,-2-3-3 16,0-2-1-16,1 1-1 0,-1-3 3 0,-3 4 6 0,-3 1 1 15,-6 2 1-15,-1 3 8 0,-4 3 9 0,-1 1 3 16,-6-1 3-16,-1 0 13 0,-4-2-10 0,12-1 5 16,-7 0-8-16,-5-4-4 0,-3 2-1 0,-4-2-6 15,-4-4 5-15,-3 4-2 0,-4-4-7 0,-1 2 4 0,10 4-5 16,-17-2-1-16,-7 2-14 0,-1 2 0 0,-4 0-5 16,-4 2-10-16,-1 1-21 0,-7 2 3 0,-7 3-10 15,-6-1-16-15,-13 1-62 0,-7 5-3 0,-10 4-25 16,-10 10-86-16</inkml:trace>
  <inkml:trace contextRef="#ctx0" brushRef="#br0" timeOffset="7651.01">24892 12555 51 0,'0'0'263'0,"-1"-2"-70"0,0 1 106 0,-1-1 15 16,1-1-180-16,-2-2-49 0,0 1-38 0,2 1-3 15,-1-2-4-15,0 0-18 0,0 2-8 0,0-2-3 16,1 1-2-16,0 2-3 0,-1-2-7 0,1 2 3 15,0-3-4-15,0 2-1 0,-1-3-3 0,0 1-2 0,0-1 2 16,-1-3 5-16,-1 1 1 0,0 0 5 0,0-2-2 16,1 4 7-16,-1-1 11 0,0 1 0 0,-1-1 6 15,2 3 3-15,1 0-3 0,-2-3-4 0,1 5 1 16,-4-3-8-16,1 1-8 0,1 3 3 0,0 0-4 16,3 0-1-16,-3-3-8 0,3 3 1 0,-1 0-3 15,1 0 11-15,0 0-4 0,-1-1 2 0,1 1-2 0,1 0 5 16,0 0 3-16,0 1 2 0,1 0 0 0,1 1 3 15,0 0 0-15,7 3-1 0,13 5 0 0,6 2-2 16,0-2-1-16,3-1 1 0,4 2-1 0,0-3-2 16,5-1 3-16,5-3-3 0,6 0 4 0,2-1-1 0,3-1-6 15,-1-1 3-15,1-1-3 0,-1-2 2 0,-1-3-3 16,3-1 0-16,1-2-1 0,3 0-1 0,2 0-1 16,0-2 0-16,-7 0 1 0,-1 2 0 0,-7 2-1 15,-5-1-3-15,-5 2 1 0,-4 1-2 0,-4 2-2 16,-7 0-2-16,1 2 0 0,-4 1-9 0,-8 0-4 15,0 0-4-15,-8 0-2 0,-1 0-30 0,0 0-10 0,0 0-12 16,0 0-1-16,-1 1-59 0,-1 0-62 0,0 2-32 16</inkml:trace>
  <inkml:trace contextRef="#ctx0" brushRef="#br0" timeOffset="8150.31">25346 12833 1056 0,'0'0'130'0,"0"-1"-146"16,0 0 152-16,-1 0-74 0,0-2-9 0,-1 1-9 16,1 0-5-16,0-1-1 0,1 1-22 0,0 0-3 15,0-1-7-15,0 1 3 0,0 0-9 0,0-1 0 16,0 1 4-16,0-1 0 0,1 1 10 0,0 0 8 16,1-1 1-16,-1 1 1 0,0 0 7 0,0 1-1 15,0-1-1-15,0 1 0 0,1 0-4 0,-1 0-9 0,0 0 3 16,1-1-5-16,1 1 3 0,-1 0-9 0,0 1 4 15,1 0-5-15,-2 0 5 0,4 1-8 0,-2 0-1 0,2 2-1 16,0-1-3-16,-2 13 6 0,-1 3-5 0,2-3 5 16,-2 4 0-16,1 0 0 0,0 0 1 0,0 2-3 15,-1-1 4-15,1 0 0 0,1 0 4 0,-1 0-3 16,3-2-5-16,-1-1 2 0,1 1 2 0,1-2 1 16,0 0 2-16,-1-1-2 0,2-1 0 0,0 0 1 15,1-2 5-15,1 0-6 0,1-1 3 0,1-2-5 16,-1 0-5-16,2-2-1 0,4-1 0 0,-1-1 0 0,4-3-15 15,0 10-25-15,-1-5-6 0,3-4-5 0,-3-3-26 16,6-4-35-16,2-5-14 0,0-3-13 0,2 8-102 16,0-17-101-16</inkml:trace>
  <inkml:trace contextRef="#ctx0" brushRef="#br0" timeOffset="8462.34">25912 12647 872 0,'-2'0'389'0,"1"-1"-508"0,-1 0 455 16,-9-6-246-16,-5-2-48 0,0 0-9 0,0 2-2 0,-2 1-2 16,3 3-12-16,-5 1-16 0,-2 2 2 0,-4 2-6 15,-2 5 2-15,-3 4 3 0,-3 4-1 0,-1-9 2 16,-2 18-3-16,1 6 1 0,1 4 1 0,-3 0 1 15,1 1 6-15,2 2-1 0,-5-6 1 0,3 4-1 16,-1-2-1-16,0-8 13 0,2 1-1 0,3-5 6 16,1-3 9-16,4-3-3 0,3-1-4 0,3 1 0 0,-2-1-10 15,6 1 1-15,-1-1-6 0,2 0 2 0,3-1-12 16,4 0-4-16,0 1-1 0,2-2-6 0,2-1-29 16,3-1-37-16,0 0-3 0,-3-3-12 0,2 1-33 0,1-1-45 15,2 1-90-15</inkml:trace>
  <inkml:trace contextRef="#ctx0" brushRef="#br0" timeOffset="8902.15">26303 13158 1162 0,'0'0'139'0,"0"0"10"0,-1 0-36 0,0 0-30 0,0 0-36 16,-1-1-27-16,1 1-11 0,0 0-6 15,-1 0 0-15,-1 0-5 0,0 0-4 0,-4 3 6 0,1 1-4 16,0 3-2-16,-1 7 1 0,3 1-3 0,-1 0 2 16,-1 1-2-16,3-2 4 0,0-1 0 0,0-2 2 15,-4-1 3-15,2-1 10 0,1 0-4 0,0-1 6 16,2 0 0-16,1-2-1 0,0 0 2 0,0 1-1 0,1-2-2 15,0 2 5-15,0 1-2 0,0-4 3 0,0 1 0 16,1 1-2-16,-1-2 1 0,1-1-2 0,0 1 7 16,0-1-12-16,0 0 7 0,1-2-9 0,8 0 8 0,2 0-7 15,-1 6 2-15,1 0-2 0,13-2 31 16,-12-5-22-16,-1-2 9 0,2-4-7 0,-1-1-2 16,0 4 5-16,-1-12-3 0,-1-3 11 0,-1-2-1 15,-1 0 1-15,-2 0 0 0,0 0 8 0,-2-1 5 16,-3 1-3-16,11-1 2 0,-6 0-8 0,-4-1-15 15,-3 0 6-15,-4 0-12 0,-3 0-6 0,-3-1-25 16,-5 0-4-16,7 0-8 0,-20 1-14 0,-10-4-44 16,-8 3-8-16,-11-2-19 0,-10 0-88 0,-7 7-424 0</inkml:trace>
  <inkml:trace contextRef="#ctx0" brushRef="#br0" timeOffset="9665.2">22231 11143 991 0,'0'0'52'0,"0"0"5"0,1-1-15 16,0 0-18-16,0 0-8 0,1 1 4 0,-1 0 19 0,0 0 0 15,0 0 5-15,0 0-7 0,0 1 7 0,1 0-2 16,-1 2 3-16,1 2 3 0,2 13-16 0,-2 1 3 15,-2 4-9-15,0 3-3 0,-2 4-5 0,-2 3 0 16,-2 3-3-16,0 1-12 0,-1 3 6 0,-1-2-3 16,-2 3 5-16,-1 3-1 0,-1 4-6 0,-1 4 0 0,0 4-1 15,-2 4 5-15,-1 5-8 0,-1-1 5 0,1-1-5 16,-1-2 4-16,0 3-4 0,-1 2 0 0,-1 6 0 16,1 4 7-16,1-3-7 0,-1-4 4 0,3-6-4 15,-2-1 1-15,2-4-1 0,0 1 2 0,1 1-1 16,1 0 6-16,2-6-4 0,1-1-2 0,-2-5-1 0,2-4 3 15,1-3-9-15,1-4 2 0,2-3-6 0,-1-3 0 16,0 0-21-16,1-3-5 0,0-3-7 0,3-5-26 16,-1-4-30-16,3-3-5 0,1-8-11 0,0 0-35 15,0-4-25-15,-1 1-3 0</inkml:trace>
  <inkml:trace contextRef="#ctx0" brushRef="#br0" timeOffset="10586.98">22531 11305 559 0,'1'-2'135'0,"1"1"277"16,14 0-388-16,12-8-3 0,45-9 16 16,-30 10-21-16,1 3-10 0,3 1 1 0,-3 2-3 15,1-1-5-15,-1 0 3 0,-2 0-4 0,0 0 5 0,2 0 10 16,2-1 18-16,1 0 6 0,4 0 4 0,1-1 19 16,-1-1-8-16,2 1 0 0,-5-2-4 0,1-2-7 15,4 0 1-15,4 0-5 0,5-2 2 0,3 0-15 0,8 1 4 16,-2-1-3-16,3 1 1 0,5-2-20 0,3 1 3 15,10 1-7-15,5-2 5 0,1 1-5 0,5 1-2 16,-2-1 0-16,5 1 0 0,-1-1-1 0,-2 0-2 16,0 2 2-16,0 0-2 0,0 0-4 0,1 0-13 15,-5 0 3-15,0-3-5 0,-2 0 8 0,3-1-12 16,-3 1 3-16,-6-3-4 0,-3 1 12 0,3-1 14 16,-3-3-5-16,-2 5 6 0,-4-3-4 0,-9 0 10 15,-1 6 1-15,-2-4 2 0,3 3-13 0,2 3 8 0,-5-3-4 16,-3 5 8-16,-7 0-5 0,-4 2-3 0,-3 0-3 15,1-17 0-15,-2 13 0 0,-2 4 0 0,0 4 6 16,-11 0-4-16,-2 3-1 0,-6-2 5 0,-7 1-1 16,-1 2 5-16,-4-1 5 0,-3 0 0 0,-3 0 3 15,-2 1-1-15,-3-1 6 0,-2 0-10 0,-2-1 4 0,-1-1-3 16,0 1 5-16,-2 0-8 0,2 5 4 0,-2 0-4 16,0 3 0-16,6 1-2 0,0 2-3 0,-1 4 2 15,-3 0-1-15,-2 5 1 0,-1 1-3 0,-3 4 3 16,0 2-5-16,-2 5 1 0,-1 3 1 0,0 5-2 0,0 4-2 15,2 7 2-15,-2 8-1 0,2 4 1 0,1 2 3 16,2-2-2-16,-1-1-1 0,2-1 0 0,0 3 6 0,4 5-3 16,1 1 7-16,1 2-7 0,1 0 7 0,1-5 10 15,2-1-4-15,1-1 6 0,2 3-7 0,2 5 11 16,-1-2-4-16,2-4 5 0,-1-5-8 0,1-8 8 16,0-3 1-16,0-4 2 0,1-1-6 0,-2-3-11 15,3 5-2-15,-5-7-2 0,-2 2-3 0,-1-2 3 16,-3-6-5-16,0-2 3 0,-3-2-11 0,0-6 9 15,-3-2-3-15,-1-4 6 0,-1-2-6 0,-3-1 1 16,1-2 3-16,-2 0-2 0,-1 0 5 0,0-2-3 16,-2 0 0-16,7 0-2 0,-12-1-1 0,-8 0 0 0,1 0 1 15,-2-1-1-15,-8 2-5 0,3-4-5 0,-5 3-2 16,-3 1 2-16,-2 0 3 0,-6-1-6 0,-10 3 1 16,-4-2-4-16,-9 1-3 0,-5 3 2 0,-3-1 1 15,-8 3 0-15,-9 0 5 0,-9 4-11 0,-8-2 2 0,-9 2-4 16,-5-2 6-16,-10-1 1 0,-5 2 1 0,-10-2 0 15,-3 0 3-15,-1 0-6 0,-2-2 2 0,-4-3-3 16,-2 0 6-16,-4-5 11 0,-4 0-2 0,0-4 3 16,-4-1-1-16,-7-5 11 0,3 0-1 0,-2 27 4 15,-4-28 0-15,-2-1 0 0,-4-6-3 0,-3-1 0 16,-2 1-11-16,-9-1 5 0,-1 2-7 0,-11 1 3 0,-6 4-16 16,-12 1-17-16,-8 4-11 0,-10 4-7 0,-10 5-77 15,-10 5-178-15,-15 8-114 0</inkml:trace>
  <inkml:trace contextRef="#ctx0" brushRef="#br0" timeOffset="29012.27">22973 6885 5 0,'0'0'0'0,"0"0"38"0,0 0 12 15,-1 0 14-15,0 0-7 0,-1 0-26 0,1 0-12 0,0-1 2 16,0 0 7-16,0 0-5 0,-1 1-5 0,1-1-1 15,0-1-3-15,0 2 0 0,0 0-6 0,0 0-1 16,-1 0 6-16,1 0-4 0,0 0 7 0,0 0-7 16,0 0 0-16,1 0-2 0,0 0-6 0,0 0 11 15,0 0-5-15,0 0 7 0,0 0-3 0,0 0 8 16,0-1-4-16,0 0 5 0,0 0-10 0,0 0 5 16,1 0-5-16,0-2 6 0,0 1 1 0,4-9-6 0,0 2 4 15,-1-2-6-15,2 0-8 0,1-2 8 0,0 0-6 16,0-3 7-16,2 0-8 0,-1-2 4 15,-1 0 3-15,1-6-1 0,-1-1 4 0,-1-4-1 0,0-3-7 16,-1 4 4-16,-1 0-1 0,0-2-6 0,-1 2 4 0,-1 1-5 16,-2-1 3-16,-2-3 3 0,-1 2-2 0,-2-4 2 15,0-1 3-15,-2-6 1 0,-1-4 6 0,0-6-4 16,1-6 14-16,-1 0-10 0,1 1 2 0,1 3-6 16,0 4-4-16,0 1-5 0,1 2 0 0,1-1-1 15,-1 0-2-15,-1-3 9 0,0 0-2 0,0 2 3 16,-1-2-12-16,1 6 7 0,2 2-3 0,-2 5 6 0,1 3-4 15,2 3 4-15,-1 1 1 0,2-2 0 0,0 0-7 16,2-3 0-16,-1-2-4 0,1-5 3 0,0-2 6 16,3 1-4-16,0 1 0 0,1 3-3 0,-1 2-7 0,0 5 5 15,-1 3 2-15,0 4 2 0,1 2 4 0,-1 3-4 16,0 3-2-16,1 2 0 0,-2 2 2 0,-1 1 4 16,0 3 2-16,0 0-1 0,0 2 2 0,0 1 8 15,0 2-1-15,0 2 2 0,0-2-4 0,0 2-10 16,-1-1 2-16,-1-1-4 0,1 2-7 0,0 0-7 15,0 0-4-15,0 0 0 0,-2 1-21 0,2 0-5 16,-1 0-8-16,0 1-1 0,-1 0-62 0,2 0-150 0</inkml:trace>
  <inkml:trace contextRef="#ctx0" brushRef="#br0" timeOffset="29748.85">22674 5117 231 0,'-1'0'32'0,"0"0"-12"16,-1 1 21-16,0-1-3 0,-2 2-35 0,-2 2-1 15,3-3 8-15,1 3-7 0,-1 5 5 0,-2 3-12 16,1-1 0-16,2 2-3 0,-2-1 7 0,2 1 3 16,1-3 4-16,-4-2-1 0,3 1 18 0,-3-2 2 15,-1 0 9-15,3 0-4 0,-2-1 22 0,0-2 29 16,-1 0-7-16,2-1 14 0,0-1-14 0,1 0-26 16,-1 1 2-16,2-2-11 0,1-1-5 0,-2 2-21 0,1 1 7 15,0-2-12-15,0 0 1 0,1 0-6 0,0 0 3 16,0 1-3-16,0-1 3 0,1-1 4 0,0 0-6 15,1 0 6-15,0-1 2 0,0-1-6 0,2 0 2 16,6 0-3-16,2-12 5 0,1-1-4 0,0-2 6 0,-2-7-5 16,1-3 8-16,0-2-8 0,1-6 0 0,0 3-3 15,-3-1 4-15,0 1-7 0,0 5 4 0,1-1-5 16,-3 1 0-16,-3 2 3 0,5 2-7 0,-8 1 5 16,3 2-2-16,1 3 0 0,6-1 7 0,-4 3-7 15,0-2 10-15,-3 5-12 0,-2-3 3 0,1 2-3 0,-1 3 13 16,-1 0-9-16,2 3 4 0,-2 2-6 0,1-1-4 15,0 1 3-15,0 3-7 0,-1-2 8 0,0 2 1 16,0-1 0-16,1 0 0 0,1 1-1 0,-1-1-1 0,0 1 1 16,1 1 1-16,-1-1-1 0,1 1-4 0,-1 0 5 15,0 0-1-15,1 0 4 0,-1 1 10 0,0 0-8 16,-1 0 3-16,1 0-6 0,-1 0 6 0,0 0-8 16,0 1 0-16,2 0-1 0,-1 0 0 0,0 0-3 15,1 1 2-15,2 1-4 0,3 2 6 0,-1 0 3 16,1-1-4-16,0 1 1 0,0 1-6 0,2 1 5 15,0 0 3-15,1 0-1 0,-1-5-8 0,1 9 6 16,1 0-2-16,0 0 4 0,0 3 2 0,1 3-3 0,2 1 0 16,-3 2 0-16,1-1 8 0,3 5-4 0,1 0 2 15,2 1-3-15,-2 0 0 0,3-4 1 0,-2-1-1 16,1-1 2-16,1-1 2 0,-2-3-2 0,1-1-1 16,-2-4-2-16,2 1 1 0,-2-1-4 0,-1 0 2 0,-2 1-2 15,-2-2 0-15,-2-2 3 0,0 0-1 0,-1-1 0 16,0 0-13-16,0 5-140 0,2-1-174 0</inkml:trace>
  <inkml:trace contextRef="#ctx0" brushRef="#br0" timeOffset="34628.61">10969 9644 256 0,'0'0'26'0,"0"0"0"0,0 0 21 0,0 0 3 0,0 0-11 16,0 0-8-16,0 0 8 0,0 0-3 0,0 0 5 16,0 0-6-16,0 0-3 0,0 0 3 0,0 0-3 15,0 0 8-15,0 0 6 0,0 0-2 0,0 0 1 16,0 0-13-16,0 0 6 0,0 0 1 0,0 0 2 16,0 0 2-16,0 0-12 0,0 0-3 0,0 0-2 15,0 0-10-15,0 0 5 0,0-1 0 0,0 0 3 16,0 0 2-16,-1-1-2 0,0 0 3 0,1 0-2 0,-4-8 8 15,1 1 2-15,-1-1-3 0,1 1 2 0,-2-3-10 16,0-1-1-16,0 2-4 0,1-2 0 0,0-1-18 16,2-2 7-16,0-3-4 0,2-1 5 0,0-3-5 0,1-4 0 15,1-4-1-15,3-5 0 0,-2 2-4 0,2-7 3 16,0-3-4-16,-2 2 4 0,0-3-3 0,-2 5 0 16,-2 1 8-16,-1 3-4 0,1-3 9 0,-1 3 0 15,0-2-1-15,-1 0 1 0,1-4-7 0,-2-3 1 16,2 3-6-16,0-5 4 0,-1 5-4 0,2 0 1 15,0 4 0-15,1 4 2 0,1 2-1 0,1 2-1 16,2 2 0-16,1 2-1 0,1 0-8 0,1-1 4 16,0 3 0-16,2-2 2 0,-1 1 0 0,2-1 2 0,-1 4 2 15,0 0-1-15,0 3 7 0,-2 2-10 0,0 2-1 16,-1 2-3-16,-2 1 2 0,-1 5 6 0,-2 3 0 0,0 0 2 16,-1 2-2-16,0 0-3 0,0 1-5 0,0 0-2 15,0-1-24-15,0-1-15 0,0 1-14 0,0 0-4 16,-1-1-67-16,0 2-36 0,0 0-9 0,-6 1-15 15,-12 4-78-15</inkml:trace>
  <inkml:trace contextRef="#ctx0" brushRef="#br0" timeOffset="35092.25">10754 8801 965 0,'0'0'76'0,"0"0"5"0,0 0-26 15,0 0-13-15,0 0-24 0,0 0-2 0,0 0-23 16,0 0 2-16,0 0-10 0,0 0 2 0,0 0 4 16,0 0-2-16,0 0 2 0,0 0-1 0,0 0 6 0,0 0 7 15,0 0-2-15,0 0 8 0,0 0 8 0,0-1-5 16,0 0 5-16,0-1-5 0,0-2 9 0,1-9-1 15,0-1 3-15,0-3-1 0,1 0-14 0,-1-2 6 16,1-2-9-16,2-2-2 0,-1 0-3 0,2-1-1 16,1-2 1-16,1 3 0 0,2-2 0 0,2 0-2 0,-1 2 1 15,1-2 4-15,0 3-2 0,0 0 0 0,1-1-1 16,-1 3 0-16,-1 1-1 0,1-1 0 0,-3 4 0 16,1 1 1-16,0 1 3 0,-2 3 1 0,0-1 0 15,0 2-2-15,-2 3 0 0,-1 1 0 0,-1 0 1 16,1 2 8-16,1 0-9 0,-1-1 5 0,-1 3-5 0,4-2 8 15,-5 0-8-15,6 3 6 0,-3 0-5 0,4-5 11 16,-1 2 4-16,-2 1 0 0,2 0 1 0,1 0-5 16,0 2 7-16,0 1-3 0,3 1 5 0,-4 2-9 0,7 3 3 15,-1 1-1-15,4-6 2 0,1 16 3 0,-3 3-12 16,4 0 5-16,-2 0-5 0,1 2 11 0,0-1-12 16,-1-1-2-16,0 1-4 0,2 1-5 0,-2 2 1 15,2 0-7-15,-2 5-3 0,0 0-69 0,-1 6-351 16</inkml:trace>
  <inkml:trace contextRef="#ctx0" brushRef="#br0" timeOffset="42412.78">16023 6169 543 0,'-1'0'0'16,"0"-1"8"-16,0 0 83 0,-2 0-26 0,1 0 5 15,0-1-40-15,-1 1-13 0,2 0-21 0,0 1 4 0,0 0-8 16,0 0 9-16,-1 0 3 0,1 0 1 0,0 1 1 16,0 0 16-16,0 1 10 0,-1-1-6 0,1 0 6 15,0 1-5-15,-1 4-4 0,-2 6 5 0,3 0-5 16,0-1-4-16,1 4 3 0,0-1-3 0,0 3 2 0,1 3-14 16,0 1 2-16,2 4-1 0,0 2 1 0,3 1-3 15,0 2 0-15,0 0-4 0,0 2 3 0,1 5-1 16,0 0-3-16,1 1 5 0,-1 2-5 0,0-5 8 15,0 4-3-15,-1-3 1 0,0-2-1 0,-1 1 3 0,-1-4 0 16,7 34 16-16,-6-31-9 0,-1 1-3 16,1 2-1-16,0-1 0 0,-1 1 0 0,1-3 0 15,0 0-3-15,-2-4 3 0,1 0 5 0,-2-2 3 16,1-3 2-16,-2-2-1 0,0 0-1 0,0-5-5 16,0 2 2-16,-1-2-4 0,0 0-4 0,0-1 1 15,0 0-4-15,0-2 2 0,1-1-9 0,1-1 1 16,-2-2 0-16,0-2 1 0,0-1 3 0,0-3-27 15,0 0-2-15,0-3-10 0,0-1-20 0,0 1-28 0,0 0-15 16,0 0-6-16,0 1-70 0,0-2-26 0,0 0-46 16</inkml:trace>
  <inkml:trace contextRef="#ctx0" brushRef="#br0" timeOffset="42923.91">16034 7308 566 0,'-1'-2'141'0,"-1"0"318"0,2 1-454 16,-3-5-8-16,2 2-1 0,1 3-4 0,-1-1-17 0,1 1-6 15,-2-2-4-15,2 1 3 0,0 0 0 0,0-1-21 16,0 2 5-16,2 0-8 0,-1 0 26 0,0 0 20 15,1-1 6-15,1 1 3 0,-1 0 8 0,0 1 22 16,1 0 2-16,-1 0 9 0,0 0 29 0,0 0-14 16,-1 0 3-16,0 0-9 0,0 0-10 0,0 0-1 15,2 1-8-15,-2 0 4 0,1 1-18 0,-2-1 5 0,6 9-2 16,0 2 3-16,-1 1-10 0,-1 0-3 0,0 0 3 16,0 2-2-16,1 1-2 0,0 0-2 0,-2 0-4 15,1 1 3-15,-1-1 2 0,1 1-2 0,0-1 4 16,-1 0-5-16,2 0 2 0,-1-2 0 0,0 1-4 0,1 1 3 15,-2-3-2-15,0-3 8 0,-1 1-1 0,-1-4 2 16,1 1-7-16,0 0 11 0,-1-1-5 0,0 0 9 16,-1-4-2-16,0 0-3 0,0 0-1 0,0-1-1 15,0 0-6-15,0 1 7 0,0-2-4 0,0 0 4 16,0 0 7-16,0 0-8 0,0 1 7 0,0-1-8 0,0-1 9 16,0-1-15-16,0-1-1 0,0 0-4 15,0-17 0-15,1-3 4 0,2-4 2 0,1-1 0 0,2-4-1 16,1-1 2-16,3-3-1 0,0 0 2 0,2-2-3 15,1-2-5-15,0-1 1 0,0 0-1 0,1 0 6 16,0 0-7-16,-1 1 0 0,1 0-4 0,-1 2-7 0,-1 1-27 16,-1 2-11-16,0 2-9 0,-2 3-97 0</inkml:trace>
  <inkml:trace contextRef="#ctx0" brushRef="#br0" timeOffset="45458.07">22053 5540 578 0,'0'-1'0'0,"-1"0"18"0,0 0 161 15,0-2-72-15,0 1-3 0,-1 0-99 0,1-1-1 0,0 1-9 16,0-2 4-16,0 2-4 0,0 0-2 0,-1-1 10 16,0-1-6-16,1 0 9 0,-2-1 5 0,1-1 15 15,0 2 1-15,1 0 4 0,-2-1 8 0,1 1 5 16,-2-2 4-16,2 1-2 0,0 1 1 0,1 1-2 15,-2 0-2-15,2 0 1 0,0 1-14 0,0 0-7 16,1 0-2-16,-2 0-2 0,0 0-11 0,1-1-1 16,0 1-2-16,0 1 2 0,-1 0-10 0,1-1-8 0,0 1-2 15,0 0-1-15,0 0 12 0,0 0-3 0,-1 1 7 16,1 0-3-16,0 0 10 0,0 1-5 0,0 0 3 16,-1 1-4-16,0 6-1 0,-1 7-1 0,0 2 0 15,2 2 2-15,0 1 5 0,1 3-3 0,0-1-4 16,0 4 1-16,1 2-5 0,1 1 3 0,2 2 1 0,-1-2 1 15,1 3-4-15,0-1 3 0,-2 0-1 0,0 1 1 16,1-1-1-16,-2-1 0 0,0 2 5 0,-1 0-3 16,0 3-3-16,-1 2 3 0,-3-2 1 0,1 0 4 15,-2 0 9-15,-1 1-15 0,-1-2 8 0,0-1-10 16,0-3 1-16,0-1 7 0,0-2-5 0,0 0 5 0,0-2-7 16,1 1 3-16,1-2-2 0,2-2 2 0,-1-1-5 15,2 1 6-15,1-2-3 0,-1 0 5 0,2 2-9 16,0-1 2-16,2-1-1 0,-1-2 2 0,0 0 0 0,1-1 3 15,2 4-3-15,-1-2 1 0,0-5-2 0,-2 0 3 16,0-3-1-16,0-2 3 0,-1 3 1 0,0-3-8 16,0 1 5-16,0-3-6 0,0 0 2 0,0-1-2 15,0-2-5-15,0 0 2 0,0 1-23 0,0-2-34 16,0 1-10-16,0-2-15 0,0 0-98 0,0 0-101 16</inkml:trace>
  <inkml:trace contextRef="#ctx0" brushRef="#br0" timeOffset="46027.61">21696 6752 1391 0,'0'0'-7'16,"0"-1"3"-16,0 0-11 0,0 0-7 0,0 0 1 0,0 0-24 16,0-2-8-16,0 2-12 0,0 0 1 0,0 0-45 15,0 0 34-15,0-1 10 0,0 1 10 0,0 0 50 0,0 0 20 16,0 0-2-16,-1 0 12 0,-1-1 16 0,1 1 23 16,-1-1 4-16,-2-3 4 0,-5-4-6 0,1 2-6 15,2 1-6-15,0 2 2 0,0 0-8 0,3 0-18 16,-1 0 0-16,2 1-7 0,-1 2-15 0,1 0-11 15,0-2 2-15,-1 1-6 0,1 1-4 0,1 0 5 16,0-1-6-16,-1 1 8 0,1 0-5 0,0 0 8 16,0 0-5-16,0-1 4 0,0 1 0 0,-1 0 4 0,1 1 7 15,0 0-2-15,1 0 2 0,0 1 1 0,0 0-1 16,0 1 2-16,0 0 2 0,0 2-5 0,1 7 0 16,2 2 0-16,-1-1 0 0,3 1 0 0,-1 0 2 15,2 0 0-15,0-1 9 0,1 0-5 0,0-1 1 0,-6 1-2 16,11-2-7-16,0 0 4 0,-2-1-1 0,1-1 2 15,1 1 0-15,-2-2-10 0,-1 0 0 0,-1-1-1 16,-2 1 3-16,1-1 1 0,2 1 0 0,1-1 0 16,1-1-4-16,-2-1 4 0,-2 1-3 0,-1-3 4 15,-1 0-2-15,2 2 3 0,1-2 4 0,-4-1-2 16,1 1 3-16,0 1 11 0,-1 1-4 0,1-2 7 16,0 0 4-16,1 1 0 0,-2-2 1 0,3-1-2 0,0 0-10 15,1-2-9-15,-1-2 0 0,1-2-3 0,1-14 0 16,1-3-8-16,0-6 3 0,0-1-4 0,0-4 9 15,2-4-10-15,1-2 0 0,-1-3-4 0,-1 0 2 0,1 1-21 16,1 1 3-16,0 3-10 0,1-1-14 0,0 2-81 16,2-2-71-16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5:12:53.4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26228 3750 256 0,'0'0'-53'16,"0"0"33"-16,-1 0-6 0,1 0 1 0,0-1 42 16,0 0-5-16,0 0 4 0,0 0 1 0,0-1 3 15,0 1 16-15,0 0 9 0,0 0 7 0,0 0 1 16,0 0 25-16,0-1-11 0,0 1-4 0,0 0-4 15,0 0-17-15,0 0 1 0,0 0 3 0,-1-1-3 0,-1 1-11 16,1 0 2-16,0 0-17 0,1 0 12 0,0-1-22 16,0 1-2-16,0 1 5 0,0 0-7 0,0 0-1 15,-1 0-2-15,0 0 1 0,-1 1-1 0,1 1 6 0,0-1-3 16,0 1-2-16,-5 6 0 0,-2 5 4 0,0 0-4 16,-2 3 4-16,3-1-5 0,-1 1 0 0,-2 3 6 15,2 1-3-15,-2 2 4 0,-1 3-8 0,0 2 1 16,1 3 0-16,-1 0 1 0,0 7-5 0,-1-2 4 15,1 3-2-15,2-3 3 0,-1-6-1 0,1 1 0 16,0-2-4-16,-2 0 2 0,0 0-3 0,0 1 7 16,0-1 3-16,2 0 1 0,-1 0 3 0,1-2-4 15,-1 1 2-15,1-1-2 0,0 0 1 0,-1 0 10 0,3-4-4 16,1-1 6-16,2-7-4 0,0 2 2 16,2-7 4-16,1-3-3 0,-1 0 1 0,1-3-11 0,1-2 1 15,-1 2-3-15,0-1-1 0,0 1-1 0,1-2 1 16,0 0 0-16,0 0-2 0,0 0-7 0,0 0 0 0,0 1-2 15,0-1 5-15,0-1-10 0,0 0 5 0,0-1-6 16,0-1 10-16,2-15-8 0,2-1 4 0,0-3-4 16,2-6 6-16,-1 1 0 0,1-3-6 0,0-2 4 15,-1 3 2-15,3-4-10 0,-1 2 9 0,1-2-10 16,0-1 2-16,0-1 12 0,3-3-9 0,-2-5 11 16,1-2-12-16,1 0 10 0,1-1 2 0,-1 2 0 0,-1 3-6 15,2 2 5-15,-1 4-3 0,-2 6 4 0,2 1 0 16,-2 4 4-16,-2 4-1 0,-1 4 2 0,-1 1-4 0,-2 2 0 15,0 3 4-15,-1 2 0 0,-1 1 16 0,0 2-4 16,0 0 2-16,-1 1-4 0,0 1-3 0,0 1 6 16,0 0-7-16,0-2 7 0,0 1-4 0,0 0 2 15,0-1 0-15,0 2-2 0,0 0-14 0,0 0-2 16,0 0-3-16,0-1 3 0,0 1 5 0,0 0 4 16,0 0 0-16,0 0 0 0,2-1-9 0,-1 2 2 15,0 0-1-15,0 0 1 0,0 0 10 0,1 0-5 0,0 2 4 16,0-1-4-16,1 1 6 0,0 1 2 0,1 1-1 15,-2 8 0-15,3 0-8 0,-1 2 1 0,1 1-2 16,1 0 2-16,1 2-3 0,-1-1-4 0,-1 2 4 16,3 2-3-16,-1-1 4 0,0 0-3 0,4 1 0 15,-3-2-1-15,0 4-2 0,0-1 5 0,2 0-4 0,-2 2 3 16,0 1-6-16,0 1 4 0,-1 1 1 0,0-2 0 16,1 0 7-16,-1-5-6 0,1 2 2 0,-2-1-2 15,0-1 0-15,-1 1 0 0,1 0-2 0,-1 0 1 16,1 0 0-16,-3-2 4 0,1 0-3 0,-2-2 3 15,0 0-4-15,-1-2 0 0,7-2 2 0,-3-3 1 0,-2-1 6 16,-1-2-7-16,1 1 0 0,-2-1-2 0,-1 0-5 16,0-1 6-16,0-3 0 0,0 0 3 0,0 1-4 15,0-2 0-15,0 0-4 0,0 1 1 0,0 1-13 0,0-1-47 16,0-1-9-16,0 0-22 0,-1 1-108 0</inkml:trace>
  <inkml:trace contextRef="#ctx0" brushRef="#br0" timeOffset="374.94">25990 4344 937 0,'-1'0'6'0,"-1"-1"0"16,-1 0 10-16,2 1-10 0,-1 0-6 0,1 0-1 16,-2 0-10-16,1 0-4 0,0 0 5 0,1 0-5 15,-1 0 10-15,1 0 3 0,0 0-4 0,0 0 3 16,1 0 0-16,0 0 9 0,0 0 4 0,0 0 0 16,0 0 0-16,1 0 8 0,0 0-4 0,0-1 4 0,1-1-11 15,-1 1 12-15,0 0-6 0,1 0 8 0,1 0-8 16,4-3-9-16,2 1 7 0,2-2-8 0,3 0 1 0,2 1 3 15,3-1-8-15,-1 1 6 0,0 1-11 0,4 1 7 16,-1 0 1-16,0 1 1 0,-2 1-4 0,-3 0-5 16,0 0-8-16,0 0 3 0,-1 1-19 0,1 2-13 15,-2-1-3-15,-4 0-5 0,1 1-23 0,-1-1-47 16,0-1-7-16</inkml:trace>
  <inkml:trace contextRef="#ctx0" brushRef="#br0" timeOffset="977.13">26895 4007 670 0,'0'0'17'0,"0"-1"-4"16,-2-1 0-16,1 1 4 0,0 0-11 0,0 0-11 16,0 0 5-16,0-1-2 0,-1 1 3 0,0 0 5 15,0 1-6-15,-4 0 7 0,-5 2-6 0,1 2 11 0,-1 2 11 16,-1 2-4-16,-1-7 8 0,-1 11 8 0,2-1 5 16,-2-2-1-16,3 0 1 0,-1 1-8 0,1-3 6 15,-2 0-3-15,4 0 2 0,-3-3-15 0,3 0 6 16,3 1-7-16,-4-4 6 0,2 3-15 0,0-1-6 15,1 1 2-15,1 2-4 0,3-2-2 0,-2 1 0 16,2 2-4-16,1 0 3 0,1 3 6 0,-6-1-7 16,1 0 3-16,1 2-6 0,2-2 3 0,-1 2-1 15,2 1 2-15,0 1-1 0,0 0 1 0,2 2 0 0,0 1 0 16,3 3 1-16,0 2-2 0,2 0-1 0,2 3 2 16,2-1-1-16,1 0 4 0,-1 0-1 0,1 1-1 15,1 2 0-15,-1-3-5 0,0 2 3 0,1 0-1 16,-4-5 1-16,4 3 0 0,-3-4 1 0,0-1 3 0,1 0 1 15,-1-2 3-15,0-1-5 0,0-1-3 0,-1-2 0 16,1 0-5-16,1-1 6 0,-8 2 0 0,7 0 3 16,1 0-5-16,-2 0 5 0,0 0-3 0,-2 0 5 15,0 0-7-15,-3-2 5 0,1 0-2 0,4-1 4 16,-3-2-4-16,0 1 0 0,-3-2 1 0,0 0-1 16,-1 2 10-16,-1-2-9 0,-1 2 1 0,-3 1-4 0,-1-1 0 15,3 2-1-15,-15-1 3 0,0 1-2 0,-2-1 7 16,1 1-3-16,1-1 2 0,-1 1-4 0,0-2-2 0,0-2 3 15,0-3-6-15,6 0 4 0,2-3-6 0,1 6 8 16,1-1-3-16,-2-3 3 0,4-2-24 0,-1 1-14 16,0-2-7-16,2 0-2 0,1 0-24 0,-1-3 13 15,4 2-7-15,0 0 6 0,-2-2-32 0,-3-7-37 16,0-3 10-16,1-1-19 0,3 0-19 0</inkml:trace>
  <inkml:trace contextRef="#ctx0" brushRef="#br0" timeOffset="1448.39">26637 4563 821 0,'-1'0'3'0,"-1"0"0"0,-2 0 4 16,0 0-13-16,-1-1-5 0,0 1-5 0,0 0-20 16,-2 0 20-16,1 0-1 0,2 0 9 0,2 0 1 15,-2 1 11-15,0 0-4 0,1 0 6 0,-4 0 6 0,4-1 10 16,0 0-2-16,-1 0 5 0,2 0 9 0,-4 0 9 16,4 0 3-16,-1 0 0 0,0 0 3 0,2 0-16 15,-2 0-6-15,2 0-4 0,0 0-18 0,-2 0-9 16,1 0 4-16,1-1-5 0,0 0 7 0,1 0-5 15,0 0 3-15,1 0-3 0,1-1 4 0,12-3-1 16,2-3 1-16,-3 4-1 0,4-3 0 0,3 0 0 16,3 0 0-16,-1 0 0 0,3 1-4 0,-7 0 8 15,1 0-7-15,0 0 7 0,-2 0-1 0,-1 1-6 0,0 1 6 16,-1 0-5-16,-2 1 11 0,-1-1 1 0,0 1 1 16,1-1-2-16,-2 2-5 0,-2-1 6 0,1 1-5 15,-3 1 6-15,-2 0 4 0,0 0-5 0,0 1-2 0,0-2-2 16,-3 2-3-16,0 0-5 0,-1 0 6 0,2 0-6 15,-1 0 5-15,1-1-63 0,-1 1-43 0</inkml:trace>
  <inkml:trace contextRef="#ctx0" brushRef="#br0" timeOffset="6536.13">24310 7008 100 0,'-1'0'151'0,"0"0"-75"0,-1 0 40 0,1-2-1 16,0 1-129-16,0 0-7 0,0 1-24 0,0 0 2 0,-1 0 2 15,2 0 34-15,0 0 0 0,0 0 3 0,0 0 0 16,0 1 12-16,0 0-10 0,0 1 5 0,2-1-6 15,-1 0 1-15,0 0 6 0,0 0-5 0,0 1 6 16,0-1-3-16,2 0 2 0,-1 0 3 0,-1-1-3 16,9 4-3-16,-1-2 9 0,3 0-5 0,1-1 6 15,0 1-9-15,2-2 8 0,3 0-4 0,-1 0 5 0,3 0-7 16,0 0 6-16,3-2 0 0,1 1 2 0,1 0 4 16,6 0-3-16,-2 1 7 0,4 0-5 0,0 0 13 0,0 0 4 15,0-1-3-15,-3 0 4 0,4 1-8 0,-2 0-5 16,0 0 4-16,2 0-5 0,0 0-5 0,3 0-7 15,2 0-4-15,9 1 1 0,0 0 4 0,5 0-8 16,-3-1 3-16,-3 0-3 0,0 0 0 0,-4 0-4 16,-3 0 5-16,-2 0-4 0,0 0 5 0,3-2 8 15,2-1-6-15,0 1 7 0,-2 0-9 0,-1-1 12 16,-1 1-1-16,-6 1 5 0,1 0 0 0,-6-1-8 16,-4 2 1-16,-2 0-3 0,-3 0-4 0,-4 0 4 0,0 0-6 15,-4 2 4-15,-2-1-11 0,-1 0-3 0,-5-1-2 16,-1 0 0-16,1 0-14 0,-1 0-8 0,0 1-8 15,1-1-3-15,-2 0-52 0</inkml:trace>
  <inkml:trace contextRef="#ctx0" brushRef="#br0" timeOffset="6907.42">25977 6444 575 0,'0'-1'3'0,"-1"0"13"16,0-1-26-16,0-1-34 0,1 1-5 0,0-5-8 15,0 1-10-15,1 0 5 0,1 1-4 0,3 0-1 16,-1 0-34-16</inkml:trace>
  <inkml:trace contextRef="#ctx0" brushRef="#br0" timeOffset="7383.03">26069 6354 105 0,'0'0'69'0,"0"0"-18"0,0 0 63 0,0 0-9 0,0 0-35 16,-1 0-22-16,0-1 4 0,0 0-11 15,-1-1 0-15,1 1-22 0,0 0 6 0,0 0-13 0,0 0-6 16,0-1-5-16,-1 1-3 0,2 0 2 0,-1 0 2 16,1 1 5-16,0-1-2 0,0 1 2 0,0 0-12 0,0 0 9 15,-1 0-3-15,0-1 6 0,0-1-2 0,-1 1 9 16,1 0-4-16,0 0 6 0,0 0-5 0,-1 0 11 15,-1-1-2-15,2 2 5 0,-4-1-4 0,2 0 1 16,-1 0 1-16,1 0-1 0,0-1-6 0,1 1 5 16,0 0-2-16,-1 0 2 0,1 0-6 0,1 1 0 15,0 0-6-15,-2-1 3 0,1-1-12 0,0 1 7 16,0 0-3-16,1 0 5 0,0 0-9 0,0 0-2 0,0-1 5 16,0 1-3-16,-1 0 4 0,1 0-2 0,0 0-3 15,0 1 0-15,0 0 1 0,-1 0-3 0,1 0 3 16,0 1-1-16,1 0 8 0,0 0-3 0,0 2 1 15,0-1-3-15,0 6-3 0,2 5 2 0,2 1-1 16,1 3 2-16,2 1-6 0,0 4 8 0,1 1-3 0,1 8 5 16,0 2-6-16,-2 9-2 0,-3 3 1 0,1 2 0 15,-1 2 7-15,-3-4-5 0,1 1-1 0,-2-1-1 16,-1 3-4-16,-1 2 2 0,-3 4 3 0,1 7-2 16,1 3 2-16,-1-1 0 0,1 1-2 0,-1-8 2 15,2 0 0-15,1-5 1 0,0 1 3 0,2 1-1 0,1-1-2 16,3 3 4-16,0-2-5 0,2 1 3 0,2-3-6 15,-1-4 6-15,3-5 0 0,-3-2 1 0,-1-1-7 16,1-1 4-16,-2 1-2 0,1 1 2 0,2 0-3 16,-4 0 4-16,1-1 2 0,-1-1 0 0,-1-5-4 0,-3-5 1 15,-1-4-4-15,0-7 3 0,-1-3 0 0,-1-2 0 16,2-4 3-16,0-2-2 0,0-3 0 0,0 0-15 16,0-2-2-16,0 1-5 0,-1 1-16 0,0-1-55 15,0 0-33-15,1 0-18 0,-1-1-225 0</inkml:trace>
  <inkml:trace contextRef="#ctx0" brushRef="#br0" timeOffset="8647.34">26099 6102 9 0,'1'-1'10'0,"0"0"-1"0,0 0 33 16,0-2 0-16,5-8 9 0,6-1 19 0,-2-1 9 15,-1 0 8-15,2 2-2 0,-1 1 10 0,2 3-31 16,-4 0 2-16,-1 0-13 0,0 1-11 0,1 1-9 16,2 1-3-16,4 3 0 0,0-1-7 0,0 1-5 15,1-10 1-15,-2 5-2 0,2 2-2 0,2 1-2 16,-1 2-1-16,3 1-1 0,1 1-5 0,4 3 8 16,2 1-2-16,4 0 3 0,3 1-6 0,7 1-3 0,-2 0 1 15,5-2-2-15,4-1 3 0,-2-4-1 0,3 0 0 16,-2 0 1-16,-3-3 10 0,4 2-7 0,2-1 3 15,2 1-6-15,4-1-6 0,2 1 7 0,0 0-8 0,-1 0 9 16,0 1-3-16,-1 0-6 0,-2 2 2 0,6 2-4 16,6 0-5-16,5 2 9 0,2-1-3 0,-5-3 5 15,-3 3-9-15,-3-1-4 0,-1 0 3 0,2 0-2 16,4-3 4-16,1-1 5 0,-1-2-5 0,-5-2 5 16,-3 1-2-16,-8-3 1 0,3-1 3 0,0 0-2 15,0 1 0-15,0 1 3 0,1 1-3 0,-7 0 3 0,0 1-2 16,-3 1-5-16,-7 1 1 0,0 0-4 0,-3 1 1 15,-2 1 4-15,-2 1 2 0,0 2 0 0,-2 0-4 16,-1 1 7-16,-2 0-5 0,-6 0 5 0,-3-2-4 0,0 2-1 16,1 0 4-16,-2-1-3 0,0 1 10 0,-7-3 4 15,-1 1 1-15,-3-2-1 0,1 0-5 0,2 3 4 16,-3-3-6-16,0 1 5 0,-1-1-9 0,-1 0 8 16,-1-1 2-16,3 3 2 0,-2-2 10 0,-1 1-7 15,2 3 0-15,-2-3-3 0,0 2-4 0,1 1-2 16,-1-2-3-16,2 3 2 0,-1 0 6 0,-1 1-11 15,0 1 10-15,5 0-12 0,1 5 9 0,-2 3-10 16,-1-1 0-16,-2 3-1 0,-2-2 8 0,0 2-8 0,0 0 3 16,0 2-4-16,0 2 0 0,0-1 1 0,0 2 1 15,0 2 1-15,1 2 1 0,0 4-1 0,2 2-6 16,0 5 4-16,1 3-1 0,-2 3 1 0,0 1 0 16,0-1 0-16,0 0 0 0,0-3 3 0,2-2-4 0,-2-4 2 15,1 0 0-15,-2 1-2 0,0 1 1 0,1 3-4 16,2 4 3-16,-1 3 1 0,0 1 4 0,0 5-2 15,-2-5-4-15,1 0-1 0,0 1-3 0,-1-5 3 16,-1 3-1-16,0 2 3 0,-1 2 0 0,0 6 1 16,0 3-3-16,-1-2-1 0,2 2 3 0,-1-5-1 15,0-6-2-15,0-3 4 0,0-6-3 0,0-1 4 0,1-2 6 16,0 0-9-16,1-1 2 0,1-1-4 0,0 1 8 16,0-7-4-16,0 0 1 0,0-7-2 0,1-1 1 15,-1-1 4-15,0-5-3 0,1-3 4 0,-2-2-1 0,0-1-1 16,0-3-1-16,-1-1-2 0,0-1-3 0,0-1 7 15,0 0-1-15,0-2 3 0,0 1-3 0,0 0-1 16,0 0 3-16,0 0-3 0,0 1 7 0,0-1-5 16,0-1 2-16,-1 0-5 0,0 0-5 0,-1 1 5 15,-2-1-1-15,-9 5 4 0,-2-2-4 0,-1-1 0 16,-5-1-2-16,1-1 2 0,-6-1 4 0,2 0-8 16,-6 0 4-16,0-1-5 0,3 1 9 0,-7-1 3 0,4 1-5 15,-3 0 3-15,3 0-6 0,-2 1 1 0,-1 0-1 16,-1 0 0-16,-4 3-6 0,-2-2 9 0,0 1-2 15,-3-1 3-15,-2 0-11 0,-2 1 8 0,0-1-2 16,1-1 5-16,3-1-2 0,0 0-4 0,1-1 3 0,-3 0-2 16,0-1 4-16,-4-1-1 0,-2 1 1 0,-2-3-1 15,0-1 1-15,0 2-2 0,3-1 0 0,0 1 0 16,-3 1 5-16,0 0 2 0,-1 2-2 0,-5 0 1 16,-1 1-9-16,1 0 2 0,-1 0-3 0,4 1 4 15,2 3-4-15,-5-1 3 0,-1 3 1 0,-5-2 1 16,-3-1 0-16,2 0 2 0,3-1 1 0,2-1 2 15,1 3 1-15,0-2 0 0,-3 0 0 0,-2 1 1 0,1-2 10 16,5 0-5-16,4 0-3 0,7 0-1 0,3 1 4 16,3-1-1-16,1 0 4 0,1-1-5 0,1-1-1 0,7 0-4 15,2-2-1-15,5 0-2 0,2-1-9 0,5 2-4 16,4 0-10-16,3-1 2 0,3 1-32 0,2-1-23 16,-2 0-7-16,6 3-11 0,1 0-77 0,-1-2-86 15,0-2-42-15</inkml:trace>
  <inkml:trace contextRef="#ctx0" brushRef="#br0" timeOffset="9401.23">27296 6867 1289 0,'0'-2'5'16,"0"1"0"-16,-2-1 3 0,1-3-9 0,0-1 2 15,1 3-21-15,0 0 1 0,0 2 6 0,-1-1-3 0,0 0 11 16,0-1-5-16,-1 2 3 0,1 0 0 0,0 0 11 16,-1-1 9-16,0 2 0 0,-8-3 4 0,-1 1 5 15,1 0 0-15,3 2-1 0,-2 0 1 0,0 0-4 0,0 2-6 16,-5 1 1-16,-1 2-3 0,1 1-2 0,-5 4 3 15,5-9-4-15,-3 21 5 0,-9 1 3 0,4 7-14 16,-2 1 8-16,2 7-9 0,3 1 4 0,0 1-3 16,-1 1 3-16,2-1-2 0,1-1-1 0,4-4 1 15,1-2-2-15,1-7 1 0,1-3-2 0,2-4 1 16,-1-2 0-16,4-2 0 0,0-2-1 0,1-4 5 16,2-2-8-16,0-2 7 0,0-2-6 0,1-1 24 0,-1 0-1 15,0 0 9-15,-1 1 0 0,2-2-12 0,0 0 3 16,0-1-8-16,0 0-17 0,-1-1-14 0,2-7-7 15,6-22 2-15,6-4-6 0,7-11 4 0,-13-5 5 16,22-7-1-16,1-3 10 0,0 3 6 0,0 0-2 0,-1 7 5 16,-2 4-1-16,-1 4 7 0,-2-1-2 0,-6 1 3 15,0-2-7-15,-1 0 4 0,-5 0 0 0,1 3 1 16,-1 5-2-16,-3 5 10 0,0 3-3 0,-1 7 7 16,-1 3-8-16,-1 4 7 0,-2 3-2 0,1 4 3 15,-1 1-12-15,-1 3 5 0,0 1-9 0,0 0 6 16,-1 2-7-16,4-3 5 0,-1 0-2 0,0 1 2 15,1 1-5-15,0 0 8 0,-1 1 4 0,2 0 0 0,-1 1-2 16,0 1 3-16,1 2-1 0,-3 12 2 0,2 3 1 16,-2 2 0-16,1 3-2 0,-1 4 1 0,1-1-3 15,0 2-4-15,-1 4 3 0,2-1-3 0,-1 5-4 0,0-2-2 16,1-1 1-16,-1 0-1 0,0 0 9 0,3 1-6 16,-2 2-1-16,1-1-1 0,-2 2 3 0,2 1-7 15,0 0 4-15,0-2-5 0,1-2 14 0,-1-3-7 16,0-2 3-16,2-3-4 0,-2 0 1 0,2-5 0 15,-1-2-1-15,-1-5 1 0,0-1 2 0,0-2-3 16,0-1 4-16,1-3-4 0,-1-2 2 0,-4-1 0 16,0-1 0-16,-1-1 0 0,1-1-2 0,0 0 6 15,0 1-3-15,1-1 4 0,-2 0-7 0,0 0-6 0,0-1-1 16,0 0-3-16,1 0-8 0,-1 0-25 0,0 0 2 16,-1 1-9-16,0-2-13 0,0 0-20 0,-1-2 1 15,0 1-6-15,-2 0 0 0,-6-6-20 0,-3 4-27 0,0-9-1 16,2 0-108-16</inkml:trace>
  <inkml:trace contextRef="#ctx0" brushRef="#br0" timeOffset="9693.23">26752 7275 846 0,'-1'-2'185'0,"0"1"59"0,-3-5-100 15,-3-5-120-15,2 0 3 0,3 8-10 0,1-1-21 16,0 2-4-16,0-1-5 0,0 1-4 0,1 1 15 16,0 0 2-16,0-1 4 0,1 1 0 0,1 0 0 15,13-2-1-15,4 0 2 0,2 2 9 0,3 0-4 16,1 0 6-16,3-2-6 0,2 0 11 0,3-2-7 16,1-1 2-16,8-1-3 0,-4-1 5 0,4 0-12 0,-4-1 2 15,-6 1-6-15,0 0 0 0,-4 0-1 0,-1 1 0 16,-2 1-1-16,-3 1-1 0,-1 0 2 15,2 1-1-15,-3-1 1 0,1 1-12 0,-4 2-30 0,1 1-8 16,0 1-7-16,-2 0-37 0,2 1-36 0,-3 1 0 16,-1 1-18-16,-3-1-61 0</inkml:trace>
  <inkml:trace contextRef="#ctx0" brushRef="#br0" timeOffset="10220.61">28019 7044 956 0,'0'-1'72'0,"0"-3"170"0,0-13-239 0,0 5-8 16,0 1 4-16,0 7-5 0,0-1 5 0,0 3-3 15,0-1 2-15,0 1-2 0,0 1-1 0,-1-2 0 16,-1 1 5-16,1 0-1 0,-1 1 16 0,-3-2-1 15,-7 0-2-15,3 2 3 0,1 1 3 0,1 0 5 16,0 0-5-16,3 0 3 0,-1 1-10 0,2-1 7 16,1 0-10-16,-1 1 7 0,2-1-8 0,0 0 6 0,-1 2 4 15,2-1-3-15,-6 8-6 0,0 1 1 0,1 2-5 16,2 2 5-16,0 0-4 0,2 3-4 0,0 4 3 16,0-2-4-16,-1 1 2 0,2 3 0 0,-1-2 0 15,1 4 0-15,-1 0 1 0,0 1-3 0,0-2-3 0,1 2 2 16,0-1 1-16,0 0 0 0,0 0 5 0,0 1-5 15,0 2-1-15,0 2 2 0,0 0-2 0,0 3 3 16,1 0-1-16,0 1 0 0,0 1 0 0,0-4-1 16,1 2 0-16,-1-6-3 0,0 0 7 0,-1-2-5 15,0-4 2-15,0 0 3 0,0-4-4 0,0-3 4 16,-1 0-4-16,0-5 9 0,-2 2-6 0,0-3 8 0,-1 0-5 16,1 0 2-16,-2-3 7 0,1 0-3 0,-6 0 17 15,-2-4-7-15,0 0 8 0,2 6-8 0,0-2 4 0,2-2-11 16,0-1-6-16,0-1-1 0,1-1-7 0,0 0-2 15,0-1-2-15,2-1-1 0,0 1-19 0,0-1-26 16,2 0-5-16,-2-2-8 0,0 0-31 0,0-6-42 16,-1-2-8-16,0-1-12 0,-1-1-29 0,-1 0-46 15</inkml:trace>
  <inkml:trace contextRef="#ctx0" brushRef="#br0" timeOffset="10472.29">27503 7480 1398 0,'-2'-1'16'0,"1"-1"18"16,0-2-6-16,0 0-31 0,0 0 3 0,1 2-13 16,0 1 0-16,0-2 9 0,1 1-1 0,8 0 4 15,17-1 2-15,4 0-1 0,2-1 6 0,3 1-5 16,1-1 1-16,3-2 10 0,-2 1-7 0,0 0 9 0,1-1-4 15,-1 1 0-15,-2-1 2 0,2 1-2 0,1 1-5 16,-3 0 3-16,0-1 0 0,-4 3 0 0,-4-1-4 16,1-2-9-16,-1 3 2 0,0-3-5 0,0 1-12 15,-5 0-63-15,1-1-7 0,-4-2-27 0,1 0-110 0</inkml:trace>
  <inkml:trace contextRef="#ctx0" brushRef="#br0" timeOffset="11411.34">29372 6938 866 0,'0'0'1'0,"0"-1"0"0,-1 0 4 16,0 0-7-16,0 0 2 0,0-1-24 0,-1 1 7 16,1 0 1-16,0 0 4 0,0 0 5 0,-1 0 2 15,-1-1 3-15,2 2 0 0,-6 0 9 0,1 0 9 16,-1 0-5-16,-1 0 6 0,1 2-1 0,-2-1 6 16,2 1 2-16,0 0 1 0,1 0 2 0,1-1 1 0,0 0 1 15,3-1-1-15,-1 0 2 0,1 1-9 0,0 0 4 16,-1 0-5-16,1 1-6 0,1-1-2 0,-1 0-2 15,1 0 2-15,0 0 2 0,1 1 3 0,0-2-1 16,1 0 1-16,0 0-4 0,3 0 0 0,14 2-1 0,2-1 1 16,2-1-9-16,3 0 9 0,4 0-6 0,5 0 6 15,3-1-11-15,5 0-2 0,1 1 3 0,6-1-1 16,0-1 11-16,0 0-13 0,4-2 7 0,-2 2-8 16,3-1 11-16,5-1-6 0,2 1-1 0,4-1 0 15,-2-1 7-15,-3 1-8 0,-6-1 4 0,-8 1-6 16,-4 2-1-16,-2 0 6 0,-3-1-2 0,-2 1 4 0,0 1 1 15,-8 1 0-15,-2-1 0 0,-5 1 0 0,-3 0-2 16,1 0 2-16,0 0 1 0,-4 0 0 0,3 0 1 16,-2 0-3-16,-2 0-5 0,-1 1 3 0,-1 0-5 0,-1 0 0 15,0 0 6-15,-1 0-5 0,-4 1 3 0,0-2 0 16,-1 0-3-16,-3 0 3 0,1 0 2 0,1 0 11 16,-2 0 3-16,1 0 1 0,-1 0 3 0,2 1 2 15,-1 0-4-15,0-1 2 0,1 0-8 0,-2 0-4 16,0 0-4-16,0 0 1 0,0 0-4 0,1 0-5 15,-1 0 0-15,0 0-4 0,0 0-3 0,0 0 2 16,0 0 1-16,1 0 0 0,-1 0 0 0,-1 0 1 16,0 0 1-16,0 0-1 0,0 0 4 0,0 0 0 0,0-1 1 15,0 0-1-15,0-1-1 0,0 1-4 0,0 0 5 16,0 0-4-16,0 0 1 0,0 0 2 0,0-1-6 16,0 1 4-16,0 0-11 0,0 0 1 0,0 0-4 15,0 0 4-15,0-1 1 0,0 2 3 0,0 0 2 16,0 0-1-16,0 0 7 0,0 0-3 0,0 0 5 0,0 0-3 15,0 0 4-15,0 0-5 0,0 0 2 0,0 0-2 16,0 0 2-16,0 0 0 0,0 0-3 0,0 0 3 16,0 0 4-16,0 0-4 0,0 0-1 0,0 0-1 15,0 0 2-15,0 0-2 0,0 0 4 0,0 0-3 16,0 2 2-16,0-1 4 0,0 0-2 0,0 0 2 0,0 0 1 16,0 0 7-16,0 1-1 0,0-2 3 0,0 1-4 15,0 0-4-15,0-1-3 0,1 1 1 0,0-1-5 16,0 1-1-16,0 0-5 0,1 1-1 0,-1-1-35 0,0 0-164 15,0 0-59-15</inkml:trace>
  <inkml:trace contextRef="#ctx0" brushRef="#br0" timeOffset="12113.88">24343 7004 256 0,'0'0'69'0,"0"0"-31"0,0 0 16 0,0 0-2 16,0 0-49-16,0 0-3 0,0 0 2 0,0 0 8 16,0 1-4-16,0 0 13 0,0 1 17 0,0-1-8 15,0 0 11-15,0 0 1 0,0 0 10 0,0 1-1 0,0-1 1 16,0 0-12-16,0 0-34 0,1 0 4 0,0 0-19 16,0 1-55-16,1-1-148 0</inkml:trace>
  <inkml:trace contextRef="#ctx0" brushRef="#br0" timeOffset="12945.05">23514 7248 313 0,'0'-2'99'0,"0"1"-128"16,-1 0 123-16,-1-1-62 0,1-1 36 0,0 1-13 15,0 0 1-15,0-1-7 0,0 1-9 0,-1 0-5 16,1-1 3-16,0 1-5 0,0 0 0 0,0-1-3 0,0 1 0 15,1 1-1-15,0-2-3 0,0 1 4 0,0 0 1 16,0-1 1-16,0 1 6 0,1 0-12 0,0-1 1 16,0 1-4-16,4-4 5 0,-1 4-14 0,5-1 6 0,0 2-8 15,-1-5 4-15,2 1-8 0,-1 2-3 0,2 1-1 16,-1 2-1-16,0 0 4 0,0 2 4 0,1 1-2 16,1 5-2-16,1-5 1 0,-2 12-2 0,-1 2 1 15,-2 2-4-15,0-1-3 0,-3 2 1 0,-3 0-1 16,2 2 1-16,9-1 6 0,-4 2-7 0,-3 2 5 15,-2 0-6-15,-2 3 1 0,-1-1 3 0,-1 2-3 16,0 1 0-16,0 1 0 0,0 0-3 0,0-2 2 0,1 1 6 16,2-5-4-16,0 2 4 0,2-3-5 0,0-1 0 15,-1-3 3-15,1-4-3 0,1-2 2 0,0-1 0 0,0-1 8 16,1 0 5-16,-1-4-3 0,-4-1-1 0,10 0 8 16,-1-1-7-16,3-1 7 0,1-3-18 0,1 0 10 15,-1-1-10-15,2 10 9 0,-1-4-17 0,0-3-1 16,-1-2 1-16,-2-2-2 0,0 0-3 0,-3-1-10 15,1-2 4-15,-3 1-6 0,2-3-4 0,-2 1-26 16,-1-1-6-16,-1-1-6 0,-3-7-22 0,0-2-7 16,-1-2-8-16,11-4-4 0,-5 0-51 0,-3-2-58 15</inkml:trace>
  <inkml:trace contextRef="#ctx0" brushRef="#br0" timeOffset="13303.18">24011 7226 1020 0,'0'-1'12'0,"-1"-1"12"16,0-4 4-16,-1-3-8 0,0 2 0 0,2 2-4 15,0-1-6-15,0 0 1 0,0-1 3 0,0 2 0 16,0 1 4-16,0 0 1 0,0 2-5 0,0-1 4 0,0 1 1 16,0 0-2-16,0 0 1 0,0 1-2 0,0 0-1 15,0 0-10-15,0 0 4 0,-1 0-5 0,0-1 2 16,0 1-8-16,0 1-1 0,-1 0-1 0,0 1 9 15,-5 4-1-15,-5 9 3 0,-3 13-3 0,0 0 2 0,-2 4-8 16,0-3 3-16,-3 2-4 0,0 0 10 0,-3 3-5 16,1 1-2-16,0 4-2 0,-1-1-3 0,1 1 5 15,2-2 0-15,1 0 1 0,0-4 0 0,1-4 5 16,-1-4 1-16,2-2 0 0,3-5 1 0,4-1-3 16,0-2-2-16,2-5 1 0,1-1-2 0,3-1-2 15,2-1 3-15,0-2-4 0,0 0 1 0,0 0-4 16,1-2-6-16,-3 3 0 0,3-3-22 0,-1 2-2 0,-1-1-15 15,2 0 4-15,0 0-49 0,0 1-52 0,0 1-4 16,1-2-28-16,0 1-112 0</inkml:trace>
  <inkml:trace contextRef="#ctx0" brushRef="#br0" timeOffset="14282.38">24218 7772 581 0,'0'0'37'0,"0"0"5"0,0 0-19 16,0 0-6-16,0 0-12 0,1 0-4 0,1 0 10 0,-1 0-8 15,0-1 9-15,0 0-12 0,1 1 7 0,1-2-6 16,-1 2 6-16,0 0-8 0,0-1 40 0,-1 0 8 15,0 1 10-15,0-1 18 0,0 1-30 0,-1 0-4 16,0 0-7-16,0 0-12 0,-1 0 7 0,-1 0 2 16,-2 0 1-16,-6 0-5 0,-2 1-7 0,1 0-5 0,1 2 2 15,0-1-11-15,1 2-2 0,1-1-3 0,1 1 1 16,1-1-5-16,2-1 3 0,0 2 0 0,2-4 0 16,0 2 1-16,0 2 8 0,-1-2-2 0,3-1 5 15,0 1 0-15,-1-2 5 0,1 1-5 0,0 0 4 16,0 0-5-16,-1 1-4 0,0 1-1 0,1-2-1 0,-1 3-3 15,-1-2-2-15,1 1 5 0,0 3-4 0,1-1 3 16,0 1-2-16,0 0-3 0,0 1 2 0,1 0 1 16,3 1-5-16,-1 0 3 0,1-1-5 0,1 0 5 15,-4 2 5-15,7-2-4 0,3 1 5 0,-2-1-4 0,5 1 1 16,1-1 5-16,3 2-4 0,2-1-2 0,1 0 2 16,2 1-3-16,-2 2 3 0,1 0-8 0,-3-1 8 15,0 2-6-15,-4 0 7 0,0 1-7 0,-3 0 1 16,-1-2-3-16,-2 0 2 0,-3-1-1 0,-3 2-4 15,1 0 5-15,-3-1-5 0,5-3 8 0,-2-2 5 16,-2-2 5-16,-1 0-2 0,-1-1 14 0,0 1-5 16,0-2 3-16,-2 2-5 0,-3-3-4 0,-10 10 2 0,-2-3-1 15,0-3 2-15,-5-2-5 0,1-2 6 0,-1-1-2 16,2-1 4-16,1-2 1 0,-1-3-13 0,2 0-3 16,1-1-2-16,2 0-1 0,-3-2-23 0,0 1-4 15,-2 0-13-15,-2 0-58 0,0 2-154 0,-1 1-50 0</inkml:trace>
  <inkml:trace contextRef="#ctx0" brushRef="#br0" timeOffset="15538.62">31000 6901 413 0,'0'0'63'15,"-1"-2"-17"-15,-1 1 54 0,1-1 12 0,0 0-35 0,-1-3-3 16,-1 0-41-16,1 0 3 0,1 2-7 0,0-1-3 0,1 2-8 15,0 0-5-15,0 1 1 0,0-2-7 0,0 1 2 16,0 0 6-16,0-1-3 0,1 1 6 0,7-1 6 16,5 2-1-16,1 0 3 0,1-9 1 0,0 2-13 15,-3 4-6-15,1 0 1 0,0 2-5 0,-3 2 3 16,0 0 3-16,1 1-1 0,-3 1 3 0,0 2-3 16,1 2 0-16,-2 2-1 0,-3 12-2 0,1 5 0 15,10 2 0-15,-8 3-2 0,-4 6-4 0,-3 2 1 16,-3 2-1-16,0 2 1 0,-1-5 1 0,2-2-2 15,2-3 4-15,0-2-3 0,1-3 3 0,3-3-2 0,0-4 1 16,2-2-1-16,1-2 6 0,0 0-1 0,2-2 1 16,0 0-1-16,-1-2 10 0,-7-3-4 0,10 1 3 15,0-2-5-15,-1-1 2 0,2-1-6 0,0-2 4 16,-1 0-5-16,1-2 5 0,1 8-14 0,1-3 1 0,-1-4-5 16,2-2 5-16,2-2-24 0,5-5-5 0,-3-3-12 15,3 7-54-15,1-18-59 0,-2-5-25 0,1-1-17 16,-3-1-146-16</inkml:trace>
  <inkml:trace contextRef="#ctx0" brushRef="#br0" timeOffset="15830.71">31554 6821 847 0,'-2'0'56'0,"1"-1"108"0,0 1-106 0,-8-4-25 16,-3-1 0-16,3 3-12 0,1 1-21 0,3 1 11 15,-5 0-5-15,3 0 6 0,-5 1-15 0,1 1 7 16,1 1-4-16,-4 3 3 0,4-1-7 0,-2-1 3 16,-4 14 6-16,2 2-4 0,-2 2-1 0,-1 5 0 15,1 1-3-15,-2 5 3 0,-2-1 0 0,2 0 4 0,-1 3-4 16,-1-1 6-16,0 2 2 0,0-1-4 0,-3-5 3 16,2-2-5-16,-1-1-2 0,7-2 1 0,0-3-2 15,1 1 1-15,6-1-6 0,-2-2 5 0,4 1 1 16,0-1 2-16,0-1 1 0,0 0-7 0,-1 0-5 0,-5 0-2 15,5-3-16-15,2-1-11 0,2-2-7 0,1-3-3 16,-1-1-37-16,2-3-38 0,1-3 1 0,0-1-17 16,0 0-43-16</inkml:trace>
  <inkml:trace contextRef="#ctx0" brushRef="#br0" timeOffset="16239.92">31794 7366 1198 0,'0'-1'93'0,"-2"0"205"0,1 0-288 0,0 0-25 16,0-1 3-16,0 2-11 0,-1 0 9 0,1 0 9 15,0 2 1-15,0-1 3 0,0 1 1 0,-3 8 0 16,0 4-5-16,-1 0 2 0,0 1-3 0,2-2 1 0,-1 1 6 15,1-2-3-15,-1 0 3 0,2-3-1 0,-1-1 2 16,2-2-2-16,0 1 1 0,1-3 12 0,-1 0-13 16,1-1 13-16,0-1-13 0,0 0 6 0,0 1 2 15,0-1 1-15,0-1 3 0,0 2-4 0,0-2 0 16,0 2-1-16,0 0 7 0,1 1-5 0,0-1-2 0,0-1-1 16,6 1-9-16,5 5 0 0,-1-2 4 0,3-2-1 15,2-1 2-15,-2-3-3 0,5 0 0 0,-2-3-1 16,-4 0 2-16,1-2 6 0,-3-1 1 0,0-1 2 15,-4 6-1-15,4-12 4 0,-4-1-1 0,-4 0 2 16,6-1-1-16,-7-1 9 0,0 0 0 0,1-1 4 0,-2 2 1 16,8 1 1-16,-4 1 1 0,-2 1 0 0,-1 2 1 15,-2-1-8-15,-3 1-10 0,0 0 2 0,-3 1-30 16,3-1-16-16,-12 3-4 0,-8 1-6 0,0 3-39 16,-5-12-136-16,-5 6-47 0</inkml:trace>
  <inkml:trace contextRef="#ctx0" brushRef="#br0" timeOffset="17130.09">28450 8963 1125 0,'-1'-1'21'0,"0"0"-28"15,-3-5 22-15,-4-8-11 0,2 3 2 0,2 2-3 16,-1 1 3-16,1 2-4 0,2 1 7 0,1 3 13 15,-1-2-3-15,-1 2 5 0,2 2-7 0,-6-5-4 16,0 2 4-16,-2 0-4 0,-3 2 12 0,-1 3-7 16,-2 6 1-16,-4-7-3 0,-2 25 5 0,-2 5-6 0,-4 5 5 15,-3 8-6-15,-3 7 0 0,-3 5-4 0,-1 5-2 16,1 4 1-16,0-5-5 0,4-3 2 0,5-3-1 16,3-7 1-16,5-3-4 0,5-1-1 0,1-6 0 15,3-5 0-15,2-3 7 0,2-5-9 0,0-6 2 16,3-1-4-16,2-9 7 0,-5 0 5 0,5-6 4 0,1-1-1 15,-2 1 19-15,1 1-15 0,0-2 4 0,0 0-9 16,0-1-8-16,-1-1-8 0,2-4-2 0,5-25-2 16,3-3 3-16,5-5 6 0,1-2 0 0,3 0 3 15,-1-2-2-15,-14-4-16 0,20-6 1 0,5-5-6 16,0-6 8-16,-2-5 3 0,3 3 5 0,-5 3-3 16,2 4 10-16,-1 8-2 0,-6 3-1 0,0 2 0 0,0 5-2 15,-5 3 10-15,0 2-4 0,-4 8 6 0,-2 4-11 16,0 8 7-16,0 0-2 0,1 10 4 0,-2-1-5 15,1 2-3-15,0 3 4 0,2-5-2 0,-1 1 8 0,1 2-2 16,2 2 0-16,-1 2 0 0,1 4-4 0,0-4-7 16,-1 20 4-16,0 2-4 0,-1 6 5 0,-1 0 1 15,-1 0-1-15,-1 2 1 0,-1 0-3 0,-2-1 2 16,1 1 1-16,-1 2 1 0,1 0 2 0,-2 0 0 16,-1 2-3-16,17 1 3 0,-10 1-1 0,-2 2 3 15,-2-1-1-15,-2 0 1 0,0 2-6 0,1-4-3 16,-2 0 1-16,0-5-1 0,2-1 8 0,-2-2-2 0,1-1-4 15,0-2 1-15,1-4-7 0,-1-1 5 0,0-2 0 16,2-4 2-16,0-3-2 0,-2-2-6 0,0-3 5 16,-1-2-6-16,-1-1 7 0,0-2-2 0,0 0 0 0,2 1 0 15,-1 1 3-15,0-2-22 0,-1 0-10 0,0 0-4 16,-1-1-29-16,0 0-18 0,-2-1-1 0,-3-2-11 16,-7-7-43-16,0 3-42 0,1-9-6 0,1-1-19 15,3-1-105-15</inkml:trace>
  <inkml:trace contextRef="#ctx0" brushRef="#br0" timeOffset="17333.29">27974 9398 877 0,'-1'0'53'0,"0"0"-5"0,-5 0 39 16,-8 0-9-16,1 0-3 0,3 0-40 0,5 0 0 16,1 0-3-16,2 0 0 0,-1 0-28 0,1 0 9 15,1 0-7-15,0 2 9 0,1-1 6 0,0 0-5 16,1-1 8-16,5 1-6 0,17 0 8 0,8-1-7 15,2-1-4-15,2-2-1 0,1-1-8 0,1 0-6 16,2 1-5-16,-3-1-3 0,-1 2-20 0,0 0-4 16,-5-1-5-16,1 1 0 0,0-2-30 0,4 2-48 15,0-1-23-15,2-1-21 0,0-1-191 0</inkml:trace>
  <inkml:trace contextRef="#ctx0" brushRef="#br0" timeOffset="17791.98">28894 9375 1452 0,'-1'-1'16'16,"-1"-1"0"-16,1 0 8 0,-2-3-4 0,-2 0-1 16,1 0-12-16,1 0-3 0,1 2-4 0,2 1 1 0,-2 0-7 15,2 1-4-15,0 0 1 0,-2-2-3 0,0 1-14 16,-1 1 16-16,1 0-8 0,0-1 13 0,-1 2 5 0,1 2 4 15,0-1 1-15,-3 0 0 0,-1 13 1 0,2 4 5 16,1-2-2-16,1 3 1 0,-1 2-7 0,1 2 3 16,-12 1-1-16,5 3 1 0,5 2-5 0,4 3-4 15,0 3 4-15,3 1-2 0,2 3 0 0,1 1 5 16,1 1-8-16,1 1 7 0,0-2-3 0,1-3 1 16,-1-2 1-16,-1-4 0 0,1-2-2 0,-1-1 10 15,0-2-3-15,0-2 6 0,0-4-6 0,-1-2 1 16,-1-1 1-16,-2-2-1 0,0-1-4 0,-2-2 2 15,0-3 1-15,-1 1 2 0,-1-1 12 0,-1-2-1 0,-3 3 5 16,-1-2-4-16,-1 0 4 0,-12 3-14 0,-3-3 4 16,0 4-7-16,-1-2 2 0,0 2 1 0,-2-1 1 15,0-3 0-15,1 1-4 0,-2 1-1 0,5 0-7 0,-1 0 3 16,2-2 3-16,5-1-5 0,1-2 0 0,3-2-2 16,6 1-2-16,-1 0-24 0,2-1-1 0,2-2-13 15,-1 0-35-15,1 0-39 0,0 0 11 0,1 1-19 16,1-1 14-16,0-1-51 0,1-1-5 0,1-1-27 15,15-12-135-15</inkml:trace>
  <inkml:trace contextRef="#ctx0" brushRef="#br0" timeOffset="18107.38">28502 9793 1277 0,'-1'0'14'0,"0"0"1"0,-2-1 3 0,-1 0-6 16,-1 0-2-16,3 1-11 0,-1-1-33 0,1 0 12 16,1 1-16-16,1 0 35 0,0 0 14 0,1 0-2 15,14 0 5-15,10-2-9 0,5 0 9 0,5 0 2 16,-1-3 1-16,3-1-7 0,-4 1 2 0,-2 1-7 0,-3 0 6 15,0 2-11-15,-2-1 1 0,-2 2 1 0,-3 1 0 16,-4 0-4-16,0 0 0 0,1 0-3 0,-4 0 0 16,-1 0-16-16,1 0-92 0,-4 0-4 0,2-1-46 15,2-1-170-15</inkml:trace>
  <inkml:trace contextRef="#ctx0" brushRef="#br0" timeOffset="18509.89">29371 9276 744 0,'-1'0'141'16,"0"0"303"-16,0 0-407 0,-1 0-13 0,0 0 1 0,1-1-7 16,0 0-17-16,0 1 4 0,-1 0-2 0,1 0 6 15,0 0 11-15,1 0 3 0,0 0-1 0,1 0 2 16,2 0-2-16,5 0-14 0,13 0 3 0,0 0-6 15,3 0-2-15,-2 0-2 0,-1 0-1 0,0 0 0 16,-2 0 4-16,1 1-1 0,-2-1 0 0,-1 0-2 0,-1 0-6 16,-1 0-12-16,-2 0-4 0,-1 0-3 0,2 0-19 15,-2 0-11-15,-2 0-1 0,-2 0-5 0,-2 0-25 0,0 0-40 16,-2 0-6-16,-3 0-13 0,1 0-49 0</inkml:trace>
  <inkml:trace contextRef="#ctx0" brushRef="#br0" timeOffset="18663.08">29279 9527 1257 0,'-1'0'44'0,"0"0"0"0,0 0 11 0,0 0-4 16,0 0-11-16,-1 0-25 0,1 0-3 0,0 0-8 16,1 0 7-16,0 0 12 0,0 0-5 0,1 0 4 15,9 0-8-15,14 0-12 0,7 0-22 0,4-3-7 0,3-2-6 16,-1 0-42-16,0-2-13 0,-3-2-18 0,0 0-3 15,0-3-114-15</inkml:trace>
  <inkml:trace contextRef="#ctx0" brushRef="#br0" timeOffset="19129.59">30253 8324 1048 0,'-1'-2'19'0,"0"1"3"0,0-1-13 15,-5-6-12-15,-1-3-6 0,1 2-37 0,3 5 5 16,2 2 1-16,1 1 5 0,-1-2 27 0,0 1 3 0,0-1 6 15,-1 2 1-15,2 0 30 0,0 0 15 0,2 0-3 16,-1 0 8-16,5-3 0 0,13-4 5 0,2 1-8 16,1 1 5-16,2 1-25 0,-1 2-10 0,1-1 3 0,24 3 5 15,-26 1-13-15,-2 2-2 0,-3 2 1 16,-2 2-3-16,1 2 5 0,-2 1-3 0,-1-2 3 16,2 10-4-16,-7 2-9 0,1 0 11 0,-4 1-10 15,0 1 9-15,-3 1 1 0,-1 2-5 0,13-1 4 16,-7 3-12-16,-2 1 7 0,-2 2-3 0,0 2 5 15,0 0-2-15,1-2-7 0,1 4 2 0,0-3-3 16,3-1 12-16,-1-3-3 0,0-5 1 0,1 0-2 0,2 0-2 16,0-3 4-16,0-3-4 0,-8-3 4 0,11-2 0 15,-2-1 1-15,1-2 0 0,1-3-2 0,0-1-4 16,-1 5-10-16,2-1 2 0,1-2-7 0,0-4-15 0,-1-2-39 16,3-4-6-16,1-6-14 0,-3 0-51 0,1-19-88 15,-2-3 26-15</inkml:trace>
  <inkml:trace contextRef="#ctx0" brushRef="#br0" timeOffset="19364.62">30928 8133 562 0,'0'0'134'0,"0"0"26"0,0 0-35 0,0 0-62 16,0 0-10-16,0 0-32 0,-1 0-6 0,0 0 5 15,0 1-3-15,-1 0 15 0,0 3 10 0,-5 6-14 0,-5 3 11 16,-1 4-14-16,0 2-8 0,-2 3 7 0,-3 2-8 15,0 1 6-15,-4 0-10 0,1 2 4 0,-1 1-6 16,-4 2 7-16,-2 3-12 0,-2 1 3 0,-4 5-7 16,1 2 8-16,4 3-1 0,1 1-2 0,8-6 1 15,2-3-5-15,3-4-3 0,4-2-1 0,4-2-5 16,2-2-14-16,4-4-14 0,-1-2-7 0,-9-1-5 16,5-3-44-16,5 0-98 0,2-4-8 0</inkml:trace>
  <inkml:trace contextRef="#ctx0" brushRef="#br0" timeOffset="19742.28">31140 8689 1663 0,'-1'-1'20'0,"-2"0"35"0,1 0-56 0,-1 1-6 0,1 0-8 15,0 1 5-15,-6 11-4 0,-4 14 15 0,2 1-2 16,3 0 4-16,3-3-8 0,1 1-6 0,1-1 3 16,1-4-4-16,1-2 7 0,1-2-3 0,0-5 3 15,1 0-2-15,1-2 11 0,-2-3 3 0,0-1 2 0,0-2 0 16,0 1 3-16,1-2 14 0,-2 0-4 0,6-1 7 16,3 6-3-16,3-1-15 0,2-2 7 0,1-1-10 15,4-2 3-15,0-1-8 0,1-2 2 0,3-3-2 16,0-1 6-16,-1 0 0 0,-1-1-2 0,0-1 1 15,-2 0-6-15,-2-1 3 0,-2 1-4 0,-2 0 4 0,-1 5-1 16,-3-8 7-16,0-3 1 0,0-3 1 0,-6 1-1 16,-1-4-1-16,10-1-1 0,-7-1 1 0,-5 0 0 15,-4 2-4-15,-4-2-2 0,-1 3-3 0,8-1-17 0,-19 2-15 16,0 4-3-16,-3 4-5 0,1 1-26 0,-3 3-75 16,-1 5-13-16,-2-14-31 0,-4 8-149 0</inkml:trace>
  <inkml:trace contextRef="#ctx0" brushRef="#br0" timeOffset="20266.16">30337 9332 644 0,'-2'0'299'0,"1"0"-421"15,0 0 370-15,-12-5-209 0,-1-2 18 0,2 1-24 16,0 1-1-16,1 0-6 0,1 2-2 0,3 0 5 16,1 2-6-16,3 0 4 0,0 1-17 0,1-1-13 15,0 1 3-15,1 0-7 0,-1 0 12 0,1 0 11 16,1 0 0-16,1 0 3 0,1 0-5 0,7 0 9 16,15 0-6-16,4 0 7 0,2 0-8 0,10-1 10 15,1-1-3-15,8 2 3 0,1 0-5 0,4-1 11 0,2-2-1 16,-1-3 4-16,2 1-4 0,2-1-8 0,5 0 1 15,0 3-4-15,5-1-13 0,-5 1-5 0,-5 2 0 16,-6 0-1-16,-8-1 2 0,-8 2 1 0,-1 2 0 16,-5-1 0-16,-1 1-5 0,-3 0 3 0,-4 1-1 0,-4-2 3 15,-5 0-4-15,-1 0 0 0,-2 0-10 0,-1 1 3 16,-5-1-23-16,-3-1-11 0,1 1-4 0,-1 0-4 16,-1 0-21-16,0 1-37 0,1-1-12 0,-1 0-24 15,-1 0-178-15</inkml:trace>
  <inkml:trace contextRef="#ctx0" brushRef="#br0" timeOffset="20646.16">30558 9637 1667 0,'0'-1'13'0,"-2"0"1"0,1-2-5 15,1 2-15-15,-4-5-1 0,1 2-53 0,1-1 29 16,1 1-2-16,1 1 14 0,0-2 13 0,1 2 3 16,6-2 1-16,13 1 1 0,1 1-1 0,0-10 2 0,-2 6-1 15,-5 2 1-15,1 3 0 0,-3 2 9 0,-1 0 0 16,-2 1 4-16,1 1 10 0,-2 2 3 0,-1 2 0 16,0 4 0-16,-1 9-4 0,0 1-6 0,-2 1-3 15,0 4-1-15,-2 1-1 0,-1 6-8 0,1 2 7 0,-1-3-8 16,0 2 1-16,0-2 1 0,0-4-5 0,2 1 4 15,0-2 3-15,3 1-6 0,0-1 7 0,0-1-7 16,1-3 4-16,2-2-4 0,2-1 8 0,2-2-5 16,1-1 11-16,1-1-1 0,1 0-6 0,1-3 6 15,4 1-8-15,-3-4-9 0,0 0 1 0,-4-3-5 16,0-1-7-16,-1 0-4 0,0-4-9 0,-3 2 2 16,0 4-25-16,-2-4-20 0,1 1-5 0,1-3-7 0,-2-1-52 15,0 0-78-15,-2-2 30 0,2-2-51 0,-1-21-58 16</inkml:trace>
  <inkml:trace contextRef="#ctx0" brushRef="#br0" timeOffset="20897.14">31062 9481 1591 0,'-1'0'24'0,"-1"0"0"0,-7 0 2 0,-4 0-12 16,2 0-3-16,-1 2-31 0,-7 5 20 0,-1 5-8 15,-2 0 11-15,1 15-5 0,-1 0 3 0,0 2-1 16,1 5 1-16,-3 0-6 0,2 5 9 0,0 0-1 16,-1 0 4-16,0-2-11 0,0-1 1 0,0-1 5 15,-1-6-1-15,2-1 5 0,-1-5-2 0,1 0-5 0,1-3 3 16,1 0 1-16,4-1 0 0,2-2-2 0,2-2 1 16,1 0-7-16,0-3 0 0,-2 0-5 0,6-1-1 15,3 0-29-15,3 2-45 0,-5-4-2 0,2-2-18 16,1 3-44-16,2-4-51 0,0 1-19 0</inkml:trace>
  <inkml:trace contextRef="#ctx0" brushRef="#br0" timeOffset="21276">31471 9984 1813 0,'-1'0'15'0,"-20"-6"24"0,2 1-23 0,3 3-32 16,0 2 4-16,-1 1-14 0,-3 5 14 0,-1 2 11 0,-2 5-3 15,0-7 5-15,2 14 2 0,-2 2-3 16,3 0-1-16,1-1-1 0,3 0-1 0,4 0-7 0,0-1 6 16,4-5-6-16,1 2 10 0,2-5-5 0,4-2 3 15,-6 0-4-15,3-1 3 0,0 0 4 0,3 1-1 0,1 2 4 16,2-4 2-16,4 2-4 0,1 1 6 0,3 1-5 15,10 1 4-15,2-2-3 0,0 0-2 0,2 3 1 16,-3-2-4-16,1 1 1 0,-2 0-1 0,-1-3 1 16,0 2 3-16,-4 0 0 0,0-2 1 0,-3 1-2 15,-2-3 2-15,-7-1 7 0,1-2 8 0,-1 0-1 16,-2-2 26-16,-1 0-13 0,0-1-1 0,-1 1-6 0,-9 0-22 16,-26-1-39-16,-4 1-8 0,-2-2-19 0,-6 19-110 15,-9-11-410-15</inkml:trace>
  <inkml:trace contextRef="#ctx0" brushRef="#br0" timeOffset="23219">27842 6406 644 0,'0'0'9'0,"0"-2"-1"0,-1 1 4 0,0 0-1 15,0 0-1-15,0-1-6 0,0-1-4 0,-1 1 0 16,1-1-1-16,0 1-5 0,0 0-6 0,1 1 1 16,-1-3-3-16,-1 1-10 0,0-2 1 0,0 1 0 15,-2-2 2-15,1 1 3 0,-2-2 10 0,-1-2 1 0,-1 0 6 16,6-2 8-16,-9 2 9 0,-1-3 0 0,0-1 4 15,-1 0 7-15,-2-1-6 0,-2 0-1 0,-1 0 1 16,-3-3 14-16,3 7-18 0,-2-3 11 0,-2 4-14 16,2 5 11-16,-5-2-18 0,1 3 6 0,-1 1-11 15,1 1 0-15,2-12 4 0,1 6-6 0,0 4 4 16,1 2-9-16,-1 2 9 0,0 1-5 0,-1 2 5 0,-2 1-7 16,2 1 9-16,-2 3 6 0,-3 0 0 0,0-1 4 15,0 2 6-15,-1-2-7 0,-1 1 7 0,-3 0-10 16,1-1-7-16,0 0 0 0,3 0-3 0,1 2 1 0,-1 1 1 15,4 1-1-15,-2 1 1 0,2-9 1 0,-1 13-8 16,3 3 3-16,0-1-4 0,-2 1 7 0,6-2-7 16,-1-1 0-16,3 1-3 0,-2 2 7 0,1 0-6 15,-2 0 4-15,-1 2-5 0,2 1 11 0,-4 2-7 16,3 1 3-16,-3 1-5 0,1 4 11 0,0-4-8 16,0 4 3-16,5-2-3 0,-3-2 12 0,5 2-5 15,-1 2 1-15,2 1-4 0,2 2 0 0,-2 1 0 16,5 3 5-16,1 1-2 0,1 1 18 0,4-2-9 0,0-1 6 15,-16-1-7-15,11-4-2 0,6 0 3 0,3-4-2 16,0-5 5-16,3 0 9 0,1-3-11 0,2 0 4 16,2 0-7-16,-7 1-5 0,12 1-3 0,2 1-5 15,-2 1 1-15,3 2 5 0,2 2-8 0,-1 2 7 0,1 0-7 16,2 5 8-16,-2-1-6 0,4 1 5 0,-4 1-4 16,0-3 2-16,-1 0 0 0,0-3-3 0,1-5 1 15,2-1 1-15,1-2 7 0,2 0-4 0,2-3 5 16,4-1-9-16,40 12 0 0,-32-18 0 15,6-1 0-15,2 0-1 0,-2-3-1 0,0-1-1 16,-6-1 3-16,0-1 2 0,0 0-1 0,-1-1 0 0,3-2 4 16,2 3-5-16,-5-4 4 0,3 0-4 0,-2 2 7 15,-2 13 1-15,1-9 3 0,-4-3-2 0,-2-4 3 16,-1-1 1-16,1-3-5 0,2-2 3 0,3-1-4 0,2-2-5 16,2-2 3-16,4-1-5 0,0 1-4 0,5-2 3 15,-2-1 0-15,-5 1 0 0,0-3 1 0,-7 1 0 16,1-1-2-16,-1 12 0 0,0-18-4 0,3-3 11 15,-1-7-3-15,2 0 5 0,0-5-7 0,-1-4-4 16,-1 0 5-16,-7-1-3 0,-3 4 3 0,-4 2 2 16,-3 2-1-16,-2 4 1 0,-2 0 3 0,-4 1-6 15,0 1-1-15,-2-2-1 0,-2 0 12 0,-1-6-2 16,-1-2 1-16,-5-5-3 0,1-4 3 0,-3-3-6 0,19-1 9 16,-13-2-6-16,-6 0 16 0,-2-1-9 0,-3-2 3 15,-4-5-4-15,-2-6 15 0,-4-9-3 0,-3 1 7 16,-2 2-4-16,-3 3 17 0,17 6-6 0,-29 1-1 0,-6-1-2 15,-6-2-10-15,-5-2-12 0,-6 6-1 0,-4 6-6 16,-5 9-21-16,-4 10-38 0,-8 7 1 0,-19 13-14 16,-14 6-28-16,-18-12-70 0,-22 32-19 0,-18-1-33 15,-24 55-230-15</inkml:trace>
  <inkml:trace contextRef="#ctx0" brushRef="#br0" timeOffset="24678.59">13625 2787 1127 0,'-1'0'-2'16,"0"0"5"-16,0-1-3 0,0 0-3 0,0 0 4 16,-1 1-5-16,1 0 1 0,1 0 1 0,0 0-2 15,0 1 3-15,1 1-1 0,2 5 2 0,4 7-2 16,0 2-1-16,0-2 4 0,0 1-1 0,-1-1 3 16,0 0 3-16,-2 0 10 0,1 2-3 0,0 0 5 15,-2 1-12-15,1 3 15 0,-2 0-1 0,1 0 6 0,-1 6-1 16,-1-4-5-16,0 3-1 0,-1-1 0 0,0 0-12 15,0-3 2-15,1-1-1 0,1-1 1 0,0-2-5 0,0 1 0 16,2 0-1-16,1-2 2 0,0 1 3 0,1-3-7 16,1-1 2-16,0-3-2 0,-3-2 9 0,8-2-3 15,2-1 3-15,2 6-3 0,2-3 10 0,7-5-6 16,2-3 4-16,6-8-5 0,9-7-6 0,6 11 0 16,4-26-3-16,1-8 3 0,1-7 0 0,5-6-4 15,4-7-2-15,12-5-1 0,4-2 7 0,5-1-5 16,-2 1 4-16,-1 5-4 0,0 0-2 0,9 0-8 15,-4-1-6-15,1-2-2 0,-5 0-39 0,-10 7-33 0,1 5-28 16,1 8-12-16,3 4-205 0</inkml:trace>
  <inkml:trace contextRef="#ctx0" brushRef="#br0" timeOffset="25629.56">13682 7028 748 0,'0'0'155'0,"0"0"-218"0,0-2 190 0,0 1-108 0,0 0-13 15,0 0 3-15,0 0-5 0,1 0 6 0,0-1-5 16,2 1 4-16,-1 1-6 0,6 0 5 0,2 1-7 16,-2 2-2-16,0 0-2 0,0 1 1 0,-3-1 3 15,-1 0-1-15,-1 6 6 0,-2-2-3 0,4-1 25 0,-2-1-1 16,0-1 7-16,-1 1-7 0,1 1 5 0,-2-2 1 15,0-1-2-15,0 1 1 0,-1-3-10 0,0 1-3 16,0-1 6-16,0 2-4 0,0-2 7 0,0 0-4 16,0 0 1-16,4 2 1 0,10 5 7 0,7-5-1 15,6-5-3-15,11-9 0 0,5 10-11 0,12-32-12 16,5-6-1-16,5-8-5 0,6-3-18 0,7-11-34 16,13-9-5-16,10-12-10 0,2-7-33 0,3-5-128 0,5-2-123 15</inkml:trace>
  <inkml:trace contextRef="#ctx0" brushRef="#br0" timeOffset="34521.03">27968 8408 5 0,'-1'1'0'0,"-6"2"2"0,-11 5 27 16,-2 3 0-16,2-1 7 0,-1 2 3 0,-1 0 4 0,2-11 3 15,-1 12 7-15,0 1-5 0,1-1 9 0,-1 1-20 16,0-1 8-16,0 0-10 0,0-1 5 0,1-1-15 16,1 0-3-16,-1 2-2 0,-2 0 1 0,3-1 2 15,-1-1-4-15,5 2 3 0,-3 2-10 0,-2-2-4 16,6 3 6-16,-5-1-5 0,3 0 13 0,0 3-17 15,-3 1 4-15,3 1-7 0,2 0 15 0,0-3-16 16,1 1 5-16,1 1-8 0,1 2 5 0,1 1-4 16,-1 1 5-16,1 0-4 0,0 2 9 0,2 2-10 0,-1 0-2 15,2 2-2-15,1 4 11 0,-1 1-5 0,1 2 4 16,2 0-5-16,1 2-6 0,-1-2 4 0,0 2 2 0,0-2 0 16,1-2 6-16,-2 1-9 0,2-4 4 0,-15 2-4 15,8-1 7-15,4 0-3 0,2 2-3 0,1 6 2 16,1 0 6-16,1 3-6 0,1 3 4 0,2-4-4 15,-1-2 3-15,2-2-7 0,0-4 6 0,0-4-6 16,2-5 9-16,2-2 8 0,2-1-7 0,1-3 8 16,-7 0 0-16,15-2-9 0,2-1 2 0,4-1-5 15,6 1 1-15,0 1-3 0,2 2 4 0,0 1-5 0,-2 0-4 16,-1 3 5-16,-4 2-1 0,-1 1 3 0,-3 1 0 16,-6-1 3-16,3 1-3 0,-2-1 2 0,-1-2-11 15,2-1 11-15,0-1-8 0,2-1 9 0,0 1-9 0,2 3 8 16,-1-2 0-16,4-1 3 0,5 1-11 0,-2 0 9 15,0-1-3-15,0 0 8 0,-4 0 1 0,1 0 0 16,0 0 1-16,-2-2-1 0,-2 1 2 0,-1-1-4 16,0 0 6-16,1 2-6 0,-1 0-2 0,0 0 2 15,2-1-7-15,0-1 6 0,1 3-13 0,4-2 6 16,3 1-1-16,3-1 3 0,0-1 4 0,4 0-8 16,30 19 6-16,-34-21-2 0,-3 1 5 15,-2-4 0-15,-2 0 1 0,2-2-2 0,-2 0 13 0,2-2-7 16,2-1 9-16,2-1-8 0,0-2-9 0,3 1 0 15,2 0-3-15,-1 1 7 0,2 1-7 0,-3-2 5 16,0 1-7-16,-3 1-2 0,-4 0 4 0,-1 1-2 0,-1 0 5 16,2-3-5-16,-2 1 2 0,2-2-2 0,4 3 2 15,-1-1-6-15,3-1 8 0,1 2-3 0,0-3 5 16,-1 0-11-16,-2-2 7 0,-4-1-2 0,1 2 4 16,-3-1 2-16,-1 0-7 0,-1-3 2 0,0 12-2 15,0-6 9-15,0-4 2 0,0-3-1 0,4-1 0 16,-1-1-8-16,6-3 3 0,0-3-2 0,-2 0 2 15,2-1-1-15,0 1-5 0,-1 1 3 0,0-1-3 0,0 1 10 16,-6 1-8-16,2 1 1 0,-3-1-2 0,1-1 4 16,-1 0-5-16,1 0 1 0,2 0-2 0,0-1 11 0,4-1-5 15,0-1 1-15,-2-1-3 0,2 1-1 0,0 0 0 16,-1-1 1-16,0 1 0 0,1-2 7 0,-4-1-5 16,2-1 3-16,-2 1-5 0,2-4 5 0,-1 2-6 15,2 0 3-15,3-1-3 0,0 1 3 0,3 1-4 16,-3 0 1-16,-2 0-2 0,-1 1 8 0,0 0-6 15,1 1 2-15,-4-1-3 0,-1 0 3 0,-1 1 4 16,-3 1-4-16,-1-2 4 0,1 1-6 0,-3 1-3 16,1-2 6-16,2 0-4 0,1 2 2 0,0-1 2 0,3-1-2 15,-3 0 3-15,5-3 1 0,-3 14 2 0,2-16-3 16,-1 0 2-16,-2-3-1 0,0-1-1 0,-3 1 1 16,-2-4-1-16,-1 4-4 0,0-1 1 0,0-1 4 0,-1 1 0 15,-1-3 3-15,1 0-8 0,1-1 1 0,-1 0-1 16,2-1 7-16,-2 0-5 0,3 1-1 0,-2-5 1 15,-1 1 5-15,3-5-4 0,-2-2-1 0,2 0 0 16,-2-2-2-16,-2 3 1 0,-2 1-1 0,0 5 1 16,3 0 0-16,-7 5 3 0,4-1 0 0,-5 3 0 15,-3-1-4-15,3 0 1 0,-3 2 1 0,0-1 1 0,1 0-3 16,1-3 0-16,-2-1 1 0,1-4-1 0,1-1-1 16,-1-4 1-16,1-4 1 0,-2-1 1 0,0-1 6 15,-1 1-9-15,-1 1 2 0,0 2-2 0,-4 0 1 0,2 2 3 16,-3 2-3-16,14 2 4 0,-5 0-2 0,-7-1 0 15,-3-1 5-15,-1 0-3 0,-2 5 6 0,-2-4-4 16,-1 2-5-16,-1-1 2 0,0-2-5 0,0 3 2 16,0-1 0-16,1 4 0 0,0 0 1 0,0 0-2 15,0 1 1-15,0-1-1 0,2 0 7 0,-2 0-5 16,-1-4 0-16,-3-3-1 0,1 0 0 0,-3-2-2 16,2 1 5-16,-3 3-4 0,-3-3 1 0,2 4 6 15,-1-1-5-15,1 4 8 0,13 1 6 0,-22 1-13 0,3 1 9 16,2 2-11-16,-1 1 8 0,0 2 1 0,-1 0-7 15,2 3 5-15,1-2-6 0,2 0-1 0,0-2 2 16,0 1-4-16,0-2-2 0,-1-2 5 0,2 2 1 16,-2-3 1-16,2 3-5 0,-2-2 8 0,1 3-6 0,0-1 8 15,-3-1-9-15,2 3 3 0,-2 0 4 0,0 3-1 16,1 0-4-16,-3 1 5 0,-5 1-4 0,3-1 3 16,-6 2-8-16,0 1-2 0,6 0 1 0,-5 0-1 15,2 2 0-15,0 0 1 0,-1 0-3 0,0 1 4 16,0 0 4-16,1 1-2 0,1 0 0 0,-1-1-2 15,0 1 7-15,-1 1-4 0,-1-2 3 0,0 0-3 0,-5-1 1 16,3 0-3-16,-2 0 1 0,1 4-2 0,0-4 4 16,-2 0-2-16,2 3 1 0,1-5-3 0,2 5 0 0,1 1 3 15,-1-1-5-15,1 4 4 0,-2 0-4 0,-1 1 3 16,-1 1 0-16,-2 1 1 0,-3-1 1 0,-2 1 1 16,0-1-1-16,-3-2 1 0,1 1-1 0,3-1-2 15,4 2 4-15,1-13-2 0,4 6 2 0,0 5-3 16,0 0 3-16,0 2-2 0,1 1 1 0,-2 0 1 15,-4-1-2-15,-2 1 2 0,-4-1-2 0,-2-1 0 16,2 0-1-16,1-1 0 0,2 0 3 0,4-1-1 16,2 0 2-16,1 2-3 0,1-1 0 0,0 2-2 15,0 1-1-15,-3 0 1 0,-3 1 7 0,-2 0-3 0,-5 1 1 16,-5 0-3-16,-3-1-2 0,-2 0-3 0,3 1 3 16,2-1-2-16,4 1 6 0,2 0 2 0,0 1-2 15,-2 0 1-15,-3 0-6 0,-5-1 2 0,-2 4 0 0,1 1 1 16,-2 2 0-16,4 2 0 0,2-2 0 0,3 3 1 15,4 1-1-15,0 5 0 0,-2-16 1 0,-5 21-1 16,-5 0-6-16,-4 1 1 0,0-1-3 0,4 3 5 16,2 1 2-16,4 5-1 0,3 0-1 0,1 5-1 15,-3 4-7-15,-4 0 13 0,-5 2-3 0,-2 1 5 16,-3 2-12-16,2 1 5 0,4-4 0 0,3 1 3 0,3-3 6 16,1-2-5-16,-3 4-1 0,-3 1-2 0,-4 4-20 15,-1 4-3-15,0 3-7 0,7 3 1 0,4 0-39 16,8-2-112-16,1-3-51 0</inkml:trace>
  <inkml:trace contextRef="#ctx0" brushRef="#br0" timeOffset="44383.15">17098 2890 256 0,'0'0'-42'16,"0"0"16"-16,-1-2-7 0,0 1 0 0,-1 0 21 15,1 0 2-15,0 0-20 0,0 0 0 0</inkml:trace>
  <inkml:trace contextRef="#ctx0" brushRef="#br0" timeOffset="45209.35">17072 2865 6 0,'0'0'12'0,"-1"0"0"0,0 0 32 16,0-1 3-16,-1 0-2 0,1-1 1 0,0 1-14 16,-1 0-1-16,-1 0-1 0,-5-4 0 0,0 0 3 0,0 1-24 15,1 0 4-15,-4-1-11 0,-2 0-4 0,0 0 0 16,-3 0-2-16,2 2 4 0,-1-1 5 0,-1 1 2 16,0-1 0-16,0 1-1 0,1 0 6 0,1 1 4 15,1 0 6-15,-2-2-3 0,-1 0 5 0,1 1-12 16,1-2 9-16,2 2-6 0,0-2 51 0,1 0-40 15,-2 1 11-15,0-1-24 0,0 1-7 0,1 1 7 16,-1-1-5-16,-1 2 6 0,-1 0-10 0,2 0 6 0,1 1-5 16,-2 1 4-16,1 0-3 0,-3 0-2 0,-2 3 5 15,4-1-5-15,-4 3-1 0,5-1 2 0,0 1-4 16,0 1 2-16,5-1-6 0,-1-4 2 0,0 9 1 16,5 2 1-16,-2 0 7 0,1 0-13 0,-2-1 8 0,1 2-8 15,-1 0 9-15,2 1-2 0,-4-1-8 0,1 4 4 16,1 0-1-16,1 2 3 0,0 2 0 0,1-1-1 15,1 4-5-15,0-1 6 0,1 0 3 0,-1-1-1 16,-2 0-1-16,1 0 3 0,1 1-3 0,-2 0 4 16,2-2-5-16,1 1-4 0,-2 0 1 0,2 1-2 15,0 0 2-15,2-2 3 0,1 2-2 0,1-2 1 0,2-2-8 16,0 1 9-16,3-1-4 0,0-2 5 0,2 1-1 16,0-1 4-16,-1 0-1 0,2-1 3 0,-3-2-1 15,1-1 4-15,0-1-4 0,0 1 3 0,2 1-7 0,-8-2 6 16,10 1-4-16,2-3 4 0,-4 2-1 0,2 1-11 15,-1-1 11-15,0 0-11 0,2-2 5 0,-2 0 3 16,2-1-4-16,0-2 4 0,-2 0 1 0,3-1 9 16,1-1-2-16,2-2 3 0,0 1-5 0,0-3 2 15,1 0-5-15,1 11 4 0,0-4-10 0,4-2 11 16,-2-4-3-16,2 0 4 0,1-2-6 0,2 0 5 16,0 0-1-16,1-3 2 0,-4 1-11 0,0-2 9 15,3 0-8-15,-4 0 7 0,2-2-4 0,-3 0 10 0,-3-1 2 16,2 0 0-16,-1-1-2 0,-2-1 0 0,-1 7-4 15,1-14 4-15,-1 0-1 0,-1-1-2 0,-1-1-1 16,1 2-2-16,-2 1-9 0,-2-1 6 0,0 2 0 0,-3-1 1 16,-1 0-1-16,0-2-1 0,-3 2-1 0,1 0 2 15,-3-2 7-15,0 3-7 0,0-1 4 0,0 0-6 16,10-2 10-16,-3 1-4 0,-2-2 5 0,-2 0-5 16,-2 1-3-16,-1-1 7 0,0 0-5 0,1 1 5 15,-2-1-8-15,0 0 0 0,0 0 1 0,-2-2-1 16,1-1 0-16,0-1-3 0,0-1 0 0,0 0-1 0,-2 1-6 15,1-1 9-15,-2 1-4 0,0-1 6 0,-2 1-7 16,0 2-1-16,0 0 1 0,-1 2 0 0,-1 0 13 16,1 2-8-16,0 1 3 0,0-1-5 0,-2 2 2 15,2 1 1-15,-1 0-3 0,7 3 1 0,-8-2-10 0,-2 3-1 16,-2 0 1-16,0 2 0 0,-2 1 3 0,0 1-3 16,0 0 5-16,-1 1-5 0,-3 1 4 0,0 0 2 15,0 2-3-15,-1 0 3 0,1 0 0 0,-1-11 2 16,-2 4-2-16,2 4 2 0,-1 3-4 0,4 1 1 15,-2 0 0-15,3 3 0 0,2-1-1 0,0 3 0 16,1-1 0-16,0 2-1 0,3 0-8 0,-1 1-11 16,2-3-7-16,1 10-3 0,0 1-34 0,3 3-31 0,0 0-3 15,1 6-13-15,2 1-44 0</inkml:trace>
  <inkml:trace contextRef="#ctx0" brushRef="#br0" timeOffset="46594.42">17902 7465 634 0,'0'-1'0'0,"-1"0"3"0,0 0-2 16,-1-2-6-16,-2 1 4 0,-5-2-1 0,-1-2-5 16,0 1 8-16,-1 0-6 0,1 0 5 0,-2 0 8 15,1 1-5-15,1-1 8 0,-1 0 5 0,0 1-1 16,2-1 8-16,-2 1-5 0,1 0 15 0,-2 0-14 16,-1-1-6-16,1 2 0 0,-1-2-1 0,2 2-7 15,-2-1 5-15,-1 2-5 0,1 0 8 0,0-2-6 16,-1 2 5-16,0 0-4 0,-3 0-2 0,3-7 3 15,-2 0-3-15,-2 4 2 0,0 0-10 0,2 3 10 16,-2-1-8-16,2 2 9 0,-2 1-7 0,-1 0-6 0,4 1 6 16,-2 0-6-16,-1 3 5 0,-1-1 1 0,0 2 0 15,0 0 0-15,3 0-4 0,0-1 2 0,0 1 2 16,2 0 1-16,1-1-5 0,0 2 4 0,0 0-3 0,1 1 5 16,1 0-1-16,1-1-3 0,2-5 2 0,0 10-3 15,2 1-6-15,0-1 7 0,0 3-6 0,1 2 7 16,1-1-1-16,-1 0-4 0,1 3 5 0,1-2-3 15,-1 6 4-15,0-2 1 0,0 1-4 0,1 2 2 16,-1-3-1-16,1 3 0 0,1-2 0 0,0-1 0 16,0 0 4-16,0 1-2 0,-1-2 1 0,-9-2-3 15,4 0 4-15,3-3-1 0,2 1 1 0,0 1-3 0,2-2-9 16,1 0 13-16,0 0-3 0,1 0 9 0,2 0 1 16,0 0 0-16,1 0-3 0,-1-1 2 0,2 1-5 0,0-1-3 15,1 1 3-15,1 2-3 0,-1-3 0 0,2 2 4 16,-1-2-6-16,1 1 4 0,1 0-8 0,0-1 6 15,0 1-1-15,-8-1 4 0,9 2 1 0,-1-2-3 16,2 3 8-16,2-1-8 0,0-2 0 0,1 3 0 16,2-3-3-16,-1-2 4 0,4 2 8 0,1-3-9 15,-2 0 5-15,-2-2-5 0,1 0 18 0,-1-1-12 16,4 1 3-16,1-2-4 0,-2-1 13 0,1-1-9 16,-2-2 8-16,2-1-8 0,2 0 10 0,-1 11-1 0,2-5-1 15,0-3 0-15,1-4-9 0,0-2-3 0,0 0-4 16,-1-3 2-16,2 1-1 0,-3-3 3 0,4-2 1 15,0 1-1-15,-3-1-4 0,1-2-2 0,-1-1 2 0,-6 1-1 16,6 7 5-16,-5-10-3 0,1-1 6 16,-1-1-5-16,-4 1 1 0,-1 0 3 0,-4-2-7 0,1 1 6 15,-2-1-6-15,0 0 2 0,-1 0 0 0,-1 1 0 16,-1-3-3-16,0 1 4 0,-2 0 0 0,-2-2 1 16,2 0 3-16,-2-2-5 0,0 1 3 0,12 0-4 15,-5-1 7-15,-4 1 2 0,-3-2 2 0,-1 1 0 16,-3-2 6-16,1 0-5 0,-1-1-2 0,-2 0 0 0,-1 2-12 15,-1 0 3-15,0 0-4 0,0 1 4 0,-1 0 2 16,-1 2-6-16,1 2 2 0,-1-1-4 0,-1 0 2 16,0-1 1-16,-1 2 3 0,1 2-1 0,8-1-3 0,-11 2 7 15,2-1 1-15,-2 2 2 0,1 1 2 0,-2 0-7 16,0 2-3-16,-4 1 0 0,-1-2 3 0,3 4-7 16,-1-2 4-16,3 3-5 0,0 0 1 0,1 1 2 15,-2 0-2-15,1 3 3 0,-1-2-3 0,-2 4-1 16,2 0-1-16,0 0 1 0,-3-10-6 0,3 5 3 15,-3 4-3-15,0 2 2 0,2 2-2 0,-3 3 2 16,-1 1-1-16,-1 2-2 0,0 2-16 0,0 2-27 0,1 0-11 16,0-7-6-16,3 14-55 0,-3 2-30 0,0 5-141 15</inkml:trace>
  <inkml:trace contextRef="#ctx0" brushRef="#br0" timeOffset="49317.08">13884 8936 256 0,'0'0'-49'0,"0"0"36"0,0 0 12 15,0 0 12-15,0 0 59 0,0 0 3 0,0-1-7 16,0 0 0-16,0 0-5 0,0-1-22 0,-1 1-24 15,0 0 0-15,0 0-8 0,-1 0 4 0,1 0-5 16,0-1 7-16,0 1-8 0,0 0-3 0,0 0 4 16,1 0-8-16,-2 0 7 0,2-1-5 0,0 1 8 0,0 0-1 15,0 0 2-15,0-2-7 0,0 1-2 0,0 0 0 16,0-1-1-16,0 1 6 0,0 0 4 0,0 1-2 16,0-1 1-16,0 0-4 0,0 0 4 0,0 1-5 0,0-1 4 15,0 1-5-15,0-1 3 0,0-1 4 0,0 1-1 16,0 0 5-16,0 1-5 0,0-1 3 0,0 1-2 15,0 0 11-15,0 0-3 0,0 0 6 0,0 0-4 16,0-1 8-16,0 1-4 0,0 0-7 0,0 0 3 16,0 0-6-16,0-1-10 0,0 1 5 0,0 1-6 15,0 0 12-15,0 0-9 0,0 0 4 0,0 0-7 0,0 0 3 16,-1 0-4-16,1 0-1 0,-1 1 0 0,0 1 5 16,0-1-4-16,0 1 1 0,-1 1-2 0,1 2 0 0,-1 4 0 15,-1 0 3-15,0 2-2 0,-1 0 4 0,1 3-9 16,-1 2 6-16,2 0-7 0,-2 2 6 0,1 3-4 15,-1 1-2-15,1 3 0 0,-2 3 5 0,0 2 4 16,1 3-3-16,-2 4 4 0,1 0-5 0,-1 2-2 16,0-2-1-16,1-2-1 0,-1 0 2 0,0-5 5 15,0-2-1-15,0-2 2 0,-1-2-1 0,1-2-1 16,-1-1 5-16,1-1-4 0,0-2 10 0,-1-1-1 16,1-1 3-16,-1-1-1 0,0 0 9 0,1-1 5 15,0-2-6-15,3-4 3 0,-1 0-16 0,2-4 5 0,-1 2-1 16,0-1 3-16,0 1-6 0,3-5 0 0,0 0-2 15,0 0 1-15,-3 2 2 0,1-1-8 0,1 0-3 16,0 1 0-16,-1-2-21 0,1 0-64 0,0 0-15 0,0-1-23 16,0 0-87-16</inkml:trace>
  <inkml:trace contextRef="#ctx0" brushRef="#br0" timeOffset="50398.35">13924 8960 769 0,'-1'-1'8'0,"0"-1"29"0,0 1-48 0,-1 0-26 15,1 0 5-15,0 0-12 0,0-1 4 0,0 1 21 16,0 0-8-16,-1 0 11 0,1 0-21 0,0-2 18 0,1 1-6 16,-1 0 11-16,0-1 7 0,0 1 17 0,-1 0 17 15,1-1-2-15,1 1 44 0,-2-4-3 0,-2-1 0 16,2 1-3-16,-2 0-15 0,2 2-13 0,0 0-3 0,1 2-2 16,-1-2-20-16,2 3 1 0,0 0-5 0,-1-3 3 15,1 2-16-15,0 0 11 0,0 0-4 0,0 1 7 16,0-1-7-16,1 0 2 0,10-2-2 0,3-1 1 15,1 3 7-15,2-2-4 0,-3 2-1 0,1 0 0 16,-1-1 6-16,3 2-6 0,-2-2 6 0,2 1-8 16,-1 1 4-16,-2 0 9 0,-1 0-4 0,0-1 4 15,1 0-3-15,-1 0-2 0,-2 1 1 0,-2 0-2 0,-2-5-2 16,1 1 8-16,1 2-2 0,-2 0 4 0,0 2-3 16,-2 1-4-16,0 0 5 0,-1 0-6 0,-1 0-4 31,1 0 0-31,-3 0 1 0,0 0 2 0,0 0 3 0,2 1-2 0,-1 0-3 0,0 1 2 0,0-1 7 0,-1 0-4 15,0 0 4-15,-1 1-5 0,0 1-3 0,0-1 5 16,-1 5-5-16,-2 1 5 0,0 1-9 0,-4 1-3 16,0 1 0-16,3-2-2 0,-6 2 5 0,-3-2-7 15,0 2 5-15,0-2-5 0,-2 1 6 0,2-2 4 16,0-1-1-16,0-1 2 0,6 1-4 0,-3-2 5 16,2-1-2-16,1 0 1 0,-1-1-12 0,2-1 13 15,-1 1-7-15,4-1 9 0,-4 1-4 0,3-2 3 0,-1 0 0 16,-1 4 1-16,3-3 1 0,-1 1 1 0,2-2-5 15,-2 1 4-15,2-1-5 0,1-1-3 0,-3 3 5 16,2-2-5-16,-1 0-1 0,1 0-1 0,0 0 0 16,-1 0 0-16,2 1 6 0,0-1-6 0,0 0 5 0,0 0-5 15,-1 0 8-15,1 1-8 0,0-1 1 0,0 0-2 16,0-1 0-16,0 0 2 0,-1 0-1 0,1 0 3 16,1 0 1-16,0 0-4 0,0 0 0 0,0 0 0 15,1 0 2-15,1 0-3 0,-1 0 1 0,0 0 0 16,1 0 1-16,5 0-1 0,3 1 0 0,-1-1-1 0,3 1-3 15,1-1 5-15,-1 0-2 0,-1 1 2 0,2 1-2 16,-1-1 1-16,1 0 0 0,-2 0 0 0,-1 0-7 16,0 0 7-16,-2 1-2 0,0-1 2 0,-1 0 2 15,-1 0-5-15,-1 0 6 0,-1 0-4 0,1 1 7 0,-1-1-4 16,0 0-2-16,0 0 1 0,1 2 1 0,-2-1-7 16,1 0 5-16,-2-1-6 0,1 2 7 0,0-2 0 15,-1 7-1-15,1-2 2 0,1 0 3 0,0-1-5 16,-1 1 1-16,1 1-1 0,-2-3 8 0,1 3-2 15,-2-2 0-15,-1 0 0 0,0 3-1 0,0-2 4 16,0 0-1-16,-1 2 1 0,-1-2-8 0,0 1 9 16,0-1-6-16,-1-2 7 0,0 2-5 0,2-1 5 0,-9 1 0 15,1 0 1-15,-3 1 0 0,1-1-8 0,0 0 0 16,-3-2-3-16,-1 3 8 0,3-2-9 0,-3 1 8 16,2-4-8-16,1 1 7 0,-1 0 0 0,2 0-1 15,-2-1 1-15,4-1-5 0,-5 9 8 0,-2-3 0 16,5-3 4-16,-2 0 0 0,1-2-4 0,0-1 5 0,0-1-4 15,1 0 7-15,0-1-4 0,0 0 1 0,2 0-1 16,2 0-4-16,1-1 0 0,0 1-3 0,0 0 2 16,-1 0-1-16,3 0 2 0,-2 0-1 0,1-1 0 15,1 1-1-15,1 0-6 0,1 1 2 0,-1 0-4 16,1 0 0-16,1 0-9 0,-2 0 0 0,1 0-5 16,0 0-19-16,-1 0-69 0,2 0-13 0,0 1-25 0,0 2-119 15,-5 19-159-15</inkml:trace>
  <inkml:trace contextRef="#ctx0" brushRef="#br0" timeOffset="55755.33">10815 8552 256 0,'0'0'-62'0,"0"0"43"0,0 0 10 16,0 0 7-16,-1 0 59 0,0-2-5 0,1 1-6 15,-2 0-4-15,1 0 3 0,0 0-14 0,0 0-9 16,1-1 3-16,0 1-5 0,0 0-2 0,0 0 7 16,0-1 2-16,0-1 3 0,0 1 9 0,0-2-8 0,1 0 3 15,0-1-3-15,0 3 13 0,1-1-18 0,-1 1 4 16,0 0-9-16,0-1 6 0,-1 2-2 0,3 0-2 15,2 0-2-15,1-4-15 0,0 1 0 0,0 2 3 16,-1 1-2-16,1 0 0 0,-1 1-1 0,1 0-2 0,1 1 0 16,0 1-4-16,1 2 3 0,-1 0 1 0,0-2 2 15,0 8 0-15,-1 3 2 0,-3 1-3 0,1 0 3 16,0 3 3-16,2-4-3 0,0 3 0 0,0 1 0 16,-2-1 0-16,-1 4-2 0,1-3 6 0,-2 3-5 15,0 1 4-15,1 1 0 0,-1 4-3 0,10-6 2 16,-3 2-12-16,-2-2 4 0,-1-1 0 0,0 0 3 0,-1-1 6 15,-2-3-11-15,3 0 6 0,0-1-6 0,0 0 13 16,0-1-8-16,-2-1-1 0,1-1 0 0,0-2 8 16,0-2 2-16,-1-1 3 0,1-1-1 0,9-2 12 0,3 8 5 15,-1-4-4-15,3-2 3 0,3-4-11 0,0-4-20 16,4-5 2-16,-1-4-10 0,-1 11-22 0,-1-19-31 16,1 0-9-16,-2-1-10 0,-2 1-64 0,0 1-215 15</inkml:trace>
  <inkml:trace contextRef="#ctx0" brushRef="#br0" timeOffset="56119.21">11296 8460 1112 0,'-1'-1'20'0,"-2"0"32"16,-1-3-29-16,-5-2-10 0,4 1 4 0,-1 2-7 15,1 1-7-15,0-1 1 0,2 2-1 0,0 0 2 16,2 1 3-16,-1-1-8 0,1 1-4 0,-2 0 1 16,0 0 2-16,-1 0 1 0,-3 0-2 0,0 2 1 15,-1 3-2-15,-4-4 1 0,0 14 4 0,-2 4-2 16,0 1-9-16,-2 1 12 0,-2 3-3 0,0 0 6 0,0 3-1 16,-2 5-5-16,-4 1 1 0,1 1-1 0,-2 0 9 15,4-2-5-15,2-1-2 0,1-3-2 0,1-2 4 0,1-3-5 16,2 0 4-16,1-2-5 0,0 0 5 0,3-1 2 15,-1-1-4-15,1 0 1 0,0-2-4 0,2 0 2 16,1-2 0-16,1-2-1 0,0-1 1 0,2-3 0 16,0-1 0-16,3 1-2 0,-2-2-3 0,2-2 0 15,-2 0-1-15,3-4-1 0,-3 3-13 0,1-2-13 16,2-1 1-16,0 1-5 0,0-1-10 0,0 0-20 16,-1 1-8-16,1 1-7 0,0-2-61 0</inkml:trace>
  <inkml:trace contextRef="#ctx0" brushRef="#br0" timeOffset="56537.59">11466 8761 1202 0,'-1'-1'108'0,"0"0"-145"0,0 1 126 0,-8-10-71 15,4 6-17-15,1 0 1 0,3 2-2 0,-1-1 2 0,-1 1-2 16,1 1-7-16,1 0-1 0,0-1-2 0,0 1 4 16,-1 0 0-16,1 1 5 0,-1 0-3 0,-1 1 5 15,1 0-1-15,0 1 7 0,-5 1-5 0,1 10 10 0,0 0-2 16,0-2-1-16,1 0 1 0,1 0-3 0,0-1 0 16,1 3-6-16,1-1 4 0,0 1-6 0,-9 2 4 15,4 1-1-15,3 0 3 0,0 2-5 0,4-2-4 16,0 2 4-16,1 1-6 0,2 0 6 0,0 1 1 15,2 0 0-15,0 1 0 0,1 1-1 0,1 2 0 16,0-2 0-16,2 4 2 0,0 0 5 0,1-3-5 16,0 3-2-16,0-4-1 0,-2 1-3 0,-1-4 2 15,0-2 3-15,-2-2-1 0,0-2 8 0,-2-2-4 0,1 0-1 16,-2-3 1-16,-2-4-2 0,0 1 10 0,0 1 2 16,0-1 1-16,-1-1-7 0,-1 2 4 0,-1-1-11 15,0 0 9-15,1-2-11 0,-6 1-2 0,-1-1 2 0,-2-1-6 16,2-1-14-16,-1 6-59 0,0-1-12 0,-1-3-25 15,1-1-120-15</inkml:trace>
  <inkml:trace contextRef="#ctx0" brushRef="#br0" timeOffset="56726.02">11237 9141 728 0,'0'0'48'0,"0"0"2"0,0-1-5 16,0-1 2-16,1 1-15 0,1 0 19 0,1-1 15 15,12-8-2-15,3 0 7 0,0 0 9 0,0 1-14 16,4-2-2-16,1 2-6 0,2 0-17 0,-1 0-24 16,2 1 1-16,-4 2-9 0,1 0-8 0,-5 3 3 15,-1 0-3-15,-1 1 1 0,-6 1-5 0,1 1-50 16,-4 0-9-16,0 0-30 0,3 0-194 0</inkml:trace>
  <inkml:trace contextRef="#ctx0" brushRef="#br0" timeOffset="58035.02">6877 12071 33 0,'0'0'-6'0,"0"0"4"0,0-1-6 16</inkml:trace>
  <inkml:trace contextRef="#ctx0" brushRef="#br0" timeOffset="60208.78">6920 12042 156 0,'0'0'56'15,"0"0"57"-15,0 0-5 0,0 0-41 0,0 0 2 16,0 0-15-16,0 0-11 0,0 0-20 0,0 0 3 0,0 0-9 16,0 0-8-16,0 0-2 0,0 0-1 0,-1 0 2 15,0 0 2-15,0 0-6 0,0 0 4 0,-1 0-4 16,1 0 7-16,0 0-9 0,-1 0-1 0,-1 0 1 15,1 0 15-15,-1 0 8 0,-1 0 4 0,-1 0 0 16,1 0 6-16,1 0-3 0,0 0-3 0,0 0 0 0,1 0-8 16,1 0-7-16,0 0-1 0,-1 0-3 0,1 0 1 15,-1 0-4-15,0 0 4 0,-1 0-4 0,2 0 1 16,0 0-5-16,0 0 1 0,0 0-2 0,-1 0-2 0,1 0 2 16,0 0-1-16,0 0 2 0,0 0 1 0,-1 0 1 15,1 0 3-15,1 0 0 0,0 0 4 0,0 0-6 16,0 0-3-16,0 0 0 0,0 0 0 0,0 0 5 15,0 0-2-15,1 0 1 0,1 0-13 0,-1 0 10 16,0 0-4-16,0 0 7 0,0 0-3 0,2 0-3 16,-2 0 4-16,6-1-3 0,1-1 10 0,0 2-1 15,1-1-4-15,1 0 1 0,1 0-2 0,2-1 0 16,1-1 2-16,2 2-4 0,2-1-9 0,1 1 3 0,1-1 0 16,1 1 2-16,2 1 8 0,1 0-10 0,1 0 4 15,1 0-6-15,-1 0 4 0,2 1 1 0,2 1-1 16,-2 0 1-16,-3 0-4 0,1 1 4 0,0-2 1 15,1 0 2-15,0 0-4 0,-2 0 0 0,2 0-1 0,0-1 3 16,1 0 6-16,2 0-1 0,0 0 1 0,2 0-3 16,2 0-5-16,0 0 2 0,4 0-2 0,-4 0 2 15,-3-1 1-15,1 0-2 0,-4 0 0 0,-1 0-1 16,-3 0-6-16,0-1 8 0,-1 1-1 0,-1 0 2 16,-1 1-3-16,-3 0 2 0,-2 0 0 0,-3 0 1 0,-2 0-7 15,0 0 5-15,-2 0-1 0,-4 0 4 0,0 0 0 16,-3 0 3-16,0 0-7 0,2 0 2 0,-2 0-7 15,1 0 12-15,1 0 0 0,-1 0 4 0,0 0-3 0,-1 0 5 16,1 0-5-16,-1 0 3 0,0 0-14 0,-1 0 6 16,0 0-3-16,-1 0 5 0,0 0-5 0,-1 0 0 15,-12 0 3-15,-1 0-2 0,-3-1 3 0,1 1-7 16,-2 0 3-16,-1 0-3 0,0 1 8 0,-2 0-8 16,-2 0 3-16,-3 2-5 0,-2-1 2 0,-1 2 3 15,1-1-5-15,-2 1 5 0,1-2 4 0,-3 2-5 16,1-2 3-16,1 1-3 0,2 0 3 0,1-1-1 15,1 1-1-15,1-2 1 0,1 0 1 0,1 0-2 0,-2 0-2 16,1-1 0-16,-2 0 6 0,-4 0-3 0,2 0 0 16,-2 1-1-16,0-1 1 0,1 2-1 0,-1-2 1 15,0 1-3-15,2 0 3 0,0 0 4 0,2 1 1 16,1 1 0-16,2-1-6 0,0 0 6 0,2 0-4 16,3 0 5-16,-1-1-3 0,2 2 12 0,2-2-8 0,-3 0 10 15,1 0-5-15,4 0 0 0,-1-1 5 0,2 0-3 16,3 0 3-16,-2 0-14 0,1 0 6 0,2 0-9 15,1 0 5-15,1 0-7 0,3 0 2 0,2 0-3 16,-1 0-1-16,1 0 1 0,0 0-3 0,0 0 4 16,1 0-1-16,0 0-4 0,0 0-2 0,0 0 0 15,0 0 4-15,-1 0 8 0,2 0 1 0,0 0 2 0,0 0-7 16,2 0 3-16,-1 1-2 0,6 1 3 0,15 0 0 0,0-1-4 16,0 0 1-16,-1 0-2 0,0-1 7 0,1 0-4 15,3 0-2-15,3 0 0 0,0 0-4 0,4 0 5 16,2 0-2-16,3 0 1 0,3 0-7 0,-1-1 4 15,-4 0 4-15,2 0-2 0,1 0-1 0,2 1 3 16,-2 0 0-16,-3 0 2 0,-3 0 2 0,-2 0-4 16,3 0 1-16,1-1-2 0,0 1 0 0,1 0-1 15,-3 0 1-15,-1 0 0 0,-2 0-7 0,2 0 12 16,-3 0-7-16,-1 0 8 0,-4 0-10 0,-6 0 4 16,0 1-2-16,-6 0 2 0,1 0-2 0,-4 0 4 0,-2-1 2 15,-2 0 1-15,1 0-7 0,-4 0 7 0,0 0-4 16,1 1 7-16,1-1 3 0,-1 0-3 0,-1 0 4 15,0 0-3-15,0 0 9 0,1 0-13 0,-2 0 4 16,0 0-6-16,0 0 2 0,-2 0-5 0,1 0 0 0,-16-3 0 16,-4 1 2-16,1-1-1 0,-5 2-2 0,1 0 0 15,-4 0-1-15,-6 0 1 0,3-1 5 0,-5 1-4 16,3 1 5-16,1-1 1 0,-1 0-6 0,-1 0 3 16,0 1-1-16,-2-2 1 0,-2 2 0 0,-5 0-2 15,0 0-6-15,-3 0 5 0,-2 0 3 0,3 2 0 16,0-1 2-16,2 0 0 0,2 1 3 0,2 1-1 0,2-2 2 15,1 1-6-15,1 1-1 0,0-2-1 0,-2 0 2 16,4-1-1-16,4 0-1 0,2 0 2 0,4 0 3 16,4 0-6-16,0 0 4 0,5 0-4 0,4 0-3 0,2 0 1 15,5 0-3-15,0 0-1 0,2 0-16 0,-1 0-5 16,-1 0 7-16,2 0-4 0,0 0 20 0,1 0 5 16,0 1-4-16,1 0 5 0,9 2 3 0,13 1-6 15,2 0 3-15,4-1-4 0,1 0 9 0,5-1-6 16,3-1 3-16,-1 0-4 0,0 1 4 0,0-1-5 15,3-1 5-15,4 0-5 0,2 0 4 0,4 0-3 16,2-1-1-16,1-1 1 0,1 2 3 0,-4-1-4 16,0 0 1-16,-4 0-1 0,-2 0 6 0,3 0-3 0,-1-1-3 15,3 1 1-15,-1 0 2 0,-4 0-6 0,2 0 6 16,-8 0-5-16,0-1 8 0,-9 2-7 0,-2-1-1 16,-5 0-2-16,-1-1 11 0,-2-1-8 0,-2 2 4 0,-4 0-5 15,-3 0 9-15,-5 1 2 0,-1 0-4 0,-2 0 3 16,0 0 6-16,1 0-4 0,-1-1 6 0,-1-1-6 15,0 1 2-15,-1 0-8 0,0 0 1 0,-1 0-4 16,0 1 2-16,-19-11 1 0,-2 4-3 0,-5 0 3 16,-4 2-3-16,-5 2-1 0,-4 0-1 0,-4 2 1 15,-2 1 1-15,-3 0 6 0,-1 0-1 0,1 0 0 16,1 1-8-16,2 2 12 0,-3-1-1 0,-2 2 4 16,0-1-9-16,-3 2 0 0,4 0-3 0,-1-1 2 0,3 1-2 15,6 0-3-15,0-1 4 0,6 2-1 0,1-1 6 0,5-1-10 16,1-1 4-16,2-1-5 0,0 1 4 0,7-2 6 15,1 0-6-15,6 0 5 0,5-1-6 0,2 0-10 16,1 0 4-16,3 0-8 0,0 0-15 0,-1 0 16 16,2 0-6-16,0 0 13 0,1 1 9 0,1 1 4 15,11 1-1-15,14 2 0 0,1-2 2 0,0-1-7 16,3-2 4-16,4 0-4 0,3-2 3 0,2 1-2 16,4 0 5-16,5-1-4 0,1 1-2 0,2-1 2 15,0 1-2-15,-3 0 3 0,4 0 2 0,-6 0-4 16,0-2 0-16,1 2-1 0,1-1 1 0,1-1 1 0,-1 1 1 15,1-1 0-15,-5-1-1 0,0-1-1 0,-4 2 1 16,-7-1-1-16,-4 1 1 0,-5 0-3 0,-2 0 0 16,-2 0-1-16,-3 1 8 0,-5 0-3 0,-2 1 1 0,-4-1-3 15,-3 2-3-15,-2 0 17 0,2 0-7 0,-1 0 11 16,0-1-13-16,0 0 1 0,-1 0-3 0,-1 0-1 16,-1 0-15-16,-11-4 11 0,-15-1-6 0,-4 2 8 15,0 2-6-15,-11 1 9 0,-1 1-1 0,-5 1 4 16,-4 0-11-16,1 0 9 0,0 2-1 0,1-1 5 15,1-1-7-15,2 2 3 0,-1-1-1 0,-3 0 1 16,-2 1 2-16,0 0-4 0,-1 0 0 0,2-1-1 0,5 0 3 16,4 2-4-16,2-1 1 0,8 1-1 0,0-1-3 15,3 1 4-15,2-1-2 0,1 1 2 0,1-2 1 16,5 0-2-16,6-1 4 0,2 0-4 0,5-1 1 0,3 0-13 16,4 0-5-16,-2 0-3 0,1 0-15 0,1 0 24 15,0 1 2-15,1 0 8 0,0 0 0 0,2 1 4 16,11 2-4-16,12 2 6 0,1-2 3 0,3-1-6 15,0 0 5-15,3-2-7 0,5 1-2 0,3-1 4 16,4 0-2-16,7 1 1 0,-1-1-4 0,6-1 3 16,-2 1 0-16,-1-1 1 0,0 0-2 0,-4 0 3 15,2-1-2-15,-1 0 3 0,3-1-5 0,-2 0 2 0,-3 0 1 16,-1-1 0-16,-4 1 0 0,-4-1 2 0,-1 0-5 16,-9 1 4-16,-2-2-1 0,-4 2-1 0,-1 0 3 15,-6-1-3-15,-2 1-2 0,-4 1 0 0,-3 0 2 16,-4 1 0-16,1 0 12 0,-2 0 3 0,1 0 2 0,-1 0-1 15,-1-2-5-15,0 1-6 0,-1 0-4 0,-1 0-1 16,-1 0-2-16,-22-4 3 0,-5 1 0 0,-5 3 0 16,-3 1-9-16,-8 0 6 0,-6 1 2 0,-4-1 1 15,-5 2 5-15,0-1-4 0,2 0 1 0,0 0-1 16,2 0 1-16,-5-1 9 0,-1 0-6 0,-4 0 7 16,0 0-10-16,5 0 2 0,3 0 0 0,9 0 0 15,3 0-3-15,5 0 0 0,1 0-2 0,2 0 1 0,5 0-1 16,8 0-1-16,11 0 5 0,3 0-3 0,6 0 0 15,3 0-27-15,-1 0 3 0,2 0-9 0,1 0 23 16,1 0 8-16,13 3-1 0,27 1 2 0,5 1-4 0,6 0-11 16,8-2-1-16,13 1-5 0,10-1-20 0,9 2-99 15,6 0-62-15</inkml:trace>
  <inkml:trace contextRef="#ctx0" brushRef="#br0" timeOffset="62073.21">17755 7459 611 0,'0'0'0'0,"0"-1"8"0,-1 0 72 0,0 0-33 0,0 0 3 16,1-1-48-16,0 1-1 0,-1 0-5 0,1 0-10 16,0 0 4-16,-2 1-22 0,1 0-30 0,0 0-35 15</inkml:trace>
  <inkml:trace contextRef="#ctx0" brushRef="#br0" timeOffset="64317.65">14055 9416 696 0,'0'0'0'0,"0"0"-71"0</inkml:trace>
  <inkml:trace contextRef="#ctx0" brushRef="#br0" timeOffset="65552.25">14030 9937 477 0,'-1'0'15'15,"0"0"3"-15,-2 0 4 0,1 0-3 0,0 0 0 16,-5 0 3-16,-4 0-8 0,3 0-1 0,-1 1 0 16,0 1 4-16,-2 2 9 0,1 1-2 0,0-1 5 15,1 1 3-15,0 1-9 0,-1 0 13 0,0 1-11 16,1-1 9-16,1 0 15 0,0 0-13 0,1-2 14 0,0-1-22 15,1 6-16-15,1 0 2 0,1 3-6 0,0 0 6 16,2-2-8-16,-1 1 2 0,-4-2-4 0,1 2 1 16,2-2-2-16,1 0 5 0,2-2-3 0,1 0 10 0,0-2 0 15,0-1-3-15,1 1 3 0,1-2-4 0,-1 0 9 16,7-2 0-16,4 7 3 0,3-2 3 0,0-2-6 16,2-3-1-16,5-1-1 0,-1-4-4 0,2-2-1 15,1-2 0-15,-5-1-2 0,0-2-12 0,-1 1 5 16,-3 6-5-16,-1-11 4 0,2 1-7 0,-5 0 4 15,-3 1 0-15,-2 1 0 0,-2 1-8 0,-1 0 7 16,-2 1-7-16,6 1 7 0,-1-1-16 0,-2 1 3 0,-2-2-3 16,-2 2 3-16,0 1-1 0,-1 2 17 0,-1 1-1 15,0 3 6-15,-8-1-1 0,-7-7-2 0,1 4 4 16,-3 2-3-16,-1 4 3 0,1 4-7 0,1 2-1 16,-1 3 0-16,3 1 0 0,-1-7-3 0,0 12 6 0,6 2-5 15,-4-1 7-15,7 0-6 0,5 0-1 0,-3-1-2 16,5-2 5-16,-1 0-16 0,-7 0 2 0,3 1-12 15,4-1-30-15,1-1-59 0,1-3-21 0,2-2-23 16,2-1-172-16</inkml:trace>
  <inkml:trace contextRef="#ctx0" brushRef="#br0" timeOffset="65724.35">14439 10016 1205 0,'-1'0'27'0,"0"0"65"0,0 0-115 0,-1 0-54 16,1 0 2-16,0 0-19 0,0 0 8 0,0 1 34 15,0 0-1-15,1 0 10 0,0 0-18 0,0 2-115 16,1-1-14-16</inkml:trace>
  <inkml:trace contextRef="#ctx0" brushRef="#br0" timeOffset="65927.7">14658 9792 843 0,'0'0'75'0,"0"0"-64"0,-1 0 80 0,0 0-32 16,-1 0-22-16,1 0-4 0,0 0-3 0,-1 1 1 15,-1 1 1-15,1 0 4 0,0 11-3 0,-4 9 2 16,0 3-3-16,0 0 1 0,0 4 0 0,3-1-2 16,-3 3-16-16,2 1-4 0,-1 1-2 0,2-1-1 15,-14 3-14-15,9 1 3 0,5 0-5 0,4 1 3 16,1-3-20-16,2-2-80 0,2-2-28 0,-2-3-41 0,3-1-318 15</inkml:trace>
  <inkml:trace contextRef="#ctx0" brushRef="#br0" timeOffset="67144.59">17980 7280 640 0,'0'-1'129'0,"-1"0"-201"0,0-1 151 16,-1-1-93-16,-7-2-27 0,2 2 7 0,0 1-7 15,1-1 4-15,0 2-20 0,0 0 6 0,0-4-14 0,-2 0 7 16,1 0-36-16,1 1 24 0,-1 1 11 0,1-1 4 16,-1 0 39-16,-2-2 27 0,-4-3 6 0,0 1 12 15,1 0 55-15,0 6 5 0,1-10-2 0,-2-2-1 16,-1 0-31-16,1 2-12 0,1 4-6 0,0 1-2 16,-1 1-14-16,1 5-9 0,-2-1 2 0,1 1-6 0,0-8-15 15,-1 3 6-15,0 4-8 0,-1 2 8 0,-2 3-8 16,2 3-9-16,-1 2 1 0,0-5-5 0,-1 11 2 15,-1-3 2-15,1 0 9 0,-2-5-5 0,3 1 9 0,0-1 1 16,3 0-3-16,0 0 4 0,-2 1 7 0,0 1-6 16,-5 0 6-16,2 2-5 0,-2 0 0 0,-2 0 8 15,4 2-8-15,0 0 8 0,2 0 2 0,2 1-5 16,-2 1 9-16,1 0-9 0,0 3-2 0,-2 0 10 16,1 3-8-16,1 0 7 0,1 1-15 0,1 1 4 15,2-1 1-15,0 1 1 0,1-1-3 0,2 3-2 16,1 2 0-16,2-1 2 0,0 3 7 0,3-5-13 15,1 4 5-15,-2-6-8 0,2 2 14 0,-1-1-4 0,1-3 1 16,-11 0-2-16,4 1 0 0,3-2 1 0,4 2-4 16,1 2 3-16,0 0-3 0,1 3 5 0,0-1-1 15,1 3 1-15,1 2-1 0,0 1-10 0,2 3 10 0,0 3-8 16,-1 2 7-16,1 2-5 0,0 1 4 16,-1-1-2-16,1-1 5 0,1-4-5 0,0-3-3 0,0-3 2 15,0 0 3-15,1-2 6 0,0-3-4 0,1 2 6 16,0-2-4-16,2 1-2 0,0-2 2 0,2 1-2 15,0 0 0-15,0 1 10 0,-1 0-2 0,2 0 4 16,1 0-13-16,-11-5 10 0,14 3-5 0,2-5 8 16,2 2-3-16,-1 5 10 0,1-6-3 0,2-2 5 0,-2 0-15 15,3-3 3-15,-1-1 0 0,1-2 1 0,-1-1-9 16,2 0 5-16,-1-2 1 0,4-1 3 0,-3-1 7 16,2-3-8-16,0 2 2 0,2-3-3 0,0 1 0 0,4-2 4 15,0 15-6-15,3-6 6 0,0-7-8 0,0-3-4 16,-1-1 1-16,-2-1-1 0,1-3 6 0,-4 0-8 15,-2-1 5-15,-1-1-6 0,-1 0 0 0,0-2 7 16,-1-2-7-16,3 0 6 0,0-2-16 0,4-3-2 16,2 0-7-16,-2 12 2 0,1-17-13 0,-2-1-7 15,-4 1 3-15,4 2-6 0,-6-3-1 0,-3-2 12 16,0-1 3-16,-3-2 4 0,1 1 18 0,-2-1 8 0,-2 0 0 16,-1-1 5-16,0-1 13 0,-2-2-4 0,-2-1 4 15,-1-1-4-15,-1-3 7 0,0-6-4 0,0-4 5 16,-2-8-5-16,0-3-1 0,-1 0 5 0,-2 1-6 15,0 3 7-15,-2 4 4 0,18 1 14 0,-13 1 3 0,-4-5 2 16,-6-3 6-16,-3-2-22 0,-3-3 5 0,-3 5-12 16,-2 1 0-16,0 2-7 0,-2 3-2 0,-1 3-1 15,15-3-2-15,-24-4-7 0,-3-1-4 0,-9-4 0 16,-3-1-12-16,-7 6-12 0,-7 0 6 0,-1 9-9 16,-3 4 5-16,-2 3 6 0,-1 5 4 0,-10 5 0 15,-4 4 12-15,-10 4 0 0,0 4-2 0,2 5 2 0,2 7-12 16,-4-19-140-16,-9 24-65 0</inkml:trace>
  <inkml:trace contextRef="#ctx0" brushRef="#br0" timeOffset="78284.45">8033 10947 48 0,'0'0'0'0,"-1"0"5"0,-1 0 55 16,1 0-15-16,0 0 3 0,0 0-29 0,0 0-4 16,0 0-14-16,-1 0 0 0,1 0 0 0,0 0 5 15,0 0 12-15,0 0-5 0,-1 0 6 0,1 0-3 0,0 0-6 16,0 0 2-16,0 0-3 0,-2-1 23 16,2 0-16-16,0-1-8 0,0 1-1 0,0 0 1 15,0 0 0-15,-1 0 1 0,1 0 8 0,0-1-14 16,-1 1 3-16,-1 0-6 0,1 0-2 0,0 0 4 15,-1 0-3-15,1 1 3 0,0 0 4 0,-1 0-4 16,1 0 2-16,1 0-4 0,-2 0 9 0,0 0 5 0,-2 0 8 16,2 0-4-16,-1 0 8 0,-1 0 4 0,-1 0-1 15,2 0 2-15,-2 0-2 0,1 0-11 0,-1 0-2 16,2 0-1-16,-1 0-4 0,0 0-1 0,0 0-4 16,2 0 1-16,-1 0-8 0,2 0 3 0,-1 0 2 0,0 0 0 15,1 0-4-15,-1 0 0 0,2 0 1 0,0 0-1 16,-1 0-9-16,-1 0 9 0,1 0-5 0,-1 0 6 15,-2 0-4-15,0 0 3 0,0 0 1 0,0 0 1 16,0 0 2-16,-1 0-7 0,-1 1 3 0,-1 1-4 16,-1 0 12-16,-1 2-9 0,0-1 3 0,-4 3-5 15,0 0 2-15,1 0 8 0,0 0-4 0,3-1 5 16,0-1-8-16,-3 2 6 0,4-2 2 0,-3 1 1 0,3-2 1 16,1 1 6-16,-6 0-5 0,5 0 4 0,-1-1-11 15,1 1 7-15,2-2-5 0,-2 2 6 0,4-2-5 0,-1 2 0 16,2-1-1-16,-3 3 0 0,-3-2 0 0,2 5-3 15,0 2 1-15,2 0-2 0,0 2-4 0,-1 0 9 16,0 0-7-16,0 1 5 0,0-1-9 0,-1 1 4 16,1 2 1-16,-1-1 0 0,1 0-1 0,2 2-1 15,-3-2 1-15,3-1 0 0,-1 1 9 0,2-2-7 16,-1 0-2-16,2 2 0 0,-1 1-6 0,2-1 6 16,0-1 2-16,-1-2 0 0,1 3 5 0,0-2-7 15,-1 2 1-15,2 4-1 0,-1-2-5 0,1 1 6 0,-1 1-4 16,1 1 5-16,-1-1-2 0,0 1-1 0,0 1 1 15,1 0 0-15,0 2 1 0,-12-1 0 0,5 0-1 16,2 2 0-16,2-2 0 0,3 2 3 0,0 1-3 16,1 0 0-16,0 2-5 0,1-3 5 0,3 4 1 0,-2-2 1 15,2-1 3-15,0-1-5 0,0-1 0 0,-1-3-2 16,1 1-1-16,0-1 6 0,-1-1-1 0,2-2 3 16,-2 0-6-16,2 1 1 0,-2-3 0 0,3 2 0 15,0 0 9-15,-1-2-9 0,2 2 7 0,-1-2-6 16,1 0 14-16,1 1-9 0,-1-2 3 0,3 0-5 15,-2-1 3-15,-6-2 5 0,12 4-7 0,0-3 6 16,-1 1-5-16,1-1 3 0,1-2 5 0,1 0-3 16,-2 0 3-16,3-1-4 0,-3-2 3 0,2 1-2 0,3 0 8 15,-3-3-6-15,3 2-3 0,-2-3 0 0,-1-2-8 0,2 0 6 16,-2 2-2-16,2-2 1 0,-2 1-6 0,1-1-1 16,1 9 2-16,-1-5-1 0,1-3 5 0,1-3 2 15,-1-2-4-15,2-2 2 0,3-2-9 0,-1-1 5 16,2-2 2-16,3-2 2 0,-3-2-2 0,2-1-3 15,0 11 1-15,-1-15-2 0,2 2 0 0,-2-2 2 16,-1-1-2-16,-1 1 3 0,-2 1 3 0,0 0-6 16,0 0 2-16,-1 0-3 0,-1 1 7 0,-1-1-6 15,0 2 1-15,0 0-2 0,-2-3 8 0,1 0-2 0,-2 1 1 16,-1-2-2-16,-3 0 4 0,1-3-3 0,-3-2 5 16,0-3-5-16,2 1 5 0,-6 1-2 0,1-1-2 15,8 0 0-15,-5 1-3 0,-4-1 4 0,-4 2 0 16,-1 0 3-16,-2 1 4 0,-2 3 0 0,-2 0 3 0,0 1-3 15,-1-1 0-15,0 0 1 0,-1 0-1 0,0 0 1 16,-2 0-2-16,0-1-3 0,-1-1 1 0,1-1 0 16,-1-1 0-16,1 0-2 0,-2-2-4 0,-1 0 4 15,0-1-3-15,0 1 4 0,-1-1 3 0,13-1-1 16,-17-2 6-16,-3 1-2 0,1 1 1 0,-5 1 0 16,-3 0 5-16,0 0-6 0,-4 1 6 0,1 1-7 0,-2 2 6 15,-3-1-6-15,-2 1-8 0,1-1 4 0,-1 0-11 16,-1 2-11-16,-1 2-15 0,-3 4-5 0,-7 4-80 15,-15 8-118-15,-12-16-96 0</inkml:trace>
  <inkml:trace contextRef="#ctx0" brushRef="#br0" timeOffset="81648.28">10513 4283 56 0,'0'0'53'0,"0"0"-13"0,0-1 53 16,0 0 14-16,0 0-31 0,-1-1-3 0,-1 1-38 15,2 0-11-15,0 0 3 0,0 0-19 0,0-1-5 16,0 1 1-16,0 0-3 0,0 0 7 0,2 0-7 15,-1 0 4-15,0-1-5 0,2 1 6 0,7-1 0 0,4 0 1 16,-3-1-1-16,2 2 2 0,1-1 29 0,1-1-3 16,1 2 11-16,-2 0-10 0,2 0-10 0,-2 0-2 15,-1-1-2-15,1 1-8 0,1 0 2 0,1 1 0 0,-2 0 0 16,1 0 2-16,-1 0-11 0,1 0 1 0,1 1-5 16,-1 2-1-16,-2 0 0 0,1 3 5 0,-1 0-2 15,-3 1-1-15,0 0 5 0,-1 0-1 0,1 8 5 16,-4 1 8-16,-1 2-3 0,-1 0-1 0,-3 3-1 15,0-1-7-15,11-1 5 0,-4 2-4 0,-4-2 4 16,-1 2-8-16,0-2-4 0,-1-3 5 0,0 0-5 16,0-4 0-16,-1-3 6 0,0-3-7 0,0 0 8 0,0-3-4 15,0 1-2-15,1-1-2 0,-1 0-1 0,0-1-1 16,0 0-3-16,0 1 5 0,2-1-4 0,-1-1 6 16,0 0-2-16,1 1-6 0,-2-2 3 0,6-2 0 0,1 0-9 15,0-3 5-15,0-1-8 0,-1-9-11 0,0-2-53 16,-2-2-7-16,5 2-22 0,-4 0-86 0</inkml:trace>
  <inkml:trace contextRef="#ctx0" brushRef="#br0" timeOffset="82005.08">11129 4185 815 0,'-1'-1'32'15,"-2"0"56"-15,-1-1-63 0,-5-2-1 0,5 2 0 0,0 1-1 16,1 0-13-16,2 1-9 0,-2-2-3 0,1 1 0 16,0 1 5-16,-1 0 7 0,1 1 0 0,-1 1 1 15,1-1-10-15,0 1 2 0,-1 0-3 0,-2 9 3 16,0 1 1-16,-2-1-4 0,2 2 6 0,-4-2-5 16,-1 2 10-16,-4-1-6 0,-4 2 2 0,4 2-3 15,-3 2 3-15,1 1-2 0,-1 0-5 0,0 1 3 0,1 0 2 16,1 0-6-16,3 1 4 0,0-2-5 0,3-1 3 15,2 2-3-15,0-1 1 0,2 0-3 0,0-4 0 0,3 1 0 16,-1-6-1-16,0 2 1 0,1 1 0 0,0-1-8 16,1 0 5-16,0-3-5 0,-1-2 1 0,-1-4-5 15,1 1-7-15,-2 1 1 0,3-3-27 0,0 0-35 16,1-1-2-16,-1 2-13 0,1-1-32 0,0-1-78 16</inkml:trace>
  <inkml:trace contextRef="#ctx0" brushRef="#br0" timeOffset="82300.19">11264 4389 967 0,'-1'0'52'0,"0"-1"17"0,0 0-32 0,-1-1-36 0,1 1 0 16,0 0-14-16,0 0 9 0,0 0-7 0,0 1 7 15,-1 0-6-15,1 0 5 0,0 1 0 0,0 0 3 16,1 0 4-16,-8 13-1 0,1 2 1 0,0 1-2 0,1 1-5 16,-1 2 10-16,-2 1-2 0,1 0 7 0,-1 0 0 15,1-1-9-15,0-2 6 0,3-2-7 0,-1 1 1 16,2-4 3-16,1 0-6 0,0-4 4 0,2 1-2 0,0-2-2 16,1-1 2-16,0-1-2 0,0 0 1 0,1 0-2 15,0-3-5-15,0 2 3 0,1-2-7 0,0 1-5 16,2 1 1-16,-3-3-4 0,3-1-13 0,3 0-6 15,2 5-5-15,-2-1-1 0,2-2-16 0,1 0-37 16,0-3-51-16</inkml:trace>
  <inkml:trace contextRef="#ctx0" brushRef="#br0" timeOffset="82522">11288 4248 1664 0,'-1'-1'6'16,"-1"-1"0"-16,1 2 1 0,-6-4-4 0,6 1-2 16,0 3-26-16,-2-2-2 0,2 1-5 0,0 0 0 0,1 1-39 15,0 0-44-15,1 1-17 0,0 1-14 16,1 4-116-16</inkml:trace>
  <inkml:trace contextRef="#ctx0" brushRef="#br0" timeOffset="85494.89">16047 4354 165 0,'0'0'6'0,"0"-2"14"0,0 1 7 16,0 0 4-16,0 0 4 0,0 0-25 0,0 0 2 0,0-1-9 15,0 1 1-15,0 0-2 0,0 0-2 0,1 0 2 16,0 1 7-16,0 0 1 0,0 0 11 0,1 0-5 15,-1 1 22-15,-1 0-4 0,0 0-4 0,0 2 2 16,0 5-3-16,-3 8 3 0,0 4-6 0,-3 3 2 16,-1 4-9-16,-1 3-7 0,-3 2 10 0,-1 2-10 15,-1 3 5-15,-2-1 0 0,0 0-6 0,0 0 5 16,12-3-9-16,-18 0 2 0,2-3 3 0,0-3-3 0,3-1-3 16,3-5 0-16,4-2 2 0,3-5-1 0,1-2 4 15,1-5-6-15,-1 1-2 0,1-3 1 0,3-3 3 0,0 2 9 16,1-3-1-16,-3 1 8 0,1 1 38 0,0-1-4 15,1-1 3-15,-1 0-10 0,1 1-25 0,0-2-22 16,1-2 3-16,0 1-8 0,4-12-9 0,6-10 8 16,4-3-5-16,1-1 6 0,-7-3-9 0,8 1 4 15,5-3-5-15,-1-2 5 0,-3-5-10 0,3-2 17 16,-4 0-2-16,-2 0 5 0,-1 4 1 0,0 1-8 0,2 3 7 16,1 2-7-16,-1 2 11 0,-1 4-5 0,-1 3-2 15,-1 3-1-15,-1 4-11 0,-1 4 15 0,-1 2-7 16,0 2 8-16,-5 2-4 0,2 4-8 0,-2 0 10 15,0-3-9-15,-1 3 4 0,-1 0 7 0,0 0-5 0,1 0 6 16,0-1 4-16,0 2-4 0,-1 0 3 0,0 0-3 16,1 2 3-16,-2 0-2 0,0 14 2 0,1 3-1 15,0 0-2-15,-1 2-5 0,0-1-2 0,12 1 0 16,-4 3 11-16,-3-1-9 0,-2 1 7 0,-1-2-7 16,0 2 7-16,-1-3-1 0,0 0-3 0,2 1 3 15,-1 0 1-15,1-1 2 0,-1 0-2 0,1-1 1 16,-1-2-1-16,2 0-4 0,0-1-2 0,0 0-1 0,-2 0-3 15,1-2 8-15,-1 1-5 0,-1-2 6 0,1-1-4 16,-1-3-2-16,-1 0 6 0,1-3-7 0,-1-3-4 16,-1-1 5-16,0-2-3 0,0 0 5 0,0 1 2 0,0 1-10 15,0-1-1-15,0 0-10 0,0 0-52 0,0-1-155 16</inkml:trace>
  <inkml:trace contextRef="#ctx0" brushRef="#br0" timeOffset="85789.57">15855 4824 822 0,'0'0'204'16,"-1"-1"67"-16,0 0-133 0,-2-2-139 0,1 1-2 15,0 0-31-15,0 0 8 0,1 1 1 0,0 0 3 16,1 0 7-16,1 1 2 0,2 0-6 0,10 1 2 16,9 3-22-16,3 0 0 0,3 1 1 0,-2-3 3 0,2 0 29 15,-5-2 6-15,1-2 5 0,-5 0-1 0,-3-2 11 16,2 0 0-16,-3-2 5 0,2-1-4 0,-2 0-6 16,0 0-10-16,3-2-1 0,-1 1-3 0,2 1-10 15,0 0-112-15,2 0-6 0,0 0-58 0,1 1-218 0</inkml:trace>
  <inkml:trace contextRef="#ctx0" brushRef="#br0" timeOffset="86256.15">16530 4806 926 0,'0'-1'103'0,"0"0"-147"0,-1 0 127 15,0 0-74-15,-1-1 3 0,2 1-15 0,0 0-1 16,0 0-6-16,0 0 4 0,0 0 2 0,0 1-3 0,0 0 1 16,0 0-8-16,0 1 2 0,0 0 3 0,0 1 0 15,-1 8 8-15,-2 5-2 0,-2 0-1 0,-1 2 0 16,-1-1 4-16,1-1 3 0,0 1 1 0,3-3 0 16,-1-2 4-16,1 1-1 0,-1-1-4 0,1 1 1 15,2-1-5-15,1-4 0 0,0 5 3 0,1-1-1 0,0-2 10 16,1-2 4-16,-1-2 0 0,1-2-1 0,0 2-8 15,0 0 0-15,-1-3-3 0,2 1 3 0,5 2-2 16,1 1 3-16,3 0 2 0,-1-2 0 0,1-2 3 0,-2-2-3 16,1-1 0-16,-1-1-1 0,1-2 0 0,-2-1 8 15,0 2 0-15,-1-2 3 0,-1 0-5 0,-1 4 5 16,0-7-3-16,-3 0 4 0,1-2-3 0,-2 0 3 16,0 1-7-16,0-1 6 0,-1-1-3 0,8-2-10 15,-3 2 11-15,-1-3-13 0,-3 1 1 0,0-2 5 16,-2 3-7-16,0-3 7 0,-1 0-5 0,-1 1 2 15,0 0-2-15,-2 0 2 0,-1 1 2 0,-1 0 16 0,-1 1-9 16,0 2 10-16,0 0-18 0,3 3-3 0,-9 0 3 16,-3 4-4-16,2-1-6 0,0-5-9 0,-4 0-1 15,3 6-2-15,-1 0-7 0,-1 3-2 0,4 2-1 16,-1 0-1-16,4 2-12 0,0-1-14 0,1 2-5 0,5-3-5 16,-2 3-47-16,5-5-47 0,0 2 7 0,-1 2-20 15,2-3-25-15</inkml:trace>
  <inkml:trace contextRef="#ctx0" brushRef="#br0" timeOffset="86742.09">16886 4412 718 0,'0'0'0'0,"0"0"0"0,0 0-12 16,0 0-5-16,0 0-4 0,0 0-16 0,0 0 26 0,0 0-3 16,0 0 11-16,0 0-3 0,0 0 11 15,0 0 3-15,0 0 5 0,0 0 21 0,1 0 8 0,1 0 20 16,-1 0-7-16,0 0 33 0,0-1-22 0,2 0-7 15,1 0-2-15,12-5-16 0,-1 1-13 0,1 1-6 16,1 0-1-16,-1 2-20 0,1 1 4 0,-2 1 0 0,0 1 1 16,1 2 3-16,-4 2 2 0,1 2-2 0,0 2 2 15,-2 0 0-15,-2 8-1 0,0 2 1 0,-4 6-1 16,0-2 5-16,-3 7-1 0,14-1 1 0,-9 2-1 16,-6 2 1-16,-2-2-4 0,-4 1-6 0,-2-4 2 15,0-1-8-15,-1-2 6 0,0 0-1 0,2-6 2 0,1-1-7 16,3-2 4-16,0-3 1 0,1-3 1 0,1 0-7 15,0-5 4-15,0 3-3 0,0-4 3 0,0 1-2 16,1 0 3-16,-1-3-2 0,0-1 1 0,0 0-12 0,7 5 12 16,5 1-4-16,1-2 5 0,2-1-6 0,2-4-1 15,1-2-1-15,-1-1 0 0,1-3-6 0,2-2-4 16,0-3 4-16,0 1-5 0,1-2-2 0,0 0-43 16,-2 0-22-16,0 11-13 0,-5-13-132 0</inkml:trace>
  <inkml:trace contextRef="#ctx0" brushRef="#br0" timeOffset="87053.9">17397 4342 913 0,'-2'0'284'0,"1"-1"-411"0,-1-1 338 0,1 2-197 16,-9-4-11-16,4 1-7 0,2 2 2 0,-3 1-5 15,1 0 7-15,-2 4-4 0,2 0 7 0,-5 13-6 16,-1 6 6-16,-1 7-7 0,1-1 1 0,-1 4-3 16,0 1 4-16,-3-2 2 0,-1 5 0 0,-2-5 2 0,-2 0 2 15,0-1-4-15,-3-4 3 0,1-1-1 0,-1-2 6 16,-1 0-5-16,3-2 0 0,0-2 0 0,3-1 1 16,1 0 6-16,2-2-4 0,2 1 4 0,2-1-14 0,4-1 4 15,-2 1-1-15,6-2 2 0,1 1-3 0,2-3-14 16,-7-1 3-16,3-3-9 0,2 1-15 0,1-3-54 15,2-2-2-15,0-3-15 0,2 0 19 0,-1-2-30 16,18 1-24-16</inkml:trace>
  <inkml:trace contextRef="#ctx0" brushRef="#br0" timeOffset="87359">17592 4775 868 0,'0'0'264'0,"0"0"-337"0,0 0 294 0,-1 0-159 16,0 0-68-16,-1 0 5 0,1 1 3 0,0 1 3 15,-1 9 10-15,-3 8-9 0,1 3-3 0,1 0-2 16,1 3 0-16,0-2-1 0,2 3 2 0,0-3-2 16,0-2-1-16,0 0 0 0,2-3 3 0,-1-4-1 15,0 1 6-15,0-7 7 0,0-1 5 0,0 0-2 0,-1-5 3 16,2 0-5-16,-1 0-4 0,0 1 1 0,0-1-10 15,0 0-10-15,0 1-3 0,1-2-3 0,0 0-4 16,0 0-12-16,2-1 3 0,3 0-8 0,2-1-8 0,1-3-85 16,0-3-7-16,1-7-39 0,-1-10-129 0</inkml:trace>
  <inkml:trace contextRef="#ctx0" brushRef="#br0" timeOffset="87489.29">17731 4509 1208 0,'0'0'32'0,"0"-1"-1"0,-2-1 2 0,1 1-5 16,1 0-7-16,0 0-10 0,0 0-6 0,0 1 5 15,0 0-5-15,0 0-3 0,0 0-2 0,0 1-1 16,1 0-1-16,1 1-16 0,2 9-64 0,1 0-22 0,-3-5-24 16,1-2-168-16</inkml:trace>
  <inkml:trace contextRef="#ctx0" brushRef="#br0" timeOffset="90100.46">11649 3921 17 0,'0'-1'0'0,"0"0"30"0,0-1 18 0,0 1 10 16,-1-9-1-16,-2 1-29 0,1 0-18 0,1 3-7 15,-2 0 1-15,1 0 1 0,0 3 10 0,-2-2-6 0,2 2-2 16,1-1 0-16,-7 2 2 0,3-1-6 0,0 2 11 15,-1-1-11-15,0-2 9 0,-2 2-2 0,-4-3-2 16,2 0 3-16,-2 0 18 0,1-1 9 0,2-1 4 16,-4 0-2-16,1-2-11 0,0 1 6 0,-1 0-11 0,3 1 9 15,-2-1-17-15,0 1-1 0,2 1-1 0,-1 1-1 16,1 1-7-16,-1 2-3 0,-2 0 0 0,0-1 1 16,0 2 7-16,0 0 2 0,0-8 4 0,0 3-2 15,-1 1 1-15,0 2 2 0,-1 0-8 0,0 2 5 16,-2 1-6-16,-2 0 9 0,2 0 0 0,-3 0 2 15,-4 2-1-15,2 1-14 0,-4 0 7 0,0 2-12 16,1 1 0-16,-2 2 3 0,3 1-5 0,-2 3 3 0,1 0-8 16,0 1 6-16,2-11 1 0,1 15 0 0,-1 0 5 0,2 0-5 15,2 0 1-15,2 0-2 0,0-2 0 0,2 3 4 16,1 0-7-16,0 0 6 0,-1 2-3 0,1-1 1 16,-2 1 4-16,2 1-3 0,-1 3-7 0,2-1 8 15,-2 1-5-15,1 1 5 0,1-2-2 0,-1-2 1 16,4 0-1-16,-1-1 0 0,3 0-5 0,0 0 5 15,1 2 2-15,-3-1 0 0,1 2-2 0,4 2 1 16,-1 0 0-16,4-1 0 0,0 3-2 0,-2-1 3 16,0 2-5-16,3 1 3 0,-13-2-6 0,8 0 9 15,6 1-1-15,3-2 4 0,1 0-11 0,3-3 4 0,3 0-3 16,-1-1 4-16,4-1-2 0,-10-1-7 0,14 0 2 16,3-1-4-16,1-1-1 0,3 0 5 0,-1 0 1 15,0 1 2-15,0-2 4 0,0 2-3 0,-1-1-1 0,0-2-1 16,1 1-4-16,1-2 7 0,2-2 2 0,2 0 2 15,2-2 4-15,2-3 9 0,0-2-5 0,3-3 6 16,1 15-13-16,0-11 7 0,1-8-2 0,-2-6 5 16,-1-5-3-16,-1-3 0 0,1 11-4 0,-1-19 3 15,0-4-4-15,4-4 4 0,1-1 3 0,0 0-2 16,1 0-2-16,-4-3-1 0,-4-2-2 0,0-2 1 16,-3-2-5-16,-5-4 9 0,-1 0-10 0,-4 2 9 0,-3 1-8 15,-3 3 5-15,-1 2 3 0,-4 2 0 0,-1 1 2 16,-4-1 8-16,-1 1-6 0,17-2 6 0,-11-2 3 15,-6 0 2-15,-3-2 6 0,-4 1-4 0,-4 1 7 0,-3 4-16 16,-2 4 2-16,9 6-7 0,-22 3-8 0,0 6-28 16,-5 3-3-16,-5 7-11 0,-3 3-28 0,-8-16-7 15,-3 18-15-15,-3 12-1 0,-3-8-85 0</inkml:trace>
  <inkml:trace contextRef="#ctx0" brushRef="#br0" timeOffset="92051.04">16084 5308 13 0,'0'0'12'15,"0"0"-1"-15,0 0 6 0,0 0-2 0,0 0 1 16,0 0 28-16,0 0 35 0,0 0-1 0,0 0 9 0,0 0-6 16,0 0-36-16,0 0-1 0,0 0-14 0,0 0-21 15,0 0-5-15,0 0 8 0,0 0-4 0,0 0 35 16,0 0 8-16,0 0 3 0,1 0 0 0,1 0 0 16,-1 0-19-16,0 0 4 0,1 0-11 0,1 0-4 0,5-1-15 15,0-1 4-15,2 0-7 0,-1-1 2 0,-1 2-5 16,2-1-1-16,-3 1 0 0,0-1-4 0,-3 2 8 15,0 0-7-15,0 0 7 0,-3 0-7 0,0 0 10 16,1-1 1-16,1 0 3 0,-1 0-9 0,0 0 0 16,-1-1-3-16,1 1 2 0,-1 0-1 0,0 0-1 15,0 0 0-15,0 0-1 0,1-1 0 0,-1 1-4 16,0 0 2-16,0 0-4 0,-1 0-7 0,0 0-7 0,0-1 3 16,-1 1-2-16,0 0 21 0,-2 0 10 0,0 0 1 15,-7-4 3-15,2 1 3 0,0 1-6 0,1 1 8 16,1 0-8-16,1 1 7 0,3 1-17 0,0 0 0 15,0 0-3-15,1 0 6 0,-1-1-8 0,0 1 1 0,-1 0-5 16,2 0-4-16,0 0 11 0,0 0-1 0,1 0 5 16,0 0-1-16,1 1 9 0,1 0 3 0,4 1 1 15,13 1 5-15,1-1-15 0,2 0 4 0,3-1-7 16,2-1 6-16,2 0-3 0,3 0-5 0,1 0 4 16,0 0-6-16,-1 0 0 0,-4 0 5 0,0 0-3 15,0 0-1-15,-4 0 5 0,1 0-9 0,-5 0 7 0,-2 0-7 16,-1 0 5-16,-2 0-1 0,-3 0 1 0,-2 0-14 15,-2 0 9-15,-3 0-13 0,-1 0 8 0,-2 0-46 0,-1 0-94 16,1 0-16-16</inkml:trace>
  <inkml:trace contextRef="#ctx0" brushRef="#br0" timeOffset="93384.53">16254 5323 595 0,'-3'0'18'15,"-7"-2"40"-15,-7 0-48 0,5 1-14 0,1 1 4 16,0 0-8-16,1 1 2 0,1 0 9 0,2 0-5 0,1 1 6 15,3-1-6-15,1-1 8 0,-1 0-3 0,1 1 5 16,-1 0 1-16,1 0 10 0,1 0 0 0,0 1 2 16,0-1-3-16,-1-1-8 0,1 0 6 0,0 0-5 15,0 0 19-15,0 0-22 0,0 0 9 0,-1 0-13 16,1 0 8-16,1 0 3 0,0 0-2 0,0 0 3 0,1 0 5 16,1 0-3-16,0 0 3 0,4 1-3 0,9 1-2 15,3 1 1-15,1-1-4 0,5 0 4 0,2 1-6 16,7-2 0-16,3 1-5 0,3 1 3 0,6-2-9 0,-2 0 3 15,4 0 2-15,-4 0 1 0,0-1-2 16,1 0 6-16,-2-1-2 0,5-1 3 0,1-1-7 0,5 0 3 16,1 1-2-16,-1-2 3 0,0 1-1 0,-5 0 3 15,-2 1 0-15,-3-2-1 0,-3 2-8 0,-4 0 1 16,2 0 3-16,-2 1 0 0,1 1-2 0,-1 0 0 16,-3 0-5-16,-6 0 3 0,-5 0 1 0,0 1 0 15,-6-1-2-15,-2 2 1 0,-2-1-1 0,-3-1 0 16,0 0 0-16,-5 0 1 0,0 0 5 0,-2 0 3 0,0 0 3 15,1 0 0-15,-2 0 13 0,0 0-15 0,0 0-6 16,-1 0-3-16,0 0-20 0,-1 0 7 0,-1 0-2 16,-21-3 3-16,-4 1-7 0,-2 1 10 0,-6 0 4 15,-2 0 2-15,0 1 5 0,-3-2-2 0,1 2 3 16,0-1-3-16,0 1 8 0,0 0-5 0,-4 0-5 0,-4 1 2 16,-1 2 0-16,-3-2 3 0,2 1 1 0,1-1 0 15,3 2-4-15,5-1 5 0,1 0-2 0,5 0 2 16,2-1-2-16,2 0-3 0,-1 0 4 0,2 0-5 15,0-1-4-15,4 2 7 0,2-2-3 0,2 0 6 16,3 0 4-16,3 0-3 0,3 0 0 0,4 0-2 0,1 0-4 16,2 0-5-16,1 0 3 0,3 0-6 0,-2 0-10 15,1 0 3-15,1 0-7 0,-1 0 7 0,2 0 6 16,0 0 11-16,2 0 6 0,1 0 0 0,24 4 1 0,4 0-2 16,4-2-6-16,3-1 5 0,-2-2-7 0,4 0 2 15,1-1 0-15,4-2 3 0,3 1-1 0,4-1 0 16,1-1-2-16,4 2 1 0,1-2-1 0,-4 0-3 15,-2 2 5-15,-4-1-6 0,-2 2 2 0,-2 0 5 16,-2-1-4-16,4 2 5 0,-3-1-11 0,0-1 2 16,-2 2 2-16,-10 0-1 0,0-1 2 0,-9 0 5 15,0 1-5-15,-6 0 5 0,-3 0-8 0,-4 1 2 16,-2 0-2-16,-4 0 3 0,-1 0 0 0,0 0 8 0,1 0 3 16,-1 0 0-16,-1-1 3 0,1 0-21 0,-2-1 3 15,0 1-11-15,-2 0-6 0,0 1 1 0,-24-5-2 16,-4 4 3-16,-7 1 7 0,-5 1 9 0,-1 3-4 15,-4-1 5-15,-1 1-2 0,2-1 2 0,0 1 5 0,-2 1-2 16,-2-3 9-16,-4 2 0 0,-4-1-3 0,-3-2 2 16,0 3-5-16,2-2 3 0,2 2-1 0,4-1 1 15,3 1-7-15,-1-1 8 0,0 1-4 0,4-2 4 16,-2 1-11-16,6-1 5 0,3-1-1 0,5 0 4 16,6-1-5-16,7 0 5 0,3 0 1 0,6 0 2 15,3 0-2-15,3 0-1 0,3 0-4 0,2 0 0 0,-1 0-29 16,2 0 26-16,0 0-7 0,1 1 16 0,1 1 9 15,4-1-11-15,27 8 1 0,11-1-5 0,5-1-1 16,9-2 6-16,3 0-2 0,0-2 2 0,3 0-4 0,2-2 7 16,4 0-6-16,9-1 5 0,4 0-8 0,2 0 0 15,0-2 1-15,-2-1-1 0,0 1-12 0,3-3-20 16,-1 2-26-16,-3-2-16 0,-3 0-246 0</inkml:trace>
  <inkml:trace contextRef="#ctx0" brushRef="#br0" timeOffset="96629.92">7962 11127 515 0,'0'0'0'0,"0"0"41"16,-1 0 13-16,0-1 26 0,0 1 7 0,-1 0-34 15,1 0-8-15,0 0-25 0,0 0-4 0,0 0-1 16,1 0-8-16,0 0-7 0,0 0 1 0,0 0-1 0,0 0 5 15,0 0-1-15,0 0-4 0,0 0 0 0,0 0-4 16,0 0 10-16,0 0 4 0,0 0 1 0,0 0 3 0,0 0 5 16,0 0-2-16,0 0 3 0,-1 0-13 0,1 0 8 15,0 1-1-15,0 0 4 0,0 0 4 0,0 0-7 16,0 1-1-16,0-1-2 0,0 0-4 0,0 0-3 16,0 0 1-16,0 1-2 0,0-1 2 0,0 0-6 15,0 1 0-15,1 1-2 0,0-1 5 0,-1-1-3 16,1 4 0-16,1 1-1 0,2 0 1 0,0-1-1 15,-2-1-3-15,3-2 0 0,8 2-9 0,-2 4 17 16,3-1-1-16,1-2 7 0,-3-4 7 0,5-1-3 16,2-4 6-16,2-3-5 0,0-3 9 0,3 8-11 0,0-18 3 15,2-4-4-15,2 0 12 0,2 0-9 0,-3-3-1 16,1 0-4-16,0-2-4 0,0 2-4 0,3-2 2 0,2-3-3 16,5 3-4-16,0-2-8 0,1 0-1 0,6 4-6 15,0-3-52-15,0 2-297 0</inkml:trace>
  <inkml:trace contextRef="#ctx0" brushRef="#br0" timeOffset="99142.83">10617 12076 12 0,'0'0'6'0,"0"0"11"0,2 0 2 16,-1 0 5-16,0 0-17 0,0 0-7 0,1 0 3 15,1 0-3-15,-1 0 5 0,3-1-3 0,-2 0 0 16,1-1-1-16,-3 2 10 0,1-1 51 0,1 0 5 0,-1 0 16 16,-1 0 32-16,1 0-17 0,-1-1-7 0,0 1-4 15,-1 0-32-15,0 0-6 0,0 0-5 0,0-1 0 16,-1 1-15-16,0 0-9 0,-1 0-5 0,1 0-2 16,0 0-17-16,0-1 1 0,0 1 3 0,-1 0-1 15,1 0 1-15,-1 0-7 0,0 0 3 0,0 1-4 16,-3-2 6-16,-1 1-1 0,0-1-1 0,-2-1 2 0,-3 0 3 15,0-1 7-15,0 2-4 0,-1 0 4 0,2 1-2 16,-2-2 18-16,2 2-1 0,1 0 6 0,-2 0-7 16,3-1-6-16,2 2-1 0,0 0 0 0,3 0-3 0,-2 0-13 15,-1 0 1-15,4 0-5 0,-2 0 9 0,3 0-3 16,0 0 0-16,0 0-1 0,-2 0 2 0,1 0-4 16,0 0 5-16,0 0-4 0,1 0 11 0,0 0 0 15,0 0-3-15,0 0 2 0,0 0-6 0,-1 0 0 16,1 0-1-16,0 0 1 0,0 0 1 0,0 0-5 15,1 0 5-15,0 0-4 0,0 0 5 0,0 0-9 16,0 0 1-16,1 0-3 0,0 0 13 0,0 0-7 16,0 0 8-16,2 0-8 0,-1 0 12 0,5 0 1 0,3 0-5 15,-1 0 4-15,5 0 9 0,0 0-7 0,-2 0 4 16,2 0-7-16,-3 0-3 0,2-1-3 0,-1 0 4 16,4 0-5-16,1 0 0 0,-1 1 2 0,1-1-6 15,-1 1 4-15,0 0-5 0,-1 0 3 0,2 0 0 0,-2 1 2 16,2 1 0-16,-2 0-7 0,0 2 3 0,3 0-3 15,-2-1 6-15,3 2-3 0,3 1 4 0,1-2-3 16,3 1 4-16,1-1-1 0,2-1-1 0,0-1 0 16,-2 0-2-16,5-1 6 0,-1-1-6 0,3 0 6 15,4 0-8-15,-6 0 1 0,0 0 5 0,-2 0-3 0,-1 0 5 16,-1 0-8-16,2 0-1 0,0 0-1 0,1 0 11 16,2 0-11-16,2 0 9 0,0 0-10 0,-1 0 5 15,2 1 0-15,-1-1-1 0,-1 0 3 0,2 0-3 0,-4 0 0 16,-1-2-4-16,-1-1 4 0,0 1-6 0,-2 0 6 15,0-1-7-15,2 0 6 0,0 0-8 0,-2 0 1 16,-1 0 6-16,-1 1-2 0,-4 1 8 0,-1-1-5 16,-4-1 1-16,1 1-2 0,-3 1 3 0,-1 0 2 15,-2-1-5-15,-4 2 2 0,-1-1-5 0,-3 1 7 16,-2 0 3-16,1 0 0 0,-1 0-7 0,-1 0 8 0,0 0 1 16,2 0 5-16,-1 0 11 0,0 0-13 15,0 0 1-15,-1 0-6 0,0 0-5 0,0 0 0 0,-1 0-1 16,0 0 1-16,-1 0 4 0,-1 0-7 0,-10-1 4 15,-7 0-4-15,-1 0 10 0,1-1-4 0,-3 2 2 16,-1 0-3-16,-1 0 0 0,0 0 0 0,2 0-2 0,-3 2 1 16,2 0 1-16,-2 0-2 0,0 1 2 0,-1 0-3 15,2 1 1-15,0-1 0 0,-3 1-1 0,-2 1 1 16,-3-2 1-16,-1 1-1 0,0-2 1 0,0 0-1 16,4 1 7-16,-6-1-4 0,1-1-2 0,-1 0-1 15,0 2-3-15,3-2 5 0,-1 1-1 0,2-1 2 16,-2 2-4-16,-1-2 4 0,-3 1-3 0,0 1 3 15,-1-2-2-15,-1 0 4 0,3 0 2 0,0-1-1 16,1 0-7-16,6 0 3 0,-2 0-2 0,6 0 4 16,1 0 1-16,0 0-4 0,3 0 3 0,2 0-3 0,2 0 0 15,0 0-1-15,1 0-3 0,0 0 2 0,-1 0-1 0,-1 0 1 16,3 0 4-16,0 1-3 0,-1 0-2 0,1 1-1 16,1-1 1-16,0 0 1 0,6 0 3 0,0 0-1 15,4-1 2-15,1 0-1 0,-2 0 5 0,2 0-1 16,-2 0-5-16,2 0 4 0,2 0-2 0,-2 0-3 15,1 0 0-15,0 0-4 0,1 0-9 0,-1 0 10 16,1 2 2-16,1-1 3 0,0 0 10 0,0 0-9 16,1 0 0-16,1 0-3 0,0-1-2 0,16 5 2 15,3-1-2-15,2-1 1 0,4 0 1 0,-1-1 0 0,1-1 5 16,1 0-4-16,1-1 3 0,2 0-7 0,2 0-2 16,6 0 1-16,0-1 9 0,3 0-7 0,3 0 5 15,1-2-6-15,1 1 6 0,0 0-11 0,0 0 5 16,-2 1-6-16,-3 0 8 0,-1 0 0 0,5 0-6 15,-3 0 4-15,3 1 3 0,-2 0 2 0,-4-2 1 0,-3 2-2 16,1-1-6-16,-3 0 5 0,-5 0 2 0,-1 0 2 16,-5-2-2-16,-4 2 7 0,1-1-1 0,-5 1 5 15,0-2 5-15,-5 2-5 0,-2 0 4 0,-2 0-4 16,-3 1 6-16,0 0-15 0,-3 0 3 0,0 0-7 16,2-1 2-16,-1-1-8 0,0 2-22 0,-1-1-5 0,1 1-153 15</inkml:trace>
  <inkml:trace contextRef="#ctx0" brushRef="#br0" timeOffset="100209.15">4510 12019 1059 0,'0'0'24'0,"-2"0"1"0,1 0-8 16,0-1-4-16,0 0-9 0,0 0-11 0,0 0-5 15,-1 1 0-15,1 0 1 0,0 0 12 0,0 0 8 16,1 0-5-16,0 0 5 0,0 0-12 0,0 0 15 16,0 0-5-16,1 0 9 0,0 0-1 0,0 0 2 15,1 0 4-15,-1 0-4 0,0 0-5 0,0 0-5 16,1 0 3-16,0 0-3 0,7 3 5 0,3 2 1 0,1 0-5 16,1-1 3-16,5 1-1 0,2 0 5 0,2-2-1 15,7 0 2-15,-2-2 3 0,4-1-5 0,3 0 1 16,-3-2-4-16,0-1-1 0,-1 0-3 0,-4-1-3 15,0-1 1-15,-1 2-1 0,-1-1-6 0,-4 1 9 0,0 0-9 16,0 2 4-16,-2 0 2 0,0 1-5 0,-2 0 3 16,-1 0-3-16,-2 0 3 0,-2 0 0 0,-2 0 2 15,-1 0-4-15,-5 0-1 0,1 0 1 0,-3 0 0 16,0 0 10-16,0 0 2 0,0 0 4 0,1 0-1 16,-2 0 7-16,0-1-15 0,0 0-4 0,-1 0-3 15,0-2-3-15,0 1 1 0,-4-9-1 0,-5 0 0 0,5-1 2 16,-13 2-17-16,-1 3 1 0,0 1-9 15,-4 2-13-15,-2 0 3 0,-3 3 9 0,0-12-1 0,-4 7 30 16,3 6-2-16,-5 5 3 0,-2 2-3 0,-1 1 6 0,0 0-5 16,2-1 0-16,2 2 0 0,0-1 2 0,4 0 5 15,5-1-2-15,3 0 3 0,2-1-2 0,5-1-1 16,2 0 2-16,3-2-2 0,4-1-2 0,1 0 13 16,1-1-7-16,-1 0 11 0,1 1 2 0,1 1-5 15,0-1 11-15,0 0-8 0,1 1 19 0,0-1 0 16,1 0-6-16,6 3 4 0,18 7-11 0,3-4-15 15,8-3 3-15,5-3-8 0,6-1-3 0,5-1-15 16,0 0-8-16,3-1-5 0,2 0-53 0,7 1-343 0</inkml:trace>
  <inkml:trace contextRef="#ctx0" brushRef="#br0" timeOffset="110412.19">4797 3001 196 0,'0'-1'0'0,"0"0"3"0,0-1 45 0,0 0 2 16,-2-5-2-16,2 3-9 0,0 2-14 0,0 0-19 0,0 1 1 15,0-1-6-15,0-1-8 0,0 1 17 0,0 0-6 16,0 0 8-16,0 1-15 0,0 0 18 0,2 0-2 15,-1 0 8-15,0-1-9 0,0 1 8 0,0 0-3 16,0 1 5-16,1 0 10 0,-2 0-13 0,1 0 3 16,0 0-8-16,0 0-8 0,-1 0 13 0,0 1-5 0,0 0 7 15,0 1-10-15,0 0 8 0,0 0-4 0,0 10 6 16,0 2-5-16,0 3-3 0,-1 0-1 0,-1 1-1 16,-1 1-10-16,1-2 10 0,-2 0-8 0,1-2 7 15,1-1-7-15,-1-1-3 0,1-1 4 0,1 0-3 16,-1-4 6-16,2 0 0 0,0 0-3 0,0-3 1 0,0 0-5 15,0 0 6-15,2-2 0 0,-2-1 2 0,1 1-7 16,-1-2 3-16,1 1-3 0,1 1 3 0,1-1-5 16,-2-2 8-16,6 4-2 0,1-2 6 0,3-1-1 15,1-1-9-15,2-1 8 0,1-4-9 0,0-2 10 0,3-3-2 16,-1 2-8-16,5-13 5 0,-1 0-3 0,2-5-2 16,1 0 10-16,3-3-7 0,3-4 6 0,3-2 7 15,3 1-8-15,0 0 9 0,1 1 2 0,0 3-16 16,-3 3 10-16,-3 4-13 0,-2 2 8 0,-3 3-15 15,-1 3 0-15,-3 3-10 0,1 1-49 0</inkml:trace>
  <inkml:trace contextRef="#ctx0" brushRef="#br0" timeOffset="111866.82">7646 6109 48 0,'0'0'13'0,"0"0"-1"0,0-1 16 0,0 0 4 0,0 0-11 16,0 0-2-16,0-1-2 0,1 1-6 0,0 0 10 16,0 0 3-16,1 0-14 0,0 0 4 0,-1 1-9 15,4-4 4-15,1 0 3 0,-2 2 3 0,1 0 1 0,0-1 9 16,-2 2 2-16,1 0 2 0,1 0-1 0,-3 0 1 15,-1 1-4-15,0 0 0 0,2-1-1 0,-1-1-7 16,0 1 3-16,1 0-7 0,-1 0 6 0,0 0-2 0,1 1-2 16,-1 0 3-16,0 0-3 0,1 0 10 0,-1 0-4 15,0 1 5-15,1 0-6 0,-1 1 1 0,1 3-6 16,4 7-3-16,-2 1 0 0,0 1-10 0,-1-4 10 16,-2 2-8-16,0 0 8 0,0-3-13 0,0 1 6 15,1 0-1-15,-1-5 3 0,0 3-3 0,0-2 0 16,0-2 0-16,1 2 1 0,-2-4 5 0,0 0 7 15,2 2 3-15,3 1 0 0,2-1 12 0,4 1 4 16,-1-4-3-16,5-1 2 0,1-5-8 0,4-4-10 0,3-5 3 16,2 6-6-16,1-19-8 0,5-2-1 0,3-4-2 15,4-1 3-15,1 0 5 0,2-2-11 0,0 3 0 16,3-1-4-16,1 0-1 0,-1 3-46 0,0-1-10 0,0 4-26 16,5 0-175-16</inkml:trace>
  <inkml:trace contextRef="#ctx0" brushRef="#br0" timeOffset="114879.93">9138 8606 225 0,'-1'0'0'0,"0"0"9"0,0 0 97 0,-1 0-33 16,1 0 1-16,0 0-56 0,1 0-13 0,0 0-16 16,0 0 3-16,0 0-4 0,0 1-9 0,1 0-18 0,0 0 1 15,2 0-4-15,0 1 13 0,7 0 20 0,0-1-1 16,2-1 8-16,-3 0 2 0,-1 0 15 0,-6 0-5 16,-1 0 8-16,3-1 7 0,-3 1-3 0,2-2 4 15,0 0-5-15,-2 1 3 0,2-3-10 0,1-1 7 0,-2 1-6 16,1 1 4-16,-2-1 4 0,0 1-4 0,0 0 5 15,-1 1 3-15,1 0-1 0,0-1 1 0,-1 1 0 16,0 0 7-16,0-1-13 0,0 2-2 0,0 0-5 16,-1 0-1-16,0 0 0 0,0 1 0 0,-11-4-2 15,-2 3-3-15,0 1 12 0,-1 0 5 0,2 2 1 16,1 2 16-16,-1-1-12 0,5 0-2 0,0-1-4 0,-2 0-11 16,4 1-7-16,-1 0 4 0,-3 4-5 15,1-1 5-15,4 0-9 0,-4 8 1 0,3 0-2 0,3 4 8 0,-3-2-6 16,1 3-1-16,2-1-1 0,-1 2-2 0,2 2 1 15,-2-2 2-15,2 2-2 0,-2 0 0 0,0-1 5 16,0 1-1-16,1 1 3 0,-2 0-10 0,3 1 3 16,-1-1-7-16,2 1 7 0,-12-2-9 0,6-1-20 15,5-2 1-15,2-3-10 0,2 1-8 0,3-3 20 16,1-1 0-16,1-1 9 0,-3-3 6 0,13-1 1 16,2-1 0-16,3-2 0 0,0 0-1 0,3-2 17 15,1 11-5-15,1-7 9 0,5-3-7 0,0-4 4 0,-1-4 0 16,0-4 1-16,1-2-2 0,-2-4-2 0,3-3 7 15,0 16-3-15,-1-19 11 0,0 0 3 0,-2 0-1 16,1 0 3-16,-7 0 7 0,-2 0 15 0,-5 0 4 16,-5-1 3-16,-3-2 15 0,-4-2-6 0,0-2 3 0,-4-3-4 15,17-6 5-15,-13 3-13 0,-3-5-2 0,-7-3-5 16,-3 7-12-16,-5-1-19 0,-3 5-3 0,7 5-8 16,-20 2-37-16,-9 6-75 0,-4 6-11 0,-12 10-33 15,-13-17-170-15</inkml:trace>
  <inkml:trace contextRef="#ctx0" brushRef="#br0" timeOffset="122677.96">11765 14384 73 0,'0'0'0'0,"0"0"15"0,0 0 7 0,0-1 12 0,0 0 0 15,0 0-12-15,0 0-5 0,0-1 15 0,0 1-3 16,0 0 9-16,0-1 11 0,0 0 13 0,0 0-7 16,0 0 6-16,0-1-19 0,0 1-8 0,0 0 5 0,0-1-7 15,0 1 6-15,0 0-4 0,0 1-4 0,0-1 0 16,0 1-11-16,0 0-12 0,0 0 0 0,0 0-4 15,1-1-1-15,0 1-5 0,1 0 10 0,-1 0-7 16,0 0 5-16,0 0 9 0,0-1-6 0,1 2 9 16,-1 0 10-16,1 0 5 0,0 0 5 0,0 2-1 15,-1-1 10-15,0 0-10 0,0 0 1 0,0 1-5 0,0 1-7 16,3 6-7-16,-2 1 1 0,0-1-3 0,-1 2 0 16,0 0-4-16,0-1-2 0,0 2 1 0,-1-1-2 15,0-1-8-15,0 3 1 0,1-2-2 0,-1-1 6 0,2 0-3 16,-1-3 4-16,-1-3-5 0,1 1 4 0,0-1-8 15,0 1 4-15,0-1-5 0,1-1 8 0,0 1-4 16,-2-3 1-16,2 1-2 0,5-1-2 0,3 1 2 16,-2-1-1-16,1 6 0 0,2-1-1 0,1-3-2 15,2-2 1-15,1-1-1 0,3-1 0 0,-1-2 2 16,3-4 2-16,2-4-2 0,-1 9 7 0,6-23 0 16,0 1-1-16,2-6 0 0,2-3 4 0,-2 0-8 0,2-1 5 15,-2-1-5-15,3 2 18 0,-1 1-16 0,1 1 2 16,1 2-4-16,0 2 5 0,5 1-4 0,1 3-2 15,-4-1-4-15,2 2-9 0,-6 4-15 0,-1 5-14 16,-3 3-10-16,-5 1-126 0</inkml:trace>
  <inkml:trace contextRef="#ctx0" brushRef="#br0" timeOffset="124663.08">11077 14109 257 0,'0'0'64'0,"0"0"-9"15,-1-1 47-15,0 0 4 0,-1 0-35 0,0 1-17 0,-5-3-32 16,-1-4 6-16,0 0-8 0,0 2 11 0,1-3 3 15,-1 1 4-15,-1 0-1 0,0 0 9 0,-1 1-2 16,0 3-7-16,1-3 4 0,0 0-8 0,-2-1-7 16,2 0 6-16,-2 2-7 0,3-2 4 0,-2 2-8 15,-9-2 22-15,8 0-18 0,2 1-16 16,-2 2-1-16,1 0-5 0,-2 2-2 0,1 1-1 16,0 1 3-16,-2 1-3 0,1 2-1 0,-2 4-3 0,0 3-4 15,-3-4 2-15,1 12 1 0,-4 1 2 0,0 2 2 16,1 1-1-16,-3-1 6 0,3 1-4 0,1 0 0 15,3 3-1-15,0 0 3 0,-2-1-5 0,7 5 5 16,-3-1-5-16,1 2 3 0,2 3 2 0,-1 0-2 0,2 6 0 16,1 0-8-16,1 1 8 0,-2 0 0 0,2-2 3 15,-2-1-3-15,2 0-2 0,3 0 2 0,0 2-2 16,2 1 7-16,1 1-3 0,-18 2-3 0,11 0 1 16,5-1-4-16,3 1 7 0,4-6-5 0,2 0 4 15,2-4-5-15,1-6 2 0,2-4 1 0,1-2 0 16,-9-1-3-16,18-1 2 0,2-1 1 0,0-2-2 0,3 0-8 15,1-3 8-15,4 1-4 0,2-1 6 16,-2-3-3-16,1 1 5 0,0-3-1 0,1-1 4 0,1 1-5 16,2-1 0-16,2-1-3 0,2-3 2 0,1-2 5 15,1 18-5-15,2-11-3 0,-2-7-2 0,1-2-3 0,-5-3 0 16,-1-4 3-16,-3 0-2 0,1-5 13 0,1-1-4 16,0-3 4-16,2 16-4 0,-1-20 1 0,0 0-2 15,-1-2 3-15,-4 0-3 0,-2-2 10 0,-5-2-9 16,-3-1 7-16,-3-3-5 0,-3 0 19 0,-2-3-13 15,-6-4 4-15,-1-1-6 0,-3-1 5 0,-3-1-1 16,16 3-1-16,-8 2 0 0,-7 1-4 0,-3-2 0 16,-4 2-2-16,-3-2 2 0,-4 0 2 0,-2-3-5 0,-4-3 5 15,16-4-4-15,-24 0 11 0,-2-1-10 0,1 1-2 16,-1 2-1-16,-1 4 1 0,0 1 8 0,1 4 0 16,0 2 1-16,0 2 0 0,1 3 19 0,2-1-10 15,-1 6 10-15,0-1-28 0,-1 5-10 0,-1 5-1 0,-4 0-4 16,0 8-15-16,3 5-82 0,-2-13-29 0,5 11-34 15,-1 8-257-15</inkml:trace>
  <inkml:trace contextRef="#ctx0" brushRef="#br0" timeOffset="125944.32">9683 12108 631 0,'-2'0'50'0,"1"-2"13"0,0 1-4 0,-1-1-30 16,2 1 6-16,-4-7-1 0,-2 0-13 0,4 3 6 15,-3-2-8-15,2 2-6 0,0 1 2 0,0 0-3 16,0 0 3-16,2 2-7 0,0-2 0 0,0 2-8 16,0 0 3-16,1 0-8 0,0 1 12 0,0-1 3 0,0-1 2 15,0 1-3-15,0 1 6 0,0 0-7 0,0 0 7 16,0-1-3-16,0 1 0 0,0 0 6 0,0 0-7 15,0 1 0-15,1 0 9 0,0 0-1 0,0 0 4 16,0 1 3-16,1 0 3 0,-1 2-8 0,4 6 5 16,2 5-12-16,-2 0-13 0,3 1 10 0,-1 3-11 0,1 0 8 15,1 2 1-15,-1 1-5 0,2 1 4 0,-1 1-8 16,1 0 0-16,0 2 1 0,0-2-1 0,0 0-3 16,1-3 7-16,-2-2-6 0,1-2 7 0,-9-3-5 15,12 0-1-15,1-3 4 0,0 0-3 0,0-3-4 0,1-4 8 16,1 0-5-16,0 7 7 0,1-3-6 0,-2-2 3 15,4-3 0-15,1-1 1 0,-3-1-3 0,7-2-1 16,-2-4 2-16,-1-2-1 0,4-1 2 0,-1-1-1 16,-3 0-3-16,0-2 1 0,-1 0 0 0,-2 1 4 15,-1 10-4-15,1-12 4 0,-2 3-12 0,-2-2 12 16,-1 1 1-16,0 2 2 0,0-2-7 0,0 0 1 16,1 1-2-16,0 0 1 0,2-1 0 0,-1 2 0 0,1-1 5 15,2 2-1-15,-2 1 3 0,1 0-6 0,1 1-2 16,-2 3 0-16,1-1 0 0,-2 3 2 0,2 0-1 15,2-11 0-15,-1 5-6 0,1 3 6 0,-2 3 3 16,0 1 0-16,0 3 1 0,1 0 3 0,-1 2-7 0,-2 1 4 16,-1 1-3-16,0 0 2 0,-1 1 3 0,-2-1-2 15,-1-2-4-15,0 8 3 0,-1 1-3 0,2 0 2 16,-2 0-5-16,-1-1 5 0,0-2 0 0,-1-2 2 16,-1 0-5-16,0-2 6 0,-1-2-5 0,-2 1 4 15,0-3-9-15,-1 0 9 0,1-2 0 0,-3 0 2 16,1-1-8-16,1 3 4 0,0-1 0 0,1 0 3 0,-1 1 4 15,-1-1 0-15,0-1 3 0,1 0-1 16,-1 0 10-16,0 1-13 0,0-1 1 0,0 0-7 0,1-1-7 16,-1 0 5-16,0-1-3 0,1 0 5 0,1-1-5 15,-1-1 2-15,1-9 4 0,6 2-1 0,0-4 4 0,0 2-5 16,2 1-2-16,1-2 0 0,0 3-4 0,3-1 2 16,0-1 5-16,4 2-2 0,0-1 9 0,1 1-9 15,2 1-4-15,0 1 0 0,2 1-1 0,2 2 3 16,0 2 2-16,0 2 1 0,-1-13 3 0,0 6-8 15,0 6 4-15,0 2-7 0,0 2 10 0,0 4-3 16,1 3 1-16,2 0-2 0,0 2-3 0,3 1-1 16,2 4 1-16,0-1 1 0,-3 0 7 0,2-1-4 0,-2-1-1 15,1 2-2-15,3-1 2 0,-4-1-2 0,-2-2 3 16,-2-1-1-16,-3-1 3 0,2-1 3 0,0 1-3 16,0-1 2-16,0-2-1 0,1 1-2 0,1-1 2 15,2-2-3-15,-4-1 1 0,4-2 2 0,-3-1 7 0,-3 0-2 16,1-1 19-16,-3-3 5 0,1-1-5 0,-1-2 4 15,0 2-9-15,-3-1-8 0,-2-1 2 0,1 1-6 16,-2-1-9-16,-1 1-1 0,0-1-3 0,1-2 0 16,-1 1-14-16,-1 0-190 0,1 0-91 0</inkml:trace>
  <inkml:trace contextRef="#ctx0" brushRef="#br0" timeOffset="131317.23">12871 16086 48 0,'0'0'0'0,"0"0"69"0,0-1 10 0,0-1 26 15,0 1 11-15,0 0-57 0,0 0 1 0,0 0-2 16,0 0 1-16,-2-1 3 0,2 1 3 0,-1 0-28 16,1 0 2-16,-1-1-11 0,0 0-1 0,1 1-6 0,0 0-2 15,0 0 0-15,0 0 2 0,0-1 13 0,0 1-4 16,0 0 5-16,0 0-12 0,0 0 4 0,0 0 0 16,0-1 2-16,0 1 5 0,0 0-17 0,0 0 5 15,0 0-10-15,0 0 7 0,0-1-6 0,0 1 2 16,0 0-4-16,0 0-5 0,0 0 4 0,0-1-3 0,0 2 3 15,0 0-9-15,0 0 5 0,0 0-1 0,0 0 1 16,0 0-7-16,0 0 0 0,0 0 1 0,0 2 1 16,1-1 6-16,0 0-9 0,0 1 1 0,1 4-3 15,1 7 10-15,-1-1-4 0,0-1-2 0,-1 0 0 16,0 1-5-16,-1 0 11 0,0 1-3 0,0-3 5 0,0 1-8 16,-1-2 0-16,0 1 2 0,-1-2-1 15,1 0 2-15,-1 0 5 0,0-1-1 0,0-1 3 0,0 1 0 16,1-2-1-16,0 1-1 0,1-2 0 0,0-1 2 0,0-1-3 15,0 1 0-15,0-2-2 0,0 1-5 0,0-1 12 16,0 1-2-16,0-1 4 0,0 1-16 0,0 1 5 16,0-1 3-16,0 0 1 0,0-1-4 0,1 1 14 15,0-1-7-15,0 0 12 0,2 0 6 0,-1-1-12 16,11 0 2-16,3-1-6 0,4-5-5 0,3-2-1 16,0-3-2-16,3-3 0 0,-2 13 2 0,3-18 6 15,3-1-1-15,1-3 4 0,0-2 8 0,0-2 2 16,0-4 3-16,-1 3-1 0,1-4 8 0,3 2-13 15,1-1 1-15,3-1-5 0,2 3 3 0,-1-2-11 0,-4 6-3 16,1 1-4-16,-3 2-10 0,4 3-18 0,-2 1-11 16,0 2-12-16,2 2-130 0,-1 3-434 0</inkml:trace>
  <inkml:trace contextRef="#ctx0" brushRef="#br0" timeOffset="136349.54">5503 16689 17 0,'0'0'15'15,"0"0"7"-15,0 0 23 0,0 0 12 0,0-1 2 16,0 0-5-16,0 0-6 0,0-1-5 0,0 1 1 16,0 0-22-16,0 0-6 0,0 0 7 0,0-1-7 15,0 1 0-15,0 0 13 0,0 0-8 0,0 0 11 0,0 0-5 16,0-1 5-16,0 1-8 0,0 0 6 0,0 0-18 16,0 0 9-16,2 0-4 0,-2-1 5 0,0 0-7 15,0 0-1-15,0-1 1 0,0 1-2 0,0 1 2 0,0 0-12 16,0-1 8-16,0 1-9 0,0 0 1 0,0 0-7 15,0 0-4-15,0 0 0 0,0-1-2 0,0 2 6 16,0 0-1-16,0 0 4 0,0 0 6 0,0 2-2 16,0-1-3-16,0 0 0 0,0 0 1 0,0-1-3 15,0 1 5-15,0 0-4 0,0-1 8 0,0 0 13 16,0 0-3-16,-2 0 6 0,2 2-4 0,-1-2-1 16,1 0 0-16,-1 1 0 0,1-1-2 0,-1 1 3 15,0-1-1-15,-1 0 0 0,1 0-6 0,0 0-5 0,0 0 5 16,1 0-3-16,-1 1 12 0,1-1-15 0,-1 0 3 15,1 0-6-15,0 0-2 0,0 0 8 0,0 0-5 16,0 0 5-16,0 0-10 0,0 0 9 0,0 0-4 16,0 0 7-16,0 0 0 0,0 0 16 0,0 1-5 0,0 0 7 15,0 1-16-15,0-1 6 0,0 0-1 0,0 0 0 16,1 0-11-16,0 1 2 0,0-1-5 0,0-1 3 16,10 4-3-16,2 1-4 0,1 0 4 0,2 0-4 15,3-1 0-15,2 1 5 0,4 0-4 0,1-2 2 16,-4 0-5-16,2-1 6 0,-2-1 2 0,-2 0-1 15,5 2-10-15,-3-2 5 0,-1 0-1 0,-2 1 3 0,-1 1-2 16,-4-2 4-16,1 1-1 0,-1 1 2 0,-2-1-5 16,1 0 1-16,-2 1 0 0,-2-1 0 0,0 1-4 15,-3 0 4-15,0-1-1 0,-1-1 3 0,-2 1-1 16,1-1-2-16,-3-1 2 0,0 0-1 0,0 0 8 0,2 1 4 16,-1 0 2-16,0 0 0 0,0 0 5 0,-1 1-11 15,0-1 3-15,0 0-6 0,-1 0-2 0,0 0 4 16,0 0-8-16,-1-1 6 0,-1 0-5 0,-2 0-1 15,-8 0 4-15,1 0-3 0,-2 0 1 0,-5 0-1 16,0 0 0-16,-2 0-1 0,-1-1-6 0,0 1 9 16,-4 0-6-16,2 0 7 0,-2 0-4 0,0 0-2 15,2 0 5-15,1-1-3 0,-2 1 6 0,5 0 0 0,-1 0-5 16,4 0 3-16,2 0-5 0,1 0 9 0,1-1 3 16,1 1 0-16,1-1 1 0,2 0-7 0,2-1 3 15,1 2-4-15,3 0 2 0,0 0-6 0,1 0 0 0,-1-1-1 16,0 1 0-16,-1-1 1 0,2 1 0 0,0 0-1 15,0 0-7-15,0 0 6 0,-1 0-2 0,2 0 4 16,0 0 4-16,2 0 2 0,-1 0-1 0,1 0 1 16,0 0-3-16,13 0-5 0,1 0 4 0,3 0-3 15,2 0 11-15,6 0-3 0,0 0-1 0,2-1-1 16,2-1-2-16,1-2 4 0,-2 0-4 0,2 0 3 16,0-1-10-16,-4 0 6 0,-1 1-2 0,-2-1 4 0,-3 0-2 15,-2 1-3-15,0-1 3 0,-5 1-4 0,1 1 0 16,-3 0 1-16,-4 2-3 0,-1 0 4 0,-1 0 2 15,-3 1 3-15,-2 0-5 0,-1 0 3 0,1 0-5 0,0-1 8 16,0 1 0-16,-1-1 3 0,1 1-9 0,-2 0-1 16,0 0 0-16,-2 0-2 0,-5-2-1 0,-14 2 4 15,-2 0-2-15,-3 3 2 0,-1 0-1 0,-4 3 3 16,2 0 1-16,-4 0 1 0,-2 1-2 0,-3 0-2 16,0-1 0-16,1 0-1 0,-1 0 11 0,3 0-10 15,3-2 7-15,2 2-7 0,2-1 5 0,3 0 0 16,1-2-4-16,4 1 2 0,1-1-4 0,5-1 3 15,2 0 5-15,4-1-1 0,0 0 2 0,6-1-3 0,0 0-1 16,1 0 0-16,-1 0-4 0,0 0 4 0,0 1 1 16,2 0 1-16,0 0-4 0,2 1 4 0,9 0-1 15,20 0 2-15,4 1-2 0,9-3-28 0,5-1-23 0,10-1-11 16,6 0-164-16</inkml:trace>
  <inkml:trace contextRef="#ctx0" brushRef="#br0" timeOffset="144629.84">25836 11647 229 0,'0'0'0'0,"-1"-1"5"0,0-1 50 0,0 1-23 16,-2 0 3-16,1 0-35 0,0-2 1 0,-2 1 3 15,-2-3-9-15,-1 1 8 0,1 3 0 0,2-7 3 16,-2-1 6-16,2 1-2 0,1 1 20 0,-2-1 22 0,-1 0 0 16,-2 1 7-16,0 0-15 0,-1 2 5 0,0-1-12 15,1 0 10-15,0 1-20 0,3 2 0 0,-3-1 3 16,3 0-3-16,-2 2-2 0,0 0-10 0,2 1-7 0,-2-1 1 15,-2 1-6-15,-2 0-1 0,0-6 5 0,1 1-5 16,2 3 2-16,-1-1-3 0,2 2 3 0,3 1-2 16,-2-1 10-16,0 1-6 0,-2 0 4 0,2 1-6 15,0 0 7-15,0 0 4 0,0 0-1 0,-1 0 2 16,0 0-8-16,-1 0-4 0,1 0-1 0,-1 0-1 16,-1 0 3-16,0 0-5 0,-2 0 4 0,1 0-4 0,0 0 5 15,2 0-1-15,-1 1 3 0,0 0-2 0,0 2 3 16,0-1-8-16,-1 0 0 0,0 2-3 0,0-1 5 15,1 1 5-15,1 0-3 0,-2-1 2 0,2 1-6 0,-1-1 4 16,-2 2-1-16,0-2 3 0,0 2-2 0,1-1 7 16,0 0 0-16,-1 1 1 0,-2 1-8 0,1-1 4 15,4-2-6-15,1 1 4 0,0 0-7 0,3-1 2 16,-5 4 0-16,3-3 1 0,1 1-7 0,-2 5 1 16,4 1 5-16,-1 1-2 0,3 2 8 0,-3 0-7 15,2 3-1-15,-1 0-1 0,-1 3 2 0,2 5-1 16,-6-1 1-16,3 3-2 0,-1 1-6 0,-3-2 3 0,3 4 1 15,-5-3 2-15,2-2 7 0,2 1-7 0,0-4 2 16,1 2-5-16,-4-3-2 0,2 1 6 0,0-2-6 16,2 1 7-16,1 1 0 0,2-1 0 0,2 2 3 15,-2 0-2-15,-10-1-5 0,5 0 3 0,3-1-1 16,3 2 3-16,1-1 3 0,1-2 1 0,0 0-3 0,1-1 2 16,1 0 0-16,1 1-3 0,0-1 7 0,1-1-5 15,-1-1 5-15,2 2-8 0,0-1 0 0,1-1-2 16,0 1 3-16,-1-2 4 0,2 1-1 0,1-2 1 15,0 1-9-15,0 1 10 0,1-2-6 0,-7 1 7 16,12 0-6-16,-1-1 3 0,-3 0-2 0,7-1 0 16,0-1-6-16,1 0 9 0,1 0 4 0,-2-3 2 15,1 0 3-15,0-2-2 0,-3 0-2 0,1-1 2 0,2-2 1 16,0 1 3-16,-1-1-1 0,2-4 1 0,0 2-5 16,1 8 7-16,1-2-2 0,1-6 2 0,1-2-4 0,0-1-6 15,0 0 4-15,1-2-5 0,1-2 4 0,-5 0 3 16,-2-1 0-16,-2 0 3 0,-4 1 4 0,4-2 3 15,0-1 0-15,-5 1 2 0,4-1 2 0,-3-2-2 16,1 0-5-16,0 6 2 0,0-10-9 0,0-3-5 16,0 1 2-16,0 0-4 0,0-2 1 0,0 0-9 15,0-1 6-15,0 0-7 0,1 1 7 0,-3-1-1 16,-2-1-6-16,0-3 4 0,0 0 2 0,-2-4-3 16,0 0 4-16,-3-2-5 0,0-5 4 0,-1 2 0 0,-1-2 3 15,-1 1-3-15,0 2 3 0,14-1-2 0,-6 1 0 16,-6 2 0-16,-2 2 8 0,-1 1 1 0,0 1 3 15,0 1-2-15,-2-1 0 0,0 1 0 0,-2-2-5 0,-1-1 3 16,1-1-2-16,-2-2-4 0,-1-1 7 0,-3-2-7 16,1 1-2-16,-2-2 9 0,1 1-7 0,-2 3 8 15,-2-3-5-15,0 3 1 0,-2-1 1 0,12 2-2 16,-19 0-12-16,-3 2 5 0,-5 0-6 0,-3 3 3 16,-8-1-28-16,-9 3-62 0,-6 7-45 0,-14 10-40 15,-13-9-485-15</inkml:trace>
  <inkml:trace contextRef="#ctx0" brushRef="#br0" timeOffset="151645.15">27321 11446 25 0,'0'0'235'0,"0"-2"-85"0,-1 1 75 16,0 0 8-16,0-1-174 0,0-1-27 0,1 1-20 16,0 1-3-16,0 0 1 0,1-2 3 0,0 2 2 15,1-1 1-15,4-2 1 0,7-2-3 0,-1 3 5 16,0 1-9-16,0 0 8 0,-2 2-1 0,0 0-1 16,-1 2 1-16,0 0-2 0,0 1 0 0,-1 2-1 15,4-4 2-15,-4 16-3 0,1 2-3 0,-5 3-2 16,-2 4-5-16,13 2 1 0,-8 5-4 0,-5 3-3 15,-6 3 5-15,-4 7-5 0,0 0 6 0,-3 0-1 0,2-2-1 16,2-5 1-16,0-3-2 0,3-7 1 0,2-4-1 16,-1-4 2-16,2-1 2 0,1-4 0 0,0 0 0 0,1-5-1 15,0 1 2-15,2-3 3 0,-1-1 4 0,2 0-1 16,-1-2 15-16,0-2-7 0,2 1 1 0,8-1-4 16,3-2-15-16,3 10-1 0,0-5-9 0,4-4-1 15,-2-3-44-15,4-2-36 0,-4-3-8 0,5-4-15 16,1-2-93-16</inkml:trace>
  <inkml:trace contextRef="#ctx0" brushRef="#br0" timeOffset="151943.67">27806 11568 1095 0,'0'0'15'0,"-1"-1"-1"0,0 0 17 16,-1-1-1-16,1 1 0 0,0 0-5 0,0 0-9 15,0 0-3-15,0 0 0 0,-1-1-7 0,1 1 3 16,0 0-7-16,0 0 4 0,0 1-11 0,-2 0 9 16,-4 1 1-16,-7 4 3 0,-3 4 2 0,-5-3-7 15,2 16-1-15,-2 4-2 0,-3 2 0 0,2 3 1 0,-2 4 3 16,2 2-1-16,1 0-1 0,0 3-7 0,1-3 5 16,1-1-5-16,-1 0 8 0,1-6 1 0,2 1-4 15,0-2 1-15,2-1-7 0,1 2 9 0,-1-3-1 16,4 1 3-16,-1-1-5 0,2-1-4 0,0 0-2 0,3-3 1 15,1 1 1-15,1-4-21 0,3-1 3 0,0 1-12 16,-10 1-18-16,6-4-51 0,5-1-5 0,2-6-20 16,1-2-55-16,0-3-61 0</inkml:trace>
  <inkml:trace contextRef="#ctx0" brushRef="#br0" timeOffset="152207.64">27959 12152 502 0,'0'0'205'0,"0"0"44"0,0 0-92 15,-1 0-96-15,-1 0-24 0,1 0-27 0,0 0-3 16,0 2-6-16,0-1 3 0,0 1-5 0,-3 6 8 16,-3 9-2-16,0 5 3 0,2-2-12 0,1 4 5 15,1 1 1-15,1-2 3 0,-1 2-3 0,2-4 0 0,1 0 0 16,0-2 1-16,0-3 3 0,0-1-6 0,0 0-1 15,0-4-1-15,0 1 9 0,0-4-6 0,0-2 0 16,0 0-3-16,0-1-12 0,0-2-27 0,0 0-8 16,0-2-9-16,0 0-49 0,0 1-19 0,1 1 0 15,1-2-14-15,-1 0-73 0</inkml:trace>
  <inkml:trace contextRef="#ctx0" brushRef="#br0" timeOffset="152385.84">28141 11943 1555 0,'-2'-1'15'0,"-3"-3"40"0,-1-5-49 16,0 3-15-16,4 4-13 0,0-1-5 0,0 2-53 0,1 0 24 16,0 0-7-16,1 1 10 0,0 0-28 0,1 1-59 15,2 0-32-15</inkml:trace>
  <inkml:trace contextRef="#ctx0" brushRef="#br0" timeOffset="152727.03">28435 12045 1057 0,'-1'0'82'15,"0"-1"15"-15,0 0-33 0,-2 0-37 0,1 0-11 16,-1-1-19-16,1 1-28 0,1 0 10 0,0 0-13 0,0 0 20 16,-1 1 13-16,2 0-6 0,0 0 9 0,2 0-3 15,-1 1-2-15,1 0 5 0,11 1-2 0,0 1 13 16,5 0 5-16,-3 0-1 0,3-1 2 0,-1-1-6 0,-3-1-3 15,-1 0-9-15,-3 0 4 0,-3 0-11 0,-1 0 5 16,-3 0 7-16,2 0-3 0,0 0 1 0,0 0-28 16,2 0-4-16,-2 0-11 0,-4 0-49 0,3 0-51 15,-3 0-21-15,1 1-20 0,1 1-198 0</inkml:trace>
  <inkml:trace contextRef="#ctx0" brushRef="#br0" timeOffset="152910.75">28337 12249 1377 0,'0'0'45'0,"0"-1"1"0,-1-1-1 0,0 1-7 0,1 0-12 15,0 0-9-15,0 0-9 0,0 0 5 0,0-1-4 16,1 1 8-16,0 1-3 0,18-6-4 0,5 2 0 16,3-2-6-16,3 0-15 0,5 1-11 0,0-1-4 15,0 0-60-15,3 1-57 0,1-3-20 0,-3 0-33 16,3 0-270-16</inkml:trace>
  <inkml:trace contextRef="#ctx0" brushRef="#br0" timeOffset="153334.81">29288 11651 1326 0,'0'-1'6'0,"-2"0"1"0,1-2 5 15,-3-12-7-15,1 5 3 0,2 2-16 0,1 1-8 0,0 1-1 16,2 0 0-16,2 0 0 0,6 1 7 0,12 0 4 16,2 2 0-16,3 1 6 0,4 0 2 0,0 1-8 15,-2-14 6-15,0 7-1 0,-4 4 0 0,-1 4 9 0,-4 0-7 16,-3 1 16-16,-3 2-4 0,0 0 3 0,-1 1-3 15,-1 1 5-15,-1 0-2 0,-3 1-5 0,-2-1 3 16,-1 10-6-16,-3 2-2 0,10 0 6 0,-5 3-5 16,-3 2 6-16,-2-4-1 0,-2 7-1 0,-2-4 0 15,0-2 4-15,0 1-7 0,-1-5 7 0,2 1-7 16,0 0 0-16,0-2 3 0,0 1-7 0,1 1 6 16,0-1-10-16,0-1 0 0,0 0 0 0,1 0 1 0,0-2 3 15,1 3 5-15,2-3-2 0,-1 0 1 0,1-2-9 16,1 0 8-16,-1-2-5 0,1-1 8 0,0-1-1 15,-3-1 1-15,7-2 3 0,2 1-2 0,0-3-2 0,-1 6-7 16,1-1-5-16,-1-3 0 0,1 0-22 0,2-3-23 16,0-1-1-16,4-4-10 0,-1-1-35 0,3-5-65 15,1 6-18-15,-4-17-23 0,9 0-140 0</inkml:trace>
  <inkml:trace contextRef="#ctx0" brushRef="#br0" timeOffset="153607.37">29900 11597 1083 0,'-1'0'92'0,"0"-1"-111"0,-1 0 107 0,-7-3-54 16,1 1-4-16,0 1-22 0,-2 0-1 0,1 2-7 16,-2 0-1-16,1 4-2 0,-2 2 4 0,-2 3-3 15,0-1 0-15,-3 16 4 0,2 2-4 0,-4 1 3 16,-1 5-4-16,-2-1-2 0,-2 1 5 0,1 0-3 15,1 0 11-15,-1-3-8 0,1-4 0 0,2-3-3 16,2-4 7-16,3-7-3 0,1 0-1 0,6-2 0 0,-3-2-2 16,8 1-26-16,-2-3 1 0,3 1-15 0,-3 0-49 15,2-1-50-15,2-2-14 0,1 0-12 0,0-1-56 0</inkml:trace>
  <inkml:trace contextRef="#ctx0" brushRef="#br0" timeOffset="153942.76">30260 11675 1060 0,'0'0'180'0,"0"0"-240"0,-1-1 213 16,0 0-117-16,0-1-11 0,-2 2-18 0,0 0 2 16,-7 0-7-16,-1 3 4 0,-4 4-4 0,-2 3 2 15,0-3-4-15,1 13-5 0,2 2 5 0,4 0-3 0,2-1 4 16,-2-2-8-16,4-1-4 0,0-1 3 0,2-3-2 15,-6 2 10-15,4-6-1 0,3-3 1 0,1 0 0 16,2-3 9-16,0-1-5 0,0 4 6 0,1 0-4 16,3 2 11-16,0-1-8 0,1 0 5 0,-1-2-4 15,0 1 5-15,0-1 6 0,1 0-6 0,-2 0 6 16,1-2-9-16,-1 2-6 0,1 0 0 0,-2-1-2 16,2 2 2-16,-3-1 9 0,0 1-2 0,-1 0 4 0,-1 2-9 15,-4 0 2-15,-7 0-1 0,-17 0 1 0,-5 0-11 16,0-1-7-16,0-1-5 0,3-1 0 0,3-2-18 15,4 1-7-15,3-1-7 0,4-2 0 0,0 0-31 0,4 8-64 16,1-4-19-16,2-3-27 0,-1 1-164 0</inkml:trace>
  <inkml:trace contextRef="#ctx0" brushRef="#br0" timeOffset="154412.28">29136 12299 834 0,'-1'0'87'15,"-2"-1"16"-15,-8-4-37 0,-3 1-39 0,5 1-12 16,0 1-18-16,-1 1-4 0,5 1 4 0,-2 0-4 0,3 0-2 16,3 0 6-16,-2 1 0 0,1 0 5 0,0 2 23 0,-1-1 0 15,2 0 2-15,0 2-2 0,0 3-6 0,1-4 14 16,1 1-14-16,0-2 14 0,10 1-15 0,11 0 3 16,3-2 3-16,4 15-2 0,2-7-2 0,2-4-11 15,1-4 6-15,4 0-8 0,1-1-1 0,10-1 5 16,7 1-9-16,6-1 9 0,8-2-11 0,0 1 3 15,1 0 3-15,3-3 0 0,2 0 6 0,11 2-3 16,2-3 2-16,1 2-2 0,-3 0 3 0,-6-1-2 16,4 1-1-16,2 2 0 0,1 2-6 0,-1 0 0 15,-6 0-2-15,-8 0 1 0,-4 0-2 0,-5 0-2 0,-3 0 2 16,-5 1 0-16,-9 0 5 0,-7-1-3 0,-7 0 4 16,-8 2-3-16,-2-2 4 0,-6 0-6 0,-5 0 0 15,-4 0-1-15,-2 0 0 0,-2 0-14 0,-3 0-6 16,1 0-5-16,1 0-36 0,-1 0-70 0,-1 0-39 0,-1 1-28 15,-1 0-293-15</inkml:trace>
  <inkml:trace contextRef="#ctx0" brushRef="#br0" timeOffset="154836.13">29710 12555 968 0,'0'0'5'0,"0"0"-2"0,0 0 21 0,0 0-6 16,0 0 8-16,-1 0-14 0,-1 0 0 0,2 0 3 15,0 0-1-15,0 0 4 0,0 0 9 0,0 0-3 16,0 0 6-16,-1 0 3 0,0 0-4 0,0 1 3 16,0 0-4-16,0 0 0 0,-1 1-11 0,0 4 3 15,-3 6-4-15,1 0 0 0,-1 2-5 0,-1 1-3 0,-2 3 1 16,-2 3 2-16,-1 3 6 0,0 0-2 0,0 3 2 16,1 1-10-16,-1 1 3 0,0-2-2 0,-2-3 2 15,-2 1 7-15,14-5-15 0,-9-1 5 0,1-1-7 16,4-5 8-16,-1-3-6 0,0 0 4 0,4-5-5 15,0 0 7-15,1-3-11 0,1 0 4 0,-1-2-5 16,0 0 3-16,0 0-5 0,-2 2-11 0,1 0 2 0,0-1-45 16,-1 1-51-16,1-2-2 0,1 0-16 0,0-2-15 15,1-7-67-15,4-14-37 0</inkml:trace>
  <inkml:trace contextRef="#ctx0" brushRef="#br0" timeOffset="155071.91">29800 12666 607 0,'0'0'169'0,"0"0"-165"16,0 0 184-16,-1 0-80 0,0 0-36 0,0 0-14 0,0 0-1 15,-1 0-7-15,1 0-26 0,0 0-2 0,0 0-10 16,0 0 6-16,1 1-11 0,0 1 14 0,0-1 2 16,1 0 2-16,0 0 2 0,1 0-1 0,13 4 2 15,7 0-3-15,3-3 2 0,4-2 5 0,0 0-2 16,4-3 2-16,3-3-6 0,1 0-10 0,1-1-4 0,-2 0-3 15,-2 1-14-15,-4 0 5 0,-1 0-3 0,-2 1 3 16,-2 1-20-16,-2-1-20 0,-1 1-6 0,-2 1-10 16,0-1-64-16,-2 0-87 0,1 0-42 0</inkml:trace>
  <inkml:trace contextRef="#ctx0" brushRef="#br0" timeOffset="155318.84">30148 12522 725 0,'0'0'146'0,"-1"0"307"0,0-2-429 0,0 1-22 15,0 0-4-15,0 1-2 0,-1 0 0 0,1 0 5 16,1 1 4-16,-1 2 0 0,-1 6 1 0,-4 11-2 16,1 2 5-16,-1 4-2 0,0 2 5 0,-3 2-3 15,-3 5-4-15,-1 0 1 0,-1 2-6 0,1 0 2 16,1-5 3-16,1 1-2 0,-1-1 3 0,1-5-3 15,1 0-3-15,0-2 0 0,3-4-6 0,3-4-22 0,-1 0-3 16,2-5-9-16,2-3-29 0,1-2-53 0,0-1-10 16,1-1-15-16,1-3-46 0</inkml:trace>
  <inkml:trace contextRef="#ctx0" brushRef="#br0" timeOffset="155820.51">30842 12552 784 0,'0'0'596'15,"0"0"-877"-15,-1-1 723 0,0 0-424 0,0 0-32 0,-1 1 5 16,1 0-4-16,0 1 6 0,-6 9 4 0,-8 17 1 16,2 4-1-16,0 2-1 0,-1 5-6 0,0 3 2 15,-3 0 3-15,1 1-2 0,-3-1-2 0,17-7 9 16,-18 1-7-16,1-8 8 0,0-4 0 0,4-6 6 15,-3-4 9-15,4-6-3 0,2-3 17 0,3-1-13 16,3-1 5-16,-1 4-7 0,3-4 5 0,2-1 12 16,0 1-7-16,0-2 8 0,0 1-13 0,0-1-12 15,-1 0 1-15,2-1-5 0,0-1-7 0,-2-9-6 0,3-13 0 16,3-6-3-16,8-2-13 0,4-6-10 16,-9-3-6-16,22-2 2 0,0-1-5 0,-1 2 18 0,-1 4 3 15,-2 2 5-15,-2 4 13 0,-2 1 3 0,-1 2-1 16,-3-1 3-16,1 2 6 0,-4 4-5 0,-2 0 11 0,-2 6-8 15,1 4 29-15,-3 3 1 0,-2 3 0 16,-1 3-2-16,-2 1-16 0,0 2-7 0,1-1-5 0,-1 2 3 16,0 0-5-16,1 1 3 0,-1 0 1 0,0 1 0 15,9 14 0-15,1 13 2 0,-5 1-3 0,-3-1 2 16,-2 0-5-16,-2-1 1 0,1 2 4 0,0-1-3 16,-1 1 3-16,1 1 0 0,-1 0 0 0,0 0 2 0,0-1 5 15,0 0-1-15,0-2-3 0,0-1 1 0,1-2-4 16,-1-2-6-16,2-1 7 0,-1 1-7 0,-1-2 0 15,0-5-2-15,0 0-2 0,0-2 2 0,0-1 1 0,1-3-28 16,0 1 0-16,0-3-12 0,2 0-29 0,-2-4-28 16,0 1-14-16,0-2-7 0,-1-1-89 0</inkml:trace>
  <inkml:trace contextRef="#ctx0" brushRef="#br0" timeOffset="156285.79">30745 12898 1359 0,'0'-1'18'0,"0"0"2"0,0-1-34 0,0 1 2 0,0 0-17 15,1 0 5-15,1 0 22 0,6-1-8 16,14 1 10-16,2 1-7 0,4 1-28 0,3 1 3 0,3 0-14 16,3 0-14-16,-3-2 18 0,1 0-1 0,-2 0 9 15,0-2 24-15,-3 0 9 0,-3-1 1 0,-4 0 2 16,-3-1 5-16,-6 2 12 0,0-2 2 0,-3 2 5 15,-4 1 25-15,-2 0-4 0,0 1-1 0,-1 0-3 16,-2 0-10-16,0 0-1 0,0 0 0 0,-1 0-3 0,0 0-12 16,1 0-11-16,1 0 0 0,-1 1-2 0,0 0 3 15,0 1-1-15,2 15-2 0,-3 2 1 0,-3-1 3 16,-3 4-8-16,-2-5 8 0,-1 1-8 0,0-4 12 0,1-2-11 16,1-3 5-16,1-2-6 0,2-1 6 0,0-2 9 15,2-2-3-15,1-1 7 0,-1 2 3 0,0-1 15 16,0 0-4-16,-1 1 7 0,1-2-6 0,0 0-3 15,0 0 3-15,0 0-3 0,1 0 1 0,0-1-16 16,1 0 1-16,1-1-5 0,6-2 5 0,10-8-9 16,0-1 0-16,3 10-3 0,-2-12 1 0,-2-4-4 0,0 3 4 15,-5 1-4-15,-1 0 6 0,-2 2-3 0,-1 0-1 16,-2-1 0-16,-4-2 7 0,-1 1-13 0,9 0 2 16,-3 0-7-16,-4 2 1 0,-2 0-6 0,-1 0-3 15,-1 5-2-15,-1-2-17 0,0 2-14 0,-1 2-6 16,1 2-6-16,2 2-49 0,-3-2-107 0,1 1-16 0,1 2-49 15,-3-1-237-15</inkml:trace>
  <inkml:trace contextRef="#ctx0" brushRef="#br0" timeOffset="156581.99">31794 12620 1158 0,'0'0'120'0,"0"-1"17"0,-2 0-48 16,1 0-37-16,0 0-28 0,0-1-16 0,0 1-8 16,-1 0-5-16,1 0-1 0,0 0-1 0,0 1 4 15,0 1 2-15,-2 0-3 0,0 4 0 0,1 17 8 16,-7 4-2-16,0 3 4 0,-3 2-5 0,0 4 11 16,1 4-2-16,-4 3 4 0,1 3-7 0,-1-1 14 15,-1-3-6-15,0-4 8 0,2-2-3 0,1-1-1 16,3-1 3-16,0-2-5 0,2 3-11 0,2-1-4 15,-1 0 0-15,4-2-1 0,-1-2 1 0,3-4-2 0,-11-3 3 16,6-3-1-16,4-2-1 0,2-5-21 0,0-2-6 16,0-2-7-16,1-3-36 0,-1-3-50 0,1 1-4 15,6 1-19-15,10 2-60 0</inkml:trace>
  <inkml:trace contextRef="#ctx0" brushRef="#br0" timeOffset="157137.07">31730 12592 839 0,'0'-1'233'0,"0"0"60"0,-1-2-121 16,-3-5-128-16,0-4-14 0,1 3-9 0,2 3-18 15,1 0 2-15,0 0-8 0,0 2-9 0,2-2 6 16,2 1 1-16,7 0 2 0,11 2 4 0,3-2 1 15,3 2 1-15,4-1-1 0,2 3 0 0,1 0 2 16,-2-16-1-16,-3 9 2 0,2 5 3 0,-2 3-5 16,-1 1 0-16,-4 2-3 0,-7 2-1 0,-2 1 4 15,-2 1-1-15,-4 0 3 0,-2-6-5 0,-1 12 3 0,-5 1 0 16,-1 1 1-16,9 0-9 0,-5-1 6 0,-2-1 1 16,-3-2 3-16,-1 1 1 0,-3-1 14 0,-2-2-10 15,-6 1 11-15,-11-2-12 0,-1-1 3 0,-6 1-1 16,3-3 2-16,0-1 0 0,0 0-6 0,9-2 4 0,0 1-6 15,2-2-4-15,5 0-1 0,2 6 2 0,3-3-2 16,3-3-2-16,-2 1 2 0,2-2-4 0,1 0 4 16,0 1 5-16,-1 1-10 0,1-1 5 0,0 0-10 15,-1 0 0-15,2 0 8 0,0 0-2 0,1 1 4 16,0-1 6-16,1 0-7 0,9 1 1 0,12 4-2 16,6 2 1-16,-3 1 1 0,-2-1 0 0,3 2 0 0,-1 1-4 15,-3 1 5-15,-1 0-2 0,-3-2 2 0,-1-5-11 16,-6 8 11-16,-1 2-3 0,-3-4 4 0,-1-2-8 0,-4-1 7 15,-1-2-1-15,3-1 6 0,-1 0 5 0,-2-3 8 16,1 1 2-16,-1 3 1 0,-1 0 0 0,-3 0-9 16,-2 0 3-16,-21-1-4 0,-10-1 8 0,-1 2-7 15,-3 0 4-15,-5-1-4 0,4-2 4 0,4 0 1 16,5-1-9-16,7-1 5 0,6 0-14 0,4 10-2 16,1-4 4-16,2-3-4 0,4-2-5 0,1-1-13 15,1 0-16-15,3-1 0 0,1 0-81 0,1 0-158 16,-2 1-107-16</inkml:trace>
  <inkml:trace contextRef="#ctx0" brushRef="#br0" timeOffset="158755.97">30504 11511 542 0,'-2'-1'47'15,"1"0"5"-15,0 0-9 0,1-1-11 0,-5-14-9 16,1 0-2-16,0 1 4 0,-1-2 1 0,2 2 0 15,-2-4 4-15,0 0-4 0,0 0 0 0,-3-2-2 0,0 1-9 16,-1 1 10-16,-2 1-11 0,2 2 12 0,-1 2-10 16,5 0-8-16,-14 2 1 0,0-1-6 0,-3 4 1 15,0 0-4-15,-2 1 3 0,-3 3-3 0,-3 0 8 0,0 1 13 16,-4 3-4-16,-3-16 4 0,2 8-19 0,-2 5 5 16,1 2-7-16,3 4 5 0,-1 2-5 0,0 3-3 15,2 3 3-15,0 0-4 0,2 2 7 0,0 2-1 16,0 2-2-16,0-13 0 0,1 16-5 0,-2 2 8 15,-1 1 0-15,-1 0 3 0,0 1-9 0,-1-2 4 16,1 0 0-16,0 1 3 0,2 0 0 0,4 1 5 16,4 2-5-16,1 2 6 0,2 0-4 0,3 4-6 0,0 1 0 15,4 2-1-15,0 3 5 0,3 4-9 0,2 4 5 16,1 7-8-16,0-3 7 0,1 1-6 0,2-2-1 16,3-3-1-16,0 0 3 0,-18 4-1 0,13 2-6 15,5 7 3-15,4 3-7 0,6 0 11 0,4 0-2 0,2-6 6 16,4-5-2-16,-18-4 4 0,26-4 0 0,2-1 0 15,5 1 3-15,5-1-1 0,4-1 4 0,4-3-3 16,2 1 12-16,2 0-14 0,-1-5 7 0,3-2-8 16,-1-2 5-16,5-4-5 0,6-1 5 0,6-3-6 15,6-2 1-15,1 0 5 0,-4-2-5 0,-2 2 7 16,-2 0-1-16,6 1-3 0,5 1-3 0,3-1 0 16,-2 2-8-16,-2 0 5 0,-4 0-1 0,5 3 1 0,3-2-7 15,4 2-2-15,1 0 2 0,-6-3 0 0,-5-4 7 16,9-4-8-16,6-4-2 0,-1-6-1 0,4 20 6 0,-8-19 1 15,1-7 7-15,-2-6-4 0,4-4 7 0,-4-2 16 16,-9-4-2-16,-3-1 9 0,-5-3 8 0,-1 0-2 16,0 18-3-16,-2-22-1 0,-3 1-9 0,-2-2-19 15,-4 0 8-15,-6 0-11 0,-7 1 4 0,4-1 6 16,3 2-1-16,-5-5 2 0,-2-3-8 0,-9-1 12 16,-5-3-6-16,-6-6 8 0,4-2-1 0,-13-2 2 15,-4-2 1-15,-5 2-1 0,13 1-5 0,-12 0 8 16,-7 2 1-16,-5-6 3 0,-3-3 16 0,-5-5-9 0,-2-7 5 15,-5 1-7-15,12 3-4 0,-18 4 1 0,-5 4-5 16,0 1 5-16,4 3 0 0,-7-4-1 0,1-3 0 16,-3 0-2-16,2-2-9 0,-2 4 2 0,-6 2-4 0,-5 4 2 15,-8 4-12-15,-5 0 3 0,0 4 2 0,-7-1-1 16,3 0 0-16,-8 0-7 0,-10 2-7 0,-8 5-1 16,-7 4-30-16,-7 7-47 0,-7 5-19 0,-18 12-27 15,-9 4-228-15</inkml:trace>
  <inkml:trace contextRef="#ctx0" brushRef="#br0" timeOffset="159271.79">25509 11507 648 0,'-1'0'12'0,"-1"0"0"0,-12-3 20 16,-5 0-10-16,1 2 6 0,2 1-25 0,-1 2-3 16,0 4-12-16,0 2 3 0,1 3-36 0,-2-2-14 0,3 14-5 15,0 5-5-15,-2 1-36 0,2 8-13 0,0 4 11 16</inkml:trace>
  <inkml:trace contextRef="#ctx0" brushRef="#br0" timeOffset="159573.57">26392 11814 221 0,'-7'-54'99'0,"-3"-3"119"0,-3 9-46 0,-1 8-57 16,10 2 1-16,-22 5-21 0,-4 3-26 0,-4-1-23 15,-3 4-4-15,-5 1-6 0,-5 4-19 0,0 1-18 16,0 4-8-16,-1 10-5 0,1 5-34 0,-8-15-22 16,-4 21-23-16,-11 12-13 0,-5-10-204 0</inkml:trace>
  <inkml:trace contextRef="#ctx0" brushRef="#br0" timeOffset="163946.79">18698 15780 330 0,'0'0'0'0,"-1"0"32"0,0 0 284 0,0 0-117 0,0 0 9 15,0 0-159-15,-1 0 0 0,1 0-12 0,0 0-3 16,0 0-1-16,0 0-15 0,1 0-7 0,0 0 0 16,0 0-2-16,0 0 11 0,0 0 0 0,1 0 2 15,0 0-2-15,1 0-5 0,5 0-4 0,10 0-4 0,0-1 1 16,3 1-5-16,3-1-2 0,-6 0-1 0,6 1 0 15,-3 0-1-15,0 0-9 0,2 0 1 0,-3 0-5 16,1 0-10-16,-1 0-33 0,0 1-4 0,-4-1-14 16,-1 1-41-16,-2 0-34 0,-2 0-24 0</inkml:trace>
  <inkml:trace contextRef="#ctx0" brushRef="#br0" timeOffset="164132.01">18673 16036 1264 0,'0'0'56'0,"0"0"4"0,-2 0-35 16,1 0-10-16,1 0-22 0,0 0-9 0,1 0 25 15,1 0 2-15,3 0 7 0,18-2-6 0,6-1-10 16,2 0 2-16,0 0-3 0,2-1-1 0,2 2 3 16,-1-1-11-16,0 1 7 0,-3 1-29 0,-1 1-39 0,-3 0-8 15,-2 0-19-15,0 0-97 0</inkml:trace>
  <inkml:trace contextRef="#ctx0" brushRef="#br0" timeOffset="164930.57">16927 15116 617 0,'-1'-1'158'0,"-6"-2"350"16,-8-4-472-16,0 1 4 0,3 2-2 0,10 2 1 15,-3 0-11-15,2 1-20 0,1 0 4 0,0-1-11 16,1 1-8-16,-1 0 5 0,1 0-3 0,0 0 5 16,1 0 9-16,1-1-5 0,0 1 3 0,2 0-4 15,1-2-1-15,11-6 8 0,0 2-3 0,-1 1 4 16,0 2-10-16,0 1 2 0,-1 1 4 0,-3 2-1 0,-1 0 4 0,3 2-1 16,-2 3-7-16,-1 0 4 0,0 1-9 15,-1 14-4-15,-1 1 0 0,3 5 0 0,-7 1 5 0,0 1 2 16,-2 4 0-16,15 2 0 0,-8 1-2 0,-5 5 2 15,-3-1 0-15,0-4 1 0,0-1-4 0,0-6 8 16,0-2-7-16,0-3 8 0,0-6-8 0,1-1 2 16,1-4 2-16,2-1-1 0,-1-3 6 0,0-3 8 15,-1-1-6-15,-1-2 5 0,7-1-10 0,3 6 3 16,3 0 0-16,1-2 0 0,3-3-7 0,1-2-13 16,-1-3-1-16</inkml:trace>
  <inkml:trace contextRef="#ctx0" brushRef="#br0" timeOffset="165317.94">17504 15329 138 0,'-2'0'0'0,"1"0"62"0,0 0 530 16,-1 0-258-16,-1 0 5 0,-4-2-323 0,3 2 1 15,0 0-13-15,2 0 4 0,-1 0-6 0,1 0 0 16,1 0-2-16,0 0-5 0,0 0 1 0,-1 0-7 0,1 0-15 16,0 0 3-16,0 0-9 0,0 0-14 0,-1 0-1 15,1 0-7-15,0 0 5 0,0 0-12 0,0 0 14 16,0 0 4-16,-1 0 2 0,1 0-16 0,0 0-76 15,1 0-18-15,0 0-17 0,0 0-64 0</inkml:trace>
  <inkml:trace contextRef="#ctx0" brushRef="#br0" timeOffset="165883.73">17443 15058 1062 0,'-2'0'42'0,"1"0"0"0,-4-1 18 15,-7-4-2-15,2 2-8 0,3 0-14 0,4 2-2 0,0 0-2 16,-2-1 3-16,1-1 2 0,-2 1-20 0,0 0 5 15,2 0-10-15,2 2 0 0,1 0-11 0,-1 0 2 16,-1 0-3-16,-5 3 3 0,0 1-2 0,-5-1 4 0,2 18-4 16,-2 1 8-16,-1-1 7 0,0 2-3 0,0-1 3 15,1 0-11-15,-2 0 4 0,-1 1-2 0,0 1 3 16,0 0-5-16,0 5 6 0,0-2-5 0,-2 3 4 16,1-2-11-16,0 2 7 0,-2-1-2 0,2-3 5 15,-2 1 2-15,2-5-1 0,-1-3 9 0,3-2-5 16,1-3 21-16,-1-1-11 0,3-1-3 0,2-3-1 15,0-2-3-15,1-1 5 0,3 0-1 0,-1-1 0 0,2-1-17 16,2 1 3-16,-1-2-5 0,3 1 4 0,-1 1-10 16,0-2 5-16,0 1-1 0,1-2 3 0,0 0-6 15,0 1 6-15,1-2-4 0,0 0 5 0,-3 1-9 0,2 1 3 16,0-1-2-16,0 1-1 0,0-1-18 0,-1-1-2 16,1 1-9-16,1 1 1 0,0-2-39 0,1 0-16 15,1 0-11-15,7 4-6 0,16 0-76 0</inkml:trace>
  <inkml:trace contextRef="#ctx0" brushRef="#br0" timeOffset="166329.69">17585 15439 762 0,'-1'0'231'0,"-1"0"55"0,1-1-125 0,-1 0-115 0,-4-3-28 16,0 2-21-16,3 1 7 0,0-1-2 0,2 2 6 16,-4-2-5-16,4 2-13 0,0 0 4 0,-2 0-6 15,1 0 8-15,-2 0 1 0,-1 1-2 0,0 3 2 16,1 8 1-16,-4 5 10 0,3 3 0 0,-4 3 3 0,0-3-7 16,3 0 7-16,-2-4 0 0,3-2 3 0,3-2-4 15,-1-2-4-15,-4 0 2 0,3-2-2 0,0-1 8 16,2 0-9-16,1-2 4 0,1 1-2 0,0-2 13 15,0 0-9-15,1 0 3 0,0-2-6 0,-1-1 3 0,8 5-1 16,3 0 1-16,2-1-1 0,-2-3 0 0,4-1 8 16,-2-1-8-16,-1-2 7 0,1-3-11 0,-2 0 14 15,0-1-8-15,-1-1 6 0,0 6-18 0,-3-7 11 16,-2 0 0-16,-2-2 4 0,-1 4-3 0,4-1 13 16,-2 2-4-16,-2-1 6 0,0-3-12 0,-1-1-6 15,-1-1 3-15,-2-1-3 0,-3 1 1 0,0 0-9 16,2 2 1-16,-13-1-3 0,-3 3-15 0,0 0-18 15,-2 3-2-15,0-1-6 0,-2 4-18 0,-1-12-47 0,-1 6-8 16,-1 7-15-16,-1 3-55 0,-2 9-91 0,2-11-40 16</inkml:trace>
  <inkml:trace contextRef="#ctx0" brushRef="#br0" timeOffset="166785.57">16777 15991 283 0,'-1'0'19'0,"0"0"34"0,-1 0-7 0,1 0 49 16,-8 2 4-16,-1 1 13 0,1 1 19 0,1-2-2 16,1 1-6-16,2-1 0 0,1-1-33 0,2 0-20 15,1-1-5-15,-1 2-5 0,-1-1-28 0,1 0-21 0,1 0 3 16,0 0-8-16,-1 0 9 0,2 1 3 0,0-1 1 16,2 0-1-16,-1 0-6 0,5-1 3 0,15 0-6 15,1 0 4-15,4-2-10 0,2-2-4 0,0 1 5 16,4-1-5-16,-2 2 6 0,3 0-4 0,-2-2 2 0,1 0-3 15,1 0-2-15,-1-1 2 0,1 0 0 0,1 1 3 16,2-2 7-16,2 1-4 0,3-1 0 0,4-1-2 16,-3-1 2-16,3-3 5 0,-5 1-2 0,-3-1 2 15,2-1 0-15,-5 2-8 0,-1-1 4 0,-1 2-4 16,0 1 3-16,-3 2-6 0,-2 0 0 0,-2 0 0 16,-3 1 0-16,-1 2 0 0,-2-1-5 0,0 2 1 15,-3 1-21-15,-3 1-11 0,-1 0-10 0,-6 0-2 0,-1 0-49 16,-1 0-8-16,-2 0-21 0,0 0-4 0,-1 0-166 15</inkml:trace>
  <inkml:trace contextRef="#ctx0" brushRef="#br0" timeOffset="167183.07">17004 16218 1022 0,'-1'0'201'0,"-2"0"38"0,-13-2-105 0,-1 0-81 16,6 0-35-16,5 0-9 0,2 2-11 0,2-1-1 16,0 0-7-16,0 0-8 0,1 0 11 0,1 0-3 15,1-1 6-15,2 1 4 0,12-9-1 0,7-2 3 0,1 0-2 16,-1 2 7-16,-2 1-5 0,1 0-1 0,-2 2-1 16,-1 0-3-16,-3 2 6 0,-2 2-1 0,0 0 3 15,-1 2 0-15,-3 1 4 0,0 0-2 0,0 1 1 16,-2 2-4-16,1 0 0 0,-1 2 3 0,-2-3-2 15,-1 15 2-15,-1 1 2 0,8 2-6 0,-2 3 5 16,-3-1-8-16,-4 3 7 0,-1-2 2 0,-1 2 0 0,0 0-10 16,0-1 4-16,0-1-3 0,0 0 4 0,0-3 2 15,0-1-6-15,1-1 3 0,0-7-4 0,1 1 6 16,0-1 3-16,-1-2 1 0,2 1 0 0,-1-3-1 0,0-1 4 16,2-1-7-16,-1 0 7 0,-2-1-3 0,8-2-4 15,-2 2 7-15,1-3-7 0,3 6 3 0,-2-1-8 16,0-2-3-16,2 0-2 0,2-2-10 0,0-1-30 15,1-1-2-15,0-2-12 0,1-3-45 0,3-2-27 16,0-2-26-16,-2-2-13 0,-2 5-217 0</inkml:trace>
  <inkml:trace contextRef="#ctx0" brushRef="#br0" timeOffset="167448.16">17537 16119 1158 0,'-2'0'82'15,"1"0"4"-15,-2 0 7 0,-13-4-22 0,3 2-11 16,1 1-21-16,0 1-7 0,1 0-1 0,-3 1-3 16,0 0-5-16,-1 3-9 0,-1 0 6 0,2 3-8 15,-2 3 0-15,-4-4-6 0,-1 12-4 0,0 2 1 16,1 0 0-16,5 2-6 0,1-2 7 0,3-2-6 0,0 1 9 16,-2 0-8-16,2-1 1 0,0-1-2 0,1 1-5 15,3-3-2-15,0 1-5 0,2-4 2 0,2 0-21 16,2 1-40-16,0-2-4 0,-8 0-13 0,3 4-23 15,3-4-1-15,2 2-4 0,1 1 1 0,1-3-15 0,2 0-196 16</inkml:trace>
  <inkml:trace contextRef="#ctx0" brushRef="#br0" timeOffset="167753.66">17754 16243 697 0,'0'0'173'0,"0"0"9"0,-1 0-43 0,0 0-31 16,0 0-50-16,-11 5-27 0,-1 1-5 0,-2 3 2 16,-2-3-3-16,0 15-4 0,-1 6-4 0,-1 3-6 15,1 0 3-15,3 1-5 0,3-3-4 0,5-2 4 16,1-2-6-16,3-2 1 0,-9-2-4 0,5-1 0 0,4-2 0 16,1-4-2-16,2-1 2 0,0-2 4 0,2-3 0 15,0 1 8-15,-1-5 0 0,1 1-2 0,1-1 3 16,3 2-4-16,3-1 10 0,2-1-3 0,-3 0 6 15,1 0-8-15,-2-1 4 0,-1 2-6 0,0-1 6 16,-1 1-3-16,-2 1-6 0,0-3 10 0,-1 2-7 16,0-1 21-16,2 2 3 0,-2-1-8 0,-1 4 6 0,-1 0-13 15,-2 2-20-15,-5 2 10 0,-4 1-14 0,-13 1 1 16,-3 1-16-16,0 2-9 0,0-2-3 0,-4-1-45 0,2 0-38 16,-1-1-26-16,3-1-10 0,1-1-148 0</inkml:trace>
  <inkml:trace contextRef="#ctx0" brushRef="#br0" timeOffset="168635.91">25652 15474 1456 0,'0'0'34'0,"0"0"2"0,0-1 19 15,-2 0-4-15,1 0-1 0,0 0 4 0,0-1-24 16,0 1 1-16,0 0-8 0,-1 0-4 0,1 0-19 16,1 0 3-16,0 1-5 0,0 0 9 0,0 0 1 0,1 0-5 15,1 0 3-15,0 1-8 0,5 2 2 0,6 4 5 16,-1-4-1-16,-4 13 6 0,0-2 0 0,0 6-7 16,-1-1 6-16,-1 0-7 0,1 0 4 0,-3-2 2 15,-2-1 0-15,1-1-3 0,6-1-3 0,-2-1 0 0,-2-1-1 16,-2-2 3-16,0-1-2 0,-1-2 6 0,-1-2-4 15,0 0 6-15,1-1-8 0,-1-1 1 0,-1 0-1 16,0-2 6-16,1 1 6 0,-1-1-3 0,0 0 4 16,1-1-3-16,8 8 3 0,2-3 1 0,3 0 1 15,4-3 4-15,3-2-3 0,7-5 3 0,6-6-3 16,4-4-2-16,10 11 5 0,5-22-3 0,11-4 3 0,5-8-12 16,3-8-9-16,5-4 1 0,11-10-2 0,10-1-5 15,9-4-84-15,8 0-15 0,10 1-44 0,15-2-256 16</inkml:trace>
  <inkml:trace contextRef="#ctx0" brushRef="#br0" timeOffset="176097.98">27655 5418 168 0,'0'-1'0'0,"0"-1"4"0,-1 0 50 15,0 0-27-15,0-3 2 0,0 0-27 0,0-1-11 16,1 2 7-16,0-1 3 0,0 2 2 0,0-1 10 0,0 0-13 16,0 2-2-16,0 0-1 0,0 1 26 0,0-2 11 15,0 2 9-15,0 0-4 0,0 0 2 0,0 0-6 16,0-1-8-16,0 0 3 0,0 0-17 0,0-1-5 15,0 1-4-15,0 1 1 0,0 0-5 0,1-1 1 16,0 1 5-16,0 0-1 0,0 0-1 0,2 1 5 16,0 0-1-16,3 1 5 0,-1 1 13 0,-1 2-14 15,2 3 2-15,1 9-6 0,0 0 10 0,0 0-3 0,1 0 1 16,-4 1-3-16,2 0-12 0,-1-1 9 0,2 4-2 16,-1-2 4-16,0 3-5 0,1 0 1 0,-1-1-5 15,1 2 4-15,-2-2-6 0,0-1 4 0,0-1 4 16,-3-4-2-16,2-1-11 0,-2-1 9 0,0-3-4 15,1 0 8-15,-1-1-4 0,-1-1 2 0,1-3-1 0,-1 0 2 16,0-1 9-16,-1-2 7 0,0 1-1 0,0-1 7 16,1 0 25-16,1 1-8 0,1 1 7 0,-1-1-11 15,0-1-11-15,0-1-4 0,4 1-9 0,4-1 4 16,2-2-15-16,4-5 3 0,3-4 0 0,3-1 0 16,3-17-3-16,5 0-4 0,4-4-1 0,1-2-1 15,3-2-2-15,-2-2 9 0,3-1 1 0,1 2 1 0,1 0-5 16,0 0 1-16,1 0 0 0,2-1 2 0,4-1 1 15,4-3-10-15,2 1 0 0,-2-5-3 0,-2 4 2 0,-7 3 5 16,-5 3-4-16,-6 10 6 0,-4 1-8 0,-5 7 1 16,-4 3 1-16,-3 4-1 0,-3 4-2 0,-2 2-26 15,-3 4-7-15,-1-4-11 0,-2 3-54 0,-1 1-130 16,2 1-66-16</inkml:trace>
  <inkml:trace contextRef="#ctx0" brushRef="#br0" timeOffset="183082.78">23878 14539 4 0,'0'0'1'0,"0"0"3"15,0 0 46-15,0-1-10 0,0 0 3 0,0 0-22 16,0 0-1-16,0 0 1 0,0-1 4 0,0 0 4 16,0-4 35-16,-1-1-8 0,1-1 7 0,0 3-10 15,0-1-8-15,0 2 3 0,0-3-7 0,0 1 5 16,0 0-14-16,0 1 1 0,-1-1-5 0,0 2 5 16,0-1 5-16,-2-2 3 0,2 3 3 0,-1-3-3 0,-1 1-1 15,2 4-3-15,-1-2 0 0,1 2-3 0,0 0-9 16,-3-3 10-16,-2 0-4 0,1 2 5 0,-2-2-14 0,-1 3-2 15,1 1-3-15,-2-3 0 0,-1 2-13 0,2-1 0 16,0 0-4-16,0-3 3 0,-1 1 0 0,3 2-3 16,-1-1 2-16,-2-1-3 0,2 2 5 0,-2-2-3 15,0 1-3-15,1-1 1 0,-5-3-3 0,0-1 1 16,-1 1 5-16,2 2-3 0,-1-1 2 0,2 1-1 16,-1 2-3-16,1-1 3 0,0 0-1 0,-1 0 0 15,0 1 1-15,1 1-1 0,0 1-2 0,0 0-4 16,-1 1 2-16,1 1-2 0,-1 0 6 0,1 1 1 0,-2 1 0 15,2 2 0-15,-2 0 0 0,-2 1-1 0,3 1-1 16,-1 0 0-16,1 1 1 0,-2 1 5 0,1 0-4 16,-2 2 4-16,0-9-11 0,0 12 8 0,-1 2-2 15,-3 2 3-15,-1-3-6 0,1 2 2 0,0 2 0 16,0-1 0-16,-2 1 2 0,1 1 3 0,1-3 0 0,3 1 0 16,0-2-8-16,0-2 0 0,0 0 5 0,3 1-1 15,-1-1 3-15,1 1-5 0,1-1 3 0,-1 1-3 16,3 0 8-16,0 0-5 0,2 2-4 0,-2 0 0 15,1-2-2-15,2 3 3 0,0 2 4 0,0-1-1 16,0 5 0-16,1 4 0 0,-1 0-5 0,2 3 5 0,-2 0 0 16,1-1 1-16,-2 2 2 0,1-1 0 0,1 0-2 0,0-3-1 15,3-4-2-15,-1-2 0 0,3-1 2 0,0 0 2 16,-11-1 2-16,5-1-1 0,5-2-4 0,0 2 4 16,2 1-3-16,3 0 5 0,0 1-1 0,2-3 4 15,1 2-3-15,0-3 2 0,2 3-1 0,3 1 0 16,-1-1 9-16,1-1-6 0,-8-5 5 0,14-2-5 15,0-1 0-15,3-2 1 0,0 0-3 0,3 1 4 16,1 0-9-16,6-1 8 0,2 2-6 0,-2-2-4 16,0-2 5-16,1 2-5 0,0-2-1 0,3 3 1 15,1-3 0-15,-4 0 1 0,-1-1 1 0,-1-2-6 0,-1 1 4 16,-1-1-5-16,1 0 3 0,2 0 5 0,-1-2-5 16,3 0 5-16,2 1-8 0,1 14 11 0,3-9-4 15,-2-7 8-15,1-3-9 0,-1-3-1 0,-2-2 3 16,-2-3-3-16,0-2 11 0,-4-1-6 0,2 13 0 0,-3-22-3 15,1 2 1-15,0 0 2 0,-1-5 5 0,1 3-2 16,-2-3 11-16,0-1-8 0,-2 0 0 0,1 1-3 16,0 0-6-16,-6 2 6 0,1 2-2 0,-10-1 3 15,1 0 1-15,-2 0 9 0,-6-4-2 0,1-4 6 16,1 1 6-16,-3-10-5 0,4 1-2 0,-3-5-3 16,0-2-15-16,-1 3 5 0,17-1-1 0,-11 4 4 0,-5 0 5 15,-3 6 1-15,-3 0 4 0,-1 0-1 0,-4 2 9 16,-4-2 0-16,-1 0-2 0,-2 4 1 0,6-5-2 15,-17 4-7-15,-3-1 2 0,-1 1-5 0,-2 4-11 0,-2 1-6 16,0 5-4-16,-2 0 1 0,-3 2-5 0,2 4-23 16,-2 1-3-16,-4 3-10 0,-5 4-38 0,-1 3-110 15,-9-18-49-15</inkml:trace>
  <inkml:trace contextRef="#ctx0" brushRef="#br0" timeOffset="187050.16">12285 5533 17 0,'0'0'0'0,"0"-1"9"0,0 0 97 0,0-2-4 16,0 2 20-16,-1-7-36 0,-2-4-3 0,2 3-33 15,0-1-3-15,0 1-1 0,0 1 3 0,-1-2-16 16,1 3 2-16,0 0-7 0,-1 0-4 0,1 2-6 16,-1 2-2-16,2 1 0 0,0 0 6 0,0 1-11 15,0 0 4-15,0 0-7 0,-1-1-6 0,0-1 8 16,0 1-8-16,0 1 8 0,0-1-10 0,-1 1 8 0,1 0 7 16,0 0-2-16,0 0-3 0,0 0-3 0,0-1-7 15,-1 1 5-15,2 0-5 0,0 0 4 0,0 1-1 16,0 0 4-16,0 1-5 0,2 0-3 0,-1 4-3 0,3 14 1 15,1 2 3-15,0 4-3 0,1 3 5 16,-2 0-3-16,1-2 8 0,-1 0-10 0,0-2 4 0,1 0-5 16,0 0 11-16,1-3-5 0,-1-4-2 0,1-3-2 15,1 1-6-15,-1-6 12 0,1 0-3 0,-4-2 6 16,8-1-6-16,2 0-5 0,-1-1 2 0,2-2-3 16,-1 0 15-16,2-1-8 0,0 0 2 0,-1 8-4 0,0-3-1 15,2-2 5-15,0-3 0 0,-1-2 2 0,2-1 0 16,2-3-1-16,0 0-4 0,0-2 3 0,2-3 4 15,-4 1-5-15,1-2 4 0,1-2-6 0,-1 11 4 0,1-19 3 16,1 2-4-16,2-3 2 0,0-4-5 0,5 4-2 16,2-5 5-16,1 2-4 0,2-4 8 0,1 4-8 15,-3 0 2-15,3 4-3 0,-1 1 4 0,-3 4-4 16,3 0 1-16,-7 2-2 0,-3 2 3 0,2 1 3 16,-7 3-4-16,2 1 1 0,0 2-4 0,-1-7-2 15,2 2 5-15,-3 6-4 0,1 3 2 0,-2 1 1 16,1 2-3-16,-1 3 4 0,2 3 4 0,1 0-5 15,-4 0 3-15,5-5-3 0,-2 11 5 0,1-1-2 0,2 3 0 16,-5-3-2-16,2 0 3 0,-2 0-4 0,2-1 2 16,-2 0-2-16,1 2 3 0,-1-1 2 0,-3-1-3 15,-1 3 3-15,0-5 2 0,-2 3-6 0,0-2 4 0,-3-2-4 16,1 0-3-16,-3-3 6 0,1 2-2 0,-4-5 5 16,3-1-10-16,-3-2 11 0,0 1-3 0,1 0 9 15,-1 1 6-15,0-1 11 0,0-1-2 0,-1 1 5 16,0-1-11-16,0 0-10 0,0 0 0 0,0-1-2 15,1 0-2-15,0 0-8 0,0-1-1 0,1 0-2 16,5-10 3-16,0-5 0 0,3-1 2 0,-1 0 0 16,2-1-7-16,0 1 7 0,0 1-5 0,1 1 6 15,0-1-6-15,1 2 2 0,2-1 0 0,4 2 1 0,-1 0 5 16,4 0-4-16,4 3 0 0,-1-1-1 0,4 2 0 16,0 3-4-16,-4 0 4 0,1 2-5 0,-1 1 0 0,-4 2 7 15,2-13-5-15,-1 6 5 0,1 6-10 0,-2 2 7 16,3 1-3-16,-3 2 4 0,2 1 2 0,-1 3-1 15,3 0 4-15,2 3-5 0,4 0-1 0,1 1 1 16,-1 0-2-16,-4 0 1 0,2 1-4 0,-1 1 7 16,0 0-4-16,0-1 3 0,-2-2-7 0,-3 1 6 15,3 0 0-15,0-1 1 0,3 1-2 0,-1-3 5 16,2-1-1-16,2-2 4 0,2-2-5 0,5-2-1 0,-4-1 3 16,3-1-2-16,-4-2 0 0,0-1-2 0,0-1 6 15,-6 1-4-15,1-2 11 0,-3-1-2 0,1-3-5 16,-1 0 3-16,1-2-6 0,-1 0 4 0,0 1-3 15,2-1 2-15,0 0-5 0,-2 3-23 0,1-2-16 0,2 2-14 16,-1-1-150-16</inkml:trace>
  <inkml:trace contextRef="#ctx0" brushRef="#br0" timeOffset="198396.5">27513 14955 224 0,'-1'1'75'16,"0"-1"-18"-16,-4 1 81 0,-13 1 13 0,4 1-38 16,3-1-6-16,0 0-62 0,2 1 3 0,-1-2-10 15,3 0-1-15,2-1 5 0,1 0 5 0,1 0-2 16,2 0 2-16,0 0-11 0,-1 0-12 0,-1 0 3 0,1 0-27 16,1 0 11-16,0 0 1 0,-1 0 3 0,2 0-4 15,0 0 1-15,2 0 2 0,-1 0 0 0,1 0 2 0,5 0-5 16,10 0-3-16,5 0 0 0,3 1-8 0,1 2 6 15,-1-1-6-15,1 1 5 0,0 1-9 0,-1 0 4 16,2 0 3-16,-1 1 1 0,-2-2 2 0,0 2-7 16,-3 0 1-16,0 0-3 0,-2-1 11 0,-1 1-10 15,-1 1 2-15,-1-1-4 0,-1 0 5 0,-2 1-1 16,-1 0 8-16,-2 1-8 0,-1-1 1 0,-2-2 4 16,-2 6-12-16,0 1 9 0,-1 1-6 0,-2-1 1 15,7 2 4-15,-3 1-3 0,-3 0 0 0,-3 3-5 16,-4 2 1-16,-3 2-2 0,-5 1 7 0,9 4-2 0,-21 2 1 15,1 2-1-15,0-1 2 0,-1 3 14 0,-2-5-1 16,0 0 7-16,-5-3-2 0,2-4 9 0,2 0-4 0,0-4 7 16,2-3 2-16,-2-4-13 0,4 1 5 15,1-4-9-15,2 1 0 0,8-1-3 0,-3-1-3 0,4 2 0 16,2-1-11-16,2 0 1 0,3 1 2 0,-2-1-1 16,2 0 2-16,0 0-15 0,1 1-8 0,1-1-4 15,-4 1-29-15,1 0-66 0,3 0-1 0,1 0-26 16,1-2-41-16</inkml:trace>
  <inkml:trace contextRef="#ctx0" brushRef="#br0" timeOffset="198551.68">27575 15987 1584 0,'-2'0'51'0,"1"0"-6"0,-20 7 22 16,10-2-2-16,4-2-15 0,2 0-41 0,3-1-22 15,-3 6-2-15,3 4-9 0,2 0-25 0,4-4-48 16,5-2-26-16</inkml:trace>
  <inkml:trace contextRef="#ctx0" brushRef="#br0" timeOffset="204809.12">28127 1416 116 0,'0'0'0'15,"0"-1"12"-15,-1 0 123 0,0 0-22 0,-1-1 7 0,1 1-49 16,0-1-14-16,0 0-13 0,0-1-2 0,0 1 0 16,-1 0-13-16,1 0-10 0,0 1-1 0,-1 0-4 15,-1 0-10-15,1 0 0 0,0-1 3 0,-1 2-1 0,1 0-3 16,0 2 5-16,-10 1-8 0,5 1 9 0,0 0-1 16,-2 7-6-16,4 7 2 0,-4 2-4 0,0 1 5 15,4-2-4-15,2 1 3 0,-1 0-4 0,2 0 0 0,-4 0-1 16,1 1-1-16,-1 3 0 0,-1 2-2 0,-1 5 10 15,-1 4-7-15,-2 7 8 0,1 5-4 0,-3 8-6 16,1 7 6-16,-1-2-8 0,2-4 5 0,2-5 0 16,-1-9 2-16,3-2 1 0,0 0 8 0,0 0-6 15,1 0-1-15,-1-2 0 0,0 2 0 0,-1-3 1 16,1-1-2-16,-1-7 1 0,-2-3-5 0,3-8 1 0,1-3 5 16,3-5-2-16,-1-4 8 0,2-1-1 15,0-4 5-15,-2 2-3 0,3-3 4 0,0 0-4 0,-2 1-9 16,1-1 4-16,1-1-21 0,-1-6 10 0,-1-24-9 15,6-7 9-15,4 1-12 0,2 0 8 0,2 4 2 0,-2 4 0 16,-1 1 0-16,-1 4 7 0,-1 2-1 16,-1 1 2-16,0-2-5 0,-1 0 8 0,1-1-5 0,0-4 6 15,1-1-7-15,1-5 0 0,1-5 1 0,-1-1-1 16,0 1 0-16,0 0-6 0,0 3 2 0,1 0-4 16,-1 2 3-16,2 3-5 0,-1 0 3 0,0 4-4 15,0 1 5-15,1 3 7 0,-1-1 3 0,-1 4 1 16,0 0-4-16,-4 6 10 0,0 2-4 0,-2 4 7 15,0 1-9-15,0 1 2 0,-1-1-5 0,0 2 3 0,2 1-7 16,-1 0 2-16,1 0 0 0,3 2 1 0,5 0-2 16,1-1 1-16,2 2 0 0,-3 0 1 0,1-6 2 15,0 1-1-15,-2 3 2 0,0 1-2 0,0 2 5 0,-5 0 0 16,2 0 2-16,-1 2-2 0,0-1-5 0,-2 1 6 16,-2-2-7-16,9 13 7 0,-4 2-6 0,-2 5-5 15,-3 2 6-15,-2 3-5 0,-2 4 3 0,-5 2 0 16,-2 6-5-16,0 6 5 0,-2 4-1 0,0 6 0 15,3 7 1-15,2-3-1 0,2-7 6 0,1-11-5 16,2-8 5-16,1-8-5 0,1-2 3 0,0-3-1 0,0-3 1 16,1-2 0-16,0-1-1 0,0-1-2 0,1-2 1 15,-1-1-1-15,0-2 6 0,-1-1-2 0,1-1 1 16,-1 0 0-16,0-2-1 0,0 2 4 0,0-2-3 16,0 1 3-16,0-1-6 0,0-1-2 0,0 1 0 0,0 0-1 15,0-1-2-15,-1 1-14 0,-1 1 3 0,-1-2-8 16,-7 6-12-16,0-3-57 0,-2 0-5 0,2-2-23 15,2 0-65-15</inkml:trace>
  <inkml:trace contextRef="#ctx0" brushRef="#br0" timeOffset="205082.54">27541 2216 815 0,'-1'0'7'0,"0"-1"48"16,0 1-18-16,0 0 25 0,-2-2-69 0,2 1-2 16,1 0 5-16,1 0-1 0,5-1 10 0,25-4-10 0,-2 2 3 15,8 3-5-15,-4 1 6 0,-1 0 4 0,1-1-4 16,-3 0 4-16,-1-2 0 0,1 2-3 0,0-1 2 15,0 1-3-15,-1 1-7 0,2 0 6 0,-2 0-1 16,4 0 1-16,-3 0-8 0,1 0-12 0,-2-2-1 0,-4 0-6 16,1 0-28-16,-6-1-71 0,-1 0-40 0</inkml:trace>
  <inkml:trace contextRef="#ctx0" brushRef="#br0" timeOffset="205570.2">28706 2130 408 0,'-2'-1'78'0,"1"0"47"0,0-2-53 15,-1-1-100-15,-3-7 35 0,1 4-7 0,3 3-18 16,0 1-3-16,0 0-11 0,0 1-56 0,0 0-1 0,-1 1 6 16,1-1 6-16,0 1 78 0,0 0 52 0,0 1 2 15,-2 0 15-15,0 0 12 0,-9 2-2 0,1 1 1 16,-3-1-4-16,1 0-7 0,-1 2-22 0,3 0 0 16,-2 0-10-16,-2 1-21 0,0 2-5 0,0 1-4 0,0-4 1 15,1 13-6-15,-2 5-3 0,0 2 5 0,2 4-5 16,0 4-3-16,4 0 7 0,2 2-4 0,2 3 6 15,1-1-6-15,2 0-3 0,0 0 4 0,-12-6-2 16,7 1 3-16,4-5 4 0,3-3-6 0,1-3 5 16,3-1-8-16,0-4 10 0,2 2-4 0,1-3 6 0,1 0-8 15,1 0 2-15,1 0 5 0,-7 0-3 0,13 2 1 16,-6 0-2-16,2-1-4 0,-3 3 3 0,-2 0 1 16,-1-1-4-16,-1 3 5 0,8-2-5 0,-7-2 4 15,-3 0 4-15,-2-2-8 0,-1 0 7 0,0-5-3 0,-2 0 4 16,0 0-1-16,1-3 0 0,-3 1-4 0,4-1-3 15,-12-3 0-15,0-2-4 0,0 2-17 0,1 5-2 16,0-2-12-16,1-3 4 0,-1-1-41 0,2-2-24 16,1-2-15-16,0 0-5 0,-1-4-69 0</inkml:trace>
  <inkml:trace contextRef="#ctx0" brushRef="#br0" timeOffset="205832.71">28256 2712 739 0,'-1'0'31'0,"0"0"35"16,-1-1 12-16,-1 0-30 0,1-1-1 0,1 1-13 15,0 0-20-15,-1 0 8 0,2 0 0 0,2 0 2 16,0-1-6-16,11-5-3 0,12-6 2 0,4-1-3 16,4 0-2-16,3 1-5 0,3-1-1 0,2 1 0 15,2 0-3-15,-3 2-3 0,-3 1 0 0,-5 1-2 0,0 0 2 16,-6 4 6-16,-3-2-9 0,1 1 5 0,-3 0-10 15,1 0-21-15,2-1-1 0,0 0-11 0,2 1-50 16,2 0-50-16,3-1-7 0,4-2-22 0,2 0-107 0</inkml:trace>
  <inkml:trace contextRef="#ctx0" brushRef="#br0" timeOffset="206537.65">30693 1935 808 0,'-1'0'9'0,"-1"0"-20"16,1 0 26-16,-1 0 42 0,1 0-29 0,-6 1-20 0,0 1-8 16,-3 4 0-16,2 8 0 0,-1 12 5 0,-3 6-7 15,-1 0 2-15,-4-2-4 0,2 3 10 0,-5 1-11 16,3 4 6-16,-5 2-5 0,-1 1 12 0,5 5-9 15,-2 1 1-15,1-1-3 0,4-2 2 0,-1-6 7 16,3-7-5-16,3-4 7 0,2-6-3 0,3-5-3 16,1-5 6-16,1-5-5 0,0-3 10 0,0 1 11 15,1-2 5-15,0 1 2 0,1-1 9 0,-1 0-12 0,1-1-8 16,0 1-1-16,0-2-23 0,1-2 0 0,1-6 1 16,12-27 1-16,3-6 3 0,-13-9-3 0,20 0 1 15,0-1-3-15,-1 2-2 0,0 1 7 0,2 2-5 16,-2-2 6-16,-2-4 4 0,-1-6-4 0,-3-4 6 0,-4-2-8 15,0 4-1-15,-4 10 1 0,-1 5-1 16,-1 9 3-16,-1 5-1 0,-2 6 6 0,-1 3-4 0,0 3 4 16,-1 5-9-16,0 1 12 0,8 1-6 0,-6 7 7 15,-1-1-14-15,0 3 6 0,-1 1-5 0,-1 1 5 16,0 0-4-16,1-2-7 0,0 1 8 0,1 1-6 0,1 0 11 16,-1-1-6-16,-1 2 1 0,6 0-2 0,0 0 12 15,0 2-11-15,2 1 3 0,-1 3-5 0,0 1 12 16,0 10-10-16,1 0 7 0,0 3-7 0,-2 1 8 15,3 4-6-15,-1 3 2 0,0 5-2 0,3 2 3 0,-1 3-4 16,0 4 1-16,0 3 0 0,0-1 7 0,0-3-8 16,3-1 2-16,-1-6-2 0,2-4 1 0,-1 0-5 15,-3-1 6-15,4-1-5 0,-3-1 11 0,1-1-8 16,0 0 4-16,-3-2-4 0,3-2 5 0,-6-2-3 16,2 0-2-16,-2-6 2 0,-2-2 7 0,0-6-9 15,-3 0 1-15,1 1-4 0,-1-5-19 0,-1 0-7 16,1 1-5-16,-1-1-5 0,1-1-48 0,-1 0-121 15,-1 1-10-15</inkml:trace>
  <inkml:trace contextRef="#ctx0" brushRef="#br0" timeOffset="206989.91">30458 2386 944 0,'0'-1'-21'0,"0"0"81"0,0-1-45 0,0 0 42 0,0-5-33 16,1 3-17-16,0-1 7 0,3 0-12 0,8 1-1 0,10 0 0 15,4-1-1-15,-2 3 1 0,2 0 0 0,-2 0-1 16,-2 0-1-16,-1-11-1 0,-2 5 1 0,-1 3 3 16,-2 2-3-16,-2 0 2 0,-1 1-1 0,-1 0 2 15,1 0 0-15,0 1 1 0,0 0-1 0,1-1 2 16,0-1 0-16,0 1 0 0,0 0-4 0,0-1 8 15,-1 1-5-15,1 1 7 0,3 0-8 0,-2-1-3 16,1 1 2-16,-3 1-3 0,-3 0 2 0,0 0 1 16,-3 1 0-16,3 2 0 0,2 0 7 0,-3 2-5 15,0 2-1-15,0-1-2 0,-2 10-3 0,1 6 11 16,-2-2-6-16,-1 1 7 0,-1 2-16 0,-3-4 5 0,4 1 5 16,0-2-1-16,1-4 3 0,0-1-2 0,-1 0-1 15,4-4 1-15,-2 1 4 0,2-3-3 0,-3-4 5 0,0-1-4 16,2 1 14-16,2-2-10 0,-1 6 4 0,3 0-5 15,1-1 0-15,0-4 8 0,2-1-8 0,0-2 8 16,2-2-8-16,-2-3 7 0,-1-2-2 0,1 7 4 16,-2-17 2-16,-2 0 6 0,-4-1 1 0,-2 2 0 15,-2-6 0-15,10 1 3 0,-7 0-3 0,-6-4 2 16,-5 1-6-16,-4 4-20 0,5 1-6 0,-24 5-10 0,-7 5-59 16,-15-10-57-16,-13 17-46 0</inkml:trace>
  <inkml:trace contextRef="#ctx0" brushRef="#br0" timeOffset="207536.97">31258 2579 107 0,'-1'-1'0'0,"0"0"66"16,0-2 9-16,-1-2-4 0,-2-3-11 0,3 5-118 15,1 1-33-15</inkml:trace>
  <inkml:trace contextRef="#ctx0" brushRef="#br0" timeOffset="207946.24">31233 2380 394 0,'0'-1'44'0,"0"-6"30"0,0-9 20 0,0 3-46 16,0 1-1-16,1 1-14 0,0 2-12 15,0 2-12-15,0 0-4 0,-1 2 0 0,0 2 0 0,0 0 2 16,0 1 9-16,1 0-6 0,1-1-3 0,-2 1-2 15,0 0-8-15,0 0 5 0,0 1 0 0,0 0-2 16,0 0 9-16,0 0-6 0,0 1 15 0,0 0 0 16,0 0-7-16,-2 1 5 0,1 0-1 0,1 0 0 15,-10 18 5-15,-2 5-4 0,1 0-2 0,0 7-5 16,0 2-1-16,0-2 0 0,1 1 0 0,0-1-7 0,3-2 2 16,3-3-3-16,0-1 5 0,2-5-5 0,2-1 5 15,0-4-5-15,1-1-3 0,1-1 5 0,2-1-2 16,1-2 4-16,0 1-4 0,3-1 5 0,-6 0-5 15,12-1 5-15,0-1-10 0,3 1 12 0,-2-3-9 16,2-2 8-16,0 0-5 0,1 8-1 0,-1-5 12 0,3-3-8 16,-2-2 10-16,3-4-3 0,0-2-1 0,-1-2 1 15,5-4 3-15,-2 0-7 0,3-3 6 0,-2 12-5 16,-4-18 9-16,-3-2-11 0,-4-4 3 0,-2-4-4 16,0-3 5-16,-7-5 9 0,2-5-11 0,13-1 9 15,-12-1-14-15,-7 3 17 0,-5 3 0 0,-5 4 5 0,-4 4 9 16,8 4 4-16,-24 3-1 0,-3 6-3 0,-4 3-24 15,-3 4-17-15,-1 4-4 0,-4-13-9 0,-4 17-51 16,-13 15-88-16,-13-2-98 0</inkml:trace>
  <inkml:trace contextRef="#ctx0" brushRef="#br0" timeOffset="211320.02">23648 16875 84 0,'-1'0'21'0,"0"0"3"16,-1 0 19-16,1 0 1 0,-1 0-15 0,-1 0-12 15,2 0-12-15,-3 0-2 0,-2 0 3 0,-1-1 6 0,2 1 53 16,0 0 0-16,1 0 17 0,-1 0 7 0,0-1-8 16,0-1-6-16,3 2-1 0,-1-1-30 0,0 1-2 15,2 0-10-15,0 0 4 0,-2-1-32 0,1 0-1 16,0 0-3-16,1-1 2 0,-1 1-2 0,1 0-6 16,0-1 6-16,0 1-3 0,0-2 5 0,0 2 1 15,-1 0-4-15,1 0 3 0,0 0 6 0,0-1 6 0,0 1 1 16,1 0 2-16,0 0 12 0,0 0 7 0,-2-1 3 15,2 1 0-15,-1 0 2 0,0 0-10 0,0 0 0 16,0 0-5-16,0-1-1 0,-1 1-8 0,1 0 2 16,0 0-4-16,0 0-5 0,1 1-9 0,0 0 0 0,0 0-1 15,0 0 15-15,0 0-9 0,0 0 1 0,0 0-3 16,0 0 9-16,0 0-7 0,-1-1 4 0,1 1-6 16,0 0 4-16,0 0 9 0,0 0-2 0,-1 0 3 15,1 0-8-15,-2 0 11 0,2 0-11 16,0 0-8-16,0 0-2 0,0 0 0 0,0 0-1 15,0 0 1-15,0 0-1 0,0 0 2 0,0 0-1 0,2 0 0 16,-1 0 3-16,0 0-6 0,1 0 6 0,8-2 1 16,4 1-6-16,2 0 3 0,1 0-4 0,2 0 8 0,-1 1-5 15,-2 0 1-15,4 0-2 0,2 0 3 0,0 0-2 16,5 0 2-16,-2 1-2 0,0 1 3 0,-1 1-6 16,0 0 2-16,1 1-4 0,-2-1 5 0,1 1-2 15,0-2 2-15,3 0 0 0,2 1 6 0,-1-1-3 16,2-1-5-16,3 0 2 0,-2-1-2 0,4 2 3 15,1-2 3-15,-4 0-2 0,3 0-3 0,-5 0 2 16,1 0-2-16,-5 0 1 0,2 0-8 0,-2 0 7 16,0 1-2-16,-1 0 4 0,1 1 1 0,-1 2-1 0,0-1 1 15,-3 1-2-15,0-1-2 0,-1 2 5 0,-3 0-1 16,-4-2 3-16,-1 1-3 0,-2-1-4 0,-2 0 3 16,3 1-2-16,-1 0 1 0,-3-1 4 0,0 1-1 0,-3-3 2 15,-2 0-7-15,1 1 2 0,-1-1-1 0,-2-1 3 16,2 0 2-16,-2 0-1 0,1 1-3 0,1 0 1 15,-1 0-4-15,-1 0 6 0,0-1-2 0,1 0 4 16,-1 0-8-16,-1 0-4 0,-1 0 1 0,-1-1-1 16,-5-1 3-16,-10-3 3 0,-4 2-1 0,-2 0 1 15,0 1-3-15,-1 0 10 0,2 0 0 0,-1 1 4 16,2 0-4-16,0-1-8 0,1-1 2 0,-1 0-3 0,1-1 2 16,0 0 0-16,1-2-3 0,-2-1 4 0,1 0-2 15,-2-2 1-15,-1 1 1 0,1 0 0 0,-4-1 3 0,0-1-3 16,2 1-5-16,-6-1 2 0,4 2 0 0,-3 0 5 15,1 1 1-15,-1 1 1 0,2 0-2 0,3 1-1 16,-2 1 2-16,2 0-1 0,-2 1 6 0,3-1 5 16,-1 1 0-16,2-1 2 0,-1 2 2 0,-1-1 0 15,-1 1 1-15,1 1 0 0,-1 0-4 0,3-1 7 16,0 2-6-16,-1 0 7 0,2 0-6 0,0 0-4 16,1 2 5-16,2-1-5 0,3 0 0 0,1 1-12 15,-1 1 0-15,5-1-4 0,-2 0 4 0,4 1 4 0,-2-1-3 16,3 0 4-16,0 1-2 0,-1 0-3 0,2 0 2 15,2-2-3-15,0 0-4 0,2 0 5 0,0-1-5 16,1 0 5-16,-1 1-7 0,0 1-5 0,-1-1 3 16,2 0-4-16,0 0 5 0,0 0 7 0,0 2-4 0,1-1 3 15,0 0-4-15,0 2 0 0,2 0 6 0,3 2-3 16,2 0 6-16,10-1-5 0,1 0 2 0,3-1-1 16,4 1-2-16,-1 1 5 0,4-1-4 0,-1-3 4 15,0 0-4-15,2 0-2 0,0 0 2 0,-2 0 0 16,2 2 0-16,-1-3 5 0,0 1-4 0,0 14 4 15,-1-8-4-15,2-3 1 0,-1-2 0 0,4-2 1 0,1-1-4 16,2 0 4-16,2 0-1 0,-6 0 1 0,3 0-6 16,-2 0 6-16,-2 0 3 0,1 0 0 0,-4 0-3 0,-2 0 0 15,-3 0-3-15,-1 0 2 0,0 1-4 0,-1-1 3 16,0 2 0-16,-1-1 1 0,-2 0-1 0,-3 0-1 16,-1 0-1-16,-2 0 3 0,0-1 13 0,-4 2-11 15,-1-2 5-15,-2 0-7 0,-3 0 0 0,1 1 11 16,0 0-2-16,1 0 5 0,-2 0-4 0,0-1-1 15,0 0 3-15,0 2-2 0,-1-1-1 0,0 0-8 16,-1-1-2-16,-1 0-1 0,-10 1 1 0,-3 0-6 16,-3 0 6-16,1-1-5 0,-2 0 3 0,-1 0-4 15,0-1-1-15,-5 0 1 0,-1-1 0 0,-2 1 4 0,-4 1-6 16,-3-2 5-16,2 2-2 0,-8 0-1 0,2 2 7 16,0 0-3-16,2 0 5 0,3-1-1 0,2 1-1 15,0-2 1-15,0 0 7 0,3 0-7 0,1 0 3 0,-2 0-5 16,2-2 7-16,-3-1 5 0,3-1-5 0,0 1 5 15,5-2 0-15,3 2-5 0,-2-1 4 0,7 1-7 16,0-1-3-16,4 2 4 0,4 0-4 0,4 1 4 16,0 1-11-16,2 0-6 0,-1-1 2 0,-1 0-4 15,1 0-8-15,1 0 15 0,0-1-8 0,1 1 11 16,1 0 1-16,6-1-4 0,19-4 3 0,1 2-4 16,3 2 9-16,6 1-7 0,-1 1 7 0,0 0-7 0,3 0 8 15,-2 0 1-15,3 1-4 0,2 1 2 0,2 1-5 16,5-2 3-16,1 0 2 0,2 0 0 0,-1 0 2 15,-3-1 3-15,-2 0-1 0,-5 0 2 0,0 0-4 0,-2-1-1 16,4 0 0-16,0 0 0 0,2-2 3 0,1 1-20 16,0-1-19-16,4-2-6 0,-1 0-102 0</inkml:trace>
  <inkml:trace contextRef="#ctx0" brushRef="#br0" timeOffset="-173862.09">23992 15681 138 0,'0'0'0'16,"0"0"5"-16,0 0 54 0,-1 0-21 0,0 0 1 15,0 0-28-15,0 0-6 0,0 0-4 0,1 0 0 16,-2 0-1-16,1 0 2 0,0 0 24 0,0 0 2 0,0 0 8 15,-1 0 9-15,1 0-4 0,0 0-5 0,0 0 3 16,0 0-8-16,-2 0-12 0,1 0-5 0,0 0-2 16,1 0-6-16,-3 0-9 0,0 0 10 0,1 0-9 15,-1 0 9-15,0 0-10 0,-2 1 2 0,1 1-6 16,-1-1 4-16,-1 1 7 0,1-1-5 0,-1 2 4 16,1-2-3-16,1 1 4 0,-4 2 2 0,0-1-2 0,-1 1-4 15,1-1 12-15,0 1-4 0,-2-1 8 0,2 1-4 16,0-1-7-16,2 0 0 0,-1 0-2 0,0 1 2 0,0-1-3 15,-2 1-2-15,1-1 0 0,1 1-1 0,1 0-1 16,-2 0 5-16,3 0-4 0,-2 0-4 0,1 1 10 16,-1 1-10-16,3-2 9 0,-1 5-4 0,-1 0-4 15,0 2 4-15,-1 0-6 0,-1 0 8 0,-3 1-4 16,4 1 1-16,-1 1-3 0,2 1 1 0,0 2 0 16,0-1 1-16,-2 0-1 0,1 0 7 0,1-2 0 15,-3 0-3-15,3 0 0 0,-1 4-3 0,1-2 0 16,0 1 6-16,-2-2-4 0,1-1 2 0,2-2 1 0,-2 0-3 15,3-2 4-15,2-1 6 0,-2-1-10 0,3 0 4 16,-2-1-6-16,3 0-5 0,-5 1 6 0,2 1-5 16,-1 0 5-16,1 2-5 0,1-1 2 0,0 1-4 15,2 2 3-15,0-1-3 0,1 2 10 0,0 0-3 16,0 1 4-16,0 2-3 0,0 0-2 0,0 3 7 0,0 0-5 16,-1 0 7-16,0 4 6 0,0-2-4 0,1 0 5 15,0 1-5-15,0-3-7 0,0 2 5 0,0 0-5 16,1 1 8-16,1-1-11 0,2-1 1 0,-1-2-5 15,1 0 8-15,0 0-3 0,1-2-1 0,0 0-1 16,0-1 0-16,-1 0 2 0,1-4 1 0,0 1-1 0,-1-1 0 16,0-1 0-16,-1-1 4 0,2 1-1 0,0 1 11 15,-2-2 0-15,3 3-2 0,-1-2 1 0,1 1-1 0,0-1-4 16,1 2-2-16,-1-2-1 0,1 2 3 0,0-1-1 16,1-1 3-16,-2 3-5 0,10-2-6 0,-4 0 4 15,0 0-3-15,1-1 4 0,0 2-9 0,3-2 10 16,-1 2-7-16,-2-5 9 0,0 3 0 0,-1-2-5 15,-1 2 4-15,0 2-6 0,1-3 0 0,0 1-2 16,0-1 1-16,-2-3-2 0,1 2 7 0,-1-2-7 16,3 0 7-16,1 1-7 0,1-3 2 0,0 2 1 15,1-3-5-15,2 4 5 0,1-1 4 0,0-2-2 0,2 2 0 16,1-3-1-16,0 0-6 0,5-1 3 0,3 1 3 16,-3-1 0-16,4-1 5 0,-3 1-1 0,-2-2-5 15,1 1 2-15,-3 1-3 0,0-1-5 0,-2 2 6 16,-1-2-4-16,-1 0 13 0,0 1-9 0,-1-2 1 0,4 0-3 15,-2 0-3-15,1 12 6 0,0-5-2 0,2-3 3 16,3-1-7-16,-1-4 1 0,2 0-1 0,0-2 2 16,-3 0 3-16,0-3 0 0,-2 1 3 0,-2-1 0 15,2-2 16-15,-3 1-10 0,-3-1 7 0,-1 1-7 16,0-2 9-16,-2 1-7 0,0-3-1 0,0 1-1 16,-1 7-11-16,1-10 4 0,-1-1-3 0,0-2 2 0,0-2-4 15,1 2 2-15,2-2 1 0,-2 1 0 0,0-1 1 16,-2 0-8-16,-1-2 4 0,2 1-6 0,0 1 2 15,-2-1 13-15,-1 3-6 0,-3 1 9 0,-1-2-12 0,1 5 7 16,-1-2-1-16,-2 1 6 0,1 3 8 0,-4-3-4 16,6 1-4-16,-1 2 0 0,-1-3-9 0,0 1 5 15,1 0 2-15,0-3-1 0,0 0-3 0,0-2-3 16,1-1 2-16,0 0-2 0,1-2-1 0,0 0 0 16,1-2-3-16,-2-1 2 0,0-3-5 0,-1 1 5 15,-1-1 1-15,0-3 1 0,-3 3 12 0,1 0-6 16,-3 2 0-16,0 3-4 0,0-3 1 0,0 5 4 0,0-2 2 15,-3 1 0-15,1 2-2 0,-1 0 0 0,0-1-5 16,1 2 4-16,0 0-5 0,-1 1-1 0,0 0 2 16,-1-1-1-16,-1 1 8 0,1 0-10 0,0 0 3 0,-1-2-4 15,0 1 10-15,-2-2-6 0,-2 2 5 0,-1-4-5 16,-1-3 8-16,1 0-3 0,-1-1 1 0,2 2-3 16,-1 0-8-16,1-3 6 0,1 1-3 0,-1 1 5 15,2 2-5-15,0-2 0 0,0 3-4 0,-1 1 2 16,0 2-12-16,-1 2 15 0,1 0 0 0,-1 1 5 15,6 3-10-15,-9-2 6 0,0 1-2 0,-4 1 6 16,2 1 0-16,-1 1 3 0,0 1 1 0,1 2 1 0,-4 0 17 16,0 2-4-16,-2-1 1 0,-3 0-4 0,-1 2-10 15,-2-1 5-15,2 1 5 0,-1 0-2 0,-1 1 3 16,0 0-11-16,0 1 0 0,3-1-3 0,-2 1 3 0,3-12-14 16,1 6 3-16,1 4-6 0,1 2-10 0,0 1-47 15,2 1-9-15,-1 2-24 0,0 3-143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5:17:37.9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22417 2891 354 0,'0'0'7'16,"0"0"10"-16,-1 0 11 0,-1 0 3 0,1 0-8 15,0 0-13-15,0 0-8 0,0 0 1 0,-1 1 2 16,1 0 11-16,0 0-2 0,0 0-2 0,0 1 2 15,0-1 9-15,-1 0 7 0,1 1 3 0,0 1 0 16,0-1 11-16,-5 6-17 0,0 1 4 0,1-4-8 0,-2 5 2 16,0-1-8-16,-1 3 4 0,0 2-7 0,0-2 3 15,5 5-11-15,-10 1 3 0,0 2-5 0,2 2 5 16,-2 2 1-16,2 1-6 0,-7-1 5 0,0 2-9 16,-4 0 2-16,-2-1 1 0,4 2-1 0,2 1 4 0,-1 3 0 15,2 0 4-15,-1 2-2 0,0 3-5 0,2 1 10 16,1 1-8-16,1-3 9 0,-1 0-10 0,3-2 3 15,0-2-3-15,1-3 4 0,1-3-2 0,0-3 6 16,2-3 2-16,0-3 1 0,1-1-3 0,0-3 1 16,-3-1 0-16,4-2 1 0,-2-1-2 0,3-1-2 15,3-3-2-15,0-1 2 0,1-1 3 0,-1-1 15 16,0 2-1-16,0-1 6 0,-1 0 2 0,1-1-9 0,1 1-1 16,0-1-4-16,-1-1-13 0,1-1-7 0,0-2 1 15,-1-12-3-15,3-10-1 0,4-2 1 0,4-5 1 16,2-5 0-16,1-2-2 0,1 0 0 0,0-3-6 15,1-2 3-15,2 0-9 0,0-3 7 0,1 0 3 16,0 4-1-16,-16 0-12 0,23-2 5 0,1-1-6 0,2-7 7 16,3-1-6-16,2-2-4 0,0 2 3 0,-4 5-1 15,-3 7 15-15,-2 8 5 0,-3 6-2 0,-3 8 2 16,-4 1-1-16,-4 7 2 0,-4 2 2 0,-2 0 1 16,0 4 7-16,0 2-1 0,-2 1 0 0,2 1-3 15,-1 0-9-15,-1-1 1 0,0 2-1 0,1 0 2 0,-1 0 2 16,0 0 5-16,0 1-1 0,0 0 0 0,0 0-7 15,1 1 3-15,0 0-1 0,0 1 1 0,1 1-6 0,1 4 5 16,3 3-2-16,-1 1 5 0,0 1 0 0,0 1 0 16,0 2 6-16,1 2-4 0,-1 3 2 0,0 4-2 15,0 2-3-15,0 3 2 0,-2-1 0 0,1 4-3 16,0 2 3-16,-1 0-3 0,2 4-1 0,1-2-6 16,0 0 4-16,0-3-2 0,2-2 2 0,-1 1 1 15,1-1-7-15,2-1 6 0,1 0 2 0,-1-1-2 16,0-2 4-16,1 3-3 0,-2-2 3 0,1-1-5 15,-1 1 1-15,-1-4-2 0,-1-1 10 0,-1-2-8 0,-1-2 4 16,-1-1-4-16,-1-2 0 0,0-2 0 0,-2 0 1 16,-1-3 0-16,1 0 1 0,-1-2 1 0,-1-2-8 15,0-1 5-15,0-1-7 0,0-2-2 0,0-1 3 16,0 1-5-16,0-1-16 0,0 1-35 0,-1-2-20 0,-1 0-12 16,1 0-136-16</inkml:trace>
  <inkml:trace contextRef="#ctx0" brushRef="#br0" timeOffset="691.52">22033 3566 650 0,'-1'-1'160'0,"0"-2"365"0,0 1-510 0,0 0-26 15,-1-1 1-15,1 1-10 0,0-1-2 0,1 2 15 16,0 0 0-16,1 0 4 0,2 1-2 0,19-1-1 16,3 1-3-16,6 0 0 0,5-1-12 0,2-4 10 15,5-2 0-15,-4-1 4 0,2-3 8 0,-1-1 0 16,-3 0 0-16,-2 2 0 0,-5-2-1 0,-3 2 2 0,1 0 0 16,-1 1 0-16,-1-1-2 0,0 2 8 0,0 0-5 15,0 2 6-15,0 0-7 0,-3 0-3 0,0 2 0 16,0-1-1-16,-3 2 10 0,0 1-8 0,-3 1 2 15,-6 1-4-15,2 0 6 0,-2 0-6 0,-1 0 1 16,0 0-4-16,-3 0 3 0,-1 1 7 0,0 0 2 0,-4-1 1 16,3 1-2-16,-3-1 4 0,-1 0-2 0,2 2 4 15,-1-1 0-15,0 0 10 0,1 0-1 0,-1 0 4 16,-1 1-4-16,0-1-8 0,1 0-3 0,-1 0-1 16,0 0 1-16,0 0 1 0,0 1 4 0,0-1-3 15,-1 0-2-15,0 0-10 0,0 1 5 0,0 1-5 0,-2 5 8 16,-1 3-8-16,-2 0 0 0,0 2-1 15,0 0 6-15,3-2-7 0,0-1 3 0,-1 2-3 0,1 1 5 16,1-1-4-16,1 1-4 0,0 0 0 0,0 0 3 16,1-2 7-16,0 0-2 0,0-3 2 0,2 0-10 0,0 2 6 15,2-1-2-15,0 1 3 0,-1-2-2 0,2 3-3 16,-1-3 1-16,0 0 0 0,-1-1 4 0,1 0 0 16,0-1 2-16,-4 0-2 0,6 1 0 0,0-1 1 15,0 0-3-15,0 0 1 0,0-3 1 0,1 1-2 16,1-1 4-16,1-2-4 0,2 8-1 0,1-2 4 15,0-3-3-15,1-1 5 0,-1-3-7 0,0 0 5 0,2-3-2 16,-3 1 5-16,1-3 0 0,1 1 1 0,-3-1 0 16,-1 0-1-16,-2 0-6 0,-3 2 12 0,-3 2-4 15,2-6 6-15,-3-2-8 0,1-1 4 0,1-1 0 16,5 0 1-16,-1-2 6 0,-3 1 0 0,-2-2 3 16,-2 1-2-16,0-3 10 0,-2 2-11 0,-1 3 6 0,-1-5-8 15,-5 0 5-15,0-1-21 0,5 1-2 0,-14 3-9 16,-5 2-32-16,-4 4-48 0,-7 0-13 0,-11-10-23 15,-12 13-155-15</inkml:trace>
  <inkml:trace contextRef="#ctx0" brushRef="#br0" timeOffset="1035.76">22007 4066 880 0,'0'0'-33'16,"-1"0"7"-16,0 0-127 0,0-2-10 0</inkml:trace>
  <inkml:trace contextRef="#ctx0" brushRef="#br0" timeOffset="1345.42">21850 4058 380 0,'-1'0'105'0,"-4"0"-2"15,-20-2 45-15,5-1-12 0,-1-1-16 16,2 2-46-16,2-1-24 0,1 2-12 0,5 0-2 0,0 1-17 0,5 0-16 16,3 0 3-16,0 0-7 0,1 0-1 15,0 0-6-15,0 0 4 0,1 1-6 0,0 0 4 0,1 1 9 16,0-1 1-16,1 0 4 0,2 1 6 0,13 9-1 15,5-2-2-15,2-3 1 0,2-1 2 0,7-2-2 16,0 0 5-16,1-2-3 0,2 0 4 0,-1-1-8 16,5-4 1-16,6 2-3 0,5-3 10 0,7 2-13 15,2-1 5-15,4-1-7 0,-2-3 8 0,-2 1-3 16,-1 0 5-16,-3 0-5 0,4 1-5 0,2 2 5 0,-1 0-8 16,0 2 6-16,-3-1-7 0,-5 2 5 0,-4 0 2 15,-5 0 1-15,-5 1-5 0,-3 0-2 0,-2 1 4 16,-3 0-4-16,-3 0 6 0,-1 1-9 0,-2-1 2 15,-7-1-3-15,2 0 9 0,-7 0-1 0,-5 0-2 0,1 0 1 16,-6 0 0-16,2 0-3 0,-1 0 3 0,0 0-3 16,-1 0-7-16,-1-1-49 0,0-1-6 0,1 1-19 15,-2 0-76-15,0-1-106 0,-2-1-43 0</inkml:trace>
  <inkml:trace contextRef="#ctx0" brushRef="#br0" timeOffset="1701.16">21846 4300 582 0,'-2'0'135'0,"-23"-5"310"0,6 0-435 0,5 3-9 15,4 1 5-15,5 1-6 0,-1 0-4 0,5 0-28 16,-1 0 2-16,-1 0-6 0,1 0 33 0,1 0 1 15,0 0 10-15,1 1-8 0,1 0 6 0,1 0 0 0,10 3-1 16,9-1 3-16,0 0 17 0,4-1-1 0,0-1 3 16,1 0-3-16,1-1-1 0,0 0 2 0,2 0-4 15,4 0 3-15,2 0-10 0,8 0 5 0,5-1-3 16,5 0 2-16,4 0-12 0,1-2 9 0,-4 1-2 0,-1-2 5 16,0 1-5-16,1 1-1 0,7-2-2 0,4 2 3 15,2 1 1-15,1-2 5 0,-5 1-4 0,-3 1 3 16,-3-1-9-16,-2 1 7 0,2 1-1 0,0 0 1 15,-1 1-6-15,-1 1-9 0,-3 0 1 0,-9-1-2 16,-2 2 0-16,-8-2-47 0,-5 1-17 0,-1 0-48 0,-4 2-433 16</inkml:trace>
  <inkml:trace contextRef="#ctx0" brushRef="#br0" timeOffset="6889.62">17789 3594 45 0,'0'0'0'0,"0"0"10"0,0 0 10 0,0 0 13 0,0 0 11 15,0 0-3-15,0 0-2 0,0 0-15 0,0 0-6 16,0 0 0-16,0 0-3 0,0 0 1 0,-1 1 4 0,0 0-3 16,0 0 9-16,0 1 11 0,0-1-5 15,-1 0 7-15,1 0 3 0,-1-1-13 0,-1 0 5 0,1 0-11 16,1 0-15-16,-4 0 1 0,-1 0 0 0,0 0 2 15,1 0 7-15,-2 0-8 0,1 0-1 0,-1 1-2 16,0-1 6-16,-1 2-3 0,1-1 10 0,-2 0-7 16,1-1 3-16,1 0-5 0,-1 1 3 0,-1 0-2 15,2 0 4-15,3-1-5 0,-2 0-7 0,0 0 5 0,2 0 2 16,2 0 3-16,0 0 7 0,-1 0-4 0,2 0 3 16,0 0 1-16,0 0-4 0,-2 0 4 0,1 0-7 0,0-1-12 15,0 0 1-15,1 0-3 0,0 0 1 16,0-2 0-16,1-3-2 0,0-4 1 0,2-1 0 0,3 1 3 15,1 0-2-15,2-1 1 0,-3 0-4 0,9-1 8 16,-1 2-1-16,0 0 3 0,0 1-11 0,0 2 1 16,0 2-3-16,-2 0 3 0,-1 2 6 0,-2-1-4 15,1 1 1-15,1-4-3 0,-3 2 2 0,5-1-3 16,-5 4 5-16,0 1-4 0,1-1 2 0,-1 2 1 16,-2 0-2-16,1 2 2 0,-1 0 3 0,3 1-6 0,0 3 2 15,-1 0-3-15,0-1 8 0,-4 4-5 0,3 0 1 16,2-1-3-16,-2 0 10 0,1-2-10 0,0 0 5 15,-2-1-5-15,1-1 9 0,3 2-9 0,-1 0 3 16,-3 0-3-16,4-4 7 0,-1 2 6 0,0-3-2 0,0 5 2 16,1-1-8-16,-1-2 4 0,0-1-6 0,0-2 5 15,2 0-9-15,-2 0 6 0,1-1-2 0,0 0 3 16,-4 0-4-16,1 0 0 0,-2 0-7 0,-1-1 3 16,1 1-29-16,1-2-10 0,-2 0-2 0,1 1-6 15,0-6-43-15,1-1-34 0,-1 0-50 0</inkml:trace>
  <inkml:trace contextRef="#ctx0" brushRef="#br0" timeOffset="7405.41">17775 3812 165 0,'0'0'47'0,"0"0"66"16,0 0-52-16,-1 0-18 0,0 0 1 0,0-2-6 15,0 1 4-15,-1 0-13 0,1 0 4 0,0 0-6 16,0-1 4-16,0 1-15 0,0 0 1 0,-1-1-5 16,2-1 0-16,0 1 10 0,0 0-6 0,0-4 7 15,0 2-7-15,2 0 2 0,-1 0 2 0,-1 2-1 0,1-2-10 16,1 1 3-16,-1 0-1 0,9 1 1 0,-1 0-7 16,5-2 2-16,0 2-5 0,4-2 4 0,0 2-6 0,2-1 5 15,-3 1-5-15,1-10 5 0,1 4-6 0,-5 3-2 16,2 3 7-16,-3 1-5 0,-1 1 0 0,0 0 1 15,-4 1-2-15,1 1 3 0,0 1 0 0,-1 0 0 16,-2 0 3-16,-1-1-3 0,-2 0 1 0,1 1-2 16,-1-1 0-16,1 0 1 0,-1 1 6 0,1-1-9 15,-1 0 0-15,0 0-2 0,-1 0 4 0,1-1 10 16,2 2-4-16,0-2 4 0,0 2-10 0,-1 1 0 0,2-1-1 16,2 1 0-16,1-2-2 0,2-1-2 0,1-1-7 15,2-3-4-15,-1-2-68 0,0-1-77 0,0-1-38 16</inkml:trace>
  <inkml:trace contextRef="#ctx0" brushRef="#br0" timeOffset="8263.33">19378 2786 474 0,'0'-1'59'0,"0"0"27"0,-1 0-46 0,0-2-48 16,1 1 6-16,-1-3 0 0,1 3 4 0,0 1-5 0,0-2 5 16,0 1-9-16,0 0 6 0,0-1 4 0,0 2 0 15,0 0 1-15,0 0 18 0,0 0-9 0,-2-1 13 16,1 1-10-16,0 0 10 0,0 1 0 0,-1 0 4 15,-6 0 2-15,-4 4-12 0,-3 0-1 0,1 3-3 16,-2-6 1-16,-3 17-6 0,4 2 2 0,-3 5-3 16,0 2 0-16,2 5-6 0,-2 1-2 0,0 2 0 15,-1 4-2-15,2 1 6 0,1-2 1 0,2-4 1 0,0-5-3 16,1-6 4-16,1 0-7 0,2-5 5 0,1 0-4 16,0 1-2-16,-2-4 4 0,3-1-4 0,1-2 3 15,2-1 1-15,2-3-4 0,-2-2 4 0,1-2-1 0,1-1 12 16,-1-1 3-16,2 0 1 0,0 1 15 0,-1-2-9 15,1 0 6-15,-1 0-9 0,1-1-10 0,0 0-11 16,-1-1 2-16,3 0-4 0,-8-19-4 0,6-2-3 16,4-4-5-16,5-5 4 0,4-4-3 0,3-6 2 15,2-6-1-15,3-6 2 0,1 0 7 0,-1 3-4 16,0 3 7-16,-3 6-4 0,1 2 11 0,-2 7-7 16,0 1-2-16,-2 5-1 0,0 3-5 0,-2 4 10 0,-2 0 0 15,-2 4 4-15,-1 3 1 0,0 1 1 0,-2 5 0 16,-1 1-1-16,-2 2-8 0,0 1 5 0,2 0-10 15,-1-1 6-15,0 1-8 0,6-3 4 0,3 0 2 16,-2 4 0-16,1 1 0 0,-2 0 1 0,1 3-1 0,0 1 1 16,-3 1-1-16,-1 2 7 0,0 10-3 0,-3-2 3 15,9 2-8-15,-2 0 7 0,-3 1-1 0,-2 0 3 16,0 2-7-16,-1 0 3 0,1 2-3 0,-1 1 4 16,2 1-8-16,0 3 3 0,-1 2 0 0,1 3 3 15,1 3-3-15,0 1 6 0,1 2-3 0,-1-1 3 16,-1-3-12-16,-2-4 8 0,2 1-2 0,-1-4 5 0,2 0-10 15,0-1 4-15,0-3-4 0,1 1 5 0,-1-2 3 16,0-3 0-16,-3-3 1 0,1-1-2 0,-2-5-1 0,0-3-2 16,-2-2 1-16,0 0-1 0,0-4-8 15,0 2 7-15,0-2-6 0,0 2 5 0,0-1-16 0,0-1-68 16,-2 1-25-16,1-1-26 0,0 0-199 0</inkml:trace>
  <inkml:trace contextRef="#ctx0" brushRef="#br0" timeOffset="8754.76">19121 3221 1091 0,'0'-1'12'0,"0"0"-3"0,-2 0 3 0,1-1-1 0,1 1-5 15,0 0-12-15,0 0 3 0,0 0-4 0,1 0 4 16,2-1 2-16,6-1-1 0,9-2 2 0,5 0-4 15,2 2-7-15,1 1-2 0,2-2 5 0,-2 2-4 16,-4-1 6-16,2 0 8 0,-3-1-4 0,-2 1 5 16,1-2-8-16,-4 0 14 0,-2 1-7 0,0-1 10 15,-1 0-7-15,-2 1-3 0,0-1 0 0,-2 1-1 0,0 1 2 16,0 0-7-16,0 1 3 0,-1 1-6 0,0 0 7 16,1 1 3-16,-2 0-1 0,1 0 0 0,-1 1 2 15,-2 0-4-15,1 1 3 0,-3 0-3 0,1 0 2 16,-1 0 5-16,0 0-7 0,-1 1 6 0,4 5-9 0,-1-1 9 15,-2 0 0-15,1 2 3 0,-2-1-5 0,0 0 5 16,-1 0-7-16,1 1 6 0,-1-1-6 0,-1 0 0 16,0 0 4-16,0 0-4 0,0 1-2 0,0-1 0 15,0 0 3-15,0-1-1 0,0 0 9 0,0-1-7 16,0 0-4-16,1 0 0 0,0-1-4 0,0-1 14 16,1 1-2-16,-1-1 5 0,0-2-8 0,0 0 3 15,6-1-3-15,4 6 3 0,-1-1-6 0,1-2 6 0,1-2 5 16,2-2-2-16,-1-1 1 0,0-2 8 0,2-3-9 15,0-1 8-15,3-4-10 0,-3 0-1 0,0 9-5 16,-5-10 3-16,-4 3-3 0,0-2 3 0,-5 2 9 16,5 1-6-16,-1-3 1 0,-1 3 0 0,-2-2-7 0,0 2 4 15,-2 0-17-15,-2 1-6 0,0 1-8 0,-2-1-1 16,-13 2-50-16,-7 2-30 0,-2 2-9 0,-4-15-4 16,-5 10-7-16,2 6 28 0,0 4-21 0</inkml:trace>
  <inkml:trace contextRef="#ctx0" brushRef="#br0" timeOffset="9204.52">18897 3794 1084 0,'-1'-1'-21'0,"0"0"29"16,-3-1-29-16,-3-2 14 0,5 2-25 0,-1 1-44 0,1 0 15 15,0 0-19-15,-1 0 48 0,2 0 4 0,0 1 5 16,0 0-1-16,0 0 13 0,0 0 6 0,-1 0 2 0,2 0 3 16,0 0 21-16,0 0 45 0,0 0-3 0,0 0 16 15,0 0-7-15,0 0-37 0,0 0 3 0,0 0-14 16,0 0-8-16,2 0-6 0,-1 0-1 0,1 0-2 15,6-2-7-15,11 0 3 0,0 0-2 0,4-1 2 16,1 1-3-16,1 0 4 0,-1-1-1 0,5 1 2 16,-1-2-5-16,2 2 13 0,4-1-5 0,8-1 8 0,0 0-10 15,7 0 9-15,3-2-6 0,0 1 5 0,2-1-11 16,-5 0 5-16,1 1 0 0,-1-1 1 16,2 0-2-1,2 1-9-15,0 0 5 0,-4 2-5 0,1-1 7 0,-4 2-3 0,-6-2-2 0,-4 2 0 0,-6 0-5 0,-5-1 15 16,-3 2-10-16,-2 0 10 0,-1 0-11 0,-3 0 0 15,-1 1 1-15,-2 0-1 0,-2 0-2 0,-2 0-14 16,-2 0-6-16,-4 0-4 0,1 0-30 0,-3 0-35 16,1 0 1-16,0 0-20 0,1 1-62 0</inkml:trace>
  <inkml:trace contextRef="#ctx0" brushRef="#br0" timeOffset="9642.34">19208 4009 762 0,'-2'-1'8'0,"1"0"12"0,0 0-19 15,0-1-3-15,-1 1 2 0,0 0-1 0,1 0-7 16,0 0 3-16,0-1-4 0,0 1 7 0,-1 1 7 0,1 0 3 16,0 0 1-16,0 0 0 0,0 0 7 0,0 1 15 15,-1 1 0-15,1-1 4 0,0 0-3 0,0 1-1 16,0 1-3-16,0-1 1 0,-5 7-13 0,1 1 5 16,-1 5-8-16,0 3 6 0,0 2-13 0,2 4 5 15,0 4-5-15,2-3 4 0,-2 5-3 0,1-2-5 16,0 1 6-16,0 4-6 0,-1 0 9 0,0 4-3 15,-1 0 1-15,-1 3-2 0,-1 3 4 0,1-1-5 16,-1 2 7-16,0-5-6 0,0 0 10 0,0-1-14 0,0-6 0 16,0-4-3-16,-2-2-1 0,2-3 5 0,0-3-1 15,1-3 5-15,2-3 1 0,1-5-6 0,1-2 0 16,1-2-2-16,1-3-11 0,0 0 0 0,-1 0-9 16,0 0 1-16,-1-1-59 0,1 1-51 0,0-1-34 0,0-1-7 15,0-1-139-15</inkml:trace>
  <inkml:trace contextRef="#ctx0" brushRef="#br0" timeOffset="10242.39">19108 4148 1175 0,'-2'-1'17'0,"1"-1"5"0,0 0-1 15,-8-11-12-15,4 5 2 0,0 0-11 0,4 4-27 16,0 1 7-16,1 1-12 0,0 1 24 0,0-2 5 16,1-3 0-16,3 0 1 0,3 1 2 0,10-1-3 15,2 3 2-15,1-4-2 0,2-1 7 0,1-2 0 16,-2 0 2-16,5 4-1 0,-7-1 13 0,3 1-5 16,-4 2 4-16,-3 3-6 0,0 0-5 0,-2-7 10 15,1 3-7-15,-3 4 9 0,2 1-10 0,-3 3-4 0,-3 2 0 16,-1 1-1-16,-2 14 3 0,9 1-8 0,-6-1-2 15,-4 1-2-15,-3-1-5 0,-2-1 9 0,-4-1-1 16,-2-2 3-16,0-3 2 0,1-2 5 0,-11-1-3 0,0-2 3 16,-3 0-3-16,0-3 6 0,0 0-5 0,1-1 5 15,3 0-3-15,2 0-2 0,2-2 4 0,3-1-3 16,1 1 5-16,2 3-10 0,1-1 4 0,2-2-5 16,0 0 7-16,2-1 6 0,-2 0 1 0,3-1 0 15,0 0-4-15,-1 1-6 0,-1 0-5 0,1 0 0 16,1 1-6-16,0-1-3 0,-1 0 10 0,1 0-7 0,1 0 12 15,1-1-3-15,1 0 2 0,2 0-1 0,15 3 1 16,3-2-7-16,4 0 0 0,-1 0-2 0,1 0 5 16,-1 1 0-16,-3-1 2 0,0 1-2 0,-1 2-1 0,-4-1 2 15,-2 1-4-15,-2-1 4 0,-4 1-1 0,0-1-3 16,-5 0 0-16,-1-2-4 0,-1 5-1 0,4 2 13 16,-1 0 3-16,-3 0 3 0,-2 2 1 0,-2 0-2 15,-3 1-3-15,3 1 1 0,-20 1-6 0,-1 0 9 16,-3-1-1-16,0 1 2 0,-1-1-10 0,0 0 6 15,4-3-6-15,0-2 5 0,4-1-12 0,4-1 9 0,3-2-8 16,3-1 7-16,2-1-4 0,1 2-13 16,0 1 1-16,1-3-8 0,2 0-28 0,2-1-34 0,0 0-12 15,-2 1-9-15,2-1-43 0,0 0-3 0,1-1-28 16</inkml:trace>
  <inkml:trace contextRef="#ctx0" brushRef="#br0" timeOffset="10836.5">19947 3927 1609 0,'-1'-1'7'0,"0"-1"0"15,-1 0-11-15,0 1-14 0,-2 0-4 0,1-2-63 0,1 1 46 16,1 1-9-16,0 1 23 0,-1 1 2 0,1 1 7 15,-9 16-9-15,-3 11 8 0,1 4-15 0,-2 4 10 16,0 0 6-16,-3 0 0 0,10-1 10 0,-19-2 20 16,-4-1-2-16,0-2 10 0,5-3 0 0,2-3 1 15,3-3-5-15,4-4 5 0,2-4-4 0,3-4-15 16,3 0 4-16,2-1-7 0,-1 0 5 0,2-2 0 16,2-2-4-16,0-2 2 0,2-2-1 0,-1 1 8 0,-1 1 3 15,1-1-1-15,0-1-2 0,-1 0-15 0,2 1 3 16,0-2-6-16,0 0 4 0,0-2-1 0,-2-5-5 15,2-13 3-15,2-3-6 0,5-3-5 0,1-1 10 16,5-2-9-16,0-2 8 0,2-4 7 0,2-5-7 16,2-5 8-16,0-2-12 0,0-2 8 0,1 4-1 0,0 4 4 15,-1 3 0-15,-16 8 6 0,14 4-3 0,-1 4 4 16,2 6-4-16,-6 3 2 0,2 4 4 0,1 3-1 16,-4 1 5-16,1 3-5 0,1-6 0 0,-2 2 0 15,2 1 3-15,0 3 0 0,1 2-2 0,-3 1 1 16,2 3-7-16,-2 2 2 0,-2-3 0 0,-1 17 0 15,0 1-4-15,0 2 5 0,-1 2 0 0,-1 3 4 0,-1 3 1 16,-1 2-2-16,0 1-1 0,-1-1 0 0,0 1-1 16,0-5 4-16,13 1-2 0,-5-4 2 0,-4-3-5 0,-3-1-3 15,1 1 3-15,-1-2-2 0,0-1 6 0,-1-1-9 16,1 0 1-16,1-1-1 0,-1 1 4 0,1-1-7 16,0-3 6-16,0 2-6 0,1-3 5 0,-2-3 1 15,1-1-6-15,1 4-2 0,-4-10-4 16,0-1 6-16,0-1-5 0,0 1 3 0,1-1-5 15,-1 0-8-15,-1 1 1 0,0-2-33 0,0 0-59 16,0 0 9-16,0-1-29 0,-1 0-40 0,-1-1-137 0</inkml:trace>
  <inkml:trace contextRef="#ctx0" brushRef="#br0" timeOffset="11350.1">19641 4328 1226 0,'0'-1'6'0,"-1"-1"12"16,0 1-36-16,1 0-2 0,0 0 4 0,0 0 1 15,1 0 22-15,2-1-7 0,13-4-1 0,6 1 0 0,4 0 4 16,5 0 1-16,1 2 2 0,2-1-3 0,0-1-1 16,-1 1-9-16,-3-1-1 0,-1 0-7 0,-4 1-20 15,-5-1 5-15,-1 0-1 0,-2 0 4 0,-3 1 7 0,-2-1-4 16,1 0 8-16,-2 1-5 0,2-2 13 0,0 0 4 15,0 1-4-15,0-1 5 0,-1 0 3 0,0 2-5 16,-2-1 5-16,3-1-2 0,0 1 4 0,2 1-3 16,-1 1-3-16,2 1 0 0,-1 2 8 0,-1 0-8 15,-1 0 5-15,-1 2-7 0,-3 0 2 0,-1 0 6 16,-4-1 2-16,-2 0 4 0,-1-1 19 0,1 3 2 16,0 7-1-16,5 1 1 0,0 1 10 0,-3-1-13 15,-2 2 7-15,-2-1-10 0,-1 3-3 0,-2-1-1 16,0 2-4-16,-1 0 2 0,1-1-9 0,1 2 0 0,-1 1-2 15,1-2 1-15,-1 2-1 0,2 0-2 0,0-1 2 16,0 1-3-16,1-2 0 0,1-1-1 0,3 3 3 0,-1-3 0 16,1-1 13-16,-1-3-6 0,2-2 5 0,0-3-6 15,2 0 9-15,6 0-4 0,1-2-3 0,0-2 1 16,4 0-5-16,-1 10 8 0,-2-6-4 0,0-3 5 16,-3-3-3-16,0-1 1 0,1-1 2 0,-2-2-2 15,-1 0 1-15,0-1 2 0,-1 3 0 0,1-17 0 16,-1 2-5-16,0-3-6 0,0-2-1 0,-5 0-1 0,1-3 3 15,-4 1-4-15,13 1 1 0,-7-1-4 0,-4 1-5 16,-4 0-33-16,-5 1-11 0,-5 2-16 0,2 0-114 16,-25 5-267-16</inkml:trace>
  <inkml:trace contextRef="#ctx0" brushRef="#br0" timeOffset="12487.99">17945 5491 282 0,'-2'0'14'0,"0"0"22"0,-6 0-20 0,-4 0-17 15,3 1 4-15,2 1-8 0,-5 3 8 0,1 1 7 16,-2 1-3-16,0 0 5 0,5-2 16 0,0 1 4 15,2-2 1-15,1-3-1 0,2 5-4 0,1 0-2 16,-1-1 4-16,0-3-3 0,-2 1 6 0,1-1-10 16,1 0-1-16,1 1-3 0,-2 1 2 0,-1-1 4 15,2 0-8-15,-1 0 5 0,2-1-15 0,1 3 1 0,-2-3 12 16,1-1-5-16,0 2 30 0,-1-2 8 0,2-1 0 16,-1 1 2-16,-1 0-3 0,1 0-15 15,-1 0 0-15,-1 1-6 0,2-2-12 0,0 0-6 0,0 0-3 16,0 0 0-16,-1-2-8 0,1 1 0 0,1-1 0 0,-1-4 0 15,-1-2 4-15,2-2-4 0,1 1 0 0,0 2-2 16,0 0 2-16,0 2 0 0,1 2-2 0,0 0 1 16,1 1 0-16,0 0-3 0,0-1 3 0,-1 3-4 15,9-5 1-15,-2 3 1 0,7 2 1 0,-1 0 0 16,-1 4-1-16,2 2-1 0,-4-1 0 0,2 2 1 16,1 2 1-16,5 1 4 0,-2-1-6 0,0-1 5 0,6-1-3 15,-7-2 3-15,4-2 7 0,0-1-5 0,-4 0-5 16,3-1 2-16,-1-1-1 0,1-1 4 0,1-1-5 0,-4 0 5 15,-2 0-2-15,-1 1 5 0,-3-1-5 0,-2 1-3 16,-2 0 0-16,-3 1 0 0,1 0 1 0,-2 0-1 16,-1 0 2-16,1 0-1 0,-1 0-1 0,1-1-5 15,0 0-8-15,1-1 1 0,-2 1-40 0,0 0-44 16,0 0-20-16,0 0-13 0,1 0-117 0</inkml:trace>
  <inkml:trace contextRef="#ctx0" brushRef="#br0" timeOffset="12919.82">17767 5967 611 0,'-1'0'352'0,"0"0"-530"0,0 0 434 0,-8-2-256 0,3 0-3 16,4 2-26-16,-1-1 8 0,1 1-13 0,0-1 5 16,0 0-5-16,-1 1-3 0,2 0 3 0,0 0 20 15,0-1 7-15,0 0 7 0,-1-1-2 0,1 1 12 16,1 0 3-16,0-1 8 0,0-1-3 0,3-6 19 0,-1 2-7 16,1 0-9-16,1 0 3 0,0 1-11 0,-2 2-6 15,1 0 6-15,-1 1-7 0,6 2 5 0,4-7-1 16,1 2-3-16,-1 2 1 0,3 3-8 0,-1 2 1 15,-1 3 0-15,2 3 1 0,1 1-2 0,1 3 8 16,-2-8-5-16,0 10 5 0,-4-1-9 0,2-1 6 16,1-4 3-16,-1-1 3 0,-1 0 11 0,-2-1-9 0,0 0 9 15,0-1-9-15,-1-1 14 0,0-2 2 0,0 6-7 16,1-1 6-16,-1-1-10 0,-1-3-10 0,-1-1 7 16,2 1-9-16,-2-1-4 0,-3-1 5 0,1 0-10 15,-2 0 9-15,-1 0-3 0,-1 0-6 0,0 0 1 16,2 0-7-16,-1 0-15 0,0 0-61 0,1-1-29 0,-1-1-18 15,0 1-158-15</inkml:trace>
  <inkml:trace contextRef="#ctx0" brushRef="#br0" timeOffset="14614.79">19077 5594 871 0,'0'0'45'0,"0"-1"-59"0,-1 0 50 16,0 0-28-16,0 0-5 0,1-1-3 0,0 1 1 0,0-1-1 15,0 1-2-15,0-6 16 0,1-3-1 0,0 1 6 16,0 1-9-16,3-3 0 0,-1 2-2 0,3-3 3 15,1-2 8-15,-1 2-6 0,1-2 10 0,0-1-7 16,-1-1 11-16,1 0 2 0,0-1-7 0,-1 1 5 16,0 1-16-16,0-1 2 0,-2 2-2 0,1 2 3 0,0 1 4 15,-2 0-3-15,0 2 5 0,-1 0-5 0,-1 2 1 16,-1 3 5-16,0 1-8 0,0 1 6 0,1 0-13 16,-1-1-2-16,2 1-4 0,-2 1 0 0,0 0-13 15,0-1 10-15,0 1 0 0,1 0 3 0,0 0-7 0,0 0 12 16,0 1-7-16,0 0 9 0,1 0 2 0,-1 1-5 15,0 0 7-15,0 1-9 0,0 1 2 0,2 6 3 16,-1 3-2-16,-1 2 3 0,0 1 1 0,-1 2-3 16,0 3-1-16,0 1-1 0,0 1-1 0,0 3-3 15,0 0 0-15,0 0 0 0,0 0 3 0,0-2-7 16,0-5 4-16,0-1-5 0,0-2 8 0,0-1-3 16,2-1 4-16,-2-3-4 0,0-2 6 0,0-6-6 0,0 4-1 15,0-4 0-15,0 2 9 0,0-1-6 0,0 0 0 16,0-1-2-16,0 0 4 0,-2 2-4 0,1-2 0 15,-1 2-2-15,1-2 2 0,-5 2 2 0,-2-3 3 16,-1 0-3-16,3 4-3 0,2-2 7 0,-1 0-4 0,1-2 6 16,2 0-9-16,1-1 7 0,0 0-5 0,0 0 6 15,-1 0-8-15,0 1 2 0,0 0-1 0,-1 1 1 16,2-2 1-16,0 0-5 0,0 0 3 0,0 0-6 16,1-2 4-16,0 1 5 0,1 0-3 0,0 0 4 15,1-1-10-15,11-7 6 0,6-1 2 0,1 1 1 16,0 2-2-16,2 0-1 0,1 0-3 0,-2 1 3 0,1 2 1 15,-2 0 1-15,-2 2 1 0,2-1-3 0,0 1-3 16,-5 1-2-16,2 0 2 0,-4 1-2 0,-3 0-4 16,0 0-18-16,-2 0-6 0,-2 0-4 0,-3 0-29 15,2 0 6-15,-4 0-5 0,1 0 5 0,1 0-8 0,-2 1-49 16,0 0-14-16,-1 0-20 0,0 0-109 0</inkml:trace>
  <inkml:trace contextRef="#ctx0" brushRef="#br0" timeOffset="14973.25">18640 5992 762 0,'-2'0'25'16,"0"-2"53"-16,-6 0-66 0,1 0-4 0,0 1-5 15,3-1 1-15,1 2-3 0,2 0-13 0,-1 0 1 0,0-1-8 16,0 0-17-16,-1 1 25 0,2 0-4 0,0 0 14 15,0 0 12-15,1 0 7 0,0 0 2 0,1 0 1 16,0 0 3-16,1 0-3 0,16 0 4 0,3 0-4 16,5-1 1-16,6-3-5 0,7 1-6 0,3-2 2 15,4 0-4-15,2 1-8 0,-1-2 11 0,1 1-11 0,1-1 11 16,-2 0-7-16,4 1 2 0,6-1-2 0,5-1 5 16,4 1-8-16,0-3 5 0,-6 2-4 0,-4-1 11 15,-1 0-12-15,-2 1 7 0,3 0-7 0,-1 0 9 0,1 2-7 16,-2 0 0-16,-4 2-1 0,-4 1 4 0,-9-1 0 15,-3 1-8-15,-5 1 4 0,-5-1-3 0,-4 2-6 16,-2 0 7-16,-3 0-7 0,-1 0-3 0,-5 0-27 16,-3 0-4-16,-3 0-7 0,-1 0-12 0,1 0-11 15,-1 0-41-15,-1 0 0 0,0 0-224 0</inkml:trace>
  <inkml:trace contextRef="#ctx0" brushRef="#br0" timeOffset="15329.01">19045 6294 857 0,'-1'-1'404'0,"-1"0"-615"0,-15-5 494 0,3 0-295 15,6 2-18-15,4 3-6 0,2 1-2 0,0-1-2 0,-1 0-19 16,1 0 37-16,1 1-6 0,0 0 19 0,-1 0 5 15,1 1 1-15,1 0 4 0,0 0-1 0,0 1 3 16,0 7 3-16,3 4 0 0,0 1 2 0,1 1 4 16,-1 4 14-16,0 1-10 0,-1 3 11 0,-1 3-18 0,-1 5 9 15,0 2 0-15,-2 3 3 0,-2 5-7 0,0-1 4 16,-2 1-8-16,-1-3 8 0,0-3-11 0,1 1 1 16,-1-6 1-16,1 1-1 0,0-5-7 0,1-2 0 15,0 0 0-15,3-1 1 0,0 0-1 0,-1-2 5 16,1 0-4-16,0-1 5 0,-1-1-9 0,2-3-7 15,0-2 3-15,0-2-5 0,-2-1-9 0,2-4-10 16,1-2-6-16,0-3 1 0,0-1-13 0,0 1 19 16,0 1-16-16,0-2 6 0,0 0-114 0,0 0-80 0</inkml:trace>
  <inkml:trace contextRef="#ctx0" brushRef="#br0" timeOffset="15928.51">18975 6369 1186 0,'-1'0'43'0,"-1"-1"19"16,0 0-35-16,0 0-41 0,-3-1 5 0,1-2-20 16,2 0 4-16,0-2 1 0,2 0 3 0,1-2 20 15,2 0 3-15,0-1 8 0,16-1-4 0,1 0 10 16,0-1-9-16,1 0-4 0,-1 2 0 0,0 0-1 0,0 2 5 15,-3 1 3-15,1 1-2 0,-3 1 2 0,-2 1 11 16,0 2-5-16,-2-6 6 0,-1 2-15 0,1 1 4 16,-4 4-3-16,0 0 3 0,-1 0-9 0,1 2 3 15,-2-1-4-15,-2 1 3 0,2-1-11 0,-4 11 7 16,7 0-2-16,-2-2 4 0,-2 0-5 0,-3 0 8 16,-1 0-4-16,-1-1 5 0,-2 1-8 0,0-1 1 0,-2-1 2 15,-1 1-1-15,4-1-2 0,-8 0 8 0,1-1-6 16,0-1 8-16,-1-1-8 0,1-2 3 0,4 1 6 15,0-2-2-15,2-1 4 0,2-1 4 0,0 0-4 16,-2 3 5-16,1-1-1 0,0 0-10 0,-1 1-1 16,2-2-4-16,0 0-2 0,0 0 1 0,-1 0 2 0,1 0-1 15,1 1-4-15,0-2 3 0,1 0-1 0,1 0 2 16,4 0 2-16,11-4-5 0,4 1 3 0,-2-1-2 16,0 1 1-16,-1 0-1 0,-4 2-1 0,1 0 2 15,-1 1-2-15,3 0 5 0,-1 1-5 0,1 1 4 16,0 3-3-16,-2 0-5 0,-2-1 3 0,0 2-2 0,0 0 5 15,-3-1-2-15,0 2-1 0,-2-1-1 0,0-5-1 16,-3 8 8-16,0-1 1 0,-3-1 3 0,0-2-5 0,2 1 10 16,0 0 2-16,-1 0 4 0,0 0 9 0,-3-2-5 15,0 1-1-15,0 0-1 0,-3 2-1 0,-3 0 6 16,-5 0 3-16,-13 0 1 0,-3-1 4 0,-2-2 2 16,-2 0-3-16,-3 0 3 0,4 2-5 0,-3-1-6 15,2 0-1-15,6 0-3 0,3-1-15 0,3 0-4 16,4-2-3-16,3 0-2 0,3 5-23 0,2-4-65 15,2 0-41-15,0-2-30 0,4-1-346 0</inkml:trace>
  <inkml:trace contextRef="#ctx0" brushRef="#br0" timeOffset="17595.52">15306 6155 256 0,'-1'0'73'0,"0"0"-26"0,-1-1 57 16,0 0 11-16,-4-2-43 0,-3-1-2 0,0 0-37 15,1 1 2-15,0-1-6 0,1-1-7 0,-1 1-15 16,1 0-1-16,-2-1-4 0,1 1-2 0,-1-2 4 16,-2-1-3-16,1 0 4 0,-1 2-5 0,-2-5 12 15,-1-1 3-15,-4 0 6 0,1-2 29 0,-1 0-13 16,-2 2 6-16,-2-1-9 0,-5 1-4 0,0 1-6 0,-4 0 0 16,3 1-2-16,-2 1-3 0,0 0-6 0,3-1-1 15,0 2 0-15,1 0-2 0,1 0 2 0,1 0-4 16,-2 2 3-16,1-1-11 0,0 2 1 0,1-1 3 15,-6-1 0-15,2 1 0 0,-5 1 1 0,1-1-4 0,-2 0 2 16,-1 1 0-16,1-2-3 0,-3-1 1 0,4 0-1 16,-1 0-7-16,3 1 6 0,-2 0 1 0,1 1 1 15,0 0 7-15,-1 1-8 0,-2 1 2 0,-2 0-2 16,-3 2 8-16,-2-18-6 0,3 9 1 0,1 6-3 16,0 1-6-16,4 3 1 0,1 0-1 0,0 2 2 15,1 0-2-15,0 1-3 0,-3 3-1 0,0 1 1 0,-2 0 9 16,-4 3-5-16,-2-2 5 0,0 2-5 0,-1-1 2 15,1 2 5-15,6-1-2 0,-1 2 3 0,5 0-4 16,0-1-1-16,0 2-1 0,0 1 1 0,-2 2 3 16,-4 1-7-16,-1-14 6 0,-3 19-6 0,1 2 6 0,0-1 0 15,2 2-4-15,5 3 3 0,0-1-5 0,4 1 3 16,1 0 0-16,2-2 2 0,-3 0-2 0,2-3 0 16,-4-2-4-16,-4-2 2 0,2-1-8 0,-4 1 7 15,0-1 0-15,3-1 4 0,-3 1 14 0,5 0-14 16,2 1 3-16,3-1-7 0,1 2-1 0,2 2 7 15,-1 0 0-15,-2 5 3 0,2 2-11 0,-6 2 6 16,-1 1-3-16,-1 1 5 0,-4-2 9 0,4 2-8 0,-1-2 3 16,3-1-4-16,3 0 0 0,3-1-3 0,2 2 4 15,2 2-3-15,-1 1 2 0,4 2 2 0,2 3-2 16,1 1 4-16,2-1 0 0,2 2-8 0,2-3 4 16,2-2-4-16,2 1 8 0,3-5 3 0,1 1-8 0,-12-3 3 15,5-1-6-15,4 1 7 0,3-2 3 0,2 2 1 16,1 2-5-16,3 1 3 0,3 1 0 0,1 3 0 15,2 4-2-15,2 5 2 0,-2-2 1 0,3 1 1 16,1-3 2-16,1-1-1 0,3 3-2 0,1-3 1 16,-14 1-4-16,24 2-3 0,5 1 3 0,2-1-2 15,3 2 3-15,2-2-4 0,1-3 5 0,2-3-3 0,0-4 10 16,-2-1-11-16,0-5 4 0,1 0-5 0,-1-1 6 16,6 2-4-16,3-2 2 0,6 1-3 0,4 1-4 15,-2-2 4-15,-2 1-3 0,-6-2 4 0,0-1 7 16,0 1-7-16,7-5 7 0,5-1-7 0,5 0 8 0,1-3-9 15,-2-1 1-15,-4-1-3 0,-1-4-3 0,2-1 6 16,6 2-2-16,4-2 4 0,0 0-1 0,-1 0-8 16,-6-2 7-16,-2-1-6 0,2-4 11 0,6-1-8 15,0 22 1-15,6-17-3 0,-1-7 2 0,-6-3 1 16,1-7-2-16,0 1 2 0,2-5 6 0,4-3-11 16,-1-1 4-16,-6-2-6 0,-2-2 5 0,-4 1 3 0,3 17 2 15,4-23 1-15,2-1 0 0,-2-4-1 0,-7 3-4 16,-6-3 1-16,-2 1-1 0,-3-2 1 0,5 1 1 15,-2-3 1-15,2-1 1 0,-4-2 1 0,-9-7 0 16,0-3 0-16,-6-6 2 0,-2-3 0 0,-2-1 2 0,-4 1-1 16,0 2 3-16,-2-2-10 0,0-1 2 0,-5-4-3 15,-5-4 11-15,-3-3 0 0,-9 0 3 0,-6 0-3 16,21 5 1-16,-19-1 4 0,-6-6-4 0,-7-1 6 16,-4-8-1-16,-7-4-10 0,0 6 4 0,17 2-6 15,-26 5-3-15,-3 0 9 0,-3-5-4 0,-6 1 5 16,-5-1-3-16,-9 3 8 0,-6 7 1 0,-9 3 2 0,-2 1-1 15,1 0-1-15,-2-1-3 0,-6 0 2 0,-8 2-9 16,-8 3-7-16,-4 9-2 0,0 7-3 0,-3 4-11 0,-11 5-25 16,-3 7-3-16,-9 8-8 0,-6 6-30 0,-8-15-142 15,-4 29-64-15</inkml:trace>
  <inkml:trace contextRef="#ctx0" brushRef="#br0" timeOffset="34878.01">15279 7836 2 0,'0'0'0'0,"0"0"15"0,0 0-1 16,0 0 6-16,-1 0-2 0,-1 0-14 0,1 0 2 0,0 0 8 15,0 0-11-15,0 0 10 0,0 0-13 0,-1 0 3 16,1 0 10-16,0 0-5 0,0 0 10 0,0-2 12 16,0 1-2-16,-1 0 5 0,1 0 7 0,0 0-4 15,0-1 3-15,0 1-3 0,-1 0 3 0,1 0 4 16,0 0-8-16,0 0 5 0,0-2-16 0,0 1 4 16,-1 0 2-16,0-1 1 0,0 1 0 0,1-1-9 15,-2 1-2-15,2 0-3 0,0-1-12 0,0 1-4 16,-1 0 6-16,1-1-5 0,0 1 7 0,0 0-8 0,0-1 1 15,0 1-2-15,-1-2 11 0,0 0-8 0,-1-5 1 16,-1 0-4-16,2 2-1 0,-1 0 25 0,1 1-10 16,1 3 17-16,-2-4-8 0,0-1-2 0,-1 0 0 15,2 1-2-15,0 0-7 0,-2-1 1 0,3 4-4 0,-3-4 3 16,2 1-10-16,0 0 4 0,-1-1-4 0,2 3 2 16,-1-2-6-16,0 1 2 0,0 3 4 0,-1-4-2 15,0 3-8-15,-1-3 11 0,-2-1-4 0,0 1 8 16,2-2-4-16,-6 4-5 0,-2 0 2 0,-1-1-2 15,-1 0 7-15,0-1-7 0,-3 2 1 0,2 2-2 16,1-1 11-16,-2 2-13 0,3-3 3 0,-3 3-6 0,2-2 7 16,-5 3-6-16,3 0 7 0,1-10-6 0,-3 3 9 15,3 3-9-15,0 3 1 0,-2 1-3 0,2 1-1 16,1 0 10-16,-2 0-8 0,2 1 7 0,-1 0-3 0,1 2-2 16,0-1 6-16,1 0-4 0,0 1 6 0,1-1-4 15,0 0 0-15,-1 1 0 0,3-1 7 0,-3 0-6 16,1 1 3-16,0-1-4 0,-1 1 1 0,2-1-2 15,0 0-3-15,-1 2 1 0,1-1-5 0,-2 2 10 16,-1 0-2-16,-1 1 3 0,1-2-11 0,1 1 5 16,2-1 5-16,-2-1-1 0,2 1-1 0,-2 0 1 15,1 1-2-15,1 1 2 0,-1 0 2 0,1 0-3 16,0 2-3-16,-2 1 1 0,1-8-6 0,0 10 3 0,0 1 3 16,3 0-1-16,-2 3 8 0,2 1-4 0,-4-2-1 15,0 3-1-15,-1-3-8 0,1-1 11 0,1 3-5 16,2-2 7-16,-2 2-5 0,0-1 0 0,0-1 0 15,1 0 0-15,0 3 0 0,2-2 3 0,-3 0 0 0,1 3 0 16,0 0-9-16,-1 0 4 0,1 1 2 0,1 0 0 16,1 0 1-16,4 0 3 0,-3 1-5 0,3-2 4 15,-1 2 1-15,-1-1-4 0,3-3 2 0,2 1-3 16,-1-2 3-16,-8 4 0 0,4 0 3 0,4 1-2 16,3 1 1-16,1-1 1 0,2 0-2 0,0-2 2 0,1 0-5 15,-1-2-6-15,2 2 5 0,0-1-4 0,-1 3 11 16,1 0-4-16,0 1 0 0,-2 2-1 0,1-2-9 15,-2 1 10-15,1-1-2 0,0 1 4 0,0-1-11 16,-1 1 10-16,1-1-3 0,1 0 4 0,1 1-5 0,-1-5-4 16,2 1 6-16,0 1-1 0,0 0 7 0,1-2-3 15,0 2-5-15,0-5 2 0,3 3 8 0,0 1-10 16,0-4 3-16,0 3-5 0,1-1 8 0,-2 0-7 16,2-1 6-16,-1 0-5 0,-9-1 7 0,10 0-1 15,-2-1-1-15,3 0-1 0,-2-1 2 0,-1-1 6 16,3 0-4-16,1-1 6 0,0-1-1 0,0 0 0 15,2-1 5-15,-1 0-5 0,0-1 3 0,3 0-2 0,-1-1-4 16,2-1 3-16,3-1-1 0,-1 0-8 0,-3-3 4 16,1 1-6-16,0 1 3 0,-3-2 6 0,3 0-2 15,-2 10 1-15,-1-4-4 0,1-4-8 0,-1 0 5 16,0-2-4-16,2-1 7 0,-1 0-2 0,2-1-2 16,1-2 0-16,-2 0-6 0,2-2 9 0,1-1-4 0,0 0 6 15,1-1-11-15,3-2 6 0,-3 1-2 0,0-2 4 16,1 1-5-16,-2-2-2 0,3-1 5 0,-1 1-2 15,-2-1 6-15,0 0-1 0,-1 11-4 0,0-14 1 16,-2-1 3-16,0-1-6 0,0-2 6 0,-1-1-5 16,0 0 7-16,-2-1-4 0,2 0 0 0,-2 1-1 0,0-3 1 15,-1 3-2-15,-1 0 0 0,-2-1 0 0,0-1 3 16,-3-3 0-16,1 2 1 0,-2-2-1 0,1 0-2 16,-3 1 7-16,1-4-8 0,0 0 7 0,0-1 3 0,0-2-4 15,1-2 7-15,-2-3-7 0,1-5-2 0,-1-4 5 16,0-2-4-16,-1-2 5 0,1 0 0 0,16 2 0 15,-13 4 0-15,-6 2 1 0,-2 1 10 0,-3 2 9 16,-3-1 4-16,-2 3 0 0,-4-4-4 0,-2 0-4 16,-3 0 1-16,11-1-3 0,-21 1-7 0,-5 2-45 15,-8 4-11-15,-9 6-17 0,-11 5-80 0,-20 8-408 16</inkml:trace>
  <inkml:trace contextRef="#ctx0" brushRef="#br0" timeOffset="50090.01">26995 5487 44 0,'0'0'8'0,"0"0"7"0,0 0 28 0,0 0 5 16,0 0 3-16,0 0-5 0,0 0-23 0,0 0 8 15,0 0-7-15,0 0 14 0,-2 0-14 0,1 0 2 16,0-1-5-16,0 1 3 0,0 0 1 0,0-1-3 0,-1 1 2 16,1 0-10-16,0-1 0 0,0-1 4 0,0 1-2 15,-1 0 8-15,1 0-2 0,0 0 0 0,-1 0 0 16,-1-1 5-16,1 1-1 0,1 1-3 0,-4 0 0 15,-1-1-14-15,0 1-6 0,1 0 4 0,-4 0-4 16,1 0 1-16,0 1 2 0,-2 3 0 0,2-1 3 0,0 2 5 16,2-1-11-16,-1 0 9 0,1 1-9 0,0-2 6 15,3 0 4-15,-2 0-10 0,0 1 9 16,2-3-12-16,-1 4 6 0,2 2-1 0,1 0 2 0,0 0-11 0,-1 0 6 16,-3 0-2-16,-1 4 3 0,1-1 3 0,0 4-8 15,2 3 7-15,0 3-6 0,2 0 4 0,0 3 1 16,1 3-4-16,0-1 4 0,0 1-2 0,0 0 0 15,1-2-2-15,0 3 0 0,1 2-7 0,-1 0 12 16,1 0-4-16,0 2 6 0,1 1-14 0,-1 2 10 16,3 2-5-16,-3-2 7 0,2 5-8 0,-1-2 5 15,0-3-1-15,-1 2 2 0,-1-2-3 0,0 2 3 0,0 1-6 16,1 1 3-16,-2 3-7 0,1 4 5 0,-1 2 6 16,0 4-1-16,1 4 10 0,0-1-11 0,0-1 1 15,1-6-3-15,-1-2-2 0,0-2 7 0,1-1-2 16,1 3 4-16,-1 1-5 0,0 3 3 0,1 0 1 0,0 2-1 15,1-3-5-15,-2 2 5 0,0-6-5 0,1-3 6 16,-1-1-6-16,-1-6 3 0,0 3 6 0,1-2-3 16,-1 3 3-16,-1 5-5 0,0 1 2 0,0 2-1 15,-3 1 5-15,1-3-8 0,0-1 8 0,-2-4-6 16,2-4 18-16,-1-6-11 0,2-1 4 0,1-4-4 16,0-3 18-16,0 0-15 0,0-2 6 0,1 0-8 15,1-3 1-15,0-1-2 0,0-4-3 0,1 1 2 0,-1-1 0 16,0-2-14-16,1-1 4 0,-2-3-6 0,0 0 12 15,-1-4-16-15,0 0 2 0,0 0-8 0,0 0-8 0,0 1-76 16,0 0-38-16,0 0-26 0,0-1-250 0</inkml:trace>
  <inkml:trace contextRef="#ctx0" brushRef="#br0" timeOffset="51437.96">27026 5347 35 0,'0'0'13'0,"0"0"37"16,0-1 8-16,1 0 16 0,1 0 2 0,-1 0-10 16,0-1 0-16,0 1-4 0,0 0-12 0,1 0-4 15,-2 0 3-15,0 0-5 0,0-1-15 0,0 1-10 0,0 0-5 16,-2 0 2-16,1 0 0 0,0-1-3 0,0 1-1 16,0 0-1-16,-1 0 4 0,1 0-3 0,0 0 0 15,0-1-2-15,0 1 2 0,0 0-2 0,-1 1 5 16,1 0-5-16,0 0-4 0,0 0 6 0,0 0-10 0,1 0 10 15,0 0-6-15,0 0-3 0,1 0 6 0,0 0-6 16,0 0 2-16,2 0 0 0,0 0-1 0,10-1 0 16,-5 1 3-16,4 0-7 0,-4 0 2 0,3 1-3 15,5 1 2-15,-3 1 4 0,1 0-4 0,0 2 3 16,-3-1-7-16,6 1 4 0,-2 1 5 0,-2 0-1 16,3 2-2-16,-3-1 2 0,2 2 0 0,0-1 1 0,-1 0 1 15,0 2 7-15,0-7-6 0,1 10 6 16,0 1-8-16,3 4-7 0,0-2 8 0,-1 2-7 0,3-1 13 15,3 3-11-15,3-1-1 0,-1 0-1 0,5 1 8 16,2-2-3-16,-1 3 3 0,3-1-4 0,-2 0 0 0,0-4 6 16,-1 1-8-16,-3-1 6 0,1-2-7 0,1 3 1 15,-2-1 8-15,5 1-6 0,0 0 6 0,2 1-9 16,5 1 1-16,0-1-2 0,2 0 8 0,3 2-8 16,-3-1 0-16,2 1-1 0,-2 0 1 0,-3 1 11 15,-2-1-8-15,3 0 8 0,2 0-11 0,3 0 0 16,5-1 5-16,4-1-3 0,-1-1 9 0,1 1-11 0,-5 0 5 15,-4-1-6-15,0 1 2 0,-4 0-1 0,4 0 0 16,3-1 0-16,2 2 0 0,3-1 5 0,0-1-5 16,-5 1 5-16,-3-1-5 0,-5 0-2 0,-2 0 3 15,-1 1-3-15,1 0 7 0,0-1-7 0,0 2 1 16,4 0-5-16,0 0 5 0,1-1 3 0,-3 1 0 0,-1 1 1 16,-1 0-1-16,-6-2-2 0,-1-2 3 0,-2 0-3 15,-4-2-6-15,0 0 7 0,1 0-3 0,-3-1 4 16,1 1-3-16,-2 0-6 0,0-1 4 0,-1-1-2 15,-1-4 8-15,-4 3 1 0,-1-3 0 0,-2 0 0 16,-2-1-4-16,-2-1-5 0,3 0 6 0,-5-1-4 0,-1-2 2 16,-2 1 1-16,-3-3 1 0,0 0 3 0,-1 0 3 15,0 0-5-15,2 2 1 0,1-1-1 0,-1 0 8 16,-1 1-9-16,0-2-1 0,1 0-3 0,-1 0 7 0,-1 2-3 16,0-1 2-16,-1 0-4 0,-1 1-3 0,0-1 5 15,-7 4 3-15,-9 3 0 0,-1-3 5 0,1-1-2 16,1 0-2-16,0-3 0 0,1 2-3 0,-2-1-1 15,1-1 1-15,-2 1-2 0,1 0 0 0,1 1 4 16,-3-1 2-16,-2 2 0 0,1 0 0 0,1-1-11 16,-3 2 5-16,-1 0-6 0,-3 1 12 0,-2 0 0 15,-2 0-5-15,2 0 1 0,-6 2-8 0,3-2 8 16,2 0-2-16,1 0 3 0,5 0-6 0,0 1 10 0,-1 0-2 16,0 1 5-16,3-2-10 0,-2 2 5 0,3 0-2 15,-2 2 3-15,-1 0-5 0,-2 0 0 0,-1 1-1 16,-2 2 0-16,0 0 2 0,-6 2-2 0,3-1 5 15,-3 0-5-15,1 1 3 0,0-1 6 0,2 0-10 16,1 2 7-16,1-16-7 0,1 20 7 0,0 0 0 0,-3-2 1 16,0 0 3-16,-4-1-6 0,0-1 6 0,0-1-6 15,-2 0 6-15,3-2-11 0,0 0 4 0,2-1-6 16,2 1 4-16,3-2 5 0,1-1-8 0,1 1 5 16,0 0-3-16,1-1-2 0,0 0 6 0,-2 1-5 15,-2 0 3-15,-4 2-2 0,-2 0-2 0,-2 1 1 0,-3-1 2 16,0 5-6-16,0-2 2 0,1 0-2 0,2 3 13 15,3 0-11-15,-1-2 7 0,3 1-8 0,0 0 4 16,1-2 1-16,-3 4-5 0,-2-2 4 0,-1 2 0 0,-4-2 0 16,2 0 3-16,1 0-2 0,2-1 5 0,2 0-5 15,1 0 1-15,0-3-2 0,4-1-6 0,2-1 7 16,2-2-3-16,-3-1 6 0,3 0 2 0,0-3-2 16,-2-1 4-16,3-3-3 0,1 2 3 0,-2-1-6 15,6-1 3-15,-1 1-3 0,-1-1 7 0,4 1-10 16,-2-1-1-16,2 0-1 0,4 0 0 0,-2 1 6 15,2-2-5-15,1 0 4 0,1 0-18 0,1-1-44 16,1 0-11-16,1 0-24 0,-1 0-149 0</inkml:trace>
  <inkml:trace contextRef="#ctx0" brushRef="#br0" timeOffset="52002.12">27026 6127 347 0,'0'0'52'0,"0"0"10"0,0 0-24 0,0-1-20 0,0 1-9 15,0-1-5-15,0-1-9 0,0 2 3 0,0 0-7 16,0 0-3-16,0 0 7 0,0 0-7 0,1 0 7 16,-1 0 0-16,0 2 21 0,0-1-2 0,0 0 10 15,0 0 9-15,-1 1 18 0,0 1-1 0,0-1 8 16,0 0 6-16,-2 1-8 0,1-2 3 0,0 0-8 0,-1 0-17 16,2 1-12-16,0-1-4 0,0 0-1 0,0 0-9 15,-1 0 7-15,1 0-2 0,0 1 4 0,1-1 0 16,0 0 7-16,0 0-3 0,1 0 3 0,0 0-3 15,4 2 2-15,12 5-6 0,-2-3 2 0,0-2-16 16,3 1-2-16,2-2 5 0,1 1-4 0,1-2 6 0,-3 0-3 16,-1 0-3-16,-3-1 0 0,-1 0 1 0,2 0-9 15,-5-1 6-15,1 0-9 0,-1 0 3 0,-1-1-12 16,0 1-9-16,-2 0 0 0,0 0-39 0,-1 0-58 16,1-2-26-16,1 1-24 0,-1 1-230 0</inkml:trace>
  <inkml:trace contextRef="#ctx0" brushRef="#br0" timeOffset="52422.27">27250 6934 606 0,'-1'0'20'0,"-1"0"12"0,1 0 23 0,0 0-22 15,0 0-4-15,0 0-6 0,0 0-8 0,-2 0 5 16,1 0 4-16,1 0-1 0,-1 0-3 0,1 0-11 15,0 0 1-15,0 0-3 0,0 0 1 0,0 0 7 16,-1 0-2-16,1 0 4 0,1 0 5 0,0 0 16 16,0 0-1-16,1 0 6 0,1-2 6 0,0 1-11 15,6-1 1-15,5-3-8 0,1 0-14 0,-1 1-6 16,2-1-1-16,2 0-1 0,1 1-10 0,-1 0 3 16,0 2-2-16,-1-1 4 0,1 2-2 0,-1 0-11 0,-1 1 3 15,2 0-7-15,-4 0 3 0,0 0-27 0,1 0-5 16,-4 1-10-16,4 0-30 0,-3-1-16 0,-4 0-1 15,-2 0-7-15,-4 0-29 0</inkml:trace>
  <inkml:trace contextRef="#ctx0" brushRef="#br0" timeOffset="52704.63">27391 6697 1106 0,'0'0'24'0,"-1"0"-2"0,-1-1 13 16,1 0 0-16,0 0-6 0,0 0-28 0,0-1 1 15,0 1-7-15,-1 1 5 0,1 0 2 0,0 1-3 16,0 2 5-16,-1 3-5 0,-1 8 1 0,2 0 2 16,1 1 0-16,0 0 1 0,1-1-1 0,2 2-3 15,0 0 0-15,1 0 0 0,0-1 4 0,1 1 5 16,0 1-5-16,1 0 4 0,-2 3-5 0,1 2 1 15,0 0 0-15,-2 0 0 0,1 2 4 0,-2-1-7 0,0 2 5 16,0-2-5-16,-1 0 0 0,0-4-10 0,0-1-22 16,2 1-4-16,0-1-145 0</inkml:trace>
  <inkml:trace contextRef="#ctx0" brushRef="#br0" timeOffset="54893.05">23423 5855 51 0,'0'0'18'0,"0"0"-22"0,0 0 13 16,0 0-6-16,1 0-8 0,1 0-1 0,-1 0 8 15,0 0-4-15,0 0 15 0,0 0-2 0,1 0-3 0,-1 0 1 16,0 0-9-16,0 0 3 0,0 0 0 0,0 0 1 15,1 0 3-15,-1 0-4 0,0 0 3 0,1 0-4 16,1 0-2-16,-1 0 0 0,0-1-3 0,1 0 2 16,-1 0 9-16,0 0-5 0,1-1 3 0,-1 1-5 0,-1 0-1 15,0 0 22-15,1 0 3 0,-1 0 8 0,0-1 22 16,0 1-5-16,0 1-3 0,0 0-2 0,1 0-9 16,-1 0-21-16,-1 0 12 0,0 0-14 0,0 0 15 0,0 0 2 15,-1 0-5-15,-1 0 5 0,1 0-11 0,0 0 7 16,0 0-5-16,-1 0 4 0,-1 1-10 0,1 1 14 15,0-2-7-15,-3 1 8 0,2-1-8 0,1 0-5 16,0 0-2-16,1 0-1 0,-2 1-5 0,1 0 13 16,0 0-6-16,0-1 7 0,0 1-8 0,0 1-5 15,1-2 2-15,-2 1-5 0,2-1 1 0,0 0-2 16,0 0 5-16,-2 1-5 0,1 0-6 0,0 0 6 16,-1 0-5-16,1 1 7 0,0-1-1 0,0 0 3 0,1 0-2 15,0-1 1-15,0 0-9 0,0 0-7 0,-1 0 3 16,1 0-4-16,0 0 9 0,0 0 4 0,0 1 0 15,0-1 0-15,1 1-5 0,0 1 1 0,0-2 5 0,0 1-2 16,0-1-4-16,0 1 4 0,1-1-8 16,0 1 9-16,0-1-4 0,0 1-1 0,0 1 4 0,2-2-3 15,-2 0 3-15,7 1 2 0,0 0-6 0,2 1 5 16,0 1-5-16,2-1 1 0,0-1 1 0,0 0 0 16,1 0 0-16,1 1 1 0,1-1 0 0,2 0 1 15,1 0-2-15,1 0-5 0,3 1 3 0,1 0-4 16,0 0 4-16,3 1 8 0,-2-1-6 0,-1-1 8 0,2 0-1 15,0-1 2-15,-1 0 3 0,0 0-3 0,1 0-1 16,-2 0-6-16,2 0 9 0,1-1-8 0,0-1 1 16,-1-1-2-16,1 1-4 0,4 0 5 0,4-1 0 0,-1 1 0 15,-2 0-3-15,-1 0 1 0,-3 1-3 0,0 0 0 16,-2 0 0-16,-1 1 0 0,-1 0-6 0,-2 0 8 16,-1 0-5-16,-4 0 6 0,1 0-2 0,-1 0 2 15,2 0-1-15,2 0 0 0,-1 0-1 0,-2 0-2 16,2 0 1-16,-2 0-1 0,0 0 4 0,1 0 1 15,-2 0-1-15,3-1 0 0,-1 0-7 0,-1-1 7 16,0 2-5-16,-4 0 6 0,1 0-3 0,-6 0-2 0,3 0 1 16,-7 0-1-16,-2 0 4 0,0 0 1 0,0 0 4 15,1 0-4-15,-1 0-2 0,0 0 5 0,1 0-4 16,-1 0 4-16,0 0 4 0,1-1 4 0,-1 0-3 16,0 0 2-16,-2 0-19 0,10-12 9 0,-1-2-3 0,0-1 6 15,-1-1-11-15,-1-1 1 0,0-1-3 0,-1 0 3 16,0-1 0-16,-2 0 6 0,0-2 0 0,-2 0 1 15,1 4-7-15,-2 0 10 0,-1 5-5 0,0-1 7 16,0 3-17-16,0 2 16 0,0 0-6 0,-1 3 10 16,1 1-12-16,0 3 1 0,0 1 2 0,0-2 0 15,0 1-1-15,-2 0-2 0,2 1-1 0,0-1 1 0,-1 1 5 16,1 0-9-16,-1 0 3 0,1 0-4 0,0 0 10 16,0-1-8-16,0 1 4 0,0 1-5 0,0 0 7 15,0 0 1-15,0 1-4 0,-1 1 3 0,1 0-1 0,-1 8-2 16,1 5 2-16,0 1-2 0,0 0 0 0,2 3-5 15,0-1 5-15,2 0-5 0,-1-1 7 0,2 1 0 16,0 1-2-16,0-1 0 0,0 0 1 0,0-1-2 16,1-1 3-16,0 1-2 0,1 0 0 0,0 1 1 15,-1-1-4-15,0 1 3 0,0 0-2 0,-1-3 3 16,3 1 4-16,-1 0-2 0,0 0-7 0,1 1 5 16,0 0-3-16,-2-4 4 0,1 1 1 0,-1-1-5 15,0 0 4-15,2 4-3 0,-1-3 4 0,-2-5-3 0,0 2 1 16,-1-2-1-16,0-1 4 0,0 1-4 0,0-2-1 15,-2-3 0-15,2 1 4 0,-2-1 11 0,-2-3 0 16,4 0 3-16,0 3 0 0,-1-3 11 0,0 0-7 0,1 0 8 16,1-1-7-16,0 0-12 0,1-2 6 0,1-4-7 15,2-18 3-15,2-3-13 0,-1 0 1 0,0 1-3 16,1 0 3-16,-2 1 5 0,1 0-4 0,2 3 5 16,-1-1-10-16,-3 2 3 0,4 1 2 0,-5 1 0 15,-1 2 6-15,1-1-4 0,0 0-3 0,0 3 0 16,0-1-2-16,0 0 3 0,-4 1 1 0,2 2-1 0,0 3-7 15,-2 0 6-15,3 5-1 0,-4 1 1 0,0 0-1 16,1 2 0-16,-3 1 1 0,1-1 0 0,1 0 1 16,1 0-6-16,-1-1 2 0,0 2-4 0,1 0 3 0,3-1 6 15,3-1-8-15,-4 3 8 0,-1 0-7 0,2 2 4 16,-2-1 1-16,3 2 0 0,0 2 0 0,0 1 0 16,0 7-2-16,0 1 2 0,1 0 3 0,-1 0-3 15,-1 0 4-15,1 0-5 0,0 0-8 0,0 1 7 16,2-3 1-16,-2 3 1 0,0 0 7 0,0-1-8 15,2-1 1-15,1 1-3 0,0 0 6 0,0 1-2 16,-1 1-2-16,0-2 0 0,1 1 0 0,2-1-4 0,0 0 7 16,3-1-5-16,-4-1 4 0,2-3 4 0,-1-2-5 15,1 1 2-15,1-6-7 0,1 3 10 0,2-1-1 16,-2-3 4-16,3 1-9 0,-2-1 1 0,-2 8 3 16,2-2 1-16,-5-3 1 0,1-2-4 0,2-1-2 15,-2-1 0-15,4 0 3 0,-3 0-2 0,0-1 2 0,-2 0-2 16,0 0 0-16,0-2 3 0,1 1-3 0,-1 0 4 15,0-2-7-15,1 1 0 0,0-1 2 0,-2 1 1 16,0 0 5-16,-1 0-4 0,2-1 1 0,2 1-2 16,0 0-5-16,1 1 3 0,1 0 1 0,2 0 1 15,0 1 0-15,2 0 2 0,3 1-5 0,1 0 5 16,4 0-2-16,3-1 0 0,0 0 5 0,3 0-5 0,0-2-4 16,-2 1 3-16,0 0-3 0,-2-1 4 0,-3 1 6 15,0-1-6-15,-1 1 2 0,-1 0-3 0,4 1 1 0,-4-2-2 16,0 1 2-16,2 0-1 0,-1 0 7 0,0 1-6 15,1 0-1-15,-1 1-4 0,-4 0 1 0,2 0 10 16,-3 1-2-16,-3 0 5 0,-3 1-16 0,0-1 6 16,-2 0-4-16,-3 0 5 0,2 0 2 0,-6 0-3 15,-1-1 1-15,0 0-2 0,-1 0 2 0,0 0-42 16,-1 0-6-16,-1 0-19 0,2 0-79 0,-1 0-195 16</inkml:trace>
  <inkml:trace contextRef="#ctx0" brushRef="#br0" timeOffset="56030.28">26791 7043 946 0,'-1'0'14'0,"0"0"-2"15,0 0 2-15,-1 0 4 0,1 0-8 0,0 0-6 16,0 0-3-16,0 0 0 0,0 0 1 0,-1 0 6 16,1 0 4-16,0 0 0 0,0 0 1 0,0 0-3 0,-1 0 0 15,1 1-4-15,-1 0 3 0,0 0 3 0,-5 2 13 16,1-2 0-16,-4 1 2 0,1 0-4 0,-2-1 1 16,-2 0-4-16,0-1 2 0,-1 0-12 0,-1 0-8 15,0-1 1-15,-2 0-3 0,-2-2 7 0,-2 0-4 16,1 0 4-16,0 1-4 0,3 0 1 0,0-1-2 15,0 1 2-15,0 0-1 0,2 0 3 0,1 1-8 16,-2 0 1-16,2 0-3 0,0 1 14 0,1 0-7 0,0 0 4 16,0 0-5-16,0 0 5 0,2 0-4 0,-1 0 0 15,0 0 0-15,-1 0-1 0,0 0 3 0,0 1-3 16,-2 0 4-16,2 0 3 0,-2 2-7 0,-2-1 4 16,0 2-6-16,-1 0 2 0,0 1 0 0,1 1 1 0,-1 0 0 15,-4 0-2-15,3-3 3 0,0 1 0 0,4-2 2 16,2 0 9-16,1 1-4 0,4-2 0 0,2 0-2 15,1-1-5-15,2 0 6 0,1 0-4 0,-1 0 4 16,2 0-14-16,-1 0 4 0,-1 0-2 0,1 0 3 16,0 0-3-16,0 0-3 0,1 0 1 0,0 0-1 15,0 0 3-15,0 0 4 0,0 0 0 0,-1 0 1 0,1 0-6 16,0 0 2-16,0 0-2 0,0 0 3 0,1 0 6 16,0 0-7-16,0 0 1 0,0 1-4 0,0 0 10 15,0 1-15-15,0-1-7 0,0-1-10 0,1 0-67 0,0 0-50 16,0 0-84-16</inkml:trace>
  <inkml:trace contextRef="#ctx0" brushRef="#br0" timeOffset="56458.9">25917 7135 472 0,'0'0'68'0,"0"-2"136"16,0 1-165-16,-1 0-19 0,1 0-2 0,0 0-6 15,0 0-1-15,0-1 6 0,0 1 2 0,0 0 2 16,0 0 8-16,0 0-4 0,0 0 9 0,0-1-8 0,0 1 4 15,0 0-6-15,0 0 0 0,0 0 2 0,0 0 17 16,0-1 15-16,0 1-4 0,0 0 6 0,0 0-14 16,0 0-27-16,0-1 5 0,0 1-15 0,0 1-9 0,0 0 8 15,0 1-9-15,0 1 7 0,-1 4-7 0,-2 13 3 16,-2 5-1-16,1 1 2 0,2 1-1 0,0 1-5 16,-1-2 6-16,2-1-7 0,1-2 4 0,0-2 5 15,0 0-4-15,0-1 6 0,0 0-8 0,1 0-3 16,0-3 3-16,1-2-2 0,0 0 13 0,0 1-10 15,-1-2 1-15,1-2-3 0,0 1-1 0,-1-3 0 16,0 0 3-16,1-2-2 0,-1-1 4 0,0 1-26 0,0-3 0 16,0 1-16-16,0 0-53 0,-1-3-75 0,2 2-24 15</inkml:trace>
  <inkml:trace contextRef="#ctx0" brushRef="#br0" timeOffset="57056.62">25961 7560 1105 0,'-1'-1'43'0,"-10"-2"93"0,-6-4-121 15,5 2-13-15,1 1-2 0,2 2-4 0,-1 1-17 0,0 1 6 16,0 1 3-16,-3 4 1 0,-1 3 9 0,-2-3 2 15,-2 17 0-15,1 2 0 0,-5 1-3 0,1 1 8 16,-2 1-5-16,-1 0 9 0,-2-2 2 0,2 1 8 16,-1-1 6-16,3-4-2 0,0 3 0 0,5 0-13 15,0-2 0-15,4 1-4 0,4-2 1 0,2 1-3 16,2-1 5-16,2 3-4 0,2-2 5 0,-14 4-6 16,7 0-5-16,6 0 0 0,2 3-6 0,1 1 10 15,4 0-3-15,1 0 5 0,2-3-9 0,4 1 8 0,-1-3-4 16,2-3 6-16,-9 0-6 0,15-1 0 0,-2-2 4 15,0 0-4-15,3 0 0 0,-1-2 5 0,3 0-4 16,3-2 5-16,-2 1 5 0,3-4-5 0,-3 1 7 16,2-1-6-16,-2-2 6 0,0-1-3 0,2-4-1 0,2-3 1 15,-1-1 3-15,1 14 4 0,-3-7 1 0,5-5 0 16,1-3-5-16,1-3 1 0,-4-3-2 0,-1-1 3 16,-4-2 4-16,0 0-2 0,2-3 3 0,-3 0-3 15,-4 10 3-15,-3-14-6 0,-1-2 4 0,-2-2-5 16,1 0-1-16,-3-2 3 0,0-2-5 0,-3-2 4 0,-2-1-14 15,-1-2 9-15,-1-1-7 0,16-5 8 0,-11 1-8 16,-5-4 7-16,-3-2-5 0,-3 3 5 0,-2-3-8 16,-2 0 0-16,-1 1 5 0,-4 0-3 0,0 3 5 0,-1 1-3 15,-1 2 6-15,13 2-5 0,-18 4 3 0,-3 3-9 16,-1 6-2-16,0 1-2 0,-5 3 3 0,2 3-9 16,2 3 0-16,1 6-5 0,0 1-15 0,1-13-8 15,-1 7-10-15,0 7-1 0,3 1-50 0,-1 3-42 16,4 3-9-16,0 3-14 0,0-8-56 0</inkml:trace>
  <inkml:trace contextRef="#ctx0" brushRef="#br0" timeOffset="57406.31">25718 8279 697 0,'-2'0'114'0,"1"0"-69"0,0 0 108 0,-1 0-33 16,-1 0-69-16,1 0-11 0,0-1-1 0,-1-1-4 16,2 1-16-16,0-1-14 0,-4-7 4 0,-2-11-6 15,5 0 0-15,2-4 5 0,1 1-6 0,4-2 6 16,2-2-9-16,1 2 6 0,1 0-4 0,2 3 6 0,-2 2 3 16,1 2-10-16,-2 4 8 0,-1 4-9 0,0 0 4 15,-3 6 2-15,-2 0 2 0,-1 2 0 0,0 2 10 16,3-3-5-16,1 0 0 0,-1 1-2 0,1 0 0 0,0 2 3 15,-1 0-4-15,0 2 3 0,1 1-1 0,-1 8-4 16,0 5 2-16,-1-1-4 0,2-2-5 0,0-1 0 16,1-3 7-16,2-1-3 0,0-3 15 0,1-1-1 15,3-3-3-15,1 9 2 0,1-3 6 0,0-4-10 16,1-3 2-16,0-1-6 0,0-4-11 0,2-3-17 16,3-4-1-16,-4 8-8 0,2-13-11 0,-3 3-18 15,-1-1-2-15,-2 3-7 0,-4-1-18 0,1 4-16 0,-4 0-23 16,3 3-9-16,-4 2-197 0</inkml:trace>
  <inkml:trace contextRef="#ctx0" brushRef="#br0" timeOffset="57706.42">25993 8472 1141 0,'-2'-1'8'16,"1"-1"-4"-16,0 1 8 0,0 0 2 0,0 0-5 0,0 0-13 15,-1-1-9-15,1 1 2 0,0 0-3 0,0 0 2 0,1 0 3 16,0 0 1-16,0 1 1 0,0 0 6 0,1 1-1 16,0 2 4-16,6 20-2 0,-1 0 12 0,-1 5 0 15,-3 2 0-15,-1 2 0 0,1 2-1 0,-2 0 8 16,0-1-8-16,0-2 7 0,0-4-11 0,0-1-7 15,0-3 6-15,1-1-6 0,1-3 4 0,2-2-5 16,-1-1-6-16,0-4 0 0,0-1-14 0,-1-1-72 16,1-2-23-16,-1-1-28 0,0 0-182 0</inkml:trace>
  <inkml:trace contextRef="#ctx0" brushRef="#br0" timeOffset="57941.47">25884 9173 1184 0,'-1'0'104'0,"0"0"-115"0,0 0 117 0,0-2-58 16,0 2-27-16,-1 0-24 0,1 0 5 0,0-1-8 16,1 0 19-16,0 0-2 0,1 0-8 0,2-1 3 0,12-2-10 15,5-2 4-15,1 1 3 0,1 2-2 0,2-1-6 0,1 1-7 16,-3 0-7-16,0 1 3 0,-2 0-7 0,-1 0-13 15,-2 1 2-15,-2 1-7 0,0-1-23 0,-4 1-60 16,0-1-13-16,-3 1-27 0,-5 0-154 0</inkml:trace>
  <inkml:trace contextRef="#ctx0" brushRef="#br0" timeOffset="58076.78">25956 9291 492 0,'-1'0'105'0,"0"1"-72"15,-1 1 120-15,-6 2-41 0,-1 0-3 0,3 4-38 16,1-1-13-16,3-2-9 0,-1 0-42 0,0-1 8 0,1 2 8 15,1 0 0-15,1-1 31 0,0-4-3 0,2 1-3 16,18 7-4-16,6-7-40 0,6-6-70 0,4-7-17 0,2 7-34 16,-1-25-211-16</inkml:trace>
  <inkml:trace contextRef="#ctx0" brushRef="#br0" timeOffset="58706.47">23392 6065 542 0,'0'-2'96'0,"0"1"-145"16,0-5 114-16,3-7-68 0,1 3-10 0,0 2-24 15,2-1-2-15,-2 5-7 0,-1-2-7 0,5 5 8 16,-2-4 8-16,-1 1 1 0,-3 3 31 0,0 1 34 16,0-1 8-16,0 0 11 0,-1 0 35 0,1-1 6 0,-1 2 0 15,0 0 0-15,-1 0-3 0,0 0-16 0,0 0-2 16,-1 0-5-16,0 0-8 0,-1 0-9 0,1 0-3 15,0 0-4-15,0 0-14 0,0 0-13 0,0 0 0 16,-1 2-5-16,1-1-12 0,-3 6 7 0,-9 23-3 0,3 9 4 16,3 2-6-16,2 9 1 0,2-1 3 0,2 3-1 15,0 2 10-15,1-1-8 0,1 3-2 0,0 6-1 16,2 2 1-16,1-1-7 0,2-1 7 0,0-9-6 16,1-4 15-16,0-4-6 0,0-5 1 0,1 0-4 15,1-1-8-15,1-1 10 0,0 1-2 0,1 0 5 16,-2-2-5-16,1-2-3 0,-2-1-5 0,0-2 0 0,2-1-21 15,-2-1-29-15,-1-8-8 0,0-2-17 0,0-3-131 16</inkml:trace>
  <inkml:trace contextRef="#ctx0" brushRef="#br0" timeOffset="59075.58">23232 7570 1347 0,'-2'-1'30'15,"0"1"56"-15,-1-2-61 0,0 1-16 0,1 0 0 16,1 0-7-16,-1 0-4 0,2 0 10 0,3-1-3 0,13-6 7 16,10 0-6-16,4 2-2 0,-1 0 1 0,2 3-2 15,-1-1-2-15,-2 2 0 0,2-1 3 0,-2 2-3 16,0 0-2-16,-2 1-4 0,-1 1-5 0,-3 0 1 15,-2 2-24-15,-6-1-20 0,-1 0-10 0,-3 1-1 16,1 1-15-16,-4 0 11 0,-1 0 4 0,-3-2 2 16,0 5 10-16,1 7 12 0,-6 3-2 0,-3 0 3 0,-6 2-22 15,5-1-34-15,-15 0 4 0,1 1-8 0,-2 2 38 16,0 2 59-16,2-3 17 0,2-1 16 0,2-4 80 16,6-1-54-16,0-2 5 0,4 1-24 0,3-4-26 15,2-1 32-15,-5 1-9 0,2-2 20 0,2-2 11 0,2 0-6 16,0-1 6-16,1-2-7 0,6 4-2 0,20 5-1 15,6-8-7-15,10-6 0 0,4-6-35 0,6-4-49 16,-4-1-11-16,-3-2-17 0,-4-1-67 0,-7 16-64 16,-1-20-115-16</inkml:trace>
  <inkml:trace contextRef="#ctx0" brushRef="#br0" timeOffset="59837.9">24495 4832 1564 0,'-2'-1'-20'0,"0"-1"-11"15,-16-10 18-15,4-1 16 0,7 5-6 0,3 3-58 16,2 5-113-16,0-2 21 0,0-1-41 0,-1 2 72 16,2 0 34-16,0 1 10 0,0 0 10 0,0 1 59 0,-1 2 9 15,0 0 8-15,-5 8 0 0,2-3 32 0,2 0 28 16,-1-1-2-16,1 1 10 0,-1 3 2 0,1 0-31 16,0 0 0-16,1 5-12 0,1 0-15 0,1 3-4 15,0 4-2-15,2 2-1 0,2 2-7 0,-1 1-1 16,1-1 0-16,0 2-1 0,1 1-5 0,-1 1 4 15,0-3 1-15,0-3 2 0,-1-5-5 0,1-6-1 0,-1-1 1 16,0-4-1-16,-1-2 1 0,1-1-3 16,-2-2 1-16,-1-3 0 0,0 0 15 0,1 1 5 0,0-1-2 15,0 1 2-15,0-2-17 0,1-3-4 0,1-20-4 16,-2-11 2-16,-1-7 4 0,-1-4-1 0,-1-2 5 16,-1 0-4-16,2 4 9 0,0 5 2 0,0 1-1 0,1 5 2 15,0 3 5-15,-1 1-8 0,1 3 6 0,0-1-8 16,0 2 1-16,0 2 1 0,1-1-3 0,1 3 2 15,2-1-8-15,-1 3 8 0,2 2-4 0,1 3 6 16,1 1-13-16,0 1 0 0,-2 1 4 0,10 0-1 16,4 4 3-16,-2 3-3 0,6-10-1 0,-3 6 0 0,-4 3-3 15,3 3 11-15,-5 2-3 0,-4 2 6 0,4 4-11 16,-5 0-1-16,-3-1-3 0,2 14 4 0,3-1 5 16,-4 1 3-16,-2 3-3 0,-4-4 3 0,0 2 4 15,-2-2-11-15,-3-2 9 0,-2 1-9 0,-1-1 5 0,-2 0 0 16,-1 1-6-16,6 1 1 0,-17 1-6 0,-1 1 5 15,-1 0-3-15,2 3 4 0,1-4-3 0,3 1 4 16,1-4 3-16,2-4 0 0,3 1 0 0,3-4-4 16,1-3 1-16,2-1-2 0,3-5 1 0,1 0 2 15,-1 0-4-15,0 2 2 0,0-1-8 0,0 0 12 16,1 1-4-16,0-1 6 0,1 0-6 0,0 1 5 16,1-1-2-16,2 0 1 0,4 3-7 0,10 7-1 15,2-2 4-15,1 1-2 0,3 0 7 0,-1-2-2 0,-1 0 1 16,-1 0-3-16,0 0-2 0,-1 2-1 0,-2-2 1 15,3-1 0-15,-2-1 2 0,-3-1-3 0,1-1-9 16,-3-2 0-16,0 1-37 0,-1-2-93 0,1 0-45 16</inkml:trace>
  <inkml:trace contextRef="#ctx0" brushRef="#br0" timeOffset="60064.41">25125 4799 1853 0,'-1'-1'0'0,"-2"0"1"16,-5-3 1-16,0 1-1 0,4 2-15 0,2 0-5 16,0 1 1-16,-1 1 1 0,2 1 13 0,-4 16 4 15,3 9-1-15,3 2 1 0,3 5-9 0,3 3 5 16,2 1-3-16,-1 1 2 0,-1 0-26 0,1 0-27 15,-1-4-9-15,-3-3-5 0,2-3-37 0,-3-4-71 16,-1-1-20-16</inkml:trace>
  <inkml:trace contextRef="#ctx0" brushRef="#br0" timeOffset="62145.95">26173 5933 1225 0,'-2'0'46'0,"1"-1"8"0,-1 0-22 0,-4-3-17 15,4 3-10-15,0 1-9 0,0-1-31 0,0-1 7 16,1 1-12-16,-1 0 27 0,1 0 10 0,0 1 2 15,0 0 1-15,0 1 0 0,0 0-3 0,-1 0 1 16,1 1-1-16,0-1 3 0,1 0 19 0,0 0-2 0,0 0 10 16,0 1 18-16,0-1 0 0,0 0 7 0,0 0-6 15,0 0 3-15,0 0-15 0,0 1 1 0,0-1-5 16,0 0-6-16,0 0-2 0,0 0-4 0,-1-1 2 16,0 0-4-16,-1-1-3 0,1 0-3 0,-1-4 0 15,1-14-6-15,-9-2-2 0,-4-1 3 0,3-3-4 16,-1-1 5-16,0-3-4 0,0-6 0 0,0-4-1 0,0-3-1 15,1-8 1-15,3 1-1 0,-1-5 1 0,1-2 6 16,2 3-9-16,-1 2 3 0,3-2-5 0,-1-1 2 0,1-3 4 16,0-2-3-16,-1 1 3 0,1 4-9 0,1 3 6 15,-1 4-2-15,0 8 3 0,0 4-3 0,1 3 2 16,-2 4-2-16,0 3 3 0,2 1-5 0,-2 4 4 16,0 1 1-16,-1 0 0 0,2 2 1 0,-1 0-3 15,0 3 1-15,2 1-3 0,-1 1 11 0,3 5-10 16,-1-1 5-16,1-1-6 0,-5 1 2 0,0-2 2 15,1 0-7-15,3 3 7 0,1 1 5 0,-1 0-4 16,1 3 3-16,0-2-4 0,1 2 0 0,0 0 0 0,0 2-2 16,0-1 0-16,0-1-8 0,0 1 7 0,0 0-2 15,0-1 3-15,0 1 0 0,1 1-6 0,0 0 6 16,1 0-5-16,-1-1 12 0,1 1-5 0,0 0 0 0,1 0 0 16,0 0 3-16,6-3-7 0,-1 2 4 15,1-1-5-15,2 1 8 0,1 0-3 0,-1 1 1 0,1-1-1 16,6 0-4-16,-2 1 6 0,4 0-7 0,0-1 7 15,4 1-9-15,-2 1 7 0,3 0-2 0,2 0 2 16,-4 1 0-16,5 2-3 0,1-1 1 0,-1 1-3 16,1-1 1-16,0 3 10 0,0 0-4 0,2 0 5 15,0 1-16-15,2 1 7 0,5 0 0 0,2 1 2 0,3 1 0 16,1-2-1-16,-2-1-1 0,-2-2 1 0,-1 1 2 16,-4-1 2-16,-1-2-3 0,-3-1 3 0,-2-1-2 15,3 0-1-15,-3-1 3 0,1 0-3 0,0-2 0 0,3 1-1 16,0 0 0-16,-5-2 0 0,5 1 4 0,-3 0-2 15,-3 0 3-15,1-1-4 0,-6 1-4 0,-2 0 7 16,-2 1-5-16,-1 0 6 0,-3-1-7 0,-5 1 4 16,2 0-1-16,-4 0 2 0,-1 1-2 0,-3 0 6 15,-1 1-5-15,1 0 6 0,-1-1-4 0,0 0 2 16,0 1 5-16,-1 0-4 0,1-2-2 0,1 0 1 0,-1 0-3 16,1-4 3-16,3-4-1 0,0-2-3 0,-2 0 2 15,-1-2-1-15,0 0 2 0,-1-1-3 0,-1 1 2 16,0 0-2-16,0 1 1 0,1-1-2 0,-1 2-1 15,0 1 0-15,0-1 1 0,0 2-1 0,1 1 2 16,-1 0-1-16,-1 2 1 0,1-2 0 0,0 2 1 0,-1 1-2 16,0 2-5-16,1-2 8 0,-1 2-4 0,0 1 5 15,0 0-8-15,0 2 4 0,0 0-2 0,1-1 2 16,-1-1-1-16,0 1-9 0,2 1 3 0,-1 0-4 16,0 0 11-16,0-1-4 0,0 2 3 0,0 2-4 15,1-1 5-15,-1 1-1 0,6 10 1 0,1 7-2 16,0 2 2-16,-1 0 1 0,0 4-1 0,0-2 1 0,-1 3-2 15,1 2 3-15,-1-2 0 0,0 2 1 0,0-3-6 16,1-1 4-16,0-1 0 0,0-2 3 0,3 0-6 16,-2-3 0-16,-1-3-3 0,0-2 4 0,0 0 4 0,0-2 1 15,-3-1-2-15,3-3 0 0,1 1-6 0,-2-4 7 16,-4 0-1-16,4-2 4 0,-1-1-1 0,-2 0-1 16,0 1 9-16,-2-2-4 0,1 2 22 0,0 0-17 15,1-1-3-15,-1 1-3 0,1-2 3 0,-2 0-8 16,5-4 4-16,-1-10-7 0,4-9 0 0,-1-5 1 15,0-1 0-15,3-3 0 0,-2-2-4 0,2 0 6 16,0 1-2-16,-3 4 4 0,1 1-7 0,-2 2-2 0,0 2 4 16,0 4-1-16,1 0 7 0,-1 4-5 0,0 2 0 15,1 3-1-15,-5 0-6 0,3 4 6 0,-1 0-5 16,-1 5 5-16,2 0-14 0,0-3 7 0,1 0-3 16,0 2 5-16,3 0-3 0,-1 3 3 0,-1 0-2 0,3 4 2 15,-2 1 5-15,-1-3-5 0,1 17 5 0,-1 1-6 16,0 2 1-16,0 2 5 0,-1-1-4 0,2 1 5 15,-1-1-1-15,-1 1 1 0,0-2-2 0,0 3 1 16,0-5-1-16,0-3 1 0,-1 0 1 0,1-5-1 16,3 1 0-16,-3-4 0 0,1 0 1 0,-1-3-1 15,-1 0 0-15,1-2 4 0,-2-2-3 0,3 4 2 0,2 0-8 16,2-2 11-16,6-1-3 0,-5-3 5 0,0-4-11 16,2-2 3-16,0-2-1 0,5-4 1 0,-1 8 3 15,0-10-5-15,-3-2 2 0,1 1-2 0,0 4 5 0,-3-2-2 16,5 3 0-16,-5 0-1 0,3 1 3 0,1 3-5 15,0 0-1-15,5 3-3 0,-1 0-1 0,5 1 3 16,4-13 3-16,5 4-1 0,5 7-2 0,4 1 4 16,2 3-2-16,0 0 2 0,-1 0-1 0,1 0 2 15,0 0 0-15,1 0 2 0,2 0-4 0,6 0 0 16,4 0 0-16,3 0 1 0,2 0 2 0,-3 1-2 16,-2 1-1-16,-3 0-1 0,-2 0-2 0,3 2 4 0,-2-1 0 15,3 2 1-15,-3 0-4 0,-3 1 3 0,-2-2-3 16,-5-1 4-16,-3-1 7 0,-3 0-8 0,1 1 4 15,1-1-5-15,-2-1-1 0,1 0 0 0,-5-1-1 16,1-1 0-16,-2 0 3 0,-3 0 4 0,-1 0-2 0,-7-2 2 16,-1 0-9-16,-3 0 9 0,-2 0-6 0,0-1 6 15,-3 1-11-15,-1 0 8 0,0 1 2 0,-2 0 2 16,0-1-5-16,0 0-1 0,-1-1 0 0,2 0 0 16,-1 0 0-16,0 1 2 0,-3-1-3 0,-1 1 2 15,-1 0-2-15,-2 1 2 0,1 0 2 0,-2 0 1 16,-3 2 1-16,2-1-2 0,0 1 0 0,-1-1 0 15,0 0 3-15,1 0-1 0,-1-1 1 0,-1 1 0 0,0 1-3 16,1 0 0-16,-1 0-4 0,0 0 2 0,0 0 0 16,0 0-2-16,0 0 4 0,1 0-3 0,-1 1 0 0,0 1 3 15,1-1-5-15,1 1 3 0,-1 2-6 0,6 7 7 16,-2 0 0-16,2 2 3 0,1 2-12 0,1 3 7 16,1 0-1-16,0 3 3 0,1 2 3 0,-1 0-6 15,-1 1 1-15,0 2-3 0,-3-2 5 0,3 5-1 16,0-1 0-16,-2 0-1 0,0 4 4 0,1 2-4 15,0 4 1-15,2 5-1 0,-2 2 2 0,0 2 0 16,1 0 3-16,-2 0-2 0,1 1-6 0,0-3 3 0,-1-2 0 16,1-2 2-16,0-1 5 0,0 1-4 0,0 1-2 15,1 3 0-15,0 4-6 0,0 1 5 0,-1 0-2 16,-1 1 4-16,-1-3 1 0,-1-2-1 0,0-2-1 16,-2 1 0-16,-1-1-1 0,1-1 3 0,-1 0-2 0,1 0 1 15,-1 1-2-15,1-2 0 0,-1-1 5 0,1-3-3 16,-1-2-3-16,0-4 5 0,-2-5-3 0,1-4 5 15,0-1-2-15,-1-4-2 0,1 0-1 0,0-3 0 16,1 1-2-16,-1-2 2 0,-1-1 1 0,0-2-1 16,-1 0-3-16,0 0 4 0,0-3 0 0,0-1 3 15,0-1-2-15,0-2 7 0,0 2-5 0,0-1 3 16,-1-1-11-16,0 0-2 0,0 1-3 0,-1 0-1 0,-1-1-17 16,1 2-37-16,0-1-13 0,0-1-9 0,0 0-49 15,0 1-28-15,-1 0 3 0,0 0-15 0,-1 3-27 16</inkml:trace>
  <inkml:trace contextRef="#ctx0" brushRef="#br0" timeOffset="62937.21">29924 6782 1320 0,'-1'-1'6'0,"-1"0"-2"0,1-1 2 0,-1 1-6 0,0 0 0 15,-2-1-19-15,2 0 5 0,1 2-4 0,-2-2 0 16,1 1-26-16,-1 0 13 0,2 0 6 0,0-1 5 16,1 1 36-16,0 0 6 0,1 0-6 0,2 0 7 15,-2 1 2-15,18-5 8 0,-1 1 2 0,4 0-1 16,5-1-12-16,-1 2 7 0,2-1-6 0,0 1 5 15,0-1-13-15,-1 0-3 0,-1 0 0 0,3-1-2 0,1 3-4 16,2-1 1-16,1 2-5 0,5 0 5 0,7 0 0 16,2 0-7-16,6 1 2 0,-2 1-4 0,0 1 8 0,0 1-8 15,-3-2 6-15,-1-1-7 0,-2 0 5 0,3 0-3 16,3 1 0-16,3 0-1 0,3 0 7 0,1-1-4 16,-3-3 2-16,-1-1-2 0,-4 2 4 0,-2-1-3 15,1 1 4-15,2 0-3 0,2-2 0 0,-3 3 1 16,0-1-7-16,-4-1 5 0,-4 2 1 0,-1 1 1 15,-2 0 1-15,-3-1-2 0,-3 1 3 0,-2 0-7 16,1 0 6-16,-3 0-6 0,3 1 4 0,-5 0-2 16,-3 1 2-16,0-1-2 0,-5 0-1 0,2 0 1 0,-1 0 1 15,-2-1 2-15,-2 0 6 0,-3 0-5 0,0 0-5 16,-2 0 2-16,-2 0-2 0,0 0 5 0,-2 0-3 16,-3 0 2-16,1 0-3 0,-3 0 4 0,0 0 4 15,1 0-4-15,-1 0-3 0,0 0 15 0,0 0-4 0,-1 0 9 16,0 0 8-16,0 0-16 0,0 0 4 0,0 0-9 15,-1 0-4-15,0-1-6 0,0 0 2 0,0 0-3 16,0 0 2-16,-1-1 0 0,0 1 2 0,0 0 0 16,0 0 4-16,0 0-4 0,-1-2-2 0,1 1 0 15,0 0 0-15,0-1 0 0,0 1 0 0,-1 0 0 0,1-1 0 16,0 1 2-16,0-1-2 0,-1 1 1 0,-1 0-1 16,2-1 1-16,0 1-4 0,1 1 2 0,-1-1-4 15,0-1 7-15,-2 0-1 0,1-2 2 0,1 3-6 16,0-1 7-16,-3 1 1 0,0 0 2 0,-1-2-3 0,3 4-6 15,0-1-1-15,0 0-5 0,1-1-6 0,-1 2 8 16,0 0-3-16,0 2 5 0,-2 0 2 0,-2 12 2 16,-6 6-4-16,5-2 3 0,3-2-1 0,0 2-1 15,1-4 6-15,0-1-4 0,2-3-1 0,1-2-3 16,0-3-1-16,1 0 1 0,0-1 13 0,1-2 5 16,0 0-1-16,0 1 1 0,1-2 1 0,8 2 4 15,0-1 4-15,1-2-1 0,3-4 4 0,-2-2-11 0,0-2-3 16,-1 4-2-16,-4-9-3 0,-3-2-4 0,-1 1 3 15,-2 0-3-15,-1-1-2 0,9-2-40 0,-3-2-16 16,-5-1-19-16,-6-2-141 0,-5-1-318 0</inkml:trace>
  <inkml:trace contextRef="#ctx0" brushRef="#br0" timeOffset="63799.49">27461 3338 1698 0,'-1'-2'-22'0,"1"0"-14"0,-6-20 12 0,3 4 24 15,3 10-10-15,2 2-3 0,-1 4-7 0,18-10 0 0,5 5-4 16,-1 4 3-16,0 6-10 0,-1 4 5 0,-1 5-8 16,-1-2-4-16,-2 22 9 0,-1 6 2 0,-4 6 3 15,-1 4 20-15,-3 4 3 0,-2-1 4 0,-5-4 1 16,-1-4 14-16,15-3-4 0,-11-3-2 0,-5-3-1 16,-2 0-3-16,-2-5-1 0,1-2 0 0,-2-2-1 15,0-3 3-15,0-3-9 0,0-3 5 0,0-6-5 16,1-4 8-16,3-4-5 0,-1 0-1 0,-1-1 0 0,-6 2 0 15,2-3-11-15,0-1-3 0,-2-5-4 0,4-6-2 16,3-11 6-16,-1-5 2 0,-12-4-1 0,9 0-5 16,6-3-10-16,5-2 5 0,5-4-5 0,2-3 10 0,3-8 6 15,-1-2 0-15,-2 0 3 0,0 3 8 0,-4 6 28 16,-1 7 0-16,-2 5 7 0,0 6 0 0,1 3-1 16,-2 3-5-16,2 3 3 0,0 4-6 0,-1 2-15 15,1 2 4-15,-3 4-7 0,2-1 3 0,-3 3-5 16,4 2-1-16,3 0-1 0,3-1-4 0,-1-4 7 15,-1 1-3-15,1 3 4 0,-2 1-5 0,1 2-3 16,-1 0 0-16,1 1-1 0,-2 2 5 0,-2 1-4 0,0 1 1 16,-3 4-1-16,-1 7 5 0,10 2-10 0,-5 3 1 15,-4 2-5-15,-3 0 0 0,-5 3 11 0,-2 0-2 16,-3 1 5-16,-1 1-5 0,-3 3 2 0,-2-3-2 0,13 1 2 16,-18-2-1-16,1-4 0 0,0-1 1 0,1-7 0 15,0-3 3-15,3-3-4 0,0-3 3 0,2-1-3 16,5-3-4-16,-1 0 7 0,6 0-3 0,1-1 5 15,-1 1-11-15,4 0 4 0,-2 0 3 0,0 0 0 16,0 1-2-16,0-1-1 0,1 0-1 0,0 3 1 16,1 2 16-16,1 0 1 0,2 0-1 0,-2 0 1 0,20 2-11 15,1-1-3-15,1 0 0 0,-1 0-1 0,-2 0-3 16,-1 1 5-16,1-2-4 0,-1-3 7 0,-1 2-5 16,0-1-5-16,0-1 2 0,-3-2-3 0,1 0 12 15,1 9-12-15,-3-4 4 0,3-2-8 0,0-2-2 0,1-1-36 16,1 0-3-16,-2-2-12 0,-4 0-28 0,1-3-39 15,-1 1-4-15,3-3-28 0,5-2-170 0</inkml:trace>
  <inkml:trace contextRef="#ctx0" brushRef="#br0" timeOffset="64217.92">28246 3585 1783 0,'-1'-3'47'0,"-10"-16"110"15,0-2-153-15,8 12-27 0,2 2 6 0,1 6-15 16,1-2 6-16,1 1 17 0,12-6-5 0,9 1 9 16,0 2-1-16,2 3-5 0,2-1 5 0,-1 2-4 15,-1 1 1-15,0 0 5 0,-1 1-2 0,-5 0 5 16,1 2-5-16,-6-1 11 0,-1 0-4 0,-1 1 7 0,-5-1-3 15,-2 0-8-15,0 1 4 0,-3-2-5 0,3 3 4 0,5 8 0 16,-3 4-2-16,-3 1 0 0,-4 3 2 0,-1 2-2 16,-5 1 2-16,-2-2-3 0,-3 0 4 0,1-2-4 15,1-1-1-15,0-3-2 0,1 0-1 0,1 0 0 16,1-4 3-16,1 0-1 0,1-2 10 0,0-2-5 16,2-1 1-16,-1 0-2 0,2-1-3 0,0-2-3 15,1 1-2-15,0-3 0 0,0 1-4 0,0 1 14 16,0-2-1-16,2 1 8 0,14 8 9 0,6-3-3 15,5-4 6-15,0-3-4 0,4-2 0 0,3-3-2 16,-2-1-5-16,1 0 2 0,-4 1-14 0,-3 0 1 0,0 1 1 16,-3 1-1-16,0 0-11 0,-7 2-13 0,-1 0-15 15,-4 1-7-15,-3 0-138 0</inkml:trace>
  <inkml:trace contextRef="#ctx0" brushRef="#br0" timeOffset="74752.23">28809 8433 31 0,'0'0'8'0,"0"0"4"0,0 0 9 16,0-1 1-16,1 0-3 0,0-1-6 0,1 1-13 15,-1 0 5-15,0 0-5 0,0-2 8 0,0 1-8 16,-1-1 0-16,1-3 0 0,1-1 25 0,-1 1 8 16,0-1 9-16,-1-1-5 0,0-1-10 0,0 1 25 15,0 1-14-15,0-2 19 0,0 2-2 0,0-2-13 16,-1 1 1-16,0-1-6 0,-1-1-3 0,2 6-8 0,-1-2 8 15,1 1-10-15,0 1-3 0,-1-1-6 0,1 2 0 16,0 1-1-16,0 1-2 0,-1-2 4 0,0 1-6 16,1 1 7-16,0 0-9 0,0-1 3 0,0 1-3 0,0 0 3 15,0 0-7-15,0 0 7 0,0 0 0 0,0-1 2 16,0 1-5-16,0 1-1 0,0 0-3 0,0 1 1 16,0 2-8-16,-1 3 7 0,-2 9-2 0,2 5 4 15,0-1-7-15,1 2 3 0,0 0-2 0,0 0 4 16,1 2-8-16,1 0 4 0,1 1-1 0,-1 0 4 15,0 2 3-15,2 1-8 0,-2-1 2 0,2 3-3 16,1 1 4-16,-2-1 4 0,1 1-5 0,-1-2 3 0,1-1-10 16,-2-1 7-16,0-2 4 0,1-5 1 0,-1-1-5 15,-1-2 0-15,0-4-1 0,2 0 1 0,-1 0-5 0,-1-4 1 16,0 0-6-16,1-1 5 0,-1 0-12 0,0-1-34 16,-1-1-18-16,0 0-13 0,0-3-138 0</inkml:trace>
  <inkml:trace contextRef="#ctx0" brushRef="#br0" timeOffset="75111.52">29271 8579 754 0,'-1'0'26'16,"0"0"3"-16,0 0 2 0,-1-1-10 0,0 1 0 15,0 0-9-15,-1 0-9 0,1 0-1 0,1 0-2 16,0 0 0-16,0 0 1 0,-1 1 5 0,1 0-4 0,0 0 1 16,1 0 7-16,0 0-3 0,0 1 9 0,0-1 26 15,1 0 4-15,0-1 10 0,1 0-7 0,10 0-1 16,4-2-11-16,0-3-3 0,3-2-3 0,2-1-13 15,3-1-2-15,4 0-2 0,1 1-1 0,0-1-5 0,2 1-9 16,0 1 2-16,-2 1-2 0,2 2 11 0,-4 0-9 16,-2 1 4-16,-2 0-5 0,-2 1-5 0,0 1 2 15,-1 0 2-15,-1-1 0 0,0 1-6 0,-2 1-32 16,-1 0-17-16,-3 0-8 0,0 0-90 0,-4 0-177 16</inkml:trace>
  <inkml:trace contextRef="#ctx0" brushRef="#br0" timeOffset="75453.47">29615 8274 732 0,'-2'-1'36'0,"-2"-10"35"15,-3-4-6-15,2 3-32 0,0 2 3 0,3 4-13 16,-1 1 1-16,3 4-9 0,0 0-7 0,-1-2 1 0,0 1-9 16,0 0 0-16,0 1 8 0,1-1-3 0,0 1 11 15,0 1-8-15,1 0 3 0,0 1-4 0,0 2-1 0,6 13 7 16,0 7-3-16,2 1 5 0,-2-1-5 0,0 1 3 16,-1 1-4-16,0 2 3 0,-2 1-6 0,1 3-6 15,-2-2 6-15,-1 1-6 0,-1 0 4 0,-1 1 2 16,0-2-6-16,1 2 5 0,-1-4-5 0,0-1 2 15,1-5-2-15,-1-1 0 0,1 0-10 0,1-3-17 16,-1 2-3-16,0-2-8 0,1-2-41 0,1-1-77 16,0 0-6-16</inkml:trace>
  <inkml:trace contextRef="#ctx0" brushRef="#br0" timeOffset="76147.39">30251 7994 504 0,'0'0'304'16,"0"0"-437"-16,-1 0 361 0,-1 0-209 0,2 0-18 15,0 0-2-15,0 1 4 0,0 1-3 0,0 2 1 16,0 20-3-16,0 6 2 0,2 6-3 0,-2 3 3 0,-3 6 0 15,1-1-3-15,-2-2 3 0,0 1 0 0,-1-11 2 16,-1-2 5-16,1-5 0 0,2-4 15 0,-1-2-2 16,2-4 5-16,0-3-4 0,-1-3 1 0,2-1-9 15,0-1-2-15,0-1 0 0,1-1-3 0,0-4-2 16,0 0 4-16,0 0-3 0,-2 2-6 0,1-1-11 16,0 0-4-16,0 0-1 0,-1-1-3 0,-4-1-11 15,-7-1-2-15,5-3-3 0,-2-2-9 0,2-1 22 0,0-12 0 16,-2-2 9-16,2-2 8 0,0-1 3 0,2-5 2 15,2-5 1-15,0-4 10 0,-16-10-10 0,13-3 2 16,8 2-4-16,6-1 3 0,1 8 5 0,3 4 2 16,-1 3 0-16,1 3 0 0,-1 5 9 0,1 3-3 15,-2 1 5-15,1 2-2 0,-1 2 11 0,-1 2-7 0,2-1 7 16,-2 2-11-16,2 2-3 0,-1 1 8 0,-6 3-7 16,9 1-2-16,-1 3 0 0,1 0-5 0,-1 3 2 15,2-7-5-15,-1 4 7 0,1 2-4 0,0 2 5 16,0 2-7-16,0 3-2 0,2 3 4 0,-2 1-2 15,-1 1-1-15,2-5 0 0,-2 9-4 0,-1 2 4 16,3-2-1-16,-4 2 3 0,-5-2-4 0,0 0 5 0,-3 1 2 16,-1 0-11-16,0 2 10 0,7-2-11 0,-2 2 5 15,-6 0-3-15,-1 2-1 0,-5-1 2 0,-2 1-2 16,-4 0 7-16,3 1-10 0,-11-3 7 0,-1 3-7 0,2-5 4 16,2 0 0-16,3 0 1 0,0-3 0 0,5-1 1 15,0-2 8-15,5-3-7 0,0-1 0 0,3-1-2 16,0-2-5-16,-2 2 3 0,1 1 5 0,0-1-4 15,-1-1 4-15,2 0-4 0,0 1 20 0,0-1-9 16,1 0 8-16,0 0-8 0,1 0 4 0,0 0-12 16,3-1 2-16,11 3-5 0,3-1-4 0,0-1 2 15,2 1 0-15,-1-1 3 0,-2 0 0 0,-3 0-4 0,-1 0-1 16,-1 0-1-16,-1-1-2 0,0 0-7 0,2 2-3 16,-6-2-5-16,5 1-40 0,-4-1-36 0,-2 0-24 15</inkml:trace>
  <inkml:trace contextRef="#ctx0" brushRef="#br0" timeOffset="76515.83">30673 7960 1238 0,'0'0'22'0,"0"-1"-3"16,0 0 28-16,0 0-9 0,0-2 4 0,0 1-25 0,0 1-3 15,3-6-5-15,0 2 1 0,-1-1-11 0,10 3 2 16,-2-1 0-16,1 3 1 0,-2-6 1 0,1 2-3 16,-1 2 0-16,-1 0-2 0,1 3-5 0,-2 0 9 15,0 1 2-15,-2 1 4 0,-2-1-1 0,1 1-5 16,-3 3 2-16,8 8-2 0,-3 0 3 0,-2 2 9 16,-4 1-10-16,-2 2 8 0,-1 1-11 0,-4 1 7 15,0 0-2-15,-1-1 1 0,-2 0-10 0,2 1 2 16,0-3 0-16,1-2 1 0,-2 2 4 0,5-5-3 0,-1-1 3 15,3-4-4-15,-2 4 0 0,3-4-7 0,0-2 2 16,1 0-3-16,0-3 5 0,0-1 1 0,0 1 0 16,0 0 0-16,1 0 2 0,1 0 4 0,4 2 4 15,7-1 1-15,2-3 6 0,2-1-14 0,0-2 0 0,1-2-4 16,-1 0 3-16,-2 1-18 0,-1-1 3 0,-1 0-12 16,2-1-17-16,-5 3-51 0,0-1-5 0,-5 3-26 15,-3 1-132-15</inkml:trace>
  <inkml:trace contextRef="#ctx0" brushRef="#br0" timeOffset="76877.52">30107 8775 1229 0,'-1'-1'13'0,"-1"0"17"0,-3-2-8 0,1 2-10 16,3 1-5-16,-1-1-3 0,0 0-24 0,0 0 15 0,1 0-2 15,1 1 6-15,0 0-1 0,1 0 0 0,6 0 1 16,13 0 1-16,3 0 10 0,-1 0-3 0,2 0 8 16,0-3-6-16,3 0 14 0,4-3 27 0,3-1-8 15,7-2 16-15,5 1-5 0,6-4-14 0,5 1 5 16,-4-2-9-16,-1 0-13 0,-2 0-12 0,-7 1-4 0,-1 3-1 15,-2-1 2-15,0 2-5 0,0 1-2 0,-2 0-2 16,0 0-2-16,-4 2 4 0,-3 2 1 0,0-1 0 16,-5 2-2-16,-5-1 1 0,-2 1-3 0,-4 0 1 15,0-1-12-15,-2 2-38 0,-1 0-6 0,-2 0-20 16,-3 0-104-16</inkml:trace>
  <inkml:trace contextRef="#ctx0" brushRef="#br0" timeOffset="77454.89">30593 8956 1282 0,'-1'0'26'0,"-4"-1"21"0,-8-3 5 0,5 2-22 15,1 1-7-15,1 0-4 0,2 1-20 0,2 0 1 16,-3 0 1-16,1 0 1 0,-2 2 0 0,-2 2-6 0,4 17 5 15,-3 2-5-15,-2 3 3 0,4 1 5 0,-3 0-4 16,3 2 7-16,-10-1-2 0,6-2 1 0,3-2-2 16,4 0 1-16,1-4-4 0,1-1 1 0,1-2-2 15,-1-3 0-15,2-1-2 0,1-3 6 0,-2-2-1 0,0-1 2 16,0-1-3-16,1-1 9 0,-2-3 0 0,0-1 2 16,0 0-3-16,1 2 2 0,0-1-5 0,0 0 2 15,0 1-11-15,0-2 2 0,1 0-3 0,-2-1 3 16,0-1-9-16,0 0-8 0,0-4 11 0,-2-13-10 15,-2-5 7-15,-3-3 1 0,-2 1-6 0,1-2 4 16,2 1 1-16,0-1 10 0,3 0-3 0,2 1 4 0,1 2-6 16,0-1 10-16,0 0-4 0,3 2 6 0,3 0-7 15,5 2-4-15,0 0 4 0,-9 3-4 0,14 2 13 0,2 1 1 16,3 1 3-16,-1 0-3 0,3 2 1 0,0 1 3 16,-2 5-10-16,0 4 6 0,-4 1-18 0,-2-9 7 15,0 4-2-15,-2 5 3 0,0 1 6 0,-4 3-10 16,0 0 3-16,-5 1-6 0,1 4 3 0,-4 7 3 15,10 1 2-15,-5 0 0 0,-4 0 3 0,-2 0 2 16,-3-1-4-16,-3 0 4 0,-1-2 2 0,-3 0-4 16,8-1 3-16,-10-1-4 0,0-1-3 0,1-2-1 0,1 2 0 15,1-3 0-15,3 0 1 0,1 0-1 0,3 0-5 16,-3-1 2-16,3 2-1 0,1 0 1 0,-6 2 4 16,1 0-1-16,2 0 4 0,2 0-2 0,1 0-3 15,1-2-1-15,0 1-6 0,2 3 10 0,1-1-4 16,2-2 4-16,-1-1-10 0,-2-3 12 0,2 0-6 0,-1 1 6 15,7-3-17-15,-1 1 2 0,0-1-2 0,3 5 1 16,0-2-6-16,1-2-2 0,1-3-6 0,0-1-1 16,2-4-37-16,0 0-99 0,-2-3-54 0</inkml:trace>
  <inkml:trace contextRef="#ctx0" brushRef="#br0" timeOffset="77643.13">31032 9094 1146 0,'0'0'36'0,"0"0"-3"0,-2 0 5 16,2 1 9-16,0 1-16 0,-1 10 9 0,0 16-3 15,0 4-2-15,1 3 0 0,0 5-11 0,0 0-6 16,0 0-4-16,0-2 0 0,1-4-5 0,1-1-12 16,2-1-4-16,1-2-3 0,0-2-9 0,0-5-98 15,1-3-19-15</inkml:trace>
  <inkml:trace contextRef="#ctx0" brushRef="#br0" timeOffset="78112.28">27809 8849 1344 0,'0'-1'17'0,"-1"0"-1"0,0 0 15 16,0-1-2-16,0 0-29 0,1 0 7 0,0-1-7 15,1 1 7-15,2 0-7 0,21-12-2 0,1 4 3 16,4 4-1-16,2 3 4 0,3 2-4 0,5 1-3 0,-2 2 2 15,1-1 4-15,-4 0-3 0,-6 0 6 0,0 1-6 16,-5-1-3-16,-3 0 0 0,-1 1-1 0,-5 0 1 16,-4-1 3-16,0 0-6 0,-3 0-2 0,0 0-4 15,-3-1-36-15,-1 0-69 0,-1 0-12 0,0 0-48 16,1 0-351-16</inkml:trace>
  <inkml:trace contextRef="#ctx0" brushRef="#br0" timeOffset="78297.63">27820 9231 1162 0,'0'-1'280'0,"0"0"-358"15,0 0 329-15,0 0-174 0,1-2-18 0,4-4-11 16,13-5-3-16,13-4-4 0,5 1-22 0,6-1-12 16,-1 0-1-16,0 4-3 0,2-2 1 0,-8 4-18 15,-2 1 2-15,-4 2-9 0,-4 1-3 0,-5 0-14 0,-1 2-4 16,-5 0-3-16,-2 1-26 0,-3 2-54 0,-3-1-13 15,-3 1-20-15,0 0-107 0</inkml:trace>
  <inkml:trace contextRef="#ctx0" brushRef="#br0" timeOffset="79026.61">26951 8754 839 0,'0'0'62'0,"0"0"-2"0,0-1 51 16,0 0-17-16,0-1 4 0,0 1-46 0,0 0-32 15,0 0 6-15,0 1-14 0,0 0-1 0,0 0-4 0,0 0 1 16,0 1 0-16,0 0 5 0,0 22-4 0,-2 4 3 16,-3 3-3-16,-1 1 1 0,-2 5-2 0,-2 1 1 15,-1 0-1-15,-3 4-2 0,-2 4 0 0,1 0-1 16,-1 2 2-16,-1 1-4 0,2-4 5 0,-2 0-9 0,3-5 6 15,-1-4-5-15,2-5 0 0,0-6 5 0,1-4-5 16,2-2 3-16,3-5 4 0,1-4-5 0,2-3 4 16,3-3-1-16,1-2 5 0,-1 1 1 0,0 1 0 15,0-2-3-15,-1 0 2 0,1-1-6 0,1-1 4 16,0-10-16-16,4-17 8 0,2-7 0 0,2-7 4 0,1-1-1 16,1-5-5-16,-1-4-4 0,0 1-1 0,0 0-1 15,-2 4 8-15,0 2 2 0,0 3 1 16,-1 3-2-16,0 2 4 0,0 2-5 0,-1-1 3 0,1-1-4 0,-1 3 3 15,0 2-2-15,-1 8 3 0,1 0-3 0,0 4 6 16,0 2-3-16,-1 6 4 0,1-1-7 0,0 2-5 16,-1 2 5-16,1 2-4 0,-1 1 6 0,-1 1 1 15,2 3-4-15,2-1 2 0,0 2 1 0,1-5-2 16,-1 3 4-16,3-1-3 0,0 3-5 0,1 1 4 16,2 4-2-16,-2 3 4 0,1-2 9 0,-1 19-6 15,-2 5 0-15,-1-2-2 0,3 2-3 0,-3 0 3 16,-1-3 1-16,2 4-1 0,-6-1-3 0,3 0 5 0,2-1-6 15,0 3 2-15,2-1-7 0,-4 2 9 0,1 0 0 16,1 0 3-16,1 1-5 0,4 0-5 0,-1 2 5 16,-1-3-5-16,0-4 3 0,1-3 3 0,0-4-2 0,-3-5 4 15,2-2-9-15,-5-3 6 0,0-2-4 0,1-2 4 16,-3-2-6-16,2-4-8 0,1 2-2 0,-4-2-5 16,-1 0-31-16,0 1-25 0,1 1-32 0,-2-2 1 15,0 0-139-15</inkml:trace>
  <inkml:trace contextRef="#ctx0" brushRef="#br0" timeOffset="79531.3">26664 9202 1007 0,'-1'0'41'0,"-3"0"61"0,-3 0-46 0,5 0-41 16,0 0 5-16,0 0-16 0,1 0 11 0,1 0-4 15,1 0-4-15,2 0 0 0,7 1-3 0,15 1-5 16,0 2 5-16,-3-2-7 0,2-2-10 0,-1 0 5 15,1-1-5-15,-1-1 5 0,0-3-5 0,0-2 1 16,1-1 3-16,3-3-1 0,0-1 12 0,1-2-3 16,1-1 2-16,0 12-1 0,-2-14 6 0,1 1-8 0,-1-1 2 15,-1 1-5-15,1 0 14 0,-4 1-9 0,-2 1 0 16,-1 1-3-16,-2 1 3 0,-1 3-3 0,-2 1 3 16,-1 2-3-16,-1 1 9 0,-1 2-14 0,-1 0 8 15,0-4-10-15,-3 2 3 0,-1 2 5 0,-1 2-2 16,-1 0 4-16,-2 1 2 0,-1 0 13 0,0 0-4 0,0 1 9 15,-1 0 4-15,1 1 9 0,-2 2-5 0,0 5 7 16,-3 3 2-16,0-1 6 0,-1-2 3 0,0 0-1 16,-2 1-10-16,1-2-20 0,1-1-1 0,1 0-5 15,-1-1 3-15,2-1-12 0,-2 2 8 0,2 0-9 16,-1 2 2-16,-1 2 5 0,2-1-6 0,-1 5 4 0,2 0-4 16,1 5-5-16,0 1 5 0,1 5-3 0,2 0 11 15,-1 4-6-15,2 1 1 0,0 3-3 0,0 0-4 16,-1 0 0-16,2 1 4 0,-1 0-2 0,-1 0 1 0,-1-3 5 15,2-1-6-15,0 0 6 0,-1-3-4 0,-1 2-1 16,0-3 3-16,-1-3-2 0,-1 2 9 0,0-5-9 16,0-1 3-16,-1-3-4 0,-2-1 4 0,0-3-1 15,-2 0 1-15,1-2 0 0,1-3 12 0,-2 0-14 16,2-1 4-16,0-2-6 0,0 0 5 0,-1-1-8 16,2-1 4-16,-5 3-4 0,-1-2 4 0,2 0-15 15,0-2 1-15,0 0-9 0,0 0-25 0,0-2-27 0,0 0-19 16,2-2-7-16,0 0-123 0</inkml:trace>
  <inkml:trace contextRef="#ctx0" brushRef="#br0" timeOffset="79740.39">27115 9395 1235 0,'0'0'47'15,"0"0"-1"-15,0 0-4 0,1-1 10 0,0-1-23 16,4 1 16-16,17-6-12 0,4 0-7 0,2 0 1 0,-1 0-13 16,0 0-1-16,0 0-5 0,3 0 1 0,-1 0-9 0,3-1 1 15,1 1-1-15,0 1 0 0,2 1-19 0,0 0-23 16,-2 1-7-16,1-4-11 0,-3 0-83 0</inkml:trace>
  <inkml:trace contextRef="#ctx0" brushRef="#br0" timeOffset="80514.39">29059 9822 1297 0,'-31'-7'27'0,"-9"-2"14"16,8 3 15-16,7 4-20 0,4 1-12 0,5 0-1 16,3 1-26-16,3 0 3 0,2 0 0 0,5 0 1 15,0 0-5-15,1 0-10 0,0 1 4 0,0 0-6 16,1 0 6-16,0 0 9 0,1 1 2 0,1-1 2 15,0 0 12-15,4 0-7 0,16 2-1 0,6-2-1 0,4-1-3 16,1-3 6-16,2-1-1 0,1-5 2 0,1 0-3 16,6 0 11-16,-4-1-7 0,2 1 7 0,3-1-6 15,1 1 8-15,7-2 0 0,8 0 1 0,4-1-7 16,7-2-3-16,1 1 1 0,-1 1-2 0,-1-1-2 0,5-1-5 16,6 0 0-16,5-1-2 0,2 1-2 0,-5-1 6 15,-4 0-3-15,-1 1 5 0,3 0-5 0,4 1-2 16,-7 0 2-16,-5 1-1 0,-8 1-1 0,-7 0 0 15,-1 0 0-15,-5 2-1 0,3 0-2 0,-7 1 12 16,-2 1-7-16,-8 3 10 0,-7-1-10 0,-3 1-4 16,-9 2 2-16,-2 1-4 0,-5 0-4 0,-4 1-16 0,-2 0 0 15,-4 0-4-15,1 0-9 0,-1 0-49 0,1 0-4 16,-2 0-17-16,-2 0-35 0,-18 1-14 0,-16 4 16 16,-8 2-10-16,-4 1 52 0,0-1 8 0,-1 1 2 15,4-1 1-15,-2 0-12 0</inkml:trace>
  <inkml:trace contextRef="#ctx0" brushRef="#br0" timeOffset="80764.42">29259 9866 468 0,'-8'0'77'16,"-13"3"13"-16,-25 0 87 0,-3 0-60 0,5-2 42 16,1-1-79-16,4-1-20 0,7-2-7 0,9 2-4 0,4 0-23 15,5 1-9-15,5 0-4 0,4 0-2 0,2 0-12 16,1 0 1-16,1 0 0 0,0 0 1 0,1 0 8 0,1 0 4 15,5 0 2-15,30 2 0 0,5-3 7 0,10-1-4 16,-1-4 3-16,6-2-4 0,0-3 0 0,2-2-1 16,9 1-2-16,7-2 1 0,8 1 2 0,3-2 16 15,-4-3-5-15,0 3 7 0,0-4-1 0,12 3 2 16,2 0 5-16,-1 4-5 0,-2-1-10 0,-7 2-20 16,4 2 2-16,-1 0-8 0,2 4 1 0,-8 2-35 15,-9 1-11-15,-2-1-25 0,-2 2-200 0</inkml:trace>
  <inkml:trace contextRef="#ctx0" brushRef="#br0" timeOffset="84799.57">28020 6292 256 0,'0'0'-63'0,"0"0"43"0,0 0-3 16,0 0 4-16,0 0 51 0,0 0-5 0,0 0-6 0,-1 0-4 15,0 0 2-15,-1 0-13 0,1 0 37 0,0 0-3 16,0-2 15-16,0 1 13 0,0 0-15 0,-1 0 4 16,1 0-8-16,0-1-6 0,0 1 5 0,-1 1-9 15,-1-1 5-15,2 0-26 0,0 1 2 0,-2 0-7 0,2 0 3 16,-1 0-19-16,0 0 3 0,-1 0 5 0,2 0-1 15,-5 3 1-15,1-1 0 0,0 13-5 0,-1 1 2 16,0 2-1-16,0 1 0 0,2 1-1 0,1 3 1 16,-3 0-3-16,1 0 8 0,-2 2-3 0,1 3 5 15,0 2-7-15,1 2 4 0,-2 4-5 0,-1-2 4 16,1 2-2-16,0-2-3 0,-1-1 8 0,0-3-7 0,1-4 11 16,-1-3-8-16,-2-1 3 0,1-2-5 0,1 0 12 15,-1-1 10-15,2 0 1 0,1 0 4 0,2-3 11 0,-1 1-11 16,0-1 0-16,1-2-6 0,0 0-11 0,3-2 4 15,0-1-9-15,-5-4 7 0,2-2-8 0,2-2-1 16,1-1 3-16,1 0-4 0,0-1 1 0,-1 1-2 16,-1 1 3-16,1-1-2 0,0-1 18 0,1-1-10 15,0-1 3-15,0-1-6 0,2-15-10 0,2-6 8 16,1-3-6-16,-1 0 8 0,1-1-3 0,0 0-7 16,1-3 5-16,-2-5-4 0,1 0 10 0,0-10-11 15,-1-3 2-15,2-3-4 0,1-2 7 0,-1 5 2 0,0 2-6 16,1 5 3-16,0 4-4 0,0 5-3 0,0 1 9 15,2 3-6-15,-2 1 4 0,0 1 1 0,0 1-4 16,-1 2 3-16,0 1 0 0,-2 4-2 0,0 3 0 16,-2 5 0-16,0 1 1 0,0 3-4 0,-1 2 2 0,-1 2-3 15,0 1 7-15,1-2-1 0,0 1-4 0,0 1 2 16,1 0-4-16,-1 0 4 0,0 1 1 0,0 0 0 16,0 1-2-16,4 6 3 0,6 13-2 0,-3-1 2 15,0-2-3-15,0 2 1 0,0-1 0 0,1-1 0 16,0 1-6-16,1-2 6 0,0 0 0 0,1 0 1 0,-5 1 0 15,6 0 2-15,3 1-3 0,2 0 2 0,-4 0-2 16,1 2-1-16,2 2 3 0,-3 0-2 0,-1 3-6 16,0 3 5-16,0-1-3 0,-1 2 4 0,-1-1 6 0,0-4-4 15,-2 0 0-15,0-3-2 0,-1-1-1 0,0-4 0 16,1-1 1-16,-2-4 1 0,0-3 5 0,-1-1-7 16,-2-1 1-16,1 0 0 0,-1-2 7 0,-1-3-5 15,0 1-2-15,-2-1 0 0,0 0-8 0,0 1 9 16,2 0-1-16,1 0 1 0,-1 1-13 0,-1-1-84 15,0-1-15-15,-1 0-35 0,0 1-157 0</inkml:trace>
  <inkml:trace contextRef="#ctx0" brushRef="#br0" timeOffset="85423.59">27817 6828 392 0,'-2'0'124'0,"1"0"-98"0,0 0 135 0,-1 0-48 16,-1 0-14-16,1 0-31 0,0 0 5 0,-1 0-20 16,1 0-42-16,1 0-4 0,0 0-10 0,-1-1 5 15,2-1-3-15,0 1 0 0,2-1-3 0,0 0 0 0,4-3-6 16,9-3-2-16,3-2 6 0,-2 1-6 0,3 1-1 16,0-2-2-16,2 1-1 0,4 0 0 0,-1-2-2 15,3 1-6-15,0 0-2 0,-3-3 1 0,4 2-3 16,-2-1-10-16,-1 0 11 0,-3 3-8 0,-5 0 19 0,-2-1 7 15,-2 5-5-15,-1-1 9 0,-3 0 11 0,-1 2-9 16,0-2 8-16,-2 5-8 0,1 0 8 0,-1-4-5 16,-1 2 0-16,0 1 1 0,-2 0 6 0,1 1-4 15,-1 1-1-15,1 0 0 0,-1 0 3 0,2 0 2 16,0 1-1-16,-1 1 2 0,1 0 5 0,-1 0-6 16,-1 1 4-16,-1-2-5 0,1 1 11 0,-2 3 17 15,3-1-3-15,-2 0 7 0,0 0 1 0,1-1 8 0,-2 1 1 16,0-1 1-16,0 3-2 0,0 0-18 0,-1 2 8 15,0-1-11-15,0 1-8 0,0 1 0 0,-1 1-10 16,-1 0 7-16,-1 0-8 0,0 2-5 0,1-1-1 16,-1 1-1-16,1 0-2 0,-1-1 4 0,1-1 1 0,1 1 1 15,0-2-4-15,1 0 1 0,0 0-1 0,0-2 0 16,0 0-7-16,0 0 10 0,0-1-3 0,1 0 6 16,-1-1-7-16,1-2-4 0,-1 0 5 0,0-1-3 15,0-1 9-15,0 0-6 0,0 0 0 0,0 1-2 16,1-2 3-16,4 3-1 0,0-1 2 0,1 1-1 15,-2-2 6-15,2 0-4 0,1 0 3 0,0-1-2 0,2 0 8 16,-1-2-6-16,0-2 0 0,1 0-2 0,2-3 9 16,-3 6-6-16,3-12 6 0,-3-3-5 0,-1 0 4 15,1-1 9-15,-3 1-7 0,0-3 6 0,-3 4-16 0,9-2 15 16,-4 1-4-16,-4 1 8 0,-3 1-3 0,-1 2-2 16,-4-1-2-16,1 5 0 0,0-2-5 0,-15 4-16 15,-2-7 0-15,-6 6-11 0,-5 7-43 0,-8 10-243 16</inkml:trace>
  <inkml:trace contextRef="#ctx0" brushRef="#br0" timeOffset="87354.1">28350 5392 18 0,'0'0'5'0,"0"0"-7"0,0 0 6 0,-1 0-2 15,0-1 13-15,0 0-12 0,0-1 5 0,0 1-6 16,-2 0 13-16,1 0 13 0,-8-6 8 0,3 2 0 15,-2-2 8-15,1 1 6 0,-4-2-10 0,-1 0 9 16,-1 0-10-16,2 0-12 0,-3 1 0 0,-2 0-4 0,-1 1-4 16,-4 1 2-16,-2 0 2 0,-2 3-2 0,0 0-12 15,-7 2 12-15,5 0-9 0,-2 2 11 0,2 0-2 0,6 1-6 16,-2 1 3-16,2-1-4 0,2 1 0 0,0 0-4 16,2-1 3-16,1-1-3 0,0 1 1 0,0-1 2 15,-1-1-5-15,-3 0 4 0,1-1-1 0,-4 0-7 16,-3-1 2-16,3-1-5 0,-5 0 1 0,-2-1-3 15,0 0 3-15,-3-1-3 0,1-1 4 0,6 2 0 16,0-1-3-16,5 1 1 0,-2-2-5 0,3 2 4 0,1 0 1 16,-2 0 0-16,2 0-7 0,0 1 7 0,-3 1-4 15,3 0 5-15,-1 1-2 0,-2 0 6 0,-1 0 1 16,-2 0 1-16,0 1-10 0,2 1 7 0,-1 1-8 16,1 0 8-16,3 1-11 0,-2-1 7 0,2 2 2 15,-3 0 2-15,2 0-1 0,2 1-1 0,0 0-5 16,1 0 2-16,0 1-2 0,1 1 5 0,1 1 5 0,-1 0-1 15,-1 0-8-15,2 1 4 0,-2 0-3 0,-1 2 5 16,-4 1-1-16,0 0-1 0,-1 0-1 0,0 0-1 16,4-1 0-16,-6-11-1 0,5 14 6 0,-2 4-4 15,1 1 6-15,2 2-12 0,-1 2 0 0,1-1-4 16,2 3 7-16,2 0 0 0,-1 0 0 0,3 0 1 16,2-4 7-16,2 2-7 0,2-4 0 0,-1 1-2 0,3-1 2 15,0 3-5-15,2 1 3 0,0 1-4 0,-2 2 7 16,2 1 0-16,2 4-3 0,0 2 0 0,1 1-1 0,1 4 0 15,-2 1 3-15,1-1-2 0,0-2-5 0,-1-4 3 16,1-2 0-16,0-1 0 0,0 0 2 0,0-1 3 16,0 4 3-16,-1 1-1 0,0 1-6 0,2 5 8 15,-1 3-10-15,-16 0 10 0,9 0-5 0,6-2-1 16,3-6 8-16,0-4-7 0,1-1 0 0,1-3-3 16,1-3 0-16,-1-1 1 0,2-2 7 0,0 2-3 15,1-2-3-15,0 0 0 0,-1 1-9 0,2 3 8 16,0 0 3-16,1 3 0 0,0 1 2 0,2 3-2 0,-1 0-4 15,0 1 3-15,-1-3-3 0,0 1 3 0,0 0 0 16,0-2 0-16,0 0-3 0,0 1 6 0,0-4-2 16,0-1 3-16,2 1-11 0,-2 1 7 0,1-1 0 0,-1 0 3 15,1 0-4-15,2 1-10 0,0-2-3 0,4 2 0 16,-11-1-7-16,18-3 12 0,1 3-5 0,4 0 8 16,0-1 1-16,0 2-1 0,0-1 1 0,-5-4-2 15,1 1 3-15,-3 0 4 0,-3 1 2 0,2 0 0 16,-5 2-2-16,0 1-6 0,-1 0 4 0,-4 1-4 15,4 2 6-15,-3 0 4 0,2 1-2 0,-1-3 3 0,1 0-10 16,2-1 16-16,0-2 7 0,3 1 3 16,1-4 10-16,3-1-11 0,3-3-7 0,2-3 1 0,5-2-14 15,3-1 0-15,1 0 0 0,4-3 0 0,-3 2 4 16,-1-1-1-16,-2 1 0 0,-5-3-1 0,0 1 0 0,-2 0 0 16,1 0-1-16,1-1 0 0,0 0-8 0,0 0 6 15,2 0-2-15,4-2 3 0,6 0-2 0,3-2 12 16,3-1-2-16,-2 15 6 0,-4-11-9 0,0-4 4 15,-5-3 1-15,2-3 1 0,-2 0-7 0,2-3-2 16,4-2 0-16,10-2 1 0,5 0 3 0,4-1 3 16,-3 1-5-16,-4 0 6 0,-6 0-9 0,-9 0 0 15,2 1-2-15,-4-1 1 0,1 2 1 0,1 2 0 16,3 0-1-16,4 1 0 0,2 0-3 0,2-1 3 0,1 0 3 16,-5-1-2-16,-2 0-2 0,-5-1-1 0,-2-3 0 15,2-1 1-15,2-3 6 0,10-2-4 0,0-3 3 16,11 15-4-16,0-20-4 0,-5-3 13 0,-1 0-9 0,-10-2 10 15,-2 0-7-15,0 0-3 0,1 2 2 0,6 1-3 16,2 0-2-16,4 1 4 0,-6-1-1 0,-4-1 2 16,-4-3-2-16,-10-3-2 0,-1-2 7 0,-5-4-5 15,0 1 15-15,-2 4-15 0,1 2 5 0,0 2-8 16,0 2 4-16,1-1 4 0,4 1 1 0,-2 1 2 16,5 1 7-16,-4-3-8 0,-2 1-3 0,3-2-1 0,-5 0-1 15,-1-8 5-15,-3-1 1 0,-4-3 0 0,-5-2 3 16,-1 5-4-16,-7-2 1 0,0 4-3 0,14 2 4 15,-10 1 19-15,-5 3-4 0,-5-1 9 0,-3 2 5 0,-3-2-4 16,-4-4 6-16,-3-5-8 0,-3-2-9 0,15-5-1 16,-18 0-7-16,-4 2 5 0,-2-3-1 0,0 4-6 15,-1 2 2-15,2 1-4 0,0 1 4 0,1-1-6 16,0-5 3-16,-2-2-5 0,1-3 6 0,-3 2 1 16,-6 1 2-16,-1 4-2 0,-10 4 2 0,-9 2 5 15,-1 4 0-15,-3 5 1 0,2-1 2 0,4 0-9 16,2 3 4-16,-6-5-5 0,-4 2-7 0,-9-5 0 0,-7-3-6 15,2 5 5-15,3 0-6 0,3 3-6 0,-6 5-2 16,-8 4-1-16,-8 0-10 0,-3 6-48 0,6 3-1 16,-3 4-18-16,-9 5-20 0,-8-19-87 0,-5 24-80 15</inkml:trace>
  <inkml:trace contextRef="#ctx0" brushRef="#br0" timeOffset="94891.66">28426 6443 35 0,'0'0'0'0,"-2"0"9"16,1 0 81-16,0 0-40 0,-1 0 1 0,-1-1-46 15,1 1-6-15,1 0-1 0,-4 0 1 0,0 0 0 0,1 0 9 16,-1 0-10-16,0 0 5 0,1-1-6 0,0 1 3 0,1-1 40 16,-2 0 2-16,1-1 17 0,1 1 11 0,1 0-24 15,-1 0-6-15,1 0-5 0,1 1-17 0,-2-3-4 16,1 1 3-16,0 0-4 0,-1-1 3 0,2 1-10 16,0 0 0-16,0-1-4 0,0 1 2 0,-1 1 5 15,1-1-2-15,0 1 2 0,0 0-9 0,0 0 1 16,-1 0-1-16,1 0 3 0,1-1 2 0,0 1 1 15,0 0-1-15,0 0 1 0,0 0-6 0,1 1 2 16,1 0 1-16,-1 0 2 0,1 0-4 0,1 0 0 16,-1 0 4-16,3 1-2 0,0 1 4 0,1 2-3 0,-1-1-4 15,1 1 1-15,0 8 1 0,0-3 0 0,1 3-1 16,0-3 0-16,0 1-5 0,2-1 6 0,1-2 1 16,-1 1 0-16,2-2-9 0,0 2 13 0,2-1-12 15,5 0 12-15,-2 1-8 0,1-4-2 0,-2 0 8 0,-1-1-5 16,2 0-4-16,-2-1 13 0,1 0-8 0,0 9 11 15,1-4 0-15,-2-2 7 0,1-2 2 0,-1-3 0 16,0-2 9-16,3-5 12 0,0-4-1 0,6-2 5 16,0-16 3-16,5-3-19 0,5-4 3 0,7-3-11 15,6-1-8-15,6-5-6 0,2-7-2 0,0-10-1 16,-5-4-2-16,-4-3 8 0,0 3-8 0,-2 10 6 0,3 2-16 16,6 3 9-16,4-1-2 0,4-4 3 0,0-2-19 15,-6-2-194-15</inkml:trace>
  <inkml:trace contextRef="#ctx0" brushRef="#br0" timeOffset="102037.4">30888 7624 319 0,'0'0'12'0,"0"0"5"0,0-1 25 0,0 0-3 0,-1-1-5 15,0 1-11-15,0 0-21 0,-1 0 3 0,1 0-4 16,1-1-1-16,0 1-8 0,0 0 2 0,-1 0-6 16,0 0 8-16,0 0 7 0,-1 1-4 0,1-2 4 15,0 1-8-15,0 0 15 0,0 0 1 0,0 0 4 16,-1 0 6-16,1-2 22 0,0 1 3 0,1 1 6 0,-2-4-3 15,-1 0-20-15,1 2-7 0,0-1-2 0,-1 1-5 16,3 1-15-16,-1 0 15 0,1 1-15 0,-2-1 7 16,-1-1-1-16,2 3-7 0,-2-2 6 0,-2-2 2 0,0 1-4 15,1-1 2-15,-2 1-3 0,0-1 2 0,1 1 4 16,-1-2 1-16,2 1 2 0,-2 0 5 0,1 3-6 16,-1-4 2-16,1-1-4 0,1 2 3 0,-3-1-10 15,1 0 6-15,-1 1-7 0,-2 0 1 0,4 1 0 16,-5-1 5-16,2 0-1 0,0 1 11 0,-2-2-9 15,1 1-6-15,-2 1 1 0,0-1 3 0,-2 2 4 16,0-2 6-16,1 2-2 0,-1-1 6 0,2 0-13 16,-4 1 11-16,-1 1-10 0,0-2 11 0,-1 2-6 0,1-9-11 15,5 4 6-15,-3 1-7 0,-2 1 1 0,0 2-1 16,-1 1 0-16,-1 0-1 0,2 1-2 0,-1 0 6 16,-1 1-4-16,3 0 4 0,1 0-3 0,-1 0 0 0,0 1-1 15,0-1 5-15,-2 0-4 0,1-1-1 0,2 0-2 16,-1 0 4-16,-2 0 0 0,2 0 5 0,-5 0-4 15,1 0 5-15,-1-1-2 0,-1 0-3 0,-1-1 1 16,-2 2 1-16,2-1-3 0,2 0 4 0,1 1-3 16,2 0-2-16,-3 0 8 0,-1 0-8 0,4 0 7 15,-6 0-14-15,4 0 11 0,3 0-5 0,-2 0 5 16,2 0-2-16,1 0 2 0,-1 0 3 0,-1 0-3 0,-1 0 2 16,0 0 1-16,2 0-2 0,-1 0 0 0,2 0 0 15,-4 1-5-15,2 0 3 0,-4 1-3 0,-2-1 2 0,3 1 0 16,-1 0-2-16,1 1 0 0,1-1 0 0,-3 2-1 15,0-1 2-15,-3 1 0 0,3-2-4 0,-1 2 3 16,2-2-1-16,2 0 2 0,0 1-1 0,2-1 7 16,-1 2-10-16,0-1 8 0,1 1-5 0,0 0-7 15,0 1 6-15,-1 1-5 0,0 0 8 0,1 1 0 16,-1 0 1-16,-1 0-2 0,1 1 2 0,0-1-1 16,0 1-1-16,1 0-1 0,0-3-2 0,0 1 2 0,1 0 0 15,0 0 0-15,-2 0-1 0,4-1 6 0,-1-1-2 16,4 0 3-16,-1 1-7 0,1-1 0 0,-1 1-1 15,0 0 1-15,-1 1-3 0,0 1 5 0,1-1 1 16,-2 2 0-16,1-1-5 0,-1 2 0 0,1-1-1 0,0 2 4 16,-1-9 7-16,1 11-5 0,2 1-1 15,-1-3-3-15,-1 2-5 0,2-1 10 0,1-3-3 0,-1-1 6 16,1 2-1-16,0 0-7 0,1 1 7 0,-1 0-8 16,1-1 3-16,-3 0 1 0,2 0-5 0,-4-1 5 15,1 1-3-15,1 2 5 0,-2-2-3 0,1 1 4 16,2-1-4-16,-4 2 2 0,0-2-1 0,1 0-1 15,-5 1-3-15,2 0 6 0,-2 1-1 0,3-2 3 0,2 3-2 16,1-2-3-16,4 0 3 0,-1 0-3 0,1-2-1 16,4 1 1-16,-2-1 2 0,2 2 1 0,3-2-3 0,-4 1 3 15,1 2-4-15,1 0 3 0,-1 3-2 0,0-1-1 16,0 3 1-16,2 1-1 0,-2-1 1 0,1 3-1 16,-1-1 1-16,1-1-1 0,1 2 5 0,0-1-5 15,1 0 1-15,0 0-3 0,-1 0 2 0,2-4 4 16,-8-1-3-16,3 0 3 0,2-3 1 0,1 2-3 15,1-1 0-15,0-2-2 0,1 2-5 0,0-1 9 16,0 2-3-16,0 1 5 0,1 0-11 0,0 1 1 16,0 0 3-16,0 3 0 0,0-1 2 0,0 2 1 15,0 0-1-15,0 2 3 0,1 0-4 0,0 2 6 0,0 0-5 16,2 3 4-16,0-1-9 0,1 0 0 0,0 1 2 16,1-3-1-16,0 3 7 0,-1-1 1 0,2-1-4 15,0-1 4-15,-1-1 3 0,-2-1-8 0,2 0 2 0,0 0-3 16,-2-1 7-16,2 1-5 0,0 0 5 0,-1 0-5 15,2 0-5-15,0 1 6 0,1 0-5 0,1 2 6 16,2 0 0-16,-1 3-2 0,3 0 5 0,0 1-5 16,1-2 1-16,1 0 3 0,-13-1-1 0,18 1 2 15,-4-2 3-15,6-1-8 0,-1 0 2 0,-2-4-2 16,1 2 0-16,-3-2-1 0,2 1 0 0,-1-3-2 0,-1 1-5 16,-1 0 2-16,-1-1 1 0,1-2 3 0,0 0 14 15,0 0-12-15,-1 0 5 0,1 0-7 0,1-1 0 16,-1 0 6-16,1 0-6 0,-2 0 7 0,3 0 0 15,-1 0-6-15,3 1 2 0,1-1-4 0,0 2 7 0,1-1-3 16,-1 0 3-16,-1 1-4 0,-2-1-3 0,3 1 5 16,-3 0-2-16,2 3 3 0,0-4-8 0,-3 4 6 15,1-3 1-15,-1-1 1 0,-1 0-4 0,-3-1 2 16,1 0-1-16,-1-1 2 0,0 0-5 0,-1 1 7 16,1-2-6-16,1 0 6 0,0-1-3 0,1 2 3 15,1-1 2-15,1 1-2 0,0-2 0 0,1 1 1 16,2-3 2-16,2 1-1 0,-1 0-2 0,4-1 7 0,-1-1-7 15,-1 0 6-15,2-1-5 0,-2-1 1 0,1 0-1 16,-1-1 0-16,2 1-9 0,-4-2 0 0,0 2 1 16,0-2 0-16,-2 1 5 0,-2 1-2 0,3-1 3 0,-1 1-3 15,-1 0 1-15,0-3 2 0,2 3-2 0,0-3 2 16,1 2-1-16,0-2-1 0,2 0 0 0,1 0 0 16,3-1 7-16,1 1-9 0,0 0 5 0,2 1-6 15,-2-2 9-15,1 0-3 0,1 0 2 0,-2 15-2 16,0-8 1-16,-1-5-6 0,-1 0-1 0,1-3 0 15,0 0 7-15,0 0-6 0,-1-1 6 0,4-2-6 16,-1 0 0-16,4-1 2 0,-1 1-4 0,3-2 4 0,1 0 7 16,-3 0-6-16,1 1-1 0,-3 0-1 0,-2 0-3 15,-2 0 3-15,0-1 2 0,-2 1 0 0,0 0-6 16,1-1 8-16,-1 1-4 0,2-1 5 0,1-1-10 0,3-1 12 16,1 0-8-16,4 0 9 0,-1-1-8 0,3-2 5 15,0 1-3-15,0-2 1 0,2 0-9 0,-6-1 8 16,-1-1 4-16,-3-1 1 0,-1-2 3 0,3 14-10 15,-2-16 1-15,1 0-2 0,0-5 9 0,4 4-7 16,2-2-1-16,-3-2 0 0,1 2 0 0,-1-3 3 16,-3 1-1-16,2-1 0 0,-1-1-5 0,-7 1 3 15,2 0-1-15,-3 2 1 0,-1-2 0 0,-1 2 3 0,-2 0 1 16,0 0-1-16,-2 1 1 0,0 1-4 0,0-1 3 16,0 0-3-16,-1 1 8 0,0-2-8 0,-7-3 0 15,3-1-3-15,2-1 9 0,-2-2-3 0,1-1 2 16,-4-2-3-16,-3 1-3 0,-4-3 5 0,4 1-2 0,9 3 5 15,-6 0-8-15,-6-2 7 0,-4 1-6 0,-1-2 6 16,-3 1-5-16,-1-4-3 0,1-3 6 0,-1 1-5 16,1-2 3-16,-4-3-1 0,1 3 0 0,0 3 0 15,-3-2 1-15,1 2 4 0,0 5-4 0,0 0 5 16,-2 1-9-16,0 2 2 0,0 1 1 0,1-2 2 16,-1 1-4-16,-1-2 4 0,0-2-3 0,0-1 5 0,0-2-7 15,0-2 4-15,0 0-3 0,-1 2 3 0,-1-2-5 16,1 4 4-16,-3 1 2 0,15 2 1 0,-22 0 2 0,1 0-3 15,-3 1-2-15,-2 0 1 0,2-1 0 0,-5-5 0 16,4 4-1-16,-3-5 1 0,-1 2 10 0,4 1-8 16,-2 1 5-16,3 1-6 0,0 5 2 0,0-1 3 15,-1 4 2-15,0 2-2 0,-2 1 4 0,-3-2-4 16,-1 3 2-16,-5 2-2 0,4-1 3 0,-5 1-8 16,-1-1 0-16,2 3-3 0,-3-1 5 0,2 3-7 15,-1 0-3-15,2 4-2 0,-2 0 2 0,-3 2-54 16,-10 7-3-16,-16-17-33 0,-10 23-161 0</inkml:trace>
  <inkml:trace contextRef="#ctx0" brushRef="#br0" timeOffset="104691.55">28395 2559 543 0,'-1'-1'0'0,"-4"-3"0"0,-11 3 6 0,0-3-2 16,2-1 0-16,-1 3-4 0,0 0-6 0,-1 0 9 15,-1 1-1-15,-1-3 7 0,-2 1 5 0,0 0-3 0,-2-1 2 16,-2 3-1-16,1-1 9 0,-3-2-3 0,1-10-1 16,-2 4-1-16,-2 4-5 0,3 4 2 0,-2 1-3 15,1 1 1-15,0 3-11 0,0 1 11 0,1 2-5 16,1 1 7-16,2 1-1 0,-1 1-10 0,-1 2 11 0,3 0-12 15,-3 0 0-15,2 1 5 0,-7 2-11 0,0 0 9 16,-4 0-9-16,1 2 9 0,3-2-1 0,1-13 3 16,3 18-14-16,3 1 8 0,-2 0-4 0,6 0 6 15,-1 2 4-15,4 0-10 0,-1 2 6 0,2 1-7 16,1 0 8-16,1 3-4 0,1-3-1 0,-1 6 0 16,0 0 7-16,1 0 0 0,-2 3-5 0,3-1 0 0,-2 1-2 15,2-2 3-15,-1 1 3 0,-2-2-1 0,4 0-3 16,-2 6 0-16,4 3 1 0,1 3-1 0,2 4-6 15,4 5 4-15,-21 2 2 0,15-1 1 0,7-3-3 0,3-7 3 16,3-4 1-16,4-4 4 0,2-2 15 0,3 2-4 16,1-1-1-16,0 1-1 0,-15 1-9 0,19 4 0 15,1 2-4-15,1-1 3 0,0-1-5 0,1-1-3 16,1-3 3-16,3 0-2 0,0-4 12 0,5-3-11 16,3 1 9-16,1-1-10 0,2 2 7 0,0 3-5 15,-3 1-3-15,-1 1 1 0,1 0-1 0,-4 0 3 16,2 1-3-16,1-2 2 0,1 0-7 0,4-4 8 0,2-4 0 15,9-5 1-15,1-2-1 0,6-2 0 0,-2-5 0 16,-4-3 0-16,-3-2 4 0,-1-1 4 0,0-4 1 16,7 18 1-16,6-14 4 0,4-7-5 0,1-3 3 0,-3-7-2 15,-7-2 11-15,-5-2-3 0,1-5 1 0,1 16-3 16,4-25-8-16,4-4-8 0,2-5 3 0,-2-1-3 16,-2-5 3-16,-9 2-5 0,-3 2-1 0,-5 2-2 15,-2 1-1-15,-1 1 6 0,-2 2 0 0,1 0 3 16,-6-2 2-16,-2-3 13 0,-5-2-6 0,-2-4 9 15,-1-3 5-15,-7-1 8 0,-4-3-1 0,-5 0 1 16,-3 3-11-16,17 2-3 0,-12 0 1 0,-7 3-3 0,-4-5-1 16,-7-6-4-16,-4-6 0 0,-4-4-1 0,-2 1-6 15,2 4 0-15,18 2 3 0,-24 6-2 0,-1 0 4 16,-1-3 1-16,0-4 0 0,-1-2 2 0,0-3 6 0,-3 4 15 16,-2 4-4-16,-4 4 4 0,-5 8-23 0,-8 2 3 15,-5 2-10-15,-5 1 8 0,-3 2-8 0,3-2-6 16,-1 2 3-16,-1 4-6 0,-10 1-10 0,-10 4-17 15,-8 8-3-15,-1 4-5 0,0 5-18 0,-5 6-62 16,-14 1-2-16,-5-21-31 0,-4 26-105 0</inkml:trace>
  <inkml:trace contextRef="#ctx0" brushRef="#br0" timeOffset="105513.36">25259 3602 600 0,'-1'-1'15'0,"-2"0"-2"0,-8-6 37 16,-11 3-6-16,1-8 8 0,-5 1-23 0,-1 0-15 16,-3 5 0-16,3-1-4 0,2 3 1 0,-2 0-1 15,1 3 1-15,1-12-1 0,-2 7 1 0,3 6-2 0,-1 1 5 16,0 3-3-16,-3 3-2 0,1 2 1 15,-5 4-6-15,-2 2 3 0,-2-13-12 0,-7 16 7 0,1 5-4 16,3-2 5-16,-1 2 4 0,6 1-10 0,1 1 6 16,-1 0-8-16,2 6 8 0,-1 2-2 0,-2 2-1 0,-2 5 0 15,-2 4-5-15,-1-1 5 0,1 4 0 0,3-1 1 16,0-1-3-16,7-3 8 0,3-1-6 0,4-3 6 16,0 2-11-16,4 0 6 0,0 2 3 0,3 5-1 15,-1 4-8-15,3 3 5 0,2 4-3 0,-1-2 5 16,1-2 7-16,3-6-9 0,-1-1 5 0,1 0-6 15,2-1 6-15,0 5-3 0,0 1-2 0,1 2-1 16,3 0 3-16,1-1-2 0,-19-3 6 0,13-5-5 16,5-5 10-16,5-6-11 0,1-2 6 0,5-2-7 0,1 1 5 15,2 1 4-15,3-1-5 0,-10 0 5 0,17 2-8 16,4-4-1-16,2 0 5 0,5-4-2 0,7 0 16 0,3-1-12 16,3-2 3-16,-1-4-5 0,-1-2 1 0,-3-3 1 15,-1-4-2-15,-2 0 3 0,-1-3 6 0,5-2-6 16,1-1-4-16,8-2 0 0,3 0-3 0,4 20-2 15,1-14 6-15,-6-7-4 0,-2-3 0 0,-5-3 2 16,-1-3-5-16,8-2 6 0,5-1-1 0,4-1 1 16,3-3-1-16,-5-3 1 0,-7 18 0 0,-7-28 1 15,-3 1 3-15,-2-5-3 0,3-1 2 0,2-1 1 0,3-3-4 16,4 3 3-16,0 0-4 0,-2 1-1 0,-8-1 0 16,-8 1-1-16,-5-3 5 0,-6-4-5 0,-1-3 10 15,-3-4-9-15,-1-3 14 0,-5 0 14 0,0-1-6 16,-4 0 10-16,-3-1-1 0,-2-2-3 0,-4-7 0 0,22-5-2 15,-19-8-10-15,-8-5 6 0,-5 3-4 0,-3 2 5 16,-3 2-5-16,-2-3-4 0,-4-1 4 0,19-7-2 16,-29 3 7-16,-7 7-5 0,-9 9 0 0,-8 13-1 15,-8 0 4-15,-1 5-10 0,-1 3-3 0,0 7-3 0,-4 5-6 16,-17 10-30-16,-10 9 2 0,-9-11-15 16,-4 30-24-16,-12 0-87 0,-11 49-6 0,-9 17-41 0,-16 17-156 15</inkml:trace>
  <inkml:trace contextRef="#ctx0" brushRef="#br0" timeOffset="140498.74">28134 5306 256 0,'0'0'-69'0,"-1"0"45"0,0 0-3 0,0 0 4 0,-1 0 57 16,0 0-6-16,0 0-16 0,-1 0 4 0,1 0-3 15,0 0 20-15,0 0-19 0,0 0 3 0,0-1-8 16,-1 0 6-16,1 0-3 0,1-1-3 0,0 1-1 16,-1 0-10-16,1 0 2 0,0 0 4 0,-1 0-1 0,-1-1-1 15,1 1 2-15,1 0-4 0,-1 0 2 0,-1 0-5 16,1-1 10-16,1 2-2 0,-3-2 4 0,1 1-12 15,-1 0 4-15,-1-2 1 0,1 1 2 0,-2 0-4 0,2 1 1 16,0-1 0-16,0 1 1 0,0 0-6 0,2 1 4 16,-1-1 0-16,-2 0 4 0,4 1 14 0,-4-3 11 15,0 1-7-15,1 0 7 0,-2-1-12 0,0 1 5 16,1 1-3-16,-1-2 1 0,0 2-16 0,3 0 7 16,1 1-5-16,-1 0 4 0,0-1-9 0,-1 0 4 15,-1-1 1-15,3 2-1 0,-3-1-6 0,3 1 6 16,0 0-4-16,-2-1 7 0,2 1 2 0,-2-1-9 0,1 0 4 15,-2-2-5-15,1 2 8 0,1-1 5 0,-1 0 1 16,0-2 0-16,-1 0 2 0,0 2-1 0,1 0 2 16,-1-1-3-16,0 1-12 0,0 0 5 0,2 1-6 15,-2-2 5-15,1 1-9 0,0 1 7 0,-1 0 1 0,2-1 2 16,-3 1-7-16,1 0 2 0,1 0-2 0,-1 0 3 16,-1-1 3-16,0 1 5 0,-1 0-8 0,1 0 8 15,-1 1-10-15,0 0 9 0,0-1 1 0,-2 0 1 16,0-1 1-16,1 1-9 0,-1 0 5 0,0 0-6 15,1 0-1-15,0 1-3 0,0 0 5 0,1 0-3 16,0 0 5-16,0-1-4 0,-2-1-6 0,0 1 4 16,1 0 0-16,1 1 4 0,-2 0-2 0,-1-1 0 0,-1 0-5 15,2 1 3-15,-2 0 3 0,2 0-1 0,-2 0-2 0,-3 0 2 16,1 0-2-16,-1 0 3 0,0 0 6 0,-1 0-6 16,-2 0-2-16,4 0-1 0,-2 0-1 0,3 0 0 15,2 0 7-15,-2 0-6 0,3 0 1 0,-1 0-1 16,1 0 0-16,-1 1 0 0,2 0 8 0,0 0-6 15,1 0-4-15,-1 1 1 0,-2 0 1 0,2 0-2 16,1 1 4-16,-1 0-4 0,-1 1 1 0,2-2 5 16,-3 3-3-16,0-2 3 0,-1 3-5 0,-1-1 1 15,-1 1-3-15,-1 1 3 0,0-1-10 0,0 1 14 16,-2 0-5-16,-1 0 6 0,-2 0-4 0,-1 1-4 0,0-1 8 16,3-1-8-16,2 0 6 0,0 0-1 0,1 0-1 15,-2 0 1-15,0-1-7 0,1 1 5 0,-2 1-6 16,2 0 6-16,1 0 1 0,1 0-2 0,0 1 5 0,0-1-4 15,0 1 0-15,0 0 0 0,0 1-3 0,0 0 2 16,0-7 1-16,0 10 5 0,-2-2-1 0,1 2 2 16,0 0-12-16,1-1 8 0,0 0-5 0,1 3 6 15,-2-3-3-15,0 2 0 0,0-1 3 0,-1-2-3 16,2 2 9-16,-1-4-14 0,-1 3 7 0,0-3-9 16,2-1 14-16,-2 1-3 0,2-1-4 0,5 3 1 15,-4 0-9-15,3-1 10 0,-1 1-2 0,-2-3 3 0,2 1-2 16,2 1-3-16,-2-2 5 0,6 2-4 0,-2-1 0 15,-1 1 3-15,0-2-2 0,-3 0 2 0,3 0-7 0,-2 1 3 16,0 3-1-16,2 0 3 0,-1 0 2 0,1 0 2 16,0-1-1-16,0 1 1 0,0-1-6 0,1 1 1 15,0 1-3-15,-1-1 3 0,0 2 1 0,0 0 3 16,1-1-2-16,0 1 1 0,0 0-4 0,0 1-1 16,1-1 6-16,-1 0-3 0,0 0-1 0,0 0 3 15,1 0-5-15,1 1 3 0,0 0-8 0,0 1 11 16,1 0-5-16,-1 1 6 0,2-1-9 0,1 4 5 0,-1-3 2 15,-10 2 0-15,4 2-2 0,3-4-1 0,1 4-1 16,2-1 2-16,1-2 3 0,0 0-3 0,1 0-5 16,0-2 2-16,0-2 0 0,0 1 3 62,0-2 1 1,0-2 0-48,0 2-5-15,0 0 4 0,0-1 1 0,0 0 2 0,0 1 1 0,0 0-2 0,0 1-2 0,0 0 0 0,0 0-7 0,0 1 7 0,0 0 0 0,0 1 2 0,0-1-1 0,0 2 2 0,0 0-3 0,0-1 2 0,0 3-2 0,0 0 2 0,0-2-3 0,0 3 1 0,0-4-3 16,0 0 2-16,0 0 2 0,0-4-1 0,0 6-6 0,0-2 3 0,1-1 3 0,0 1 1 0,0-2 6 0,0 0-7 0,2 1 0 0,-2-2-1 0,0 0-1 0,1 2 3 0,0-3-3 0,-1 0 3 0,0 2-3 16,0-1 2-16,0 1-1 0,0-1 1 0,1 1 3 0,-1 0-6 0,1 1 7 0,1 1-6 0,-1-1 2 0,0 3 0 15,2-2-4-15,-1 3 2 94,1-1 0 31,-1 2 8-63,1 0-6 1,-1-2 4 46,1 2-10-109,-1 0 6 0,1 0 0 0,-1 1 1 0,1 0-5 0,0-1 4 0,-1 1 0 0,1-3 0 16,-1 0 5-16,2-1-4 0,-2-3-2 0,2 0-2 0,0 0-11 0,-1-1 10 0,1-3 0 0,1 2 2 0,1-1-5 0,0 0 8 0,-4-1-2 0,8 1 3 0,1-1-5 0,2 2 6 0,-4 0-4 0,4 1 4 47,-1 0-2 15,-3 0-1-62,5-1 0 0,-5 0-2 0,-1 1 0 0,2 0 2 16,-4-1 4-16,0 1-3 0,0 0-9 0,2 0 8 0,1 2-2 0,-1 1 4 0,1 0-1 0,-4-2-1 0,-1 0 0 0,4 1-1 0,-3 0 5 0,1 3-5 16,0-1 5-16,-1-3-6 0,3 2 0 0,-2 0 2 0,1-2-3 0,0 2 3 0,-2-2-5 0,1 0 7 0,0 0-2 0,0 0 4 0,1-1-2 0,-3 1-3 0,4 2 4 0,-2-3-4 0,0 3 3 15,0-2-1-15,0-3-5 0,0 2 4 0,0-3 4 0,0 1-11 0,1-1 7 0,4 0-9 0,-1 0 7 0,0 0 2 0,1-1-1 0,0 1 1 0,2 0 0 0,1-1-7 0,1 0 5 0,1 2-4 0,3-1 12 0,4 1-11 16,-2 0 2-16,-1 1-4 0,-1-1 14 0,-3 2-9 0,3 1 3 0,-4 2-5 0,1-2 5 0,-1 3 3 0,-2 0-5 0,0-1 1 0,-1 3-5 0,-1-5 1 0,1 0 7 0,-2-1-4 0,-1-2 4 0,1 1-2 0,-1 1-2 0,1-4 0 0,-1 4 0 0,1-2 0 15,-2 1 1-15,2-3 0 0,1 0-2 0,-2-1 2 0,2 1 0 0,0 1 1 0,0-2-2 0,1 1 1 0,1-2-1 0,0-1 0 0,1-1-8 0,3 2 11 0,-1-1-5 0,2 0 6 0,5 0-11 0,-3 0 10 0,1 0-4 0,1 0 5 16,-6-3-4-16,3 1-2 0,0 0 0 0,-2-1-1 0,2 2-3 0,-3-1 0 0,-1 0 6 0,1-1-3 0,-1 0 10 0,-1-1-6 0,3 2 0 0,-3-2-2 0,0 0-7 0,0 2 9 0,2-2-3 0,3 1 5 0,0 0 2 0,1 0-4 0,1 0 1 0,2-1-3 16,4 0-2-16,0 15-5 0,2-8 4 0,-4-4-3 0,-1-1 8 0,3-2-8 0,-3 0 3 0,2-1-4 0,-2 0 9 0,-4 0-1 0,-2 0-8 0,1-1 3 0,0 0-4 0,-1-2 9 0,2 0 3 0,0-1 1 0,2 1-3 0,-1-1 6 0,1 0-6 0,4-1 6 0,3 0-4 0,2-1 0 0,1 1 0 0,-3-1-1 0,3 0-8 15,-4 0 5-15,1-1-2 0,-2 0 4 0,-3 0 8 0,-4 0-10 0,0-3 3 0,0 2-6 0,0-1 4 0,1-1 1 0,0 1-2 0,-1-1 2 0,3-1 4 0,0 0-2 0,2 3 3 0,2 0-4 0,4 1-4 0,-5 2 0 0,1-1 3 0,2 0 0 0,-3 1 2 0,2-1-2 0,-2 1-1 0,-2-1-1 0,-4-1 0 0,0-2 3 16,1 1 4-16,0-1 1 0,0-2 4 0,2 1 1 0,-1-2 0 0,2 1 1 0,2 1-6 0,1-1 3 0,0 1-3 16,7-1 4-16,-7 2 2 0,0-2-9 0,0 0 0 15,-5 2-3-15,1-2-5 0,-1 2 8 0,-5 0-1 16,0-2 5-16,-3 0 13 0,3 8-13 0,-2-11 10 15,1-3-11-15,2 0 7 0,-2-2 1 0,2-2-7 0,1-3 4 16,1-1-10-16,0-3-2 0,4-1-1 0,0-1 0 16,1 0 4-16,1-3-3 0,-3 0 0 0,-1-1-2 15,2 1 3-15,-3 5 0 0,-1 2 0 0,-1 2 0 16,-8 1-9-16,0 1 12 0,0 0-4 0,-2 2 5 16,2 0-4-16,-4 0-1 0,-3-1 1 0,-1-2 0 15,2-2 0-15,0-1 4 0,0-2 0 0,0-1 1 0,-3-3-5 16,0-2 0-16,0 1 3 0,-2-3 1 15,2 4 3-15,13-1 8 0,-8 2 0 0,-4 2 2 0,-2 0 5 0,-1 1-19 16,-1 0 2-16,2-1-5 0,-2-2 5 0,0-2 2 16,0-1-1-16,-2-4-1 0,1 0-10 0,-1 0 10 15,-2 0-5-15,1 4 8 0,-3 1-13 0,0 4 7 16,-2 3-1-16,0 0 5 0,-2 3-2 0,1 0 7 16,1 2-1-16,-2 1 4 0,0 0-11 0,-2 0 7 15,10 0-8-15,-14-2 7 0,0-1-11 0,3 0 7 16,1-3-4-16,3 0 5 0,-4-6-3 0,-4-2-5 15,2-1 4-15,-3-1-5 0,2 3-1 0,1 0 10 0,-4 3-7 16,0 3 5-16,1-1-10 0,-3 0 6 0,0 0 2 16,-1-1 2-16,-4 1 1 0,0-2-2 0,-5-1-1 15,-5-4 0-15,-6-1 2 0,-10-2-11 0,-7 1-1 16,-4 4-6-16,0 6-9 0,2 6-33 0,3 7-10 16,-7 8-22-16,-8-17-162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5:21:46.4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14891 2136 463 0,'0'0'-10'0,"-2"0"1"16,0-1-7-16,1-1 4 0,-1 0 4 0,0 0 4 0,0 0 4 16,0 0-4-16,-2 0 5 0,1 1 8 0,-1-1-3 15,0 0 4-15,-3-2-4 0,-4 0 4 0,1 1 31 16,-4-1-4-16,-3-2 13 0,2 3-3 0,0-1-12 16,-3 0 1-16,-1 1-5 0,1 1 1 0,-1 0-12 15,-1 0-4-15,1 2-2 0,-3 0-7 0,-4 0-1 16,0 0 6-16,-2-2-6 0,-6-2 1 0,3 1-3 15,-3-3 6-15,1 2-3 0,3 1 13 0,-5-3-1 16,2 1-3-16,-8-1 4 0,2-1 10 0,2 1-8 0,0 0 3 16,1 5-7-16,3-1-5 0,-4 0 0 0,-2 0-2 15,0 2 2-15,-4 2-2 0,-3 2-12 0,-5 1 4 16,1 3-6-16,-7 1 9 0,-3 0-3 0,-1 0 1 0,-8 1-3 16,6-1-5-16,2 0 4 0,3-1 5 0,3-1 0 15,-1 1 7-15,2-1-16 0,-2 2 4 0,1 2-7 16,-7-1 7-16,-1-1 6 0,-3 2-5 0,-3-5 4 15,8 3-9-15,-3-2 6 0,7 3-1 0,3-3 3 16,2-1-5-16,0 1 0 0,4 2 4 0,-2 1 1 16,-4 1 14-16,0 0-15 0,-4 2-1 0,1 0-2 0,-3 0 9 15,3 2-8-15,-4 0 4 0,3-1-5 0,2 3 8 16,2 0-7-16,2 0 2 0,2-1-4 0,4 3-3 0,1-2 4 16,-3-1 3-16,5 1 0 0,-3 0 1 0,0-1-6 15,-1-1 0-15,-1 0-1 0,1 2 14 0,3-2-8 16,-3 1 6-16,1-1-8 0,3 0 5 0,2 4-6 15,1-1 5-15,3 3-5 0,-1-16 10 0,-1 25-8 16,2 2 1-16,-2-1-1 0,-2 3 8 0,1 1-6 16,-3 0 3-16,4 2-4 0,-2-2-2 0,-2-1 6 15,8-3-2-15,-10-5 3 0,8 4 2 0,4-2-10 16,-2 0 3-16,9-4-3 0,-2-4 6 0,2 3-6 16,4-3 0-16,1-1-2 0,4-3 8 0,3 1-1 0,1 0-1 15,0 0-1-15,0-1 2 0,1 1-3 0,1 2 1 16,4 1-1-16,-1-1 7 0,1 1-7 0,0 2 3 15,-1 2-5-15,3 1 5 0,1 2-4 0,0 5 2 16,0 3-3-16,3-1 7 0,-1 3-9 0,-21 0 2 0,12-4-4 16,4 4 8-16,3 2-4 0,2-3 0 0,2-1-3 15,2-2-2-15,0-5 0 0,2-2 3 0,1 0-2 16,1 0 10-16,1 0-6 0,3-2 0 0,1 1-3 16,2-1 3-16,2 2-6 0,1 0 8 0,-12 0-7 15,20 1 11-15,2 1-9 0,2 2 1 0,5-2-4 16,3 3 8-16,-3-1-7 0,4 4 2 0,0 1-5 0,-1 2 0 15,1-4 6-15,0-1 0 0,2-4 1 0,0 0-5 16,-4 1 4-16,4-1 0 0,-4 0 2 0,1-2-1 0,1-4 2 16,2 4-3-16,0-3 3 0,2-1-1 0,1 2 2 15,7-2-2-15,3 2 1 0,0 1-7 0,1-3 3 16,-4 0-2-16,3-1 4 0,3 3 1 0,-1-2-2 16,2 0 5-16,-10 2-5 0,1 1 2 0,-3-3 0 15,3 2-2-15,-1-2 2 0,2 2 5 0,1-1-9 16,6 1 7-16,1 4-7 0,0-8 13 0,3 8-7 15,-5-8-2-15,4-1-1 0,-4-2-8 0,-4-2 10 16,0 1 0-16,-4 1 4 0,4 5-3 0,-3-3-3 0,3-2 0 16,0-1-1-16,2-1 2 0,6-6 3 0,-3 6-3 15,3 2 1-15,1-2 1 0,1 0 3 0,-3-4 0 16,-3 0 0-16,-4-2-1 0,-3 0-7 0,3 4 3 16,-4 0-4-16,2 0 11 0,1 0-5 0,1 0-1 0,2 0-2 15,4-1-4-15,-1-3 4 0,1 4 6 0,0-4-2 16,-1-1 0-16,3 1-7 0,-2-5-2 0,-3 1-1 15,-1-1 7-15,-3-2 0 0,1 0 0 0,0 24 0 16,4-12 6-16,3-4-5 0,3-3-2 0,-3-3-1 16,3 0 2-16,3-1-2 0,2 1 2 0,0 0-4 15,-6-1-8-15,-7-1 3 0,2 0-2 0,-4 2 4 16,6 0 6-16,0-1-3 0,-3 1 1 0,7 0-2 0,3-2 7 16,-4-1-1-16,5 1 2 0,-7-2-3 0,1 0-9 0,-3-2 9 15,-1 1 0-15,-2-3 2 0,2 0-2 0,-2-1 0 16,4-3 0-16,-1 1 2 0,7-1 1 0,3 1 0 15,-6-1-5-15,8 1 2 0,-6-2-2 0,-1-1 2 16,1-1-2-16,-9 2 1 0,2-4 0 0,-2-2 3 16,2 0-2-16,-1-1 4 0,5-3 5 0,0-1-6 15,-3-3 3-15,3 1-5 0,-6 0 2 0,2-4 8 16,-4 0 1-16,-4 24 1 0,1-26-3 0,-3 4-3 16,-5-2 7-16,-5 4-5 0,-5-2 11 0,1-2-6 0,-2-2-8 15,0 2 4-15,0-2-9 0,-1 0 2 0,1 2 0 16,0-4 0-16,4 1-2 0,-3 1 3 0,-3-2-2 15,0 2 1-15,-1-2-1 0,-9 3 5 0,5-1 1 16,-5 0 1-16,-3-2 10 0,0-1 3 0,-5-3 1 0,-1-1-2 16,6 0-12-16,0-6-5 0,0-4-1 0,-2-1 0 15,-3-4 2-15,1 0-5 0,-2-1 2 0,1 1-2 16,-3 0 1-16,1 2-3 0,0 1 2 0,-5-1-2 16,1 4 10-16,22 1-9 0,-12-2 4 0,-7 5-5 15,-3-5 9-15,-2-1-4 0,-6-3 1 0,-5 1-2 16,-2-4 2-16,0 2-2 0,-2 3 0 0,-1-1 1 0,-3 0 8 15,-1 1-9-15,-4 1 4 0,1 3-6 0,1 3 2 16,20 1-2-16,-18 0 1 0,-4 1-1 0,-4 1 3 16,0 2 1-16,-2-2-1 0,-1-2 0 0,1 0 2 0,2-4 6 15,-2 0-3-15,-1 3 4 0,-3-5-2 0,5 2-2 16,-10-1 0-16,2-1-2 0,-6 3-4 0,-5 1 6 16,5 2-1-16,-7 3 2 0,2 1-5 0,3 4-4 15,0-1 0-15,-1 2-1 0,5 1 1 0,-3-3-3 16,-3 4 3-16,4 2-2 0,-3 0 5 0,0-2 2 15,-3 2-3-15,-5 2 2 0,-1-4-3 0,-6 4 0 16,-3-4 5-16,-2 4-3 0,-5-2 2 0,0 0-3 16,-1 2-3-16,3 6 1 0,1-1-3 0,-1 2 2 0,-3 8 1 15,-8-4 0-15,-6 0-7 0,-3 0 7 0,2-2-1 16,0 0 3-16,3 4-3 0,2 4 1 0,4-1 0 16,-5 3 3-16,-1-1 1 0,-3 4 3 0,-2-1-7 0,0-31 5 15,-2 21-4-15,5 9-3 0,-1 4 0 0,4 6-2 16,-3 1 6-16,-7 3-7 0,-5 5 4 0,-10 9-7 15,2 2-9-15,1 9-20 0,-5-29-6 0,-5 46-8 16,-10 5-60-16,-16 6-201 0</inkml:trace>
  <inkml:trace contextRef="#ctx0" brushRef="#br0" timeOffset="14002.1">16740 2070 393 0,'0'0'8'0,"0"0"7"0,0 0 2 0,0 0 1 16,0 0-7-16,0 0-11 0,0 0 4 0,0 0-6 15,0 1 3-15,2 1-8 0,0 0 5 0,0 0 3 16,0 0 0-16,0 0 3 0,1 0-4 0,1-1 0 16,0 1 0-16,0 0 14 0,-1 0 14 0,1 0 0 0,0 0 4 15,-1 0 8-15,1-1-6 0,0 1 2 0,0 0-6 16,-1 0-8-16,1 0 2 0,0 0-4 0,-1 0 3 15,1-1-3-15,0 3-9 0,-2-4 6 0,3 13-7 16,1 4 3-16,1 3 0 0,1 1-7 0,-1-3 4 16,1-1-13-16,-3 2 5 0,3-8-1 0,1 4 5 15,2-1 1-15,0-4 11 0,0 3-5 0,0-6 7 0,-3 0-1 16,-1 1 9-16,3-1 5 0,-1 1-2 0,-2-1-2 16,1 1-9-16,-1-1-5 0,-3-1 0 0,3 1-8 0,-3-1-2 15,0 1 1-15,1 0-2 0,-3-1 2 0,2 0 0 16,-2-1 1-16,0-1 0 0,-1 0 6 0,-1-3-10 15,0 1 7-15,0 0-7 0,4 2 6 0,0 0-5 16,0-1-2-16,-3 1 0 0,1-2-4 0,0 0 0 16,0 0 1-16,2-1 0 0,-1 1-1 0,-1-2-5 15,15-2-2-15,5-5 1 0,4-8 8 0,8-2-7 16,3-23 6-16,4-12-8 0,5-8 7 0,2-5 0 16,6 0-4-16,4-5 4 0,-3 1 2 0,3 0 0 0,-2 2-1 15,-4 8-1-15,0 1-6 0,0 5 5 0,3-5 3 16,7 1-1-16,1-5 0 0,7-3-21 0,3-2-2 15,-5-5-7-15,1 7-9 0,-8 6-14 0,-3 5 0 16,-8 9-8-16,-3 4-25 0,-7 4-42 0,-1 6-43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5:22:18.7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4508 2959 256 0,'0'0'-29'0,"0"0"35"0,0 0 1 0,0 0 0 16,-1 0 30-16,-1 0-17 0,0 0-4 0,0 2 6 0,0 0-6 15,0-1-6-15,0 1-6 0,1 2-4 0,-1 0 1 16,0-1-2-16,-2 5 8 0,2-4-2 0,-1 3 6 16,-1-1 2-16,4-5 13 0,-8 9-2 0,-3-7 4 15,-2 3-7-15,4 1 11 0,-2-3-7 0,0 0 8 16,5-2-6-16,-9 0 1 0,0 1 0 0,-1 3-2 16,-7 1-12-16,7-1-3 0,1-1-1 0,-2 3-1 0,4-1-7 15,0 3 5-15,0 1-2 0,0-4 2 0,2-1-3 0,-2-3-5 16,2 1 2-16,2 2-1 0,-3-3 9 0,3 1 4 15,4-2-7-15,-5 0 4 0,5 2-8 0,-5 3 12 16,3-3-2-16,-2 1 4 0,1-1-9 0,-1 0 1 16,0-2-1-16,-2-1 0 0,-1 1-1 0,1 0-1 15,0-2 2-15,-4 0-2 0,1 0-5 0,1 0 2 16,0 0-2-16,0 0 4 0,-2 0-1 0,0 0-4 16,2 0-2-16,0 0 1 0,-2-2 3 0,2 0-3 15,-2 1 2-15,-2-3-3 0,1 0 6 0,-1 0 3 0,-2 1-6 16,-1-1 4-16,0 2-9 0,-6 0 6 0,0 0 2 15,1 2 1-15,-1 0-5 0,0 0 10 0,0 4-9 16,-3 2 10-16,-3 1-10 0,1 2 3 0,1-1 2 16,-2 3 1-16,3 0-2 0,1 0-4 0,0 2 0 15,2 0-1-15,0 0 4 0,4-2-3 0,-2 2 0 16,3-1-2-16,-1-1 5 0,3-2 1 0,1 0 3 0,5-3-4 16,2-1-6-16,3-1 3 0,-1 2-1 0,1-3 1 15,-1 3 5-15,2-2-2 0,-1-1-1 0,1 3-1 16,1-2-2-16,3-2-1 0,-1-1 2 0,-2 5 0 15,3 0 1-15,-1 3-1 0,0-2 0 0,0 3 0 0,-1-1 3 16,-1 2-3-16,1 0 0 0,-1-2 0 0,-3 4-1 16,0 0 4-16,-1 0-5 0,3 0 4 0,-1-3-3 15,3-1 6-15,-1-3 4 0,1-1-3 0,1 1-7 16,2 3 5-16,-3-2-4 0,1-1 6 0,-2 1-6 0,4-3 5 16,-1 2-1-16,-1 1 1 0,0 0-3 0,-1 3 1 15,1-3 2-15,2-1-2 0,-2 3 4 0,1 0-5 16,-1 4 6-16,0 2-7 0,2 0 0 0,1 0 6 15,-1 0-11-15,-2 3 8 0,0 3-11 0,2-5 10 16,1 3 0-16,-1 1 2 0,2-3-15 0,0 4 12 16,0-5-7-16,0-3 8 0,0 0-2 0,2 0-1 15,-1-2 2-15,3-1-3 0,0 1-7 0,-2-4 4 16,3 3 1-16,1-1 1 0,-1-2 2 0,3 3-1 0,-4-1 0 16,10 0 0-16,3 2-1 0,-2 0 2 0,2 2 1 15,-2 0 1-15,-1 0-8 0,5 2 7 0,-2-2-4 16,1 0 5-16,1 2-1 0,-4 0-6 0,0 2 6 15,1-2-4-15,1 1 9 0,0-1-6 0,1-2 1 0,1 0-2 16,-1 0-5-16,1-4 3 0,0 1-3 0,7-1 4 16,-2-2-1-16,4 1 5 0,3-1-2 0,-3-1 1 15,7-1-3-15,-1 1-3 0,3-2 3 0,-6-1-2 16,8 1 6-16,0 2-2 0,-2-1 0 0,4 3-3 16,-5 1-4-16,-1-2 11 0,-4 3-4 0,5 1 6 0,1-4-9 15,2 2-4-15,0-1 2 0,2-1-3 16,5 1-11-16,0-5-2 0,8-1 0 0,4 26 0 0,-1-15 9 0,7-7-2 15,1-4 3-15,-6-2-2 0,0-2 8 0,-3-2 6 16,-4 0 0-16,4-1 3 0,1-1-1 0,5 2-1 16,3 1-1-16,7-3 0 0,0 4-3 0,-1-1 6 15,1 1-1-15,-7 0 5 0,0 2-3 0,-7 4 1 16,-2 1-5-16,1 3 4 0,1-1-2 0,3 2-1 16,2 1 2-16,2-3-2 0,0 0 7 0,4 1-1 15,-2-1 0-15,-2-1-1 0,-2-2-3 16,-6-3 11-16,-1 1-6 0,2 0 7 0,-1 0-9 0,3-2 6 15,3 0 1-15,5-2 0 0,3 0-3 0,-2-1 5 0,-3-1-5 16,-6 0 4-16,1 2-12 0,-5 2-1 0,1 0-1 16,-3 0 0-16,0 2-1 0,0 0 5 0,2 4 0 15,3-1 0-15,2 1-3 0,6-1-5 0,-6-1 3 16,1 2-4-16,-3-3 7 0,-7-1-2 0,0-2 0 16,-2 0 0-16,-1 2 1 0,-3-2-2 0,4 0-4 0,-2 0 1 15,2 0 3-15,6 0 0 0,0 0 7 0,1 0-5 16,8 0-1-16,-5 0-2 0,-3 0-4 0,1 0 2 15,-6-2 8-15,-2 0-9 0,0 2 8 0,-3 0-6 16,-1 0 14-16,-3 2-12 0,1 0 0 0,-1 2-5 16,2-2 5-16,1-1-1 0,4 3 2 0,-3-2-2 0,1-2 2 15,2 0 2-15,-5-2-2 0,3-3 1 0,0-1-3 16,-9-1 6-16,4-3-3 0,-4 1 4 0,-2-2-5 0,2 2-6 16,0-1 5-16,0 3-5 0,-2-4 12 0,0 1-9 15,2 1 6-15,0 0-7 0,2 3 2 0,-2 1 4 16,-4 1-9-16,4 0 7 0,-2 1-7 0,4-3 7 15,-4 2 2-15,-1-1 1 0,-5 1-2 0,-1-2 2 16,1-1-5-16,-3 0 3 0,0-3 0 0,4-1-5 16,-1-2 7-16,1 0-6 0,3-4 3 0,0 1-5 15,1-1 4-15,3 0-5 0,-4 2 5 0,2-1 5 16,2-1-6-16,-5 4 5 0,1 2-1 0,-4 0-3 0,-3 2-1 16,-6 1-2-16,6-1-5 0,-4 1 12 0,-1 1 1 15,-1 0 3-15,-9 3-13 0,0 0 7 0,0-1-3 16,-6 1 6-16,3 0 2 0,-3 0-8 0,1 1 4 15,-5 1-4-15,1 0 18 0,0 0-12 0,-2-3 5 0,7-7-8 16,-2 1 3-16,1-4 0 0,-3 2-3 0,1-1 2 16,-2-3-2-16,-3 0 10 0,1-3-5 0,-2-4 7 15,0 1-4-15,-2 1 2 0,-1 2 4 0,-1 3-3 16,-2-4 3-16,-1 1 0 0,-2-2-1 0,-1 1 0 16,-3 1 1-16,0-1-4 0,10 7 7 0,-21-5-6 15,3 2-5-15,-3 1 2 0,4-1-5 0,-1 4 5 16,-5-2-4-16,0 0-1 0,-7-3-2 0,3 1 2 0,0 0 2 15,-1 1-1-15,-1-1-3 16,-3 0-1-16,2-1-2 0,-1 1 1 0,-1-2 4 0,1 4-1 0,-1 1-4 0,2 1 0 16,-4 0 3-16,-1 1-1 0,-6-1-4 0,1 2 7 15,-5-2-5-15,0 0 6 0,-3 0-6 0,1 0-3 16,-2 0-1-16,0 0 0 0,6 0 9 0,-2-2-5 16,3 4 5-16,1-2-5 0,-1-3 6 0,2 4-7 15,1-1 0-15,-3 2-2 0,-3 0 8 0,-10-2-4 16,3 2 0-16,-5 0-1 0,1-2 3 0,-1 2-6 15,-1-2 1-15,3 0-3 0,-1 0 5 0,5 2 6 0,-2 1-5 16,-1 1 5-16,-3-2-4 0,-1 2-3 0,-4-3 4 16,-3 3-4-16,-1 4 11 0,-5-7-6 15,3 1-2-15,0 2-1 0,3 2-5 0,6 3 6 0,-1-2-1 0,2 4 3 16,-8-1 3-16,-7-3-1 0,0-23 1 16,-4 16-3-16,-1 9-5 0,4 4-1 15,-1 0 2-15,2 2 1 0,4 3 6 0,1 1-7 0,-1-2-2 16,-4 1-1-16,-2 3-3 0,-6-3 7 0,1-1-1 0,3-2 4 15,2-1 3-15,6 1-4 0,3 0 2 0,0-2-4 16,0 0-2-16,-5 2 3 0,0 0 0 16,-10 0 1-16,3-2-2 0,3 0 4 0,0 0-1 0,9 0 3 15,-2 2-5-15,5-1 3 0,-5 1-1 0,-3 2 1 0,-1 2-8 16,-10 1 7-16,2 0-5 0,3 1 6 0,-4-1-10 16,6 1 5-16,4 3 0 0,-2 0 3 0,1 0-5 0,-6 4 4 15,-3-4-2-15,-5 0 5 0,0-3 0 0,5-1-2 16,1 2-3-16,9 1 0 0,1-1-1 0,5 0 1 15,-3 2 3-15,-3-1-1 0,-4 1-2 0,-2 0-3 16,2 0-2-16,2 2 1 0,3 2 0 0,7 2-25 16,1 1-5-16,3 5-12 0,-1 3-67 0,-6-25-151 15,-1 40-72-15</inkml:trace>
  <inkml:trace contextRef="#ctx0" brushRef="#br0" timeOffset="10956.39">27602 9706 332 0,'0'0'0'0,"0"0"58"16,0-2 1-16,0 1-3 0,0-1-4 0,0 0-64 15,0 0-6-15,0 0 2 0,0 0-6 0,0 2 6 16,0 0-4-16,0 0-16 0,0 0-1 0,0 0-11 15,0 0-45-15</inkml:trace>
  <inkml:trace contextRef="#ctx0" brushRef="#br0" timeOffset="11714.28">27361 9454 346 0,'0'-2'124'0,"0"0"29"0,0 0-66 16,0-2-55-16,0 1-17 0,0-1 1 0,0 0 3 16,0 1-5-16,0-1 4 0,0 2-10 0,0 0 15 15,0 0-8-15,0 0 10 0,0 1-12 0,0-1 14 0,0 0 6 16,0 0 1-16,0 2 7 0,0 0 0 0,0 0-6 16,0 2 5-16,-2 0-16 0,0 1 8 0,-1 7-6 15,-7 12 6-15,-1 6-6 0,-2-2 1 0,-2 11 0 0,2-5-1 16,-2 5-14-16,-1 0 4 0,-1-2-4 0,-3 6 4 15,-1-2-10-15,-1 4 5 0,0 3-5 0,-3 2 5 16,3 4 4-16,-2 2 3 0,0 4 0 0,2 5-1 16,-1-2-2-16,3-1-15 0,-1-1 9 0,5-9-9 15,-1 0 8-15,2-3-7 0,4-8-1 0,0-2-2 16,2-6-2-16,-1-3 5 0,3-4 2 0,1-5 1 16,1-2-8-16,1-6 11 0,0-4-7 0,3-3 11 0,-1 0-5 15,2-3-3-15,-2 3 3 0,0 0-3 0,0 0-2 16,0-1-3-16,0-1-7 0,1 0 1 0,-1 0-21 0,0-2 3 15,0 0-1-15,2-2 2 0,0-2-3 0,6-20 9 16,7-15-7-16,5-7 8 0,4-8-13 0,2-5 6 16,6-14-3-16,0-3 4 0,-2-2-5 0,0-2 0 15,-2 11 2-15,0 3-2 0,-4 2 13 0,0 7 15 16,-3 1 0-16,-3 2 3 0,1 1-2 0,-2-3 4 16,-2 4 1-16,-2-2 0 0,-2 2 9 0,1 6-3 15,-1-3-6-15,-2 8 1 0,1 4-6 0,-1 2-5 16,4 7 10-16,2 0-7 0,-3 2 6 0,1 2-1 15,-4 4-7-15,3 3 3 0,-1 0-9 0,0 3 13 0,-1 2 0 16,-3 1 4-16,-1 6 0 0,-2 1 18 0,0 0-4 16,-1 1 9-16,1-1-6 0,0 0-4 0,0 2 3 15,0 0-3-15,0 1 15 0,0 1 4 0,-1 0-5 16,1 1 1-16,0 3-17 0,6 17-7 0,1 16 5 0,-2 2-6 16,-3 3 4-16,-4-1-12 0,0 4 4 0,2 7-6 15,0-4-6-15,5 10 6 0,-1-6 0 0,1-4 4 16,1 0 6-16,-1-3-9 0,4 1 2 0,-2 1-3 15,4-1 11-15,0 4-8 0,0 0 3 0,-1 0-4 16,0 6 6-16,0-2 1 0,-1 2 2 0,0 1-1 0,0-5 1 16,0 6-4-16,-2-10-2 0,1-2 0 0,-3-3 7 15,-1-8-7-15,-1 1 1 0,1-9-4 0,-1 1 0 16,1-5 1-16,-2-3 0 0,-1-3-1 0,1-2 2 16,0-4-5-16,-2-4 2 0,-2-3-4 0,0 0-8 0,2-1-9 15,-1 1 2-15,1 0-5 0,0-1-15 0,0-1-43 16,0 0-13-16,-2 0-18 0,2-2-118 0</inkml:trace>
  <inkml:trace contextRef="#ctx0" brushRef="#br0" timeOffset="11999.89">26928 10293 1430 0,'0'-2'-8'16,"0"0"5"-16,0 0-44 0,0-1-1 0,0 1-6 16,0 0 34-16,2 0 16 0,2 0 3 0,5-1 2 15,19-7 12-15,2 5-10 0,3 1 3 0,1 4-6 0,3 2 4 16,-4 0 0-16,2 1-4 0,-1-1 1 0,-3 0-1 15,1 0-5-15,-4 0 8 0,3 0-8 0,-1 1-12 0,0-1-47 16,5 0-13-16,-5 2-15 0,1-2-87 0</inkml:trace>
  <inkml:trace contextRef="#ctx0" brushRef="#br0" timeOffset="12520.67">28172 10144 715 0,'0'-1'449'0,"-2"-1"-672"0,1 0 545 0,-3-2-322 15,4 2-27-15,-2-1-53 0,0-1-2 0,0 0-18 16,1-1-10-16,-3-5 32 0,4 3 2 0,0-4 11 15,0-2 17-15,2 3 10 0,0-1 9 0,-1 2 1 16,3-2 35-16,-2 2 57 0,0 1 2 0,0 1 21 0,-1-1 30 16,-1 3-27-16,0-1 0 0,0 2-10 0,0 1-15 0,0 1-16 15,0-2 3-15,0 0-9 0,0 1-8 0,0-1-14 16,-1 0 2-16,-1 2-7 0,0 1-10 16,0-1-2-16,0 0-2 0,0 2 3 0,-1 0 5 0,1 0-6 15,-7 4-1-15,-6 7-2 0,5 2-4 0,-8 18 1 16,1 3-1-16,2 3 1 0,-1 6 6 0,1-3-2 15,4 1 3-15,-1 2-4 0,3-8-1 0,0 8-5 16,0-4 3-16,1 0-4 0,1 0 6 0,1-4 2 16,-1 2-1-16,1-1 1 0,2 1-2 0,3-2 8 15,-1 0-6-15,2 2 5 0,0-1-10 0,2-3 6 0,1-1 2 16,1-1 1-16,3 6 0 0,1 4-5 16,1 0 1-16,0 2-1 0,-3-4 6 0,0-4 0 0,-3 0-2 15,-1-3 2-15,0-4-7 0,-2 1 8 0,0 3-5 16,-2 0 7-16,-2-1 1 0,-1-5-1 0,-1-4-2 0,1-3-2 15,-3 0-9-15,1-1 3 0,-1-3 4 0,3-4-1 16,-1 0-1-16,3-3-13 0,-1-3-10 0,2-1-2 16,0 0-35-16,2-2-31 0,0-1 0 0,-4 3-18 15,3 0-73-15</inkml:trace>
  <inkml:trace contextRef="#ctx0" brushRef="#br0" timeOffset="12768.74">27671 10872 1207 0,'0'0'30'0,"0"-2"5"0,0 1-31 16,0-1-4-16,0 0-17 0,0 0 7 0,2 0 16 0,2 0-6 15,16-9 10-15,12-2-6 0,3 2 2 0,0 2 2 16,4 1-3-16,2 1-11 0,0 1 5 0,3 3-2 16,-1-1 3-16,0 2 8 0,-2 0-6 0,0 0-3 15,-3 2-4-15,-2-2-26 0,-7 2-28 0,-3 0-8 16,-3-1-10-16,-1-3-66 0</inkml:trace>
  <inkml:trace contextRef="#ctx0" brushRef="#br0" timeOffset="13253.14">28592 10150 828 0,'0'0'106'0,"-2"-2"-152"0,0 0 121 0,0 0-72 15,1 1-25-15,-1-1-42 0,0 0 20 0,0 0-21 16,0 0 67-16,2 2 19 0,0 0-4 0,0 0 10 0,2 0 12 16,0 0-8-16,2 0 11 0,-1 0-9 0,16-2 17 15,1 0 3-15,1 2-5 0,5-1 3 0,-2-3-9 0,2 2-12 16,5-2 3-16,-3 2-9 0,2 1-10 15,-4-1-14-15,-2 0 0 0,0 0-6 0,2 0 4 0,-4 0 4 16,3 0-5-16,-3 1 3 0,-5-1-13 0,3 0-24 16,-7 0-2-16,-4 0-9 0,1 0-24 0,-3 0-21 15,-1 2 0-15,-3 0-13 0,3-1-51 0</inkml:trace>
  <inkml:trace contextRef="#ctx0" brushRef="#br0" timeOffset="13439.79">28594 10414 499 0,'0'0'143'16,"-2"0"294"-16,0 0-383 0,0 0-40 0,0 2 9 15,1-1-18-15,-1 1 20 0,0 0 1 0,2 0 4 0,0 0-3 16,0 0-4-16,2 0 6 0,1 1-14 0,12 7 11 16,19 3-15-16,3-4-12 0,7-5 1 0,7-4-10 15,0-2-29-15,11-6-48 0,-3-1-14 0,4-8-22 16,-3 1-149-16</inkml:trace>
  <inkml:trace contextRef="#ctx0" brushRef="#br0" timeOffset="14382.73">30982 8631 998 0,'0'-2'10'0,"-2"1"1"0,-2-11-7 16,-3-6 6-16,3 9-9 0,0-3 9 0,0 5-11 15,4 5-2-15,-1-2-2 0,-1 1-10 0,0 1-7 16,0 0 6-16,0 0-5 0,0 0 19 0,0 0 13 0,1 2-1 15,-1 0 8-15,0 2 5 0,0 0-4 0,0 2 2 16,-11 14-4-16,-9 21-10 0,1 4 16 0,3 3-9 16,-4 5 13-16,-1 1-9 0,-1 1-3 0,20 3 6 15,-27 4-6-15,-4 3 1 0,3 2-6 0,2 2-6 0,-1-1 3 16,5-3-1-16,4-5-4 0,10-6 5 0,-1-7-6 16,8-8-3-16,3-6 9 0,-2-8-5 0,-5-10 9 15,2 0-9-15,7-12 12 0,-2 3-3 0,2-2 7 16,-2 2 7-16,0-1 12 0,0 1-5 0,0-2 3 15,0-2-28-15,2-2-8 0,2-2-2 0,13-36-2 0,7-14-6 16,4-9 6-16,0-4-1 0,0-4 2 0,-1 4-6 16,-1 2 3-16,0-1-2 0,-2-1 4 0,0 2 3 15,1-10 4-15,-3 3-3 0,0-4 1 0,-1-2-12 0,-2 13 0 16,-2 2 4-16,-2 13-2 0,0 9 10 0,-2 4 0 16,0 5-2-16,-2 6 2 0,-1 4 5 0,-3 7-3 15,-1 4 5-15,-2 3-3 0,0 3 3 0,-2 3-3 16,0 0 5-16,1-2-4 0,1 1 7 0,2 1 1 15,0 0-7-15,-1 0 6 0,-1 2-3 0,8 0 0 16,3 6 2-16,0-4-1 0,0 31-2 0,0 8-10 16,-4 3 3-16,0 3-5 0,-3 1 7 0,-1-3 3 0,1-1-5 15,5 6 3-15,-2-3-5 0,2-1 12 16,1-1-2-16,-5-6 4 0,2-2-16 0,6 0 3 0,-7-5 1 16,3 1 2-16,-2-3 5 0,-3-1-6 0,-1 1-2 15,1-4 0-15,3 2 0 0,-3-6-7 0,5 1 4 0,-4-5-5 16,-3-3 8-16,1-2-11 0,-3-4-2 0,2 1-4 15,0-5-23-15,-2 1-6 0,1-3 1 0,1 1-5 16,-2 0-21-16,0 0-52 0,-2-3-3 0,0 1-19 16,-2 0-50-16</inkml:trace>
  <inkml:trace contextRef="#ctx0" brushRef="#br0" timeOffset="14867.65">30614 9196 855 0,'0'0'501'0,"0"-2"-731"16,-2 0 597-16,2 0-351 0,0 0-60 0,2 0 22 15,2 1-4-15,20-12 12 0,22-4-3 0,-1 4-8 16,3 2 4-16,-2 1-5 0,1 1 3 0,-3 2-3 16,1-1 5-16,1 1-2 0,1-1 14 0,-3 1 9 15,-5 1-2-15,-5 1 6 0,-3-3 9 0,1 1 0 16,0 0-3-16,-8 1 2 0,2-1-6 0,-6 1 8 0,0 0-1 15,-1 1 1-15,0 1-14 0,-3 0 4 0,-3 3-5 16,2-1 4-16,2 0-4 0,-4 2 3 0,-2 0 2 16,2 0-1-16,-4 0-5 0,1 2 20 0,-1 1-5 15,0 1 12-15,-3 0-1 0,-1 0 0 0,-1 7-1 0,-2 5-1 16,2 1-3-16,9 2-1 0,-2 1-3 0,-4 2 1 16,-1 4-3-16,-3-1-4 0,-1 4 3 0,-2-3-4 15,-2 2 5-15,1 2-13 0,-1-2 5 0,0-1-7 16,0-2 2-16,2-5 0 0,0-5-3 0,0-2 3 15,0 0 5-15,0-4-4 0,2 0 3 0,-2-5-4 16,0-2 1-16,2 2 1 0,0-1-2 0,1 1 2 0,-1-4 0 16,15 4-3-16,5-2 6 0,0-6-5 0,-1-3 1 15,3-6 6-15,-2 7-6 0,2-22 7 0,1 2 5 16,-5-2 4-16,-1 4 1 0,-6 0 0 0,0 2 8 0,-4-2-13 16,2 1 9-16,-4 3-10 0,-1-2 8 0,-4 1-4 15,11 3-6-15,-6 1 3 0,-3 0-3 0,-4 2-8 16,0 1 1-16,-4 1-5 0,-1 0-17 0,-3 1-21 15,-7 1-10-15,-12 2-1 0,-3 3-25 0,-4 5-35 16,-3-22-5-16,-5 12-19 0,-3 7-82 0</inkml:trace>
  <inkml:trace contextRef="#ctx0" brushRef="#br0" timeOffset="15312.97">29760 10072 815 0,'-2'-2'10'0,"0"0"0"15,0 0-9-15,-1 1-1 0,-1-1-6 0,-17-9 3 16,12 5-4-16,2 2 2 0,3 2-3 0,0 1 2 15,1-1-1-15,1 0-5 0,0 0 4 0,0 0 10 0,2 2 26 16,0 0 5-16,0 0 3 0,2 0 8 0,0 0 8 16,1 0-5-16,9 0 6 0,17 2-4 0,5 2-14 15,1-2 1-15,6 1-6 0,2 1-3 0,-1 0-11 16,5-1 2-16,5 1-4 0,0-2 10 0,7 0-16 16,10-2 9-16,3-2-11 0,8-2 12 0,9-3-14 15,2-1 5-15,0-3-8 0,2 0 5 0,-4 0 1 16,-2-2 0-16,10-2 1 0,5 2 4 0,2 0-7 0,2 2 2 15,-8 2-4-15,-3-1 0 0,-8 3-1 0,0 0 0 16,-1 3 0-16,3 0-3 0,-2 2 1 0,-7 2-2 16,-9 0 3-16,-6 2 6 0,-12 0-3 0,-2 2 8 15,-9-1-5-15,-5 1 11 0,-1 0-8 0,-7 0-1 0,-6-1-2 16,-3 1-7-16,-5 0 6 0,-2-1-6 0,-6-1 4 16,1 0-18-16,-6-2-9 0,1 2-1 0,1 0-5 15,0 0-22-15,-2 0-52 0,0-1-41 0,-2 1-16 16,-2 0-244-16</inkml:trace>
  <inkml:trace contextRef="#ctx0" brushRef="#br0" timeOffset="15668.42">30098 10597 659 0,'-2'-1'172'0,"0"-3"382"0,-5-5-565 0,-1-1-57 0,3 3-13 16,3 3-11-16,0 0-28 0,0 1 73 0,0 1 3 16,0 0 23-16,2 0 18 0,0 2 18 0,0 0 1 15,0 2 9-15,0 0 16 0,0 2 24 0,0 12-3 16,0 7 11-16,-1 6 7 0,-1 7-20 0,-4-1 6 0,1 6-11 15,-1 3-8-15,0 3-17 0,1 5-11 0,-1 5 2 16,1 3-17-16,-1 5 2 0,4-2 3 0,0-4-5 16,1-3-4-16,1-6-1 0,0-5 2 0,0-6 0 15,0-6 3-15,0-3-12 0,0-4-5 0,1-6-3 16,1-1-20-16,2-4-37 0,0-4-2 0,-2-4-18 16,-1-1-62-16,-1-4-112 0</inkml:trace>
  <inkml:trace contextRef="#ctx0" brushRef="#br0" timeOffset="15955.76">30419 11075 1855 0,'0'0'-9'0,"0"0"2"0,0-2-54 0,0 2 14 16,2 0-18-16,0 0 59 0,26 2-5 0,12 1 4 16,11 1-4-16,2 2 3 0,-2-4 5 0,2-1-1 15,-3 1 3-15,-5-2 1 0,1 0 0 0,-5-2 1 0,0-1-1 16,4-3 6-16,-6-1 8 0,5-1-6 0,-3 1 5 16,-6-1-10-16,4 1 0 0,-7 0-1 0,3-3 1 15,-9 3-4-15,4-1-13 0,-8 1-10 0,-3 1-3 16,-1-1-36-16,-3 1-44 0,-2 1 3 0,-5 1-21 15,-1 2-36-15,-5 2-60 0,2-2-47 0</inkml:trace>
  <inkml:trace contextRef="#ctx0" brushRef="#br0" timeOffset="16203.45">30926 10735 1136 0,'-2'0'29'0,"0"-2"-1"0,0 0 6 16,-1 0 1-16,-1 0-9 0,0-1-8 0,0-1 3 15,1 2-4-15,-1 0 3 0,0 0-10 0,1 1-9 16,1-1 11-16,0 0-9 0,0 0 19 0,0 0 6 16,0 2 2-16,0 2 3 0,1 0 6 0,-3 16-4 15,-2 21-7-15,4 10 3 0,2 3-17 0,-1 3-5 0,1 7-2 16,1-1 0-16,1 8 0 0,2-6-11 0,0-2 8 16,-1 0-10-16,1-5-5 0,0 0-18 0,0-2-3 15,-1-6-4-15,1-2-22 0,0-5-11 0,-2-2-4 16,-1-4 0-16,1 1-10 0,0-7-30 0,-2-4-37 0,0-9-2 15,0-8-163-15</inkml:trace>
  <inkml:trace contextRef="#ctx0" brushRef="#br0" timeOffset="16528.91">31574 10776 1295 0,'-2'0'76'0,"0"-2"177"0,0 0-261 0,0 0-25 15,1 0 6-15,-1 2-9 0,0 0 30 0,0 2 8 16,0 0-2-16,-2 15 4 0,-1 20 0 0,3 11-4 16,2 8 3-16,2 5-4 0,0 2 3 0,1 4-6 15,-1 2 4-15,0-2-2 0,-2 5 20 0,-2-9-1 16,-1 0 4-16,-3 0-6 0,-1-1-3 0,-1 3 0 15,-1 0-5-15,3-2 3 0,-1-4-7 0,1-9 0 0,1-3 1 16,-1-8-1-16,1-6-3 0,1-5 3 0,2-6-3 16,2-3 1-16,0-2-8 0,0-4-51 0,0-4 0 15,0-5-24-15,0 1-66 0,0 1-62 0,0-3-24 16</inkml:trace>
  <inkml:trace contextRef="#ctx0" brushRef="#br0" timeOffset="17058.99">31338 10662 1653 0,'-2'-1'13'0,"0"-3"38"0,-3-9-66 0,3 4-5 15,0-3-1-15,4 1 1 0,4 0 5 0,14 0 19 16,21-2-3-16,5-2 9 0,-1 2-11 0,-1 4 1 15,1 3-1-15,-2-18 1 0,-3 11 5 0,-6 8-5 16,-3 5 5-16,1 3-4 0,-4 3 18 0,-4 3-2 16,0 2 5-16,-9-1-5 0,-2-1 7 0,2 2-11 15,-8 9 2-15,1 3-4 0,-3-1 3 0,10 0-2 16,-6 2-4-16,-5-1 2 0,-6 1-7 0,-3-2-1 0,-5 0 2 16,-4 3-2-16,12-1-6 0,-30 0 4 0,4 0-1 15,-1-2 2-15,-1-3-2 0,2-1-3 0,2-1 0 16,2-4 1-16,0 0 8 0,5-7-1 0,1-1-1 0,5-3-2 15,0 7 1-15,3-3 2 0,1 0 4 0,2-3-4 16,1-1-4-16,4-2 3 0,0 0-8 0,-1 2 5 16,-1-2-13-16,2 0-1 0,0 0 3 0,2 0-1 15,0 0 13-15,4-2 1 0,16-5-2 0,19-6 0 16,4 0-10-16,2 0 6 0,-1 2 4 0,3 3-2 16,1 4-12-16,-4 3 4 0,-1 1-7 0,-6 1 8 0,2 5 8 15,-7 1-2-15,-8 1 1 0,2 5-2 0,-9-4 0 16,-1 2-4-16,-3-3 6 0,-7 16-3 0,-2 0 11 15,12 6 4-15,-6-2 1 0,-10-2 2 0,-8 3 6 0,-7 3-7 16,2-6-4-16,-28 0 1 0,2 2-4 0,-13-10 1 16,6 3-4-16,-4-5 3 0,5-1-6 0,6-4-3 15,4-1 4-15,4-5-3 0,1-3-6 0,6 15-2 16,-2-6-4-16,3-6 0 0,3-3-16 0,3-2-49 16,2-2-3-16,6 1-18 0,2-1-39 0,5 2-68 15,-2-4-14-15</inkml:trace>
  <inkml:trace contextRef="#ctx0" brushRef="#br0" timeOffset="17578.14">32469 10599 992 0,'0'-2'166'0,"-2"1"392"16,0-1-557-16,0 0-36 0,0 0 13 0,1 0-19 0,-1 0 30 16,0 2 11-16,0 2 0 0,2 2 4 15,-4 20-2-15,-1 19 0 0,1 1-4 0,0 6 2 0,-1 4-1 16,-1 2 4-16,1 3-2 0,-1-1 4 0,0 0 0 0,3-5-1 16,-1-6 3-16,0-10-4 0,2-9 6 0,2-8-5 15,0-7 3-15,0-4-4 0,0-3 10 0,0-2-6 16,0-1 8-16,0 1-8 0,0 0 6 0,0-2-3 15,0 0-5-15,0-1 1 0,0-1-12 0,0 0 2 16,0-1-2-16,0-7 1 0,-1-22-8 0,1-5 6 16,0-2 1-16,0-6 1 0,1 1-1 0,3-7 2 15,0 3-3-15,0 3 4 0,-1-3-10 0,3 3 7 16,1-1 3-16,-1 1 1 0,1 0 2 0,1 2 0 0,1 4-1 16,2-4 1-16,2 4 8 0,2-4-4 0,0 1-2 15,-2 4 0-15,0 8 3 0,-2 4-4 0,-2 9 3 16,-3 6-4-16,1-2 7 0,-5 7 0 0,-2 2 2 0,2 2-2 15,5-5 2-15,5 1 8 0,-5 4-1 16,2 0 3-16,0 4-3 0,-1 11-3 0,1 27-1 0,-3 5 0 16,3 1 1-16,-2-5-3 0,-1 3 3 0,1 2-4 15,1 1 0-15,18 1 3 0,-11 2-6 0,-6 2 5 16,-3 3-1-16,-3 3-10 0,-1-1 7 0,2-1-8 16,-2-6 4-16,-2-10-3 0,2-3 2 0,-1-7-4 0,-1-2-5 15,2-8-27-15,0-4-7 0,0-3-6 0,-2-5-20 16,0-3-1-16,0-3-6 0,0-2-3 0,0 1-63 15,0 1-181-15,-2-2-22 0</inkml:trace>
  <inkml:trace contextRef="#ctx0" brushRef="#br0" timeOffset="17787.68">32417 10883 970 0,'0'0'87'0,"0"0"9"0,0 0-40 15,0 0-21-15,0 0-24 0,2 0 7 0,0 0 7 16,-1 0 7-16,3 0-2 0,0 0 2 0,11 2-6 15,3 4-3-15,-3-2-1 0,2 1-7 0,1 3-11 0,1-1 4 16,-4 0-6-16,2 1-2 0,-1-1-14 0,-1-1-4 16,2-1-4-16,-4-1-27 0,0-2-24 0,2-2-10 15,-1 0-4-15,5-2-34 0,-4-3-92 0,-2-3-34 16</inkml:trace>
  <inkml:trace contextRef="#ctx0" brushRef="#br0" timeOffset="18048.57">32983 10703 401 0,'0'0'47'0,"0"2"71"15,0 0-26-15,2 0-11 0,0 2 3 0,0 7-10 16,3 11-19-16,-1 0-3 0,0 1-3 0,-1 3 2 16,-1 0 0-16,2 3-7 0,-2 5 8 0,-2-3-9 0,-2 6 2 15,-2 1 0-15,-1-5-7 0,-3 4 5 0,1-3-13 16,-1-1-7-16,1 0-3 0,3-7-1 0,1-2-11 16,1-7 0-16,2 0 3 0,0-4 0 0,0-2 18 0,2-2-9 15,-1-3 4-15,-1-4-5 0,0 0 12 0,4 1-10 16,7 5-2-16,10 1-5 0,3-5-12 0,4-4 1 15,0-6-1-15,5-5 0 0,-1-4-1 0,-1 13-1 16,-1-22 4-16,0-2-3 0,-3 4 0 0,-3 7 6 16,-3-5 1-16,-6-1 2 0,-4 1 7 0,-6-1 0 15,-3 3-1-15,13-4 0 0,-4-3-6 0,-7 1-9 16,-4-2 2-16,-6-2-4 0,-3 2-9 0,-4 0-21 0,-4-1 3 16,6 2-9-16,-20-1-26 0,-8 4-51 0,-2 4-11 15,-5 3-15-15,-6 2-61 0,-10 9-120 0</inkml:trace>
  <inkml:trace contextRef="#ctx0" brushRef="#br0" timeOffset="18410.34">31466 12256 524 0,'-2'0'21'0,"0"0"83"16,1 0-218-16,-1 0-84 0</inkml:trace>
  <inkml:trace contextRef="#ctx0" brushRef="#br0" timeOffset="19616.82">31334 12278 188 0,'0'0'118'15,"-1"0"-7"-15,-1 0 72 0,0 0-20 0,0 0-7 16,-2 0-53-16,1 0-23 0,-5 0-5 0,4 0-10 16,-3 0-34-16,5 0-4 0,-2 0-5 0,1 0 0 15,-1 0-13-15,2 0-1 0,0 0 1 0,0 0-1 0,1 0-4 16,1 0 6-16,0 2 3 0,1 0 1 0,1-1 10 16,2 1-14-16,11 2 3 0,15 3-6 0,-5-1 1 0,5 0 6 15,7 1-2-15,-7-3 4 0,2 1 0 0,3 1-4 16,0-2 1-16,4-1-3 0,0 1 2 0,2 0-7 15,2-2 2-15,-1-2-4 0,7 0-5 0,1 0 3 16,-4 0 5-16,1-2-1 0,-7-2 4 0,1-2-7 16,6 1 0-16,-5-3-2 0,3-1-3 0,0-2 6 15,-5-2-8-15,3-2 9 0,2-2-5 0,-1-1-7 16,3-1 4-16,3-1-6 0,0-2-2 0,2-3 4 16,0-1 2-16,-2 25 1 0,-2-31 1 0,1 8-7 0,1 2 0 15,-9-3-1-15,-1 3 11 0,-4-9-11 0,-5-1 10 16,1 2-10-16,-1-1 3 0,-1-1 5 0,0 2-9 15,-2-1 9-15,0 1-4 0,-2-1 5 0,-2 1 3 16,0 4 0-16,2-2 5 0,-2 4-5 0,0 2 2 0,-4 1-4 16,-5 1 2-16,-2 3 2 0,0 0 4 0,-2 1 1 15,-9 1 9-15,2-2-6 0,0 0-1 16,9-1-2 0,-2 1-5-16,0-3 3 0,-4-1-5 0,-1-3 4 0,0-4-9 0,-1-1 7 0,-1-9-2 0,-2 11 4 15,-2-7-2-15,-2-1-1 0,-4 2 4 0,-1-6-4 0,1 3 3 16,1-1-6-16,-1 4 0 0,2 1-1 0,-1 2 9 15,1 4-1-15,0 0-5 0,1 4 2 0,-3-2-4 16,2 2 2-16,-1 3 5 0,-1 1-2 0,1 1 10 0,-1 0-1 16,1 2-2-16,-1 2 1 0,0 0 3 0,1 0-9 15,-1 0 2-15,1 0-6 0,-1-2-1 0,1 1 1 16,-1-1 3-16,0-2-1 0,-1-5-6 0,1 1-1 16,-1-3 0-16,0-2 2 0,1 4 3 0,-1-6-2 15,-1 0 0-15,1 2 1 0,-2-3 12 0,-1-1-10 16,-1 2 3-16,0 0-5 0,2 8 16 0,-1 1-13 15,-1-1 4-15,2 7-7 0,5-6 0 0,-12 2 8 16,-1 4-5-16,-2 2 5 0,1 0-4 0,-1 2-1 0,-3 0-2 16,-2 1 0-16,-2-3-2 0,2 4-2 0,-1-3 4 15,3 1-2-15,0 2 8 0,-8-5-5 0,4 5 2 16,-2-2-4-16,-3-1-8 0,7 1 12 0,-6 2-7 0,2-3 8 16,2 3-5-16,-2 0-2 0,-2-1 4 0,1 3-3 15,1-1-1-15,0 2 5 0,-2-1-3 0,-1 3 4 16,-3-19-5-16,1 8-2 0,3 6 3 0,-3 3-1 15,3 2 1-15,0 2 0 0,-5 0-2 0,5 2 0 16,-1 2 0-16,-3 2 2 0,7-1-4 0,-5 1 4 16,0-1 0-16,5 1-7 0,-7 1 6 0,3-1-4 15,-1-1 11-15,-5 1-5 0,4 0 0 0,3-3-1 0,0 1 3 16,4-2-3-16,-2 2 5 0,2-3-4 0,4 3 7 16,0 0-11-16,1 0 1 0,-1 1-5 0,-2 1 5 15,3 1 2-15,-1 4 1 0,2 0 1 0,-1 2 2 0,1-9-8 16,-6 20 3-16,2-1-5 0,0 6 7 0,-1 5-3 15,-1-3 0-15,0 8-2 0,0-2 2 0,1-7 1 16,6 2 4-16,4-4-2 0,-3-1-2 0,6 1 4 16,-1-2-6-16,-1-3 7 0,6 1-2 0,1 2 6 15,-1-2-2-15,5 0 1 0,-5 4-12 0,-10 0 7 16,5 5-4-16,3 0 5 0,8 6-3 0,-1 0 0 16,-1 4 1-16,2 4-1 0,-5 6-8 0,3 7 8 15,0-1 0-15,1 4 2 0,1-3-4 0,-2 1 4 16,-2-2-5-16,5-3 5 0,-1-2-2 0,2-6-7 0,3-1 6 15,1-5-5-15,2 1 13 0,-1 0-7 0,-1-6 5 16,5 0-5-16,2 0 2 0,2-3 1 0,4-1-4 0,0-3 2 16,0-1 7-16,1 1-7 0,-14-4 4 0,16 0-5 15,8 4-6-15,0-4 8 0,0 4-1 0,0-4 4 16,-4-8-5-16,4 4 0 0,-1 1 0 0,3-3 0 16,4 4 2-16,-3-1-5 0,4-5 2 0,-1 3-4 15,-1-3 9-15,3-1 3 0,1 0-7 0,7-3 4 16,1-2-10-16,3-3 7 0,-1-2 0 0,3-5 1 15,0 0-8-15,2 0 3 0,2 22 2 0,-4-15 1 0,2-9 0 16,-4-5-1-16,0-5-6 0,4-4 4 0,2-3 2 0,0-4-3 16,5-1 4-16,1-6-2 0,3 21 4 0,4-38-2 15,-4-5 3-15,4-2-3 0,-6-9 3 0,-3-4-1 16,-3 0 1-16,-3-4 0 0,2 4 6 0,0 0-1 16,2-2-2-16,-1 2 0 0,-1-3-9 0,0-5 4 15,-4-1-1-15,-2-2 3 0,-5-6-2 0,-8 2 1 16,-12-3-1-16,-8 5 0 0,-8 4-6 0,-5 5-9 15,28 4-10-15,-25 0-5 0,-12 2-82 0,-14 3-173 16,6 3-97-16</inkml:trace>
  <inkml:trace contextRef="#ctx0" brushRef="#br0" timeOffset="27422.4">15452 14857 16 0,'0'0'0'0,"0"0"24"0,0 0 19 0,0 0 15 16,0 0 17-16,-2-2-9 0,0 0-5 0,2 0-39 15,-2 2 4-15,2 0-18 0,0-2-8 0,0 2 5 16,0 0-11-16,0 0 10 0,0 0-6 0,0 0 2 16,0 0 4-16,0 0-3 0,0 0-2 0,0 0-1 15,0 0 1-15,0 0 0 0,0 0-2 0,0 0 1 0,0 0 0 16,0 0 0-16,0 0 2 0,0 0 4 0,0 0-3 15,0 0 4-15,0 0 0 0,0 0-9 0,0 0 6 16,0 0-6-16,-1 2 3 0,-1-2 4 0,0 2-3 0,0 0 5 16,0 0-5-16,0 0 0 0,0 0-5 0,1-1 5 15,-1 1 1-15,0 0 0 0,0 0 9 0,0 0-7 16,0 0 12-16,0 0 23 0,1-1-5 0,-1 1 13 16,0 0-1-16,0 0 6 0,0 0-3 0,0 0 3 15,0-2-7-15,1 0-1 0,-1 0-4 0,0 0-1 16,0 0-26-16,0 0 4 0,0 0-9 0,0 0 6 15,1 0-16-15,-1 0 6 0,0 0-4 0,0 0 4 0,0 0-13 16,0 0 11-16,0 0 0 0,1 0 3 0,1 0-12 16,0 0 10-16,0 0-2 0,0 0 7 0,0 0 1 15,0 0-10-15,0 0 3 0,0 0-2 0,0 0 7 0,0 0-5 16,0 0-1-16,0 0 0 0,0 0-1 0,0 0 12 16,0 0-4-16,0 0 7 0,0 0-10 0,1 0 5 15,1 0-3-15,0 0 2 0,0 0-9 0,2 0 5 16,7 2-2-16,6-1 6 0,-1 1-6 0,1 0-1 15,0 0 1-15,3 2-1 0,2-1 3 0,1-1 3 16,1 0-4-16,2 0 3 0,-4-2-9 0,0 0 5 16,-1 0 4-16,-3 0 1 0,1 0-5 0,3 0 4 15,-1 0-6-15,-3 0 4 0,6-2-11 0,-5 2 8 0,-2 0-1 16,1 0 5-16,-3 0-6 0,4 0 1 0,3 0 1 16,-2 0 1-16,4 0-4 0,2 0 5 0,-1 0-2 15,2 0 4-15,-1 0-8 0,0 0 10 0,0 0-10 0,-3 0 9 16,1 0-15-16,0-2 8 0,0 2 1 0,0-2 2 15,0 1 5-15,-1-1-10 0,1 0 1 0,-2 0-4 16,4 0 14-16,2 0-10 0,2 0 6 0,1 1-9 16,-1-3 6-16,3 0 4 0,3 0-4 0,-3 3 4 15,6-3-6-15,-2 2 3 0,-2 0-3 0,6 0 2 16,-5 2-7-16,4 0 7 0,1 0-1 0,-4 0 1 16,2 2-5-16,-3 0 6 0,-3 0-2 0,0 0 3 0,-3 0-4 15,2 1-2-15,-1-1 2 0,1 0-3 0,1 0 1 16,-1 0 5-16,3-2-3 0,2 0 3 0,-3 0-1 15,1-2-3-15,2 0 7 0,-7 0-6 0,-1 0 0 0,1 0 5 16,-4-1-5-16,4-1 5 0,3 0 0 0,-3 1-6 16,0 1 3-16,-1-2-2 0,-3 2 2 0,0 0 3 15,2 0-3-15,-4 1 3 0,2-1-3 0,-1 0-1 16,1 0 1-16,-2 0-1 0,0 0 2 0,-2 0 0 16,2 1 1-16,2-3-2 0,10 0-1 0,-7 0 3 15,3 1-3-15,1-3 4 0,-3 2-6 0,5-1 2 16,-1 1 0-16,-3 0 1 0,3 1-1 0,-3-1 0 0,1 0-1 15,-1 2 0-15,-7 1 1 0,1-1 1 0,-3 0-1 16,-4 0 2-16,1 2 3 0,0 0-7 0,-5 0 7 16,1 0-7-16,-2 0 2 0,-2 0 3 0,-1 0-4 15,-3 0 3-15,1 0-6 0,-3 0 9 0,3 0-5 0,-1 0 6 16,0 0-1-16,1 0-4 0,1 0 3 0,-1 0-4 16,1 0 2-16,2 0-1 0,0 2 2 0,-2-2-2 15,4 2 5-15,-3-2-6 0,1 0 0 0,0 2 0 16,-2-2-6-16,0 0 9 0,3 0-1 0,-3 0 4 15,-2 0-5-15,1 0 6 0,1 0-6 0,-2 0 6 16,5 0-5-16,-3 0 0 0,0 0 1 0,0 0 0 0,1 0 1 16,6 1-4-16,-3-1 4 0,10 2-4 0,3-2 1 15,-6 0 2-15,1 0-3 0,-3 0 1 16,4-2-4-16,3 1 2 0,4-1 1 0,-5 2 0 0,-1 0 9 16,-8 0-11-16,-2 0 8 0,-4 0-8 0,-2 0 4 0,1 0 2 15,-1 0-4-15,-3 0 2 0,0 0-8 0,-1 0 10 16,1 0 3-16,0 0 2 0,-2 0 5 0,-1 0 9 15,1 0-10-15,0 0 9 0,0 0-18 0,0 0-6 16,0 0 2-16,0 0-4 0,-1 0-1 0,1 0-8 16,0 0-7-16,0 0 1 0,0 0-23 0,0 0-5 15,0 0-1-15,-1 0-2 0,1 0-5 0,-2 0 13 16,0 0-5-16,0 0 7 0,0 0-29 0,0 0-68 0,0 0-4 16,0 0-23-16,0 0-43 0</inkml:trace>
  <inkml:trace contextRef="#ctx0" brushRef="#br0" timeOffset="27952.75">18959 14703 835 0,'-2'-2'26'0,"1"0"48"15,-3 0-50-15,0 0-9 0,0 0 1 0,3 1-4 0,-1-1-7 16,0 0-3-16,0 0-7 0,0 0 3 0,0 0-1 15,0 2-8-15,1 0 11 0,-1 0-10 0,0 0 19 16,0 0-3-16,0 0 1 0,0 0-2 0,2 0-1 0,0 0 10 16,0 0 3-16,0 0 3 0,0 0 8 0,0 0-7 15,0 0-3-15,0 0-1 0,0 0-12 0,0 0 2 16,0 0-6-16,0 0 5 0,0 0 0 0,0 0-5 16,0 0 0-16,0 0-2 0,0 0-5 0,0 0 8 15,0 2 2-15,2 0 1 0,0 0-10 0,0 0 7 16,0 0-4-16,0-1 5 0,1 1-8 0,1 0 8 15,0 0-4-15,-1 0 4 0,9 3-7 0,-3 1 4 0,2 0 4 16,2-1-1-16,-2 1-3 0,2-1 4 0,-4-1 0 16,4 2 4-16,-1-1 1 0,1 1-5 0,3 1-2 15,-1 1 1-15,2-1 8 0,0 0-10 0,-3-1 8 16,3 1-9-16,-4-1 6 0,0 0-5 0,-2-3-1 0,-1 1 0 16,-1 0 7-16,0-1-6 0,0 1 1 0,1 0-2 15,-1 0 1-15,-3-3-1 0,-3 1 4 0,1-2-4 16,-2 0 5-16,2 2-1 0,-1 0-4 0,1 0 2 15,0 0 1-15,-3 0 13 0,1-1-4 0,0 1 5 16,0 0-16-16,0 0 10 0,0 0-3 0,0 0 5 16,-1 0-5-16,-1-1-2 0,0 1 4 0,0 0-3 15,-1 0 9-15,-1 0-4 0,-2 0-1 0,-2 1 0 16,-12 9 3-16,-6-1 4 0,0-2-4 0,-2 0 3 0,-6 1-9 0,-1-1 2 16,-4 0-2-16,-6-1 2 0,6-1-4 0,-6 0-8 15,4 1 7-15,6 1-7 0,-1 0 9 0,10-1-24 16,-2 1-14-16,6-2-6 0,3-1-62 0,0 1-62 15,2 1-24-15</inkml:trace>
  <inkml:trace contextRef="#ctx0" brushRef="#br0" timeOffset="28781.76">15509 14714 481 0,'0'0'83'0,"0"0"18"0,0-2-18 0,0 0-39 0,0 0-4 16,0 0-20-16,0 1-7 0,0-1-12 0,0 0 7 16,0 0-8-16,0 2-5 0,0 0 9 0,0 0-6 15,2 0 4-15,0 0 1 0,0 0-3 0,0 0 2 0,0 0 2 16,0 0 3-16,-1 0 4 0,1 0 2 0,0 0 29 0,0 0 24 16,-2 0-5-16,0 0 7 0,0 0-30 0,0 0-7 15,0 0-5-15,0 0 1 0,0 0-16 0,0 0 0 16,0 0 0-16,0 0 0 0,-2 0-7 0,0 0 4 15,0 2-7-15,1 0 6 0,-1 0-5 0,0-1 6 16,-2 1-1-16,0 0 0 0,-7 4-12 0,-2-1 12 16,-2 3 1-16,3-3 4 0,-5 5-4 0,2-3-3 15,-4 2-2-15,1 2 1 0,-1-1-3 0,3-1 3 0,1-2 1 16,5-1-1-16,-1 1-4 0,6-3 6 0,1-2-4 16,-5 4 6-16,7-6 0 0,-2 1-1 0,0 1-1 15,3 0 2-15,-1 0 6 0,0 0-8 0,0 0 2 16,0 0-6-16,0-1-2 0,0 1 7 0,2 0 4 15,0 0-1-15,2 0-4 0,0 0-3 0,2 0-5 0,11 1 2 16,5 1 0-16,2 0-3 0,-1-1 3 0,1 3-4 16,0 0 5-16,-3-3 1 0,0 3 3 0,-3-1-3 15,1 1-2-15,0 0 0 0,-3-1-1 0,5 3 1 16,0-1-4-16,-3 0-13 0,7 5-7 0,-3-3-4 16,2 0-53-16,8 4-133 0,5 2-73 0</inkml:trace>
  <inkml:trace contextRef="#ctx0" brushRef="#br0" timeOffset="36434.96">27916 13238 631 0,'0'0'18'16,"0"-2"-1"-16,0 0 13 0,-2 0-1 0,0-2-12 15,1 1-7-15,-1-1 5 0,2 0-7 0,0 1 6 16,0 1-17-16,0-6 2 0,0 1 1 0,0-2 0 0,0-3 4 16,0 1 2-16,2-2 1 0,-1 4-2 0,3-2-5 15,0 2 16-15,0-1-8 0,-1 1 12 0,1 0 2 0,-2 1 9 16,0 3-1-16,0 1 2 0,-2 0-8 0,0 1-7 16,1-1 5-16,1 0-7 0,0 1-13 0,0 1-2 15,0 0-5-15,0 0 5 0,0 2 8 0,-2 0-4 16,0 2 0-16,-2 14-2 0,-6 23 8 0,-3 4-13 15,-4 4 7-15,-1 5-8 0,-1-2 7 0,-2 2-2 16,-1 5 5-16,-1-3-3 0,-1 2 8 0,2-2-2 0,-1-4-3 16,1-4 4-16,-2-3 11 0,1-6 4 0,17-5 2 15,-22-3-1-15,2-3 4 0,2-5-3 0,0-3 3 16,1-3-3-16,3 0 6 0,-3 0-22 0,5-2 1 16,5 2-9-16,-1-4 4 0,1-2-6 0,2 0 6 0,0-5-6 15,1 0 9-15,6-4 1 0,2 2 9 0,-3 1-3 16,-1 1 26-16,0 0 15 0,2-2-9 0,1 0 7 15,-1-1-47-15,0 1-4 0,0-2-10 0,2 0 4 16,0-2-11-16,0 1-3 0,17-31 4 0,-14-7-4 16,33-4-4-16,-1-5-11 0,0-8 2 0,-1-9-4 15,-1-5 10-15,-3-8 6 0,-1 4 3 0,5 1 1 0,-4 1 12 16,-1 7 1-16,1 2 1 0,-4 7 1 0,2 4-2 16,-4 2 2-16,-4 2-1 0,3 3 1 0,-5 0-3 15,1 10 0-15,3 2-1 0,-3 7 1 0,-1 5 4 16,-3 1-3-16,-4 3 6 0,-3 2-5 0,-5 2 8 0,3 6 6 15,-2 3 1-15,-1 2 2 0,1-1-4 0,0-1-5 16,0 0-4-16,-1 2 1 0,1 0 2 0,-2 1-2 16,0-1 2-16,0 0-3 0,-1 0 1 0,1 0-1 15,2 2 6-15,0 2-5 0,-2-2 0 0,11 6 9 16,1 20-9-16,-2 1 8 0,-3 3-10 0,-2 7-3 16,2 0 3-16,3 2-2 0,1 4 3 0,0-4-3 15,3 4-3-15,-5 3 1 0,6 2 0 0,-6 1-1 0,6 3 2 16,3 2-1-16,-5-1 3 0,2 3-6 0,-2 4 2 15,0-7-4-15,1-1 3 0,3-3 4 0,0-5-3 16,-1 1 4-16,-1-3-5 0,-2-3 0 0,1-3 2 0,1-1-1 16,0-3 1-16,0-3 0 0,-1 1 1 15,-3-2-2-15,0-2-1 0,2-2-1 0,-2-4-5 0,2 1 2 16,-2-3-25-16,0-5-9 0,0 2-3 0,0-5-4 16,0-1-31-16,-2-4-35 0,0 5-13 0,-3-7-10 15,-1 1-83-15</inkml:trace>
  <inkml:trace contextRef="#ctx0" brushRef="#br0" timeOffset="36701.75">27825 13824 1544 0,'-2'-1'49'0,"2"-1"106"0,-13-17-155 0,8 10 0 16,3 5-9-16,0 0 4 0,0 1-32 0,0-1-2 16,0 2 11-16,1 0-4 0,-1 0 37 0,2 1 8 0,2-1 0 15,-1 2 4-15,14 0 7 0,19-2-20 0,7 2 6 16,1-2-10-16,5-2 11 0,3-1-9 0,4-3 3 16,-8-1-4-16,4 2 3 0,-2 1-12 0,-7 2 4 15,2-1-9-15,-4 1 1 0,2 0-18 0,-2 1-5 0,2 1-6 16,0-2-36-16,1 2-103 0,3 0-21 0,1-3-43 15,3 3-220-15</inkml:trace>
  <inkml:trace contextRef="#ctx0" brushRef="#br0" timeOffset="37031.87">29169 13598 937 0,'-1'-2'122'0,"-3"0"263"0,-5-3-353 0,-10-8-20 16,6 5 0-16,-2-1-6 0,4 3-2 15,4 3-1-15,-5-3 4 0,7 4-3 0,3 2-1 0,0 0-1 16,0 0-2-16,-1-2 3 0,1 2-7 0,-6 0 5 16,5 0-4-16,-10 2 5 0,3 2 1 0,1 2-3 15,-8-3 5-15,12 20-3 0,-5-1 8 0,3 2-9 16,0 2 2-16,-3-4-3 0,-1 6 12 0,6 0-10 16,3 0 7-16,0 1-8 0,-17 1 4 0,6 5-2 15,4 3 0-15,3 2 1 0,6 5 8 0,0 3-12 0,4 6 4 16,2 2-5-16,-1 3 5 0,3 4-4 0,-3-1 4 15,1 1-4-15,-1-2 8 0,1-5-8 0,-2-4 1 16,-1-11-2-16,-1-8 1 0,-2-5 9 0,0-6-4 16,0-1 6-16,0-7-2 0,0-2 1 0,0-3-4 0,0-4 2 15,0 3-8-15,-2-3 1 0,1 1 8 0,-1-2-6 16,0-1-2-16,2-1-28 0,0 0-8 0,0 0-9 16,-9 5-52-16,-8 3-103 0,0-5-32 0</inkml:trace>
  <inkml:trace contextRef="#ctx0" brushRef="#br0" timeOffset="37237.92">28338 14294 1400 0,'0'-2'85'0,"0"1"-3"0,0-1-48 16,0 0 6-16,0 0-50 0,1 0-4 0,3 0 18 15,13-7 1-15,20-6 7 0,0 6 7 0,6 0 3 16,5 1 5-16,4 3-3 0,4-1 1 0,-2 4-18 15,3 0-3-15,-8 0-3 0,1 1-1 0,-2-1-14 16,-2 2 0-16,-1-2-9 0,1 0-27 0,-1-2-29 16,-2-1-6-16,3-5-12 0,-3-3-75 0,-2-3-226 15</inkml:trace>
  <inkml:trace contextRef="#ctx0" brushRef="#br0" timeOffset="37741.61">30376 13468 1627 0,'0'-2'7'0,"0"0"6"16,0-1-11-16,0-1-9 0,0 0 1 0,0 0-6 15,0 1 1-15,0 1 1 0,0-2-2 0,0 2-7 16,2-1-7-16,2-1-1 0,0 2-1 0,-1 0-3 0,1 0 27 15,-2 0-6-15,0 1 13 0,0-1 10 0,-1 0 15 16,1 0-2-16,0 0 4 0,-2 0-19 0,0 0 2 16,0 2-3-16,-2 0 4 0,-1 0 0 0,-12 2-14 15,-13 6 5-15,-4 1-7 0,-3 6 3 0,-2 3 5 16,-4-14-6-16,-2 31 4 0,1 3-9 0,-1-3 6 16,0-2 2-16,-3-1 1 0,5-1 0 0,-2-5-3 15,6-2-1-15,9 1 0 0,-1-5 1 0,6-3-1 0,3-4-1 16,3 0 0-16,0-2 7 0,3 0-8 0,-1-2 5 15,2-3-6-15,7-1 10 0,1 1-5 0,5-4 5 16,-2 2-4-16,2-3 13 0,-4 3-1 0,0 0 0 16,1 0 0-16,1-1-1 0,0 1-3 0,2-2 2 0,0 3-2 15,2 3-5-15,1-3 4 0,33-1-10 0,3-2 8 16,11 0-8-16,-2 22 8 0,-1-11-3 0,5-6 2 16,-2-3-10-16,2-2 3 0,0-2 1 0,-4 2 1 15,-2 0-5-15,1 1 4 0,-6 1-4 0,3 4 3 16,3-1-7-16,-8 0-1 0,5 3-6 0,-5-1-1 15,2 0-51-15,2 2-68 0,1-1-19 0,-1-1-23 0,-6-2-138 16</inkml:trace>
  <inkml:trace contextRef="#ctx0" brushRef="#br0" timeOffset="38406.9">31490 13305 801 0,'0'-2'10'16,"-2"0"20"-16,1-2-24 0,1 0 10 0,-2-3 6 0,2 3 1 15,0 2 9-15,0 1-12 0,-2-3-4 0,0 0-1 16,0 0-8-16,0 3-5 0,0-1 3 0,1 0-2 16,-3 2 9-16,0 0 18 0,-9 2-3 0,-2 3 9 15,-1 6 1-15,-3-7 15 0,-3 26-7 0,-4 3 9 16,-2 1-13-16,0 7-13 0,2 1 1 0,0-1-6 0,-2 9-7 16,2-3-4-16,-2 1-3 0,1 0-1 0,2 0-8 15,1-3 0-15,4-2 5 0,-1-6-3 0,3 0-1 16,5-4 4-16,2-1-3 0,5-8 5 0,1-3-6 0,3-7 7 15,0-1-1-15,-2-7 4 0,-1 1-1 0,5-5 4 16,-4 2 2-16,2 0 3 0,0-1 24 0,0 1 5 16,0-2-3-16,1 0-1 0,-1 0-36 0,2-2-16 15,0 0-6-15,0-2-3 0,5-13-14 0,14-26 9 16,1-2 0-16,3 1 4 0,1-8 1 0,0-2 6 16,2-8-2-16,4-9 4 0,-4 1-2 0,1-6 8 15,-1 1-6-15,0 4 8 0,0 4-7 0,2 6 4 16,-2 3 5-16,-3 6-1 0,-3 2 11 0,-3 7-9 0,-3 0 5 15,-1 8-5-15,-1 3 14 0,-3 2 14 0,-4 10-8 16,-1 1 10-16,0 4-15 0,-4 9-3 0,0-1-3 16,2 1-1-16,0 0-10 0,-1 1-2 0,1 1 1 0,0 0-1 15,0 0 5-15,0 2 1 0,2 0-2 0,7 4 1 16,5 3-6-16,-1 4 6 0,2 0-2 0,2 17 5 16,-3 2 0-16,1 2-3 0,0-1 1 0,-2 4-3 15,-1 1-2-15,1 4 1 0,0 1 0 0,0 2 0 16,0 2 5-16,-2 3-5 0,2 2 5 0,0 6-5 15,-2-1 8-15,1-1-5 0,3-2 0 0,-6-3-2 16,6-5-8-16,-2-1 10 0,-4-4-5 0,0-4 5 0,2-5-9 16,2-4 6-16,0-4 2 0,-4-5 2 0,-2-1-9 15,-1-4-1-15,-5-1-8 0,10-4 4 0,-7 1-15 16,0-5-25-16,1-1 1 0,-3 2-11 0,-1 0-16 0,1-1-130 16,-2-1-40-16</inkml:trace>
  <inkml:trace contextRef="#ctx0" brushRef="#br0" timeOffset="38889.87">31169 13737 1553 0,'0'-2'95'0,"0"0"-116"0,0 1 95 16,0-1-52-16,0 0-63 0,0 0 9 0,0 0 0 15,2 0 6-15,2 0 25 0,27-5 1 0,19 1 0 16,1 1-2-16,6-2-8 0,1-3-3 0,-6-1 3 15,1-4-2-15,-4 2 6 0,-3 0 0 0,-3 0 5 0,-2 4-2 16,-4-2 9-16,-2 2-6 0,-1-3-1 0,5 1-1 16,-2 0 11-16,-4 4-5 0,1-1 2 0,-10 3-4 15,3 1-2-15,5 2 0 0,-2 0 2 0,1 2-2 16,3 4 6-16,-8 0-8 0,3 3 4 0,-4 2-5 16,-3 3 3-16,0-11-6 0,-3 27 2 0,-6 8-2 15,0-3 12-15,-6 4-3 0,-1 2 3 0,-3 0-2 0,20 0 5 16,-10 0-3-16,-10-2 1 0,-3 0-2 0,-1-1 2 15,-3-3 5-15,-2 0-6 0,3-7 5 0,-1 0-11 16,0-7 4-16,2-2 0 0,0-4 4 0,2-6 6 0,0-1 12 16,0-4 3-16,0-1 2 0,0 3 2 0,0 0-3 15,0 0-3-15,2-1 1 0,0-1-10 0,2 0-7 16,18 0-8-16,10-6 3 0,1-7-7 0,2-6 4 16,3-3 3-16,-5 14 0 0,0-22 2 0,-1 1-7 15,-8-3 7-15,0 4-6 0,-2-2 7 0,-5 2 5 16,-2-2-4-16,-8 2 7 0,1 0 9 0,-4-4-1 0,-3 3-1 15,18-3-2-15,-8-2-15 0,-5 6-16 0,-6-5-6 16,-4 1-4-16,-7 0-28 0,5 3-25 0,-31 1-8 16,-17 3-11-16,-9 8-83 0,-17 6-147 0,-16 7-64 15</inkml:trace>
  <inkml:trace contextRef="#ctx0" brushRef="#br0" timeOffset="40100.48">30283 12525 715 0,'-1'-2'26'0,"-1"0"0"0,-2 0 8 16,-22-13-1-16,0-1-3 0,0 1 20 0,4 0-6 15,-4 0-3-15,2 0-4 0,1 2-26 0,3-2 12 0,1 1-10 16,-3-1 8-16,0 0-20 0,-4 0 11 0,0-2-6 15,0 1 7-15,-8-3-6 0,-1 0 2 0,-4 1 8 16,-5 1-5-16,3-1 13 0,-6 1-10 0,-1-2 1 16,0 6-4-16,-2-2 2 0,1 8 0 0,3-2-5 15,-2 3 2-15,-1-18-11 0,-3 9 3 0,-1 11 0 0,-9 4 0 16,-6 6 0-16,-7 5-7 0,-5 4 9 0,-1 4-6 16,-1 1 1-16,2 0 3 0,2 3-6 0,2 1 5 15,-4 2-2-15,-5-2-1 0,-1 4 1 0,-5-2 0 16,-1 2 0-16,6 0 5 0,3-2-2 0,10-2 2 15,6 0-9-15,6-2 13 0,2 0 0 0,-1 2 6 16,1 4 0-16,-2-26-8 0,-6 30-2 0,4 3 1 0,1 4 7 16,5 2-12-16,9 0 11 0,1 1-11 0,3 3 4 15,1 0 3-15,4 5-2 0,2-4 4 0,1-1-3 16,1 3-7-16,5 0 0 0,1 2-1 0,5 6 1 16,1 2 4-16,3 5-6 0,3 4 3 0,2 1-3 0,2 3 9 15,6-4 4-15,3-4 1 0,2-2-2 0,-25-3 3 16,19-3-2-16,12 1 2 0,9 2 2 0,5-3-3 15,7 5-1-15,-18 1 0 0,34 4 2 0,5 2 2 16,4-2 5-16,6 2-5 0,2-1-3 0,5-2-3 16,5-1-4-16,5-8 3 0,3 1-6 0,8 0 1 15,-6 0 1-15,-1-1 0 0,1 3 0 0,-1 3 2 16,2-2 1-16,7-1 0 0,3-2 0 0,9-2 1 0,6-2 0 16,0-2 1-16,-2-4 3 0,-5-3-4 0,1-6 3 15,8-5-3-15,2-1 5 0,11-5 5 0,0-2 2 16,-4-3 1-16,5-3 6 0,3 1-12 0,3-6 4 15,10-6-5-15,3 1 7 0,-3-5-14 0,-1-1-4 0,6 37-1 16,6-30-4-16,1-9-8 0,1-5-2 0,-8-6-2 16,2-2-6-16,4-6 0 0,1-3 3 0,-1-2-3 15,-6-6-1-15,-5-1 6 0,1-5-4 0,2-3 5 16,4 30 4-16,-9-41 8 0,-6-6-1 0,-9 2 2 16,2 0-5-16,-1-1 6 0,-3 1 4 0,-13 4-1 0,-11 1-3 15,-11 7 6-15,-12-3-6 0,-5 1 7 0,-5 1-7 16,1-2-4-16,-2-1 5 0,-7-4-3 0,-3-4 3 15,-3-7-8-15,-14-12 0 0,-6-5-2 0,-4-3 3 16,-13-5 6-16,-1 5 1 0,23 1 3 0,-22-2 0 0,-9 2 4 16,-9-5 6-16,-8-6-1 0,-9-9 11 0,-9-8-3 15,26 0 0-15,-43 6 1 0,-4 5 6 0,-3 8-6 16,-8 0-2-16,-9 2-1 0,-10 0 0 0,-19-4-15 16,-14 2-1-16,-21 5-4 0,-10 8-8 0,-15 7-20 15,-21 12 4-15,-26 12-10 0,-20 8-5 0,-31 13-6 16,-19 13-6-16,-30-34-3 0,-24 51-56 0,-19 27-174 15</inkml:trace>
  <inkml:trace contextRef="#ctx0" brushRef="#br0" timeOffset="54110.05">30135 3239 256 0,'0'0'-12'0,"0"0"36"15,-2 0 26-15,0-2 7 0,0 1 23 0,-1-1-23 0,-1 0-29 16,0 2 6-16,-1-2-10 0,-1 0 2 0,2 2-4 16,2 0 0-16,1 0 0 0,-3 0 13 0,0-2-8 15,0 0 6-15,1 1-8 0,1-1-5 0,0 0-6 16,0 2-10-16,0 0 4 0,1 0-9 0,-1 0 8 16,0 0 3-16,0 0 1 0,2 0-4 0,0 0 5 15,0 0-6-15,2-2 4 0,0 0-13 0,1 2 7 16,18-5-6-16,3-1 5 0,-2 0-7 0,4 1 4 0,2 1 0 15,2 0 2-15,-1 1 1 0,5-3 0 0,-1 4 4 16,-1 0-5-16,3 2-2 0,-3 0 2 0,-4 0-5 16,1 2 3-16,-5 2-3 0,1 0 1 0,-1 1 0 15,-6 1 1-15,-1-1 1 0,0 1 3 0,-4 0 8 16,0-1-5-16,-2 1 4 0,-4-3 2 0,4 5-2 0,-3-3 4 16,-1 1-5-16,3-4 4 0,-5 9-2 0,1-4 4 15,-3 3 6-15,3-1-7 0,-1 0-5 0,-1 2 0 16,-2 1-7-16,2 1 4 0,-2 1 2 0,9 1-2 15,-2 0-3-15,-3-2 5 0,-1 0-3 0,1 4 2 0,-3-2-6 16,-1 3 4-16,0 1 2 0,-2-1 0 0,0 5 1 16,-2-1-1-16,-1 2 1 0,-1-2-2 0,0 1-2 15,0-1 8-15,-1 0-6 0,-1 2 8 0,1-1-1 0,-1 1-13 16,1 2 12-16,-1 0-9 0,0 2 13 0,3-2-4 16,-1 0-4-16,0 0 3 0,1-2-4 0,1 0 2 15,0-2-4-15,2 0 4 0,0 3-5 0,0-1-3 16,4-2 3-16,-1 0-3 0,3-1 6 0,-1-1 4 15,1 1 0-15,-2-3 2 0,-1 3 3 0,1-3-4 16,0 2-4-16,0 1 2 0,1-1-13 0,1 3 7 16,-1-1 1-16,-1-2 3 0,0 3-4 0,-1-5-4 15,1 4 0-15,-2-3 0 0,0 0 1 0,2-1 0 0,-1 3 2 16,1-1-3-16,0-3 1 0,-1 1-1 0,-1-5 0 16,0-2 0-16,0 4 4 0,0 0 0 0,2 0-4 15,-3 0 2-15,3 5-2 0,0-1 0 0,0 1 4 16,-1-1-4-16,1-4 6 0,0 0-10 0,-1-2 0 0,1 0-3 15,0-2 11-15,0-2-4 0,-1 0 2 0,1-1-2 16,0-1 5-16,-1-1-2 0,1-1 0 0,-2-1-3 16,11 0-3-16,2-2 4 0,3 11-1 0,3-2 2 15,-1-4 4-15,4-1-5 0,-1-3-1 0,-1-1-1 16,0-2-4-16,1 0-4 0,-1-2 8 0,0 0-7 16,-3 1 7-16,-6 1-7 0,-2-2 4 0,-4 2-3 0,-1 0 9 15,-4 0 0-15,1 0 1 0,1 0-2 0,0 0-3 16,0 0 5-16,-3 0-6 0,1 0 7 0,0 0-4 15,0 0-5-15,0 0 4 0,0 0-5 0,0 0-1 0,-2 0 1 16,0 0-4-16,0 0 5 0,-2 0 5 0,0 2 0 16,-2-1 2-16,-7 5-1 0,-9 5 6 0,-1 0-4 15,3 0 2-15,-1 1-2 0,2-3 8 0,-1 4-10 16,-1 0 7-16,2-2-7 0,-1-9 9 0,-1 15-4 16,3 1-5-16,-3 1 4 0,2 3 1 0,2 2-9 15,1 2 5-15,-3 0-6 0,0 2 9 0,-1 4-6 0,-1 3 1 16,2 0-1-16,-3 0 9 0,1-1-10 15,3-3 4-15,-5 3-5 0,6-4 10 0,2-1 0 0,0 1-5 16,6-2 1-16,-4-2-5 0,0-2 1 0,0 0 1 16,-1-4 0-16,5 3 0 0,1-3 4 0,3 1 0 15,-3-1 1-15,4 0-2 0,-1 1-6 0,1 1 1 0,-2 2-2 16,-2 0 9-16,5 2-2 0,-1 0 1 0,-15 0-2 16,4 2-5-16,7 2 7 0,3 0-3 0,1 1 5 15,2 5-10-15,0-3 6 0,0 2-4 0,0 2 4 16,2 0 0-16,0 4-2 0,1-4 3 0,-1 1-3 15,0-3 3-15,0 0-4 0,0-1 3 0,0-3-3 0,-1-3 4 16,1 2-3-16,-2-4 0 0,0 0-1 0,2-2 7 16,0 2-5-16,0 0 1 0,0-2-2 0,0 0-1 15,-1 0-3-15,3-1 1 0,-2-3 1 0,0 2 10 16,2-3-8-16,-1-1 6 0,3 1-6 0,-1-2 3 0,3-1 4 16,-1 1-4-16,1 0 4 0,1-1-5 0,-2-1-4 15,1-2 4-15,-1 0-3 0,-1-2 7 0,-1 1-6 16,1-1 1-16,0 0-1 0,-3-2-1 0,-1-3 10 15,2 3-3-15,-4-7 6 0,3 7 1 0,-1 0 2 16,-2-3-3-16,0 3 1 0,0 4-11 0,-7 10-37 16,-12 8-27-16,-5 19-25 0,-35 17-287 0</inkml:trace>
  <inkml:trace contextRef="#ctx0" brushRef="#br0" timeOffset="89390.25">24353 1915 507 0,'0'0'10'0,"-2"-1"0"0,0-1 8 16,1 0-2-16,-1 0-6 0,0 0-5 0,0 0-4 15,2 0 2-15,0 1-2 0,-2-1-1 0,2 0 0 16,0 0 0-16,0 0 0 0,0 0 4 0,0 0 0 15,0 2-1-15,2 0 0 0,0 0-4 0,0 0 5 16,0 0-4-16,-1 2 6 0,1 0-5 0,0 0 17 16,0 0 1-16,-2 0 4 0,11 18-3 0,-2 4 4 0,1 8-1 15,-5 7 3-15,-1 4-1 0,-2 10 9 16,0 3-5-16,-4 4 7 0,0 4 5 0,-2 0-7 0,-5 1 2 16,-2 3-6-16,0 7-4 0,-2 3 8 0,0 7-6 15,2-5 4-15,1-4-17 0,1-6 1 0,0-12-3 0,5-6 1 16,0-4-5-16,1-3-9 0,1-4 4 0,0-10-4 15,-2-1 5-15,0-4-3 0,1-6 0 0,1-5-2 16,0-5-9-16,2-5-14 0,0-3-5 0,0 2-3 16,0-1-27-16,0 1-103 0,0-2-21 0</inkml:trace>
  <inkml:trace contextRef="#ctx0" brushRef="#br0" timeOffset="90023.65">24238 2040 720 0,'0'-2'478'0,"-2"-2"-714"15,-5-22 579-15,-3 2-343 0,7 9-32 0,1 8-13 0,2-1 7 16,0 5-6-16,0-1 32 0,2-2 6 0,0 3 3 15,1 1 0-15,18 0 1 0,3-2 7 0,2 2-9 16,4 1 9-16,-4-3-2 0,5 0 0 0,-7 0 10 0,-2 1-7 16,4-3 9-16,-1-1 2 0,2 1 4 15,-1-1-3-15,0 1-6 0,-1 1 1 0,-3 1-8 0,-2 2 6 16,-1-11-10-16,-1 4 4 0,-3 3 4 0,-2 4 0 16,0 2-1-16,0 0 0 0,-2 2-5 0,1 4 4 15,-1 1-3-15,-4 2-11 0,-1 17 7 0,-3 2-7 16,1 6 15-16,15-5-10 0,-6 7 2 0,-8-3-5 15,-3-1 5-15,-4 1 7 0,-1 2-7 0,-5-3 6 0,-1 0-1 16,-2-6 5-16,0-4 2 0,-4 0 0 0,13-3 6 16,-17-5 2-16,1-1-6 0,1-1 4 0,0-3-11 15,2-2 1-15,1 1 6 0,1-3-5 0,0-1 3 16,1 2-10-16,1-1 2 0,2-1-4 0,2 0-2 0,3-3 2 16,0 1 4-16,2 0 1 0,-1 0 4 0,1-2-2 15,0 0-8-15,-2 4 2 0,0-1-25 0,3 1 14 16,-1 0-5-16,0-2 10 0,2 0 5 0,2-1-4 15,0 1 3-15,1-2-6 0,21 4-3 0,4 0 9 16,0-2-5-16,-2-2 6 0,-2 0-3 0,0 1-1 16,-1 3 0-16,-1 0 0 0,-3 0 2 0,-5-1 7 15,1 3-3-15,-5-1 3 0,1 3-8 0,-6-4 15 0,-3 3 4 16,2 10 3-16,7-1 5 0,-2 1 5 0,-5 0-7 16,-4 0 6-16,-2-1-5 0,-5 1-10 0,-4 0 6 15,-2 1-8-15,-17 3 2 0,-2-1 6 0,-1 2 0 0,-1-3 4 16,-3 0 5-16,4-5-16 0,-1-1 1 0,1 2-7 15,5 0-8-15,2 0 1 0,-2-8-1 0,10 1 2 16,-1-3-7-16,2-1-8 0,8-2-6 0,2 4 0 16,-1-1-25-16,5-3-15 0,1-2-12 0,-2 2-4 15,0 0-76-15,1-2-38 0,1 0-14 0,0-2-7 16,2-2-64-16</inkml:trace>
  <inkml:trace contextRef="#ctx0" brushRef="#br0" timeOffset="90689.66">25731 1587 1474 0,'0'0'-14'0,"0"-2"2"0,0 0-69 0,0 0 13 15,0 2-21-15,0 0 49 0,0 0 29 0,0 2-2 16,2 0 9-16,-2 2-5 0,1 9 1 0,1 11 4 16,-2 4-2-16,-2 5 7 0,-5 4 2 0,-4 4 0 0,-6 2 2 15,-1 3 5-15,-1 2 21 0,-1-1-6 0,-3 5 9 16,3-4-15-16,-2 6 9 0,-1 0-8 0,1-4 7 16,-4 4-19-16,2-4 2 0,20 0-2 0,-22-4 0 15,-2-3-8-15,6-2 6 0,0-4-2 0,1-5 2 16,5-1-6-16,3-7 1 0,2 2 1 0,1-7 1 15,1-4 1-15,3 0-9 0,3-4-3 0,1-4-3 16,-4 1 4-16,3-5 4 0,-1 1 6 0,0-2-3 0,0 0-12 16,3 0-7-16,-1-2-6 0,0 0 5 0,0-2 14 15,-4-7 0-15,-5-25 5 0,4-1-5 0,3-4-2 0,4-4 10 16,0 0-4-16,0-3 6 0,4 0-4 0,1-5-7 16,3-2 6-16,3-3-7 0,0-5 8 0,2-4-3 15,-2 3-1-15,0 3 1 0,2 3-1 0,-1 8 4 16,-1 2-1-16,0 7 2 0,0 1 3 0,-2 9-4 15,1 3 8-15,-1 5-5 0,-2 3 10 0,-1 7 11 16,-1-1-9-16,-3 9 10 0,0-3-12 0,0 2-11 16,0 1 3-16,2-1-4 0,-1 2 2 0,1 0 3 15,0 0-3-15,3 1 2 0,6 1-2 0,2 1-4 0,2 5 0 16,-1 3-1-16,1-3 2 0,0 22-2 0,0 1 1 16,-3 1-2-16,1 4 7 0,-4-3 0 0,1 4 6 0,-3 3-3 15,4 2 8-15,0 5 10 0,-6-2-6 16,4 3 6-16,-5-3-6 0,-1 5 2 0,3 2-4 0,-4-5 2 15,1-1-6-15,-1-7-2 0,5 1 3 0,-5-3-5 16,3-2-8-16,-3-3 4 0,2 0-4 0,1-4 3 16,0-2-5-16,3-6 3 0,-3 1 4 0,-1-6-2 15,-3-4-4-15,-1-3 5 0,2-2-5 0,0-1 5 16,-1 1-8-16,1 0-4 0,-2-1-4 0,0-1-3 16,0 0-49-16,0 0-95 0,-2-2-4 0,0-2-35 0,0 0-101 15</inkml:trace>
  <inkml:trace contextRef="#ctx0" brushRef="#br0" timeOffset="91222.08">25254 2565 1201 0,'0'-2'16'0,"0"1"72"0,1-1-147 0,1 0 47 0,4-2-11 15,25-11 23-15,7 0-10 0,1 4 7 0,1 0-1 16,5 2 1-16,0-2-6 0,3 0 0 0,-2 1-4 16,4-1 2-16,-1 0-1 0,-1 2 5 0,0-2 2 15,-13 3 1-15,4-1 1 0,-7 1 9 0,-6 1-3 0,0 0 6 16,-4 1 0-16,-3 0-1 0,1 1-1 0,-3 1 0 16,-2 0-7-16,-4 3 9 0,0-1-2 0,-2 2 6 15,-1 0 4-15,-1 0 3 0,3 0 2 0,-5 0 0 16,1 0 3-16,-3 0-9 0,1 0 4 0,-2 0-5 15,0 0 6-15,2 3 2 0,-1 1-2 0,1 2 3 16,2 3-2-16,-1 4-3 0,-1 0-1 0,-2 2-1 0,-2 2-11 16,0 1 6-16,0 1-5 0,-4-1 5 0,0 3-15 15,-1-1 3-15,-3 2 0 0,1-1 1 0,-1 1-1 16,3 2 1-16,-1-1 0 0,3-3 2 0,-1 2 0 0,0-3-3 16,2-1 0-16,2 1 0 0,0-4-6 0,2 0 5 15,2-4-1-15,0-2 2 0,1 2-6 0,-1-5-3 16,1 3-4-16,14-5 1 0,5 13-1 0,2-6-3 15,2-4 5-15,5-3-4 0,-1-4 1 0,1-6 4 16,-1 1 4-16,-2-5-2 0,-1-1 9 0,1 0 7 0,-2-4-5 16,0 2 6-16,0-2-4 0,-6 4 5 15,-7 2-2-15,-4 2 3 0,-2-1 7 0,-1 6-7 0,-3-5 9 16,-1-2-8-16,5-3 13 0,-1 1-5 0,-3 0 5 16,1 0-3-16,-3-2 8 0,-1 2-5 0,-2-4 3 15,0 4-3-15,-2-4 4 0,-1 0-12 0,-3 0-1 0,-1 2-3 16,3 0-8-16,-22 0-14 0,-2 2-7 0,-2 0-6 15,1 2-42-15,-5 5-30 0,-1 0-22 0,-10-20-5 16,-5 13-96-16,-5 9-43 0,-7 8-48 0</inkml:trace>
  <inkml:trace contextRef="#ctx0" brushRef="#br0" timeOffset="91906.79">24440 3560 850 0,'-2'0'23'0,"-1"-1"42"0,-3 1-63 0,-1-2 6 16,1 2-5-16,1 0 6 0,3 0-9 0,-2 0-8 15,0 0-2-15,1 0-2 0,1 0-1 0,0 0 13 16,0 0 3-16,0 0 3 0,2 0 3 0,0 0-7 15,2 0 1-15,0 0-2 0,2 0 2 0,23 3 8 16,5-1-6-16,1-2 6 0,6 0-8 0,6 0 7 16,0 0-1-16,7 0 3 0,1-2-11 0,11-3 4 15,4-1 1-15,20-1 2 0,-7 1 10 0,3-1-9 16,1 1 5-16,-14 3-5 0,10-5 16 0,-4 1-11 0,-3 1 2 16,-2 1-6-16,1 1-2 0,5 0-2 0,-6 2 2 15,-3 1 0-15,-2-1 1 0,-10 2 0 0,-1 0-2 0,-8 0 3 16,-5 0 14-16,-10 0-10 0,1 2 4 0,-6-1-7 15,-4-1 3-15,-2 0-12 0,-7 0 5 0,-4 0-6 16,-2 0 11-16,-5 0-6 0,0 0-5 0,-3 0 0 16,3 0-10-16,0 0-10 0,-2 0-6 0,0 0-6 15,-1 0-58-15,-1 0-38 0,0 0-8 0,-1-1-12 16,-1 1-65-16</inkml:trace>
  <inkml:trace contextRef="#ctx0" brushRef="#br0" timeOffset="92227.09">24600 3921 1305 0,'-2'-2'7'0,"-2"0"19"0,-7-4-54 0,-2 1 15 15,0 1-11-15,6 2 14 0,-1 2-8 0,5 0-10 16,-1 0 9-16,0 0-9 0,1 0 4 0,1 0-2 0,-2 0-1 15,0 2 4-15,2 0 19 0,1 0 9 0,-1 0 9 16,2 0-2-16,0-1 13 0,0 1-2 0,2 0-2 16,-1-2 2-16,1 0-5 0,26 2 4 0,4-2-2 0,3-2 0 15,6-2-16-15,5-1 4 0,8-3-3 0,7-1 4 16,12-4-2-16,7 0-5 0,9 2 1 0,0-4 0 16,-4 4 5-16,1 2 6 0,-1-2 2 0,2-1 1 15,3 5 8-15,2-2-9 0,7-1 1 0,1 5-4 16,-3-1 4-16,-8 3 1 0,-8-1 3 0,-6 2-3 15,-5 2 3-15,-3 0-12 0,0 2 2 0,2 0-5 0,-10 0-2 16,-1 1-5-16,-8 1-3 0,-9-2-3 0,1 3-30 16,-10-1-129-16</inkml:trace>
  <inkml:trace contextRef="#ctx0" brushRef="#br0" timeOffset="94703.8">11844 15135 65 0,'0'0'18'0,"0"0"13"0,0 0 31 0,0 0 9 0,0 0-1 0,-2 0-12 16,1 0-20-16,-1 0-3 0,0-2-3 0,0 1-16 16,-2-1-7-16,1 0 2 0,-1 0-4 0,0 2 5 0,0 0-9 15,1 0 1-15,-1 0-4 0,0 0-4 0,1 0 11 16,-1 0 6-16,0 0 1 0,0 0 6 0,3 0 6 16,-1 0-4-16,0 0 7 0,0 0 8 0,0 0-6 15,0 0-5-15,0 0-1 0,1 0-11 0,-1 0-5 16,0 0 3-16,0 0-5 0,0 0-4 0,0 0 3 15,0 0-7-15,1 0 4 0,-1 0 0 0,0 0 3 16,2 0 5-16,0 0-4 0,0 0-3 0,0 2 3 0,0 0-3 16,0 0 4-16,2-1-8 0,0 1 4 0,-1 0-4 15,1 0 4-15,2 0-7 0,3 2 10 0,8 1-6 16,0-1 9-16,2 0 2 0,0-3-7 0,1 1 13 16,3 0-11-16,-3 0 6 0,6-2-6 0,0 0 2 15,-5 0-3-15,7 0-2 0,-4 0 1 0,1 0-2 16,4 0 3-16,1 0-5 0,6 0 0 0,-1 0-2 0,-3 0 1 15,0 0 4-15,-3 0-7 0,-1 0 5 0,6-4-5 16,-4 1 1-16,1-3 7 0,-1 0-1 0,2 1 6 16,0-3-1-16,-1 1-4 0,3-2-6 0,3 1 1 15,2 1-4-15,2-2 6 0,4-1-1 0,-2 1 4 0,2-2-1 16,-1 0-6-16,-4 3 4 0,2-1-4 0,-1 2 7 16,2-1-7-16,-2 1-2 0,-5 1-1 0,-1 1 11 15,0 1-9-15,1 2 4 0,-1 0-6 0,1 2 11 0,-1 0-4 16,2 0 1-16,3 0-3 0,1 0 0 0,1 0 0 15,7 0 1-15,-3 0 0 0,-3-2 1 0,6 2 2 16,-7-2-4-16,3 1 3 0,4-1-9 0,-7 2 8 16,-2-2-3-16,1 2 5 0,-4-2-7 0,0 0 0 15,-1 0 1-15,-1 0 0 0,0 2 0 0,3-1 7 16,-1-1-4-16,2 0 5 0,0 0-6 0,6-2-2 16,-6 1 2-16,6-1-3 0,-4 0 11 0,-4-1-9 15,6-1 5-15,-4 1-7 0,0-3 3 0,0 1 2 16,-1-1-2-16,-7 3 4 0,-1-3 2 0,-4 3-6 0,0-1 4 15,-1-1-4-15,-1-1 0 0,-5 3 6 0,-1-1-6 16,-1 2 7-16,0 1 0 0,-2-1-5 0,-2 0 4 16,0 2-4-16,-3 1 6 0,-3 1 1 0,1 0 0 0,-2 0 1 15,-1 0 3-15,1-2 0 0,0 0-1 0,0 0 0 16,-1 2-6-16,1 0 10 0,-2 0-6 0,0 0 7 16,0 0 0-16,-1 0-5 0,1-2 9 0,0 0-10 15,0 0 1-15,0 2-7 0,0-1-5 0,0 1-2 16,-1-2-29-16,1 2-10 0,0 0-7 0,-2 0-2 15,0-2-35-15,0 2-108 0,0 0-26 0</inkml:trace>
  <inkml:trace contextRef="#ctx0" brushRef="#br0" timeOffset="95209.67">14717 14562 937 0,'0'-2'47'0,"-2"0"8"0,0 0-26 15,0 0-15-15,0 0-12 0,0 0-6 0,1 1-9 16,-1-1-5-16,0 0 1 0,0 0-5 0,0 0 14 0,0 0 3 16,0 2 3-16,1 0-2 0,-1 0 9 0,0 0 4 15,0 2 3-15,0 0 14 0,2 0-7 0,0 0-6 0,0 0 2 16,0-1-1-16,0 1 0 0,0 0 2 0,0 0-2 15,0 2 3-15,2-1-10 0,0 1 5 0,0 0-5 16,0 3 12-16,14-3-13 0,3 3 1 0,-2-3-6 16,3 4-5-16,0-1 6 0,-1 0-2 0,3 1 4 15,-5-1-3-15,1 3-2 0,1-1 1 0,-2 0 0 16,3 2 8-16,-1-3-8 0,-3 3 4 0,3 0-6 0,5-2 2 16,-2 4 4-16,4 0-8 0,-7-2 5 15,-4 2-1-15,2-1-1 0,-3-1 6 0,3 0-5 0,5-2 5 16,-9-1-8-16,0-3 7 0,-1 1-4 0,-11-3 12 15,1 1 4-15,-2-2 4 0,4 2 1 0,0-1 29 0,-2 1 10 16,-1 0-7-16,1-2 6 0,0 0-25 0,-2-1-12 16,-2 3-2-16,0 0-4 15,-7 1-4-15,-21 12-6 0,-7 0 2 0,0-2-4 0,-6 0-4 0,1-1-2 16,6-2 1-16,-3 1-1 0,4-1 2 0,2 1-17 16,1 0-1-16,3-1-8 0,-3-3-25 0,6-2-31 15,0 1-46-15,2-3-4 0,0 1-243 0</inkml:trace>
  <inkml:trace contextRef="#ctx0" brushRef="#br0" timeOffset="95873.52">12275 14961 756 0,'0'0'10'0,"-2"0"0"0,0-2 6 0,1 0-4 15,-1 0 2-15,0 0 8 0,-2 1 20 0,0-1 0 16,1 0 4-16,-3-2-10 0,-7-3-6 0,6 3-1 0,-4-2-1 15,1 1-2-15,-3-1-7 0,-2-1 2 0,1 1-4 16,1 3 5-16,5 1 3 0,-3-2-2 0,5 2 3 16,-8-2-2-16,-1 1 1 0,5 1-3 0,-1 0-1 15,2 0-14-15,-4 2 9 0,-2 0-8 0,-3 0 7 16,-5 2-9-16,5 2-6 0,-5 3 3 0,1 2-4 0,0 4 2 16,-2 2 2-16,0-13 0 0,-2 15 0 15,1 3-4-15,3-1 3 0,0 3 4 0,-2-5-1 0,1-2 6 16,5-4-8-16,-3-4 4 0,7 1-4 0,-3-1 8 15,4-1-6-15,2 3-1 0,2-2-1 0,-1 1 1 0,3-6-1 16,-1 1-1-16,5-1 1 0,1-2 5 0,0 6-10 16,-2-3 4-16,1 1-5 0,-1 0 1 0,4-2-6 15,-4 5 1-15,0 1-2 0,3-1 0 0,-1 2 5 16,2 2-3-16,0-3 5 0,2 5-2 0,1-2-3 16,5 2 7-16,-6 4-5 0,22-8 5 0,0 6 6 15,4-6-5-15,-1 0 6 0,1 3-6 0,0-7 9 16,4 1-6-16,-1-4 5 0,-1-1-9 0,2 3 8 15,-3 15-3-15,3-6 3 0,-1-4-10 0,-5-5-10 0,0-1-6 16,-5-1-5-16,5 0-50 0,2 2-96 0,-2 1-135 16</inkml:trace>
  <inkml:trace contextRef="#ctx0" brushRef="#br0" timeOffset="105400.06">26889 1819 172 0,'0'0'1'0,"0"0"1"16,0 0 26-16,0 0-8 0,0 0 5 0,0 0-14 0,0 0 2 15,0 0-5-15,0 0 1 0,0 0 1 0,0 0 19 16,0 0 13-16,0 0-5 0,0 0 7 0,0 0-5 0,0 0 2 16,0 0 5-16,0 0-4 0,0 0-1 0,0 0-10 15,0 0 2-15,0 0-4 0,0 0-2 0,0 0-10 16,0 0 2-16,0 0-5 0,0 0-2 0,0 0-8 16,0 0-2-16,0 0 0 0,0 0 2 0,0 0 13 15,0 0-5-15,0 0 7 0,0 0 4 0,0 0 1 16,0 0 5-16,0 0-5 0,2 0 1 0,0 0-11 0,2 0 5 15,-1 0-5-15,7 0-1 0,5 0 4 0,-2 0-10 16,3 0 9-16,-1 0-2 0,0 0-13 0,2 0 9 16,-1 0-10-16,1 0 5 0,-2 0 6 0,0 0-6 15,0 0 4-15,-2 0-12 0,0 0 3 0,0 0 2 0,-2 0 2 16,0 0 8-16,0-2-12 0,0 0 2 0,-1 2-3 16,1-2 4-16,-4 2-2 0,1-2 5 0,-3 2-4 15,-1 0 6-15,0 0-4 0,-1-1-6 0,1-1 2 16,0 0-7-16,-1 0-3 0,-1 0 4 0,0 2-7 15,0 0-20-15,0-2-16 0,0 2-6 0,0 0-2 16,-1 0-11-16,1-2 9 0,-2 2 0 0,0 0 3 16,0 0 6-16,0 0-25 0,0 0-7 0,0 0-9 0,0 0-42 15</inkml:trace>
  <inkml:trace contextRef="#ctx0" brushRef="#br0" timeOffset="105703.23">26902 2131 688 0,'-2'-2'2'0,"1"0"13"0,-1 0-10 0,0 0-7 16,0 1-2-16,0-1-5 0,0 0-3 0,1 2 9 0,-1 0 5 15,0 0-1-15,2 0 7 0,0 0-8 0,0 2 0 16,0 0-3-16,0-1 8 0,0 1 5 0,0 0 8 0,0 0-2 15,0 0 42-15,0 0 15 0,0 0 1 0,0-1 0 16,0 1-21-16,0-2-23 0,0 0 1 0,2 0-7 16,0 0-7-16,-1 0 0 0,3 0-2 0,2 0 2 15,12-5-6-15,1 1-8 0,1-2 3 0,2 3-4 16,1-1 4-16,-3 2-3 0,2 0-6 0,-3 0 3 16,-2 1-6-16,-1 1 0 0,1 0 5 0,-2 0-5 15,0 0-7-15,0 0-4 0,-6 0-5 0,2 0 3 0,0 0-12 16,-3 0-25-16,1-2-1 0,-3 2-12 0,-3 0-43 15,3-2-108-15</inkml:trace>
  <inkml:trace contextRef="#ctx0" brushRef="#br0" timeOffset="106820.78">27992 1901 322 0,'0'0'8'0,"-2"0"11"0,1 0-18 16,-1 0-6-16,0 0-4 0,2 0 0 0,-2 0 3 0,0 0-6 16,0 0 6-16,0 0-5 0,1 0 14 0,-1 0-5 15,0 0 8-15,0 0-5 0,0 0 18 0,0 0 5 16,-1 1-5-16,-1 1 8 0,2-2 12 0,-5 2 4 15,-3 0-1-15,3-2-1 0,-2 0-13 94,1 0-1-94,1 0 2 0,1 0-2 16,1 0-4-16,1 0 1 0,0 0-6 0,2 0 4 0,0 0-7 0,-1 0-10 0,-1 0 9 0,0 0-9 0,2 2 11 0,1 0 10 0,-1 0 1 0,2-1 4 0,0 1 4 0,0 0-20 0,2 0 1 0,1 0-6 0,5 0 7 0,16 1-6 0,6-1-2 0,-1 0-1 0,7-2-7 15,1 0 3-15,-4 0 4 0,-1-2-3 0,-1 0-3 0,4-1 8 0,1-1-7 0,-1 0 9 0,-3 1-2 0,-6-1-7 0,-4 0 4 0,-2 0-6 16,-1 1 3-16,-4-1 4 0,1 2-8 0,-3 0 5 16,0 0-3-16,-1 1-2 0,-3-1-2 0,-2 2-3 15,3 0-19-15,-5 0-13 0,1 0-5 0,-1 0-8 16,-1 0-53-16,0 0-81 125,1 0-27 156</inkml:trace>
  <inkml:trace contextRef="#ctx0" brushRef="#br0" timeOffset="107117.77">28780 1412 750 0,'0'-2'5'0,"0"1"0"0,-2-1-5 0,0 0 1 0,0 0-3 0,0 0 2 0,0 0-1 0,2 0 1 0,0 1 1 0,0-1 19 0,0 0 1 0,0 0 14 0,0 0-7 16,0 0 31-16,0 0-20 0,0 1 2 0,-2-1-8 0,2 0-9 0,-1 0 0 0,1 0-6 0,-2 0 4 0,0 0-1 0,0 1-5 0,0-1 9 0,0 0-9 0,0 0 2 0,1 0-3 0,-1 0-3 0,0 0 2 0,0 1-9 0,0-3 5 0,0 0-4 0,0 0 4 0,1 3-10 0,-1-1 2 0,0 0-3 0,0 0 1 0,0 0-7 0,2 0 5 0,0 0-3 0,0 1 3 0,0-1-3 0,0 2 2 0,0 0-1 0,0 0 2 0,0 2 2 0,0-1-6 0,0 1 6 0,0 2-6 0,0 3 12 0,0 10-8 0,0-2 5 0,0-2-6 15,0 0 6-15,0 4-1 0,0 1-2 0,0 3 3 0,0 3 8 0,2-2-9 0,-2 2 2 0,0 4-4 0,0 2 0 0,0 3 2 0,0 2 2 0,-2 4-1 0,2 2-4 0,0 4 1 0,0-1-3 0,0-1 3 0,0 2 2 0,0-6-2 0,0 2 0 0,2-6-1 0,2-4-7 0,-1-1 15 0,1-8-7 0,4 6 7 0,-3-4-11 0,1 1 4 16,-3-3 1-16,-1-5 2 0,2 3-4 0,0-1 3 0,-1 5 1 0,1 0 0 0,-2 2-9 0,0-2-51 0,0 2-30 0,0 2-27 0,-2 1-308 0</inkml:trace>
  <inkml:trace contextRef="#ctx0" brushRef="#br0" timeOffset="107698.31">28609 1579 760 0,'0'-1'132'0,"0"-1"38"0,-2 0-85 16,0-4-83-16,-2-9-3 0,2 4-11 0,2 6-2 15,0-1 0-15,0 2-2 0,0-3-8 0,2 0 13 0,0 1 5 16,2-1 2-16,1-1 5 0,-1 3 8 0,2-1-9 15,3 0 10-15,0 3-3 0,-3 1 23 0,1-2 0 16,-5 4 7-16,0-5-4 0,0 5-12 0,2-4 1 16,-1 0-6-16,1 0-10 0,0 3-4 0,-1-1-1 0,1 0-1 15,0 2-12-15,-2 0 3 0,0 2-8 0,-1 0 7 16,1 1-2-16,2 5 4 0,3 10 0 0,-1-3 1 16,-2-2-3-16,-2-4 10 0,-1-1 3 0,-1-3 1 15,0 1-8-15,0-2 3 0,0 1-3 0,2 1 4 16,-2-2 6-16,2 1-8 0,0 1 5 0,-2-1-5 0,2 5 1 15,0-1 4-15,0 0-7 0,-1 0 7 0,3 3-8 16,-2-1 8-16,0 2 0 0,0 0 3 0,0 1-9 16,-2 1 3-16,0 0 0 0,0 0 3 0,0 0 8 0,-2 3 1 15,2 3 2-15,-2-3 0 0,0 5 6 0,-2-1-15 16,2-2 0-16,1 8-5 0,-1-2 4 0,2 0-5 16,0 0 3-16,0-5-4 0,0 1 2 0,0-2-15 15,0-1-7-15,0-4-6 0,0-4-53 0,0-4-119 16</inkml:trace>
  <inkml:trace contextRef="#ctx0" brushRef="#br0" timeOffset="108980.71">28642 826 1330 0,'-2'-2'-7'0,"0"0"1"0,1 0-8 16,-3-2-2-16,-2 1 0 0,-3-3-10 0,0 2-6 15,-4-1 1-15,0 1-1 0,-4 2 15 0,-2 0 11 0,-1 2-1 16,-4 0 5-16,2 0 1 0,-6 0 10 0,-2-2-4 15,-2 1 8-15,-5-3-1 0,-4-4 19 0,2 1-3 16,-3-2 6-16,-1-2-11 0,0-2 0 0,-1-2-2 16,-1 0 0-16,3-2-11 0,-1 0-1 0,4 3 1 0,-2-1-1 15,0 2-4-15,2 2-7 0,-4-1 0 16,3 5-2-16,-5 0 4 0,-7-3 0 0,-2 3 1 16,0 1-1-16,-5-3 11 0,1 5-5 0,-1-1 2 0,-2 1-1 15,5-2 10-15,4 1-4 0,2-3 1 0,0-1-3 16,1 2-5-16,3 1 3 0,-6 1-6 0,2 1 4 15,-2 2-6-15,-7 0-1 0,1 2 0 0,-7 0 0 16,-4 0 1-16,2 0-1 0,2 0 4 0,2 0-4 0,4 2 3 16,-2 0-2-16,-1 3 2 0,-3 1-1 0,2 3 4 15,-5 2-2-15,-3 1 1 0,8 1-1 0,-6 3-8 0,4 3 7 16,6-1-6-16,-4 5 6 0,3 1-10 0,-1 4 9 16,-2-25-3-16,-6 29 4 0,-1 1-5 0,-7 5-3 15,-6-1 6-15,1 2-4 0,1 2 6 0,-1-2 1 16,8 0-6-16,1-1 3 0,1 1 2 0,3-1-4 15,-3-3 4-15,5 2-4 0,4-2 0 0,0-3 1 16,3 7 0-16,6-6 0 0,2 3-3 0,6-1 5 16,5 0-4-16,0 2 4 0,4 2-2 0,-2 8 1 0,4-3-1 15,-1 5-1-15,-3 2-1 0,2 9 1 0,-2 1 5 16,0 12-3-16,4 3 3 0,-2 2-6 0,5 3-3 16,8-6-1-16,-4-3 6 0,8-7-7 0,3-4 6 15,6-3-7-15,6-1 3 0,3 1 0 0,-24-2 0 16,15 1 2-16,11-1 3 0,7 2 3 0,6-3-4 15,4-1 1-15,3 2-11 0,4-4 8 0,-20-2-3 16,31-7 3-16,4-1-7 0,4 1 4 0,0-4-1 0,7 0 2 16,0 2 0-16,4 2-2 0,5-1 3 0,4-1-2 15,8 2 4-15,7 0 2 0,5-5-7 0,5 1 6 16,-1-1-5-16,-2-11 6 0,-1-1 3 0,5-7-1 0,2 0-2 16,19-5 4-16,5-4-4 0,2-1 4 0,1-7-3 15,-10 33 8-15,4-22-4 0,6-9 3 0,12-6-13 16,6-2 7-16,-2-3 2 0,-4-6 2 0,-6-2-1 0,11-9 0 15,8 2-5-15,0-4 3 0,2-2-3 0,-7 2 1 16,-3-2-1-16,12 0 1 0,-2-2-6 0,-4-1 7 16,-6 1 2-16,-12 0 1 0,3-1-3 0,6-1-2 15,2-1 3-15,-4-2-2 0,-8-3-2 0,-10 33 7 16,-3-42-5-16,3-5 8 0,-1-5-5 0,0-8 1 16,-10-6 3-16,-16-5 1 0,-7-2 16 0,-13 0 1 15,-6 2 0-15,-1 6-1 0,-10-1 0 0,-1 0-1 16,-1 1-2-16,-11-6 0 0,1-6-8 0,-9-3 5 15,-8-4-1-15,-6-1 0 0,-4 5-12 0,-1 5 10 0,23 4-10 16,-20 2 10-16,-9 1-13 0,-9-6 10 0,-8-3-4 16,-13-2 5-16,21-5-12 0,-45 6 15 0,-4 5-1 15,-5 5 5-15,-4 8-1 0,0 2-15 0,-11 6 1 0,-15-1-6 16,-8 4-1-16,-10-3-3 0,-8-1-3 0,0 10 1 16,-9-1-9-16,-12 9-2 0,-10 10-2 0,-16 2 0 15,-8 8-6-15,-5 10 7 0,-9 7 0 0,-7-31 3 16,0 38-4-16,8 14 4 0,6 16-4 0,7-30 2 15,5 55-22-15,7 17-82 0,4 11-27 0,-2 17-43 16,-7 23-323-16</inkml:trace>
  <inkml:trace contextRef="#ctx0" brushRef="#br0" timeOffset="110978.89">26745 7536 539 0,'-2'-2'23'15,"-2"0"-4"-15,-26-11 13 0,4 0 3 0,0-2-5 16,-2-2-3-16,1 3 14 0,6 2 1 0,-5-4 0 15,8 3-1-15,-1 0-4 0,4 11-3 0,4-9 0 16,2 0-7-16,1 1-15 0,3 3 5 0,-1-1-9 0,1 3 2 16,-1 1 4-16,2 1 4 0,1-3-2 15,-1 2 9-15,0 1-3 0,0-1-1 0,1 0 0 0,1 2-7 16,0 0-12-16,0 1 1 0,0-1-3 0,0 0 9 16,1 0-3-16,-1 2-3 0,2 0 1 0,0 2-6 0,0 0 4 15,2 1 0-15,3 14 2 0,8 7-1 0,4 2-5 16,-12 2 6-16,14 4-5 0,-2-1 5 0,5 4 6 15,2 4-7-15,-2 4 6 0,3 2-1 0,-1 5 10 16,0 2-1-16,2 4 4 0,-2 3-3 0,-5-3-1 16,-1-1-3-16,-3-5 1 0,2-1-8 0,-2-5-1 15,-2-1 3-15,1-2-3 0,-2-2 0 0,-1-2-2 16,4-4 3-16,-8-3-2 0,4-2-3 0,-3-4 5 16,-5-3-6-16,3-7 6 0,-4-2-5 0,3-5-3 0,1 0 1 15,-4-3-2-15,1 2 3 0,-3-4-6 0,2 1 6 16,0 1-6-16,0 0 3 0,0-1-51 0,0-1-13 15,-2 0-15-15,0 0-81 0,0 0-89 0,0-2-28 16</inkml:trace>
  <inkml:trace contextRef="#ctx0" brushRef="#br0" timeOffset="111348.56">26394 8353 647 0,'0'0'177'0,"-2"0"42"15,0-2-100-15,-2 0-87 0,0 0-21 0,-1-2-10 0,-3-1 16 16,1-1 0-16,0 1 6 0,1 1 3 0,2 2-1 16,2 2 1-16,-1-2-1 0,-1-1-7 0,0-1-14 15,1 2 6-15,-1 0-7 0,2 0 7 0,0 0-9 16,0 1-1-16,0-1-2 0,1 0-2 0,-1 0 4 16,0 0-2-16,0 0 3 0,2 0-1 0,0 2 0 15,0 0 0-15,2 0-1 0,0 2-6 0,0 0 7 16,-1 2 0-16,9 9 2 0,-5 7-2 0,12 3 1 15,2 1 2-15,3 0-1 0,2 4-3 0,2-2-5 16,4 3 6-16,-1-1-4 0,5 0 10 0,-4-2-4 0,-4-2-2 16,-4-1 0-16,-4-5 0 0,8 2 3 0,-3-1-3 15,-5-4 4-15,-3 0-4 0,-4-8 10 0,-1-5 5 16,-5 2 1-16,1-2 10 0,-3-1 6 0,1 1 5 0,0 0 3 16,0 0 21-16,1 0-8 0,-1-2-5 0,3 0-1 15,3-2-19-15,-3-2 2 0,6-12-5 0,-2-29 3 16,2-3-16-16,4-6-5 0,-2-4-1 0,1 3-1 15,1-1-6-15,0 2-13 0,-1 4-15 0,1 2-4 16,2-1-94-16,-3 1-356 0</inkml:trace>
  <inkml:trace contextRef="#ctx0" brushRef="#br0" timeOffset="125580.55">14509 10133 29 0,'0'0'0'0,"0"0"12"15,-2-2 119-15,0 1-39 0,0-1 3 0,0 0-57 0,0 0-15 16,1 0-8-16,-1 0 0 0,0 0-3 0,0 1-12 15,0-1 4-15,0 0-1 0,0 0 3 0,1 0 4 16,-3 0-1-16,0 0 0 0,0 1-1 0,1-1 3 0,-1 0 1 16,0 2 2-16,-5-2-1 0,-2 0-4 0,-2 0 8 15,2 0-7-15,0 2 6 0,-1 0-14 0,-2 0 10 16,-1 0 1-16,0 0 3 0,-4 2 7 0,1 0-16 16,-5 2 4-16,-1 1-8 0,2 3-1 0,2-1 3 15,-1 3-5-15,1-1 3 0,3 0 5 0,-1 0-4 16,-1 3 2-16,2-1-3 0,-1 2 0 0,1-10 3 15,2 7 1-15,0-1-1 0,2 2 6 0,0-3-12 16,0-1 2-16,0-3-4 0,-2 1 3 0,1-3 15 0,-1 0-5 16,2 2 7-16,-4 7-16 0,2-2 12 0,-2-1-6 15,1-3 9-15,-5-1 2 0,1-2-10 0,3-2 5 16,-5 0-8-16,1 0-2 0,-3-2 3 0,-4-4-1 16,4 3 1-16,4-1-7 0,1 0 4 0,1-1-1 0,1-1 5 15,0 0-1-15,4 1-3 0,0-1-4 0,2 1 1 16,-4-3-8-16,4 3 8 0,2-1-1 0,3 4 6 15,3 0 2-15,-1-1 3 0,4 1-2 0,-11-13 0 16,5 2-9-16,1-4-2 0,1 2 4 0,2 1-2 16,2-1 5-16,2 2-9 0,2 0 3 0,1 0-5 15,1 2 11-15,1-1-9 0,1 3-1 0,8 0-2 0,-1-2 9 16,4 3-2-16,-8 3 0 0,6-3-1 0,5 5 1 0,0 1-6 16,0 0 3-16,-5 0-4 0,0-9 5 0,0 2-6 15,1 1-1-15,-1 4 0 0,1 3 7 0,-1 1-4 16,-2 0 6-16,0 1-5 0,2 3 7 15,-3 0-12-15,3 1 9 0,-2 1-10 0,-2 0 12 0,0-1 2 16,0 1-3-16,0 1 3 0,0 2-3 0,0 1 1 16,2-5-3-16,2 14 2 0,-3 1-8 0,1 1 6 15,0 1-1-15,0-3 3 0,0-1-1 0,3 1 1 16,5 1 4-16,-3-3 0 0,-1-4 3 0,-3 0-7 16,-3-2-1-16,6 0-1 0,-4-7 5 0,0 1 2 0,-1 7-2 15,3-3 1-15,5 2-2 0,-5-4-3 0,2 1 3 16,-3-3-4-16,1-3 10 0,4 0-11 0,5-2 5 15,-2 0-7-15,0 0 5 0,4 2-1 0,-4-2-3 16,-4 0 2-16,3 0-8 0,-9 0 8 0,1 0 1 0,-2 0 2 16,0 0 3-16,-2-2 3 0,1 0-7 0,-3 0 4 15,0-1-12-15,0-3 21 0,1 1-2 0,-3-7 8 16,1-8-9-16,-3-2 10 0,-1-2-3 0,0-1 6 16,-1 3-1-16,-1-4 1 0,15 0-1 0,-6 4 1 15,-5-2 4-15,-5 3-4 0,-1 1 3 0,-1 1-4 16,-3 4-6-16,-4 1-7 0,1 2-7 0,-2 5 0 0,-19 0-33 15,-9-16-99-15,-13 10-37 0</inkml:trace>
  <inkml:trace contextRef="#ctx0" brushRef="#br0" timeOffset="163672.84">14035 13988 256 0,'0'0'-38'0,"0"0"19"0,0 0-11 15,0 0 0-15,0 0 18 0,0 0-4 0,0 0 5 0,0 0-8 16,0 0 12-16,0 0 3 0,0 0 10 0,0 0-2 16,0 0 5-16,2 0-5 0,0 0 7 0,0 0-3 15,0 0 6-15,0 0 19 0,-2 0 3 0,0 0 10 0,1 0-7 16,-1 0 2-16,0-2-15 0,0 0-6 0,0 0-1 16,0 2-6-16,0-2 5 0,0 1 1 0,0-1 0 15,0 0 2-15,0 0 13 0,0 0-4 16,0 0 5-16,0 0-13 0,0 1-1 0,0-1-4 0,0 0 0 15,0 0-12-15,0 0 3 0,0 0-1 0,0 0 2 16,0 1-1-16,0-1 0 0,0 0 2 0,0 0-1 16,-1 0 6-16,-1 0-7 0,0 0 1 0,0 1-3 15,0-1 0-15,2 0 5 0,0 0-9 0,-2 0 6 0,2 0-12 16,0 0 12-16,0 1 2 0,0-1 0 0,0 0-15 0,0 0 10 16,0 0-4-16,0 0 8 0,0 0-2 0,0 1 5 15,0-1-3-15,0 0 3 0,-2 0-8 0,1-2 9 16,1 2-2-16,-2 1 4 0,0-1-6 0,0 0 1 15,0 0-5-15,0 0 4 0,0 0-3 0,1 0-6 16,-1 1 5-16,0-1-5 0,0 0 6 0,0 0-8 16,0 0-1-16,0 0-2 0,1-1 6 0,-1-1 1 15,0 0 2-15,-2 0-1 0,0 1-2 0,1 1-1 16,1 0-2-16,-2-2 0 0,0 1 1 0,1-1 1 0,-1 0-2 16,0 2 2-16,1 0-2 0,-1 1-4 0,0-1 6 15,0 0-6-15,1 0 6 0,-1 0-6 0,0 0 0 16,1 0-1-16,-1 1-4 0,0-1-2 0,0 0-2 15,3 2 2-15,-3 0 9 0,-2-2 4 0,-1 0 1 0,1 2 0 16,-1 0 1-16,-1 0 0 0,-1 0 0 0,-2 0 0 16,2 0 0-16,-2 0-8 0,-2 0 8 0,1 0-6 15,1 0 7-15,2 0 4 0,3 0-10 0,3 0 6 16,-3 0-9-16,2 0 7 0,-1 0 1 0,-3 0 2 16,3 0-9-16,-1 2 3 0,1 0 1 0,-1 0 1 0,1 0 3 15,-5 1 7-15,1 3-15 0,-4 1 10 16,2-1-10-16,0 1 4 0,3-3 4 0,-3 3-3 0,2 1-1 15,-6 3-1-15,0-2 2 0,4-1-3 0,4-3-2 16,-5-3 0-16,-1 9 2 0,0-1-1 0,-11 1 1 16,8-2 3-16,1 0 0 0,-4 1 2 0,6-1 0 0,-2 0 3 15,-1 0-2-15,3 1 1 0,2-1-9 0,-1 0 5 16,3 2 0-16,-2 2 2 0,0 0 0 0,0 2-2 16,0 0-2-16,1 2 2 0,3 0 0 0,-1-1 3 15,-1 1 1-15,2 0 1 0,-1-1-11 0,1 5 4 16,1-4 2-16,1 1 0 0,1 1 4 0,0-3-4 15,1-1-2-15,-1 8-1 0,2-9-3 0,0 5 5 16,0-1 1-16,0-1 3 0,-9-2 4 0,0 4-5 16,4-1-6-16,3-1 1 0,2 1-4 0,0-1 6 0,2-2 4 15,0-2-2-15,0 4-5 0,2-1 4 0,0-1-2 16,2 0 4-16,-1-4 4 0,1 0-3 0,0-1-3 16,1 1 0-16,1 0 1 0,1 0-3 0,1 0 6 0,-1 0-7 15,1 1-2-15,-6-1 6 0,12-2-4 0,-1 0 4 16,0 2-4-16,6-1 0 0,-2-1 0 0,-2 2-1 15,1-3 2-15,1 1-4 0,-4-2 2 0,6-3-4 16,1 2-8-16,-5-3 16 0,2-1-9 0,1 0 11 16,-5 7-3-16,2 1 3 0,2-3 2 0,-6-5 1 15,5 0-1-15,1 0-2 0,0-2 0 0,3 0-1 16,-3 0-2-16,0-2 0 0,-2 0 0 0,-1 0 1 0,1-2 2 16,-2 1 1-16,2-1 0 0,-6 0 1 0,3-1 7 15,-3 1 5-15,0-2 6 0,0 1-2 0,-1-1 5 0,-1-5-4 16,1-4 0-16,-1-3 0 0,-1-1 4 0,-1 0-4 15,-1-3 2-15,2-2-4 0,-1 0-2 0,-3-6-8 16,0 0 4-16,0 1-3 0,18-7 10 0,-9 7 22 16,-5-5-10-16,-4-1 13 0,-2 0-17 0,-2 0-2 15,-4 1 3-15,1 4-3 0,-1 3 0 0,1 1-9 16,-3 3 1-16,3 3-5 0,-1 1-7 0,0 4-7 16,3 2-1-16,-1 2-4 0,2 2-21 0,0 2-82 0,0-3-25 15,1 3-33-15,-1-2-206 0</inkml:trace>
  <inkml:trace contextRef="#ctx0" brushRef="#br0" timeOffset="164301.07">13807 12517 205 0,'0'-2'-10'0,"0"1"-3"0,-2-3-16 15,-4-15 5-15,-1-5-8 0,1-2-26 0</inkml:trace>
  <inkml:trace contextRef="#ctx0" brushRef="#br0" timeOffset="164958.91">13798 10549 122 0,'0'0'16'15,"0"-2"35"-15,-2 0-45 0,2 1-54 0,0-1 11 16</inkml:trace>
  <inkml:trace contextRef="#ctx0" brushRef="#br0" timeOffset="167909.47">14100 13163 143 0,'0'0'33'0,"-2"0"52"15,1 0-49-15,-1 0-18 0,0-1 1 0,0 1-8 16,0 0-7-16,-2 0 3 0,1 0-3 0,-1 0 4 15,0 0 4-15,1 0-3 0,-1 0 5 0,0 0-4 16,0 0 17-16,1 0 7 0,-1-2 5 0,0 2-1 16,1-2 9-16,-1 0 9 0,0 0-11 0,0 0 8 15,1 0-23-15,-1 1-12 0,0-1 9 0,1 2-11 16,-1-2-8-16,0 0 4 0,0 2-11 0,3 0 10 0,-1 0-14 16,0 0 7-16,0 0-4 0,0 0 6 0,0 0-3 15,0 0-4-15,1 0 1 0,-1 0-2 0,0 0 2 0,0 0 6 16,0 0-2-16,0 0 5 0,0 0-2 0,2 0 10 15,0 0-4-15,0 0 6 0,0 0-4 0,0 0-6 16,0 0 5-16,0 0-5 0,0 0 9 0,0 0-8 16,0 0-1-16,0 0-3 0,0 0 2 0,0 0-8 15,2 0 8-15,0 2-8 0,0 0 6 0,0 0-3 16,2-1-3-16,-1 1 0 0,-1-2-1 0,9 4 1 16,-3 0 1-16,3 1 0 0,2 1 1 0,-2-1-2 0,4 1 4 15,-2 0-4-15,2-1 1 0,3 1 8 0,-1-1-3 16,3 1 5-16,-1-2-2 0,1-1-3 0,3 1 2 15,1 0-3-15,-2-1-5 0,2 1 4 0,4-2-2 16,-6 0 5-16,8 0-4 0,-4 0-3 0,-2-1-1 16,2 1-1-16,-4 2 2 0,-1-2 0 0,-1 0 1 0,1 0 0 15,-3-1 7-15,3 1-8 0,-5 0 4 0,3 0-5 16,1 0 4-16,-1-2 2 0,-2 0-5 0,-1 0 4 16,1 0-1-16,-2 0-4 0,2 0 1 0,-2 0-4 15,-1 0 2-15,1 0 7 0,0 0-5 0,-2 0 6 16,0 0-7-16,2 0-1 0,-2 0 4 0,0-2-2 15,0 0 5-15,0 2-4 0,-4 0 3 0,2-2-4 0,-3 2 7 16,-1 0 1-16,4 0-5 0,-7 0 3 0,0 0-11 16,-2 0 13-16,1 0-2 0,1 0 6 0,0 0-10 15,-1 0 4-15,-1 0-1 0,0 0 1 0,0 0-7 16,0 0 1-16,0 0-1 0,0 0 1 0,-1 0-5 0,1 0-34 16,0 0-15-16,-2-2-12 0,0 1-104 0</inkml:trace>
  <inkml:trace contextRef="#ctx0" brushRef="#br0" timeOffset="168490.41">14780 13078 464 0,'0'0'8'16,"0"0"1"-16,0 0-9 0,0 0 0 0,0 0-3 15,0 0 5-15,0 0-3 0,0 0 5 0,-2 0-4 16,2 0 7-16,0 0 10 0,0 0-2 0,0 0 7 0,0 0 19 16,0 0 13-16,0 0 2 0,-2 0 3 0,0 0 8 15,0 0-10-15,2 0 0 0,-1 0-6 0,1 0-20 0,0 0-3 16,0 0-3-16,-2 0 0 0,2 0-7 0,0 0-12 15,0 0-2-15,0 0-3 0,0 0 2 0,0 0-3 16,0 0 5-16,0 0-5 0,0 0-1 0,0 0 2 16,0 0-4-16,0 0 4 0,0 2-1 0,0 0 0 15,2 0 0-15,-1-1 0 0,1 1 0 0,0 0 1 16,0 0-2-16,0 0 1 0,0 0 0 0,1 0 0 16,1-1 5-16,0 1-5 0,-2-2-4 0,7 6 5 15,2 1-3-15,0 1 4 0,-2-3-2 0,3 3-2 16,-3-3 2-16,4 5-3 0,0-1 9 0,0-2-4 15,-2 1-2-15,0-1 0 0,0 1-1 0,-5-5 3 16,1 1 0-16,-1 0 1 0,-2-2 2 0,-3-2-8 0,3 1 5 16,0 1-5-16,0 0 6 0,-1 0 4 0,1 0-1 0,-2 0 1 15,0 0-1-15,0-1-5 0,-1 1 0 0,1 2 0 16,0-2 6-16,0 2 0 0,0-3 1 0,-2 3-1 16,0 0 3-16,0 0-3 0,-2-1 5 0,0 1-4 15,0 0 10-15,-1-1-10 0,-1-1-1 0,-11 8-2 16,6-5-5-16,-1 1-4 0,3-3 0 0,-2 1-4 15,1 0-10-15,3-2-27 0,1 0-9 0,0-1-9 16,2-1-46-16,1 0-113 0</inkml:trace>
  <inkml:trace contextRef="#ctx0" brushRef="#br0" timeOffset="169139.98">14329 13072 654 0,'0'0'14'16,"0"0"1"-16,-2 0-6 0,0 0 3 0,0 0-8 0,0 0 3 16,0 0-2-16,0 0-1 0,2-1 1 0,0 1-4 15,0 0 6-15,0-2-4 0,0 2 4 0,0 0-12 16,0-2 19-16,0 0-4 0,0 0 13 0,0 0 11 0,-1 1 9 15,-1-1 1-15,0 0 0 0,0 0-1 0,0 0-13 16,0 0-1-16,0 0-4 0,1 1-7 0,-1-1-3 16,0 0-3-16,0 0-1 0,0 0-8 0,0 2 1 15,0 0 0-15,1 0-1 0,-1 0 0 0,0 0-7 16,0 0 4-16,0 0-4 0,0 0 9 0,0 0-2 16,-1 0 0-16,-1 2-1 0,-5 0 0 0,-8 3 0 15,-2 1 3-15,1 0-1 0,3-1-1 0,0 1 4 16,-1 1-1-16,1 0 4 0,-2 1 7 0,0-1-7 15,1 1 1-15,3-3-4 0,1-1-6 0,1 2 6 0,2-3 1 16,-2 3 1-16,2-1 6 0,1-1-4 0,1 0-3 16,1 0 1-16,1-1-12 0,-1 1 5 0,2-2-1 0,1 0 4 15,1-2-1-15,0 0-4 0,-2 3 3 16,0 1-3-16,1 0 3 0,1 0 1 0,0-1-2 0,2-1 0 16,-2 4-7-16,0 1 9 0,0-1-4 0,1 1 6 15,-1 2-7-15,2-1 3 0,0 1-2 0,0 0 3 16,0-1-3-16,2-1 1 0,1 3 2 0,1-1 0 15,0 0-3-15,-1-1 0 0,1-1 0 0,-2-1 2 16,4 3-2-16,-3-4 3 0,1 3-4 0,2 1 1 0,1 0-9 16,-5-5-34-16,13 2-22 0,7-1-23 0,11 1-247 15</inkml:trace>
  <inkml:trace contextRef="#ctx0" brushRef="#br0" timeOffset="172703.84">4876 12512 5 0,'0'0'10'15,"0"0"1"-15,0-2 4 0,0 0 5 0,0 0-7 16,2-2-1-16,-2 1-10 0,4-8 1 0,-1-2-3 0,1 0 6 16,2-2-7-16,-1 2 1 0,1 0-1 0,1-2 21 0,-1 4 8 15,1 0 0-15,-1 1 0 0,-3 3 0 0,1 0 6 16,-2 3-4-16,0 0 2 0,0 0-7 0,-2 3-4 15,2-3 2-15,1 0-6 0,1 0-15 0,0 1-11 16,-1 1 11-16,1 0-6 0,0 0 37 0,-2 0-1 16,0 0-2-16,-1 2 0 0,1 0-10 0,0 0-3 15,0 0-5-15,0 2 1 0,0 0-11 0,0 0 8 16,-2 0 2-16,0 18 2 0,0 1 4 0,-2 3-14 0,-2 4 8 16,-2 3-9-16,-1 4 4 0,-4 4 1 15,-2 10-2-15,-2 1 4 0,-2 7 2 0,1 1 2 0,-1-2-2 16,0-1 2-16,2-6-7 0,0-7 13 0,1-4-10 15,2-11 12-15,1-1 5 0,2-5 17 0,2-6 1 16,1-2 3-16,-1-2-7 0,3-6-12 0,-2 3 4 0,3-3-8 16,3-3-9-16,-6 2-5 0,2-2 1 0,-1 1-2 15,3-3 8-15,0 0-6 0,-2 2-3 0,2-2 1 16,1 0-3-16,-1 0-7 0,-2 2-1 0,0 0-3 16,1 0 0-16,1-2 6 0,0 0-1 0,0 0 2 15,0-2-9-15,0 0 5 0,0 0-3 0,2-1 4 16,0-9 4-16,0-4-3 0,0-3-1 0,0-5 0 15,2 2-2-15,0-2 2 0,2-4 0 0,0 2-1 0,1-6-4 16,1 3 8-16,-1-1-1 0,1-5 3 0,-2 3-4 16,1-3 1-16,-1-1 1 0,-2 5 0 0,0-1-2 0,-1 3 2 15,-1-1-1-15,0 4 3 0,0 0 5 0,0 2 3 16,0 1 0-16,0 1 1 0,-1 0-8 0,1 0-4 16,0 1 3-16,0 1-2 0,0-1 6 0,0-1-11 15,1 2 2-15,5-3-3 0,0-1 8 0,1 4-2 16,0-1-5-16,3-1 2 0,-1 4-6 0,2-1 7 15,0 0 1-15,0 3 0 0,-1 3-9 0,-7-2 7 16,14 4-5-16,0 5 5 0,-2 1-6 0,1 1 6 16,-1-7 0-16,2 1 2 0,3 3-3 0,5 5-7 15,1 4 6-15,-4 2-7 0,-4 1 6 0,3 5 4 0,-4-1 0 16,1 4 2-16,1-9-2 0,-4 12 2 0,-2 3-3 16,0-1 2-16,-2-3 3 0,2 2-3 0,-2 0 5 15,-6-2-5-15,5 3-2 0,-7-3 3 0,-1 2-5 0,9-2 3 16,-1 1 2-16,-5 1 0 0,-1 0 4 0,-2 1-4 15,-4 1-4-15,-2-2 10 0,-5-1 1 0,-2-1 4 16,-4 2 1-16,-15-4-2 0,2 2 1 0,-3-1 0 16,1-1-1-16,4 0-7 0,2 0 1 0,4 0-3 15,-1-3 3-15,4-1-3 0,-1-2-4 0,5-1 1 16,2 1 0-16,3-3-4 0,5 0 3 0,1 1-4 0,0 1-3 16,0-2-5-16,2-2 3 0,-2 1-3 0,0 1 5 15,2 0-3-15,-2 5 2 0,2-2 0 0,2 1 8 16,4 3 0-16,1-2-2 0,4-3 2 0,6 1 0 0,5 1 0 15,1 1-1-15,1 2 0 0,-2 0 1 0,-3 2-6 16,-6-3 6-16,-2 1-6 0,0 0 8 0,0 6 3 16,-2-1-1-16,-3-1 0 0,1 4-6 0,-5-3 2 15,8-3 1-15,-1 4 3 0,-7-8 3 0,-2 3-2 16,0 4-1-16,-4-3 1 0,-5 4 8 0,-2-6-11 16,-17 0 9-16,-4-1-9 0,1 1 10 0,3-2-4 15,0-3-6-15,4-3 3 0,3 3-10 0,3 7 7 16,1-4 0-16,6-3 2 0,2-3-13 0,3-1-41 0,2-2-19 15,1 2-13-15,-1-2-115 0</inkml:trace>
  <inkml:trace contextRef="#ctx0" brushRef="#br0" timeOffset="173255.21">5947 12085 1408 0,'-2'0'100'0,"1"0"27"15,-20-6-66-15,-7-3-54 0,8 1-12 0,9 7-20 0,5 1-3 16,3 0 1-16,1 1-1 0,-2 7 7 0,-9 27-16 16,4 0-1-16,3 8-7 0,1 2-19 0,-1 3 13 15,-1 4 2-15,-3 0 4 0,-1 5 14 0,-2 3 21 16,-4-3-3-16,-1 3 10 0,-4-4 4 0,5-16 12 15,0-6 2-15,4-8 3 0,2-8 17 0,0 3-15 16,2-6 6-16,3-6-9 0,0 0 3 0,3-3-9 0,-1-1-1 16,2-1-3-16,0 0-4 0,0 0 5 0,1-1 0 15,-1-1 1-15,0 0-9 0,0 0-12 0,0-2-1 16,2-2-3-16,0-2 3 0,0-16-14 0,6-19 8 16,1-2-10-16,2-5 15 0,3-3 3 0,1-1-4 0,0-2 3 15,0 2 8-15,1 0-4 0,3 0 9 16,0 0-6-16,3 1 13 0,1 3-6 0,1-2-2 0,2-1-1 15,-2 1-3-15,-3 5 9 0,-2 6-1 0,-2 6 4 16,-1 1-1-16,-4 10-4 0,-3 3 7 0,-1 6-5 16,-3 3 7-16,-1 5-15 0,2-1 4 0,3 0-5 15,3 0 4-15,-1 4 3 0,6 2-3 0,-6 2 5 16,0 11 11-16,-1 26-15 0,-5 5 8 0,3 4-10 16,0-3 0-16,-5 3 6 0,3-6-4 0,18-1 6 0,-9 0-5 15,-5-4 5-15,-4-2 3 0,-3-2 1 0,1-1-1 0,0-7 5 16,0 3-7-16,0-2 6 0,0-2-13 0,0-2 5 15,-1-3-4-15,1-3 4 0,2 1-5 0,-2-3-5 16,0-1 2-16,1 0-5 0,-3-9-8 0,2 1-97 16,-2-1-7-16,0-4-44 0,0 1-142 0</inkml:trace>
  <inkml:trace contextRef="#ctx0" brushRef="#br0" timeOffset="173642.16">5957 12558 1072 0,'0'0'16'0,"0"0"5"0,0 0-16 0,0 0-8 15,0 0-6-15,1 0-3 0,1-2 11 0,2 0 2 0,15-1 3 16,1-1-3-16,2 0 3 0,4-1-5 0,-5 1 3 16,-1 0-2-16,-1 1 3 0,-4 1 3 0,-1 0-2 15,1 0-1-15,-4 0-8 0,1 2 2 0,-5 0-4 16,-1 0 7-16,-1 0 5 0,-1 0 3 0,0 2 1 15,1 5 10-15,-3 12-6 0,2 3-2 0,-2 1-1 0,1-7-4 16,1 8 2-16,2-5-2 0,1 0 2 0,0-3 3 16,1-5 7-16,1 1 5 0,0-5-1 0,1-1 6 15,-3-5 3-15,2 7-5 0,-1-4 5 0,1 1-16 0,2-1 9 16,0-2-3-16,2-2 5 0,-1-4 6 0,-1-2 2 16,4 1 1-16,-4-25 1 0,7 0-5 0,-3 3-8 15,-2 1-2-15,0 0-2 0,-7 1-2 0,-1 3-1 16,3 2 4-16,-3 3-3 0,-1 2 3 0,7 0-8 15,-5 4-4-15,-3 0 1 0,-1 2-2 0,-2 1-17 16,0 3 2-16,-2-1-11 0,-1 1-18 0,-8 3-30 16,-15 0-5-16,-6-17-11 0,-1 6-42 0,-8 8-57 0,-4 5 5 15,-5 4-21-15,-6 5 7 0,-5 6 9 0,-2 1 22 16,-11-1-3-16,9-2 76 0</inkml:trace>
  <inkml:trace contextRef="#ctx0" brushRef="#br0" timeOffset="174128.64">4603 12432 482 0,'0'-2'40'0,"-2"0"69"0,0 0-95 0,1-1 2 16,-1-1-11-16,0-2 9 0,0-1 1 0,0 0 35 15,0-1-1-15,0 1 12 0,1 1-4 0,-1 1 19 16,0-1-8-16,0 0 12 0,0 1-9 0,0 1-28 16,0-1 11-16,1 1-19 0,1 2 3 0,-2-2 9 15,-8 2-8-15,-4-9 5 0,-1 4-32 0,-6 1-3 0,-1 4-9 16,-4 2 3-16,-4 8-9 0,-3 5 4 0,-4 7 0 15,-4-10 1-15,-2 25 1 0,-3-2-2 0,1 1 6 16,4 1-4-16,2-2 3 0,4 3-3 0,2-5 0 16,5 3-1-16,0-5 3 0,8-3 2 0,-1 0-1 0,4-7 2 15,1-1-7-15,5-1 4 0,-2-4-1 0,3-2 3 16,3 2-4-16,1 2 0 0,3 0-6 0,1-2 3 16,-8-2-1-16,3 0 0 0,1 2 3 0,3 2-3 15,1 2 1-15,2-2 1 0,2 0-3 0,1-2 1 16,3 0 1-16,3 1-7 0,1-1 9 0,12-3-9 15,4 1 6-15,0-4 1 0,5 1-3 0,3-3 4 16,3 1 2-16,2-2 3 0,0-3-1 0,0 22-1 0,5-9-6 16,-1-6-4-16,-2-4-5 0,4-4 0 0,-10 0-21 15,0 0-26-15,-5 0-20 0,-2-2-9 0,0 2-131 16</inkml:trace>
  <inkml:trace contextRef="#ctx0" brushRef="#br0" timeOffset="175234.33">2960 12991 597 0,'0'0'3'16,"-2"0"2"-16,0-2 4 0,0 0-4 0,0-2 3 15,1-1-4-15,-7-10-4 0,6 6 6 0,0-1-4 16,1 1 7-16,1 5-11 0,0-3-1 0,-2-4-1 0,2 2 14 16,0-1-5-16,-2-1 10 0,0 2-6 0,2 7 35 15,-2-4 12-15,0 1-1 0,0 1 4 0,2 2-14 0,-3-3-13 16,3 3-3-16,-4-4-5 0,2 3-16 0,-2-1-1 15,1 0-6-15,-1 2 4 0,2 0-5 0,0 1 0 16,0-1-1-16,1 0-2 0,-1 0-5 0,0 0 5 16,0 0 3-16,0 0 0 0,0 2 11 0,0 0-9 15,1 0-5-15,-1 0 2 0,0 0 1 0,0 0 3 16,0 0 7-16,2 0-5 0,0 0-3 0,0 0 6 16,0 2-5-16,0-2 7 0,0 2 0 0,0-2-8 15,0 0 5-15,-2 0-7 0,2 0 2 0,0 0 3 0,0 0-7 16,0 0 5-16,0 0-3 0,0 0 4 0,0 0-1 15,0 0 1-15,2 0-5 0,0 0 1 0,0-2 3 16,0 0-1-16,1 1-2 0,1-1 1 0,0 0-3 16,0 0 2-16,-1 0-4 0,1 0 7 0,0 0-3 0,-1 1 3 15,-1-1-2-15,0 0-1 0,0 0 3 0,0 0-4 16,0 0 0-16,0 0 4 0,-1 1 1 0,1-1 1 16,0 0-5-16,0 0-4 0,0 0 1 0,0 2-2 15,0 0 12-15,-1 0-10 0,1 0 7 0,0 0-9 16,0 0 3-16,0 0 3 0,0 0 1 0,-2 0 2 0,0 0-4 15,0 0 7-15,0 0-7 0,0 0 6 0,0 0-9 16,0 0 12-16,0 0-4 0,0 0 7 0,0 0-7 16,0 0 5-16,0 0-3 0,0 0 4 0,0 0-6 0,-2 0 3 15,0-2 0-15,2 2 0 0,0-2-4 0,0 2 1 16,-2 0 0-16,0-1 0 0,0 1 2 0,1 0-5 16,-1 0 3-16,0 0-3 0,2 0 5 0,0 0 0 15,-2-2-2-15,0 0 0 0,0 0 6 0,0 0-9 16,1 0 7-16,-1 0-6 0,0 2 12 0,0 0 2 15,0 0-1-15,0-1 1 0,0-1-5 0,1 0-3 16,-1 0 5-16,0 0-4 0,0 0 8 0,-2 0-3 16,1 1-3-16,-1-1 2 0,0 2-4 0,2 0 0 0,-3 0-2 15,-5 0 0-15,3 0-10 0,1 0 4 0,1 0-1 16,-1 0 4-16,-1 0 3 0,-2 0-6 0,3 0-2 16,-1 2-1-16,3-2 0 0,-2 3-1 0,-3 3 2 0,2-1-2 15,-1 14 2-15,-1 1 0 0,-2 6 2 0,-2 2-2 16,-2-2-1-16,0 2 0 0,2-2-1 0,-2-2 2 15,2 4 1-15,4-7 1 0,2-1 1 0,3-1-2 16,0-5-2-16,-3 1 2 0,3 0-3 0,0-4 4 16,-1 2-3-16,-5-2-3 0,3 0 5 0,1-1-3 15,1 1 4-15,1-4 0 0,0 3-3 0,1-1 1 16,1-2-4-16,2 1 2 0,0-1-1 0,0-1 0 0,0 1 3 16,0-1-2-16,0-1 2 0,0-1-4 0,0 0 2 15,0-1-11-15,0-1 6 0,2 2-8 0,1 0 1 16,7 3-11-16,1 1 5 0,4-1-5 0,1-1 11 0,1-3-17 15,2 1 5-15,-1-2-7 0,-1-2 16 0,0 0-3 16,-2-2 5-16,-1-2-3 0,1 1 7 0,0-1-4 16,-2-2 1-16,-6 3-1 0,6-3 0 0,-3 2-2 15,-3 1-8-15,4-3 6 0,-7 4-4 0,2-2-6 16,1 1 1-16,-5 3-5 0,3-4-8 0,1 0 0 16,0 1 2-16,-3 1-1 0,3 0 14 0,-4-4 14 15,0-1-1-15,-1-1 3 0,7-1-4 0,-3 0 14 0,-1 1-5 16,-2 3 7-16,2-3-9 0,-2 3 5 0,-1-3-1 15,-1 3 2-15,0 1 0 0,0-1-2 0,0-1-1 16,0 2-1-16,0-1-3 0,0 3 1 0,0-2-4 16,0 2-3-16,0 0-55 0,0 1-73 0</inkml:trace>
  <inkml:trace contextRef="#ctx0" brushRef="#br0" timeOffset="176267.5">7739 11897 1148 0,'0'-2'4'15,"-2"0"1"-15,0 1-2 0,1-3-6 0,-1 0 1 0,0 0-7 16,0 3 3-16,0-1 5 0,0 0-4 0,0 0-2 16,-1 0 6-16,-1 2-5 0,0 0 6 0,-9 2-9 0,-3 4 12 15,-1 1-2-15,-11 6 7 0,8-2-3 0,-6 2 10 16,3-2-1-16,5-1 5 0,-10 1 10 0,11-6-7 16,-5 3 1-16,1-5-2 0,5 1 5 0,-8 0-17 15,1 0 6-15,7-3-8 0,-3 1 10 0,6 0-10 16,-4 2-3-16,2-2-1 0,1 1 2 0,-1 1-1 15,2 0 1-15,0 1-2 0,-2 3-3 0,0 1 2 16,0 2-3-16,-1-3 4 0,-3 12 2 0,0 2-6 16,1 1 4-16,1 3-4 0,2-4 2 0,2 0-1 0,0-1 2 15,6-6-2-15,1-1 9 0,4-1-1 0,1-5 4 16,-5-1 0-16,4-3 12 0,-2 2-7 0,3-3 0 16,1-1-2-16,0 2-10 0,0-2 5 0,0 0-5 15,0-1 5-15,1 3 0 0,3 0-1 0,2 0-4 0,16 7 1 16,-5-6-4-16,3 1-5 0,1-2 5 0,-1-3-5 15,4 1 9-15,-5-2-5 0,3 0 0 0,0 0-1 16,-1 0 2-16,1 0-10 0,-2 0 8 0,-7 0-9 16,0 0 0-16,0 2-11 0,-5-2-9 0,3 2 2 15,-4-2-16-15,4 2-31 0,4 0-10 0,-4 0-12 16,4-1-80-16,0 3-141 0</inkml:trace>
  <inkml:trace contextRef="#ctx0" brushRef="#br0" timeOffset="177008.04">7709 11817 406 0,'0'0'36'0,"0"0"7"0,0-2-7 16,0 1-12-16,0-1-3 0,0 0 15 0,0 0-13 15,0 0 6-15,0 0-9 0,0 0-2 0,0 1-5 16,0-1-5-16,0 0 2 0,0 0 1 0,0 0 19 16,0 0 3-16,0 1 7 0,0-1 30 0,0 0-3 15,0 0 2-15,0 2-6 0,-1 0-7 0,-1 0-31 16,0 0 3-16,0 0-13 0,-2 0-5 0,-3 0 12 15,-8 0-6-15,-2 2 7 0,-1 0-8 0,-5 3 1 16,-1 3 0-16,-4 1-3 0,-1 4-11 0,3 0 1 0,0 2 0 16,-4-13 0-16,-3 22-4 0,1 0 8 0,-1 2-7 15,-1 2 6-15,4-2-2 0,-1-2 0 0,5-2 1 16,0-1-1-16,4-1-7 0,1-1 9 0,3-1-4 16,-1-1 6-16,2 0-8 0,1-1 12 0,1-3-1 0,2 0 4 15,0 0-5-15,2-2 0 0,1-1 0 0,3-1-1 16,1-2-4-16,5 3-1 0,-3-1-2 0,0-2 3 15,-3 3 4-15,1-3-9 0,1 2 4 0,3-1-4 16,0 1 0-16,2-1-4 0,0 1 4 0,0-2-2 16,2 3 1-16,1-3 4 0,5 2-8 0,7 1 6 15,13-3-5-15,1-1 0 0,5-3 6 0,3 1-2 0,4-2 0 16,-1 0 5-16,5 0-4 0,1-1 4 0,3 3-11 16,-3-2 9-16,1 0-7 0,-5 0 7 0,-3 0-7 15,-3 1 8-15,-5-1 0 0,-5 0 2 0,-4 0-8 0,-1 2 1 16,-1-3 2-16,-3 1 0 0,-2 2-1 0,-4 0 5 15,-4-2-7-15,-1 1 6 0,0 1-9 0,-5-2 2 16,1 0-2-16,0-1 0 0,-2 1-14 0,2 0-43 16,0-2-12-16,0 0-15 0,0 0-78 0,1 2-77 15</inkml:trace>
  <inkml:trace contextRef="#ctx0" brushRef="#br0" timeOffset="177406.78">8675 11509 1540 0,'0'0'8'16,"-2"-2"2"-16,0 0 5 0,0 1-10 0,0-1 4 16,-1 0-13-16,-1 0-1 0,2 0 0 0,-2 0 1 15,1 0-1-15,-1 2-7 0,0 0 5 0,-3 0-5 16,-6 6 14-16,0 1-3 0,-2-3-3 0,-2 20 0 15,1 4-2-15,1 2 8 0,0 0-2 0,0-1 4 0,4 1-6 16,0-2 2-16,0 2 1 0,3 1 1 0,-1-1 2 16,5-4-4-16,1 2 6 0,1-10-5 0,-13 3 5 0,6-1 2 15,3-1-5-15,6-3 4 0,0 5-3 0,2-3-1 16,3 1-2-16,3 1 0 0,-1-5-1 0,3 0-2 16,-3-4 2-16,11 0-3 0,7-1 4 0,-3 1 1 15,2-8 4-15,0 3-4 0,-2-4 1 0,3 15 0 16,-5-8 3-16,2-5-1 0,2-4 9 0,-1-4 12 15,3-4 2-15,-4-3 5 0,-2 6 19 0,-5-27-15 16,2-3 1-16,0 0-5 0,-2-1-1 0,-2-6-11 16,-4 1 3-16,-7-4-8 0,22 2-10 0,-13 8 9 0,-7 0-7 15,-4 3 6-15,-6 3-10 0,-5 1-11 0,-6 0-9 16,2 4-2-16,-18 2-44 0,-12 3-44 0,-5 0-13 16,-13 6-17-16,-13 4-128 0</inkml:trace>
  <inkml:trace contextRef="#ctx0" brushRef="#br0" timeOffset="178051.2">2421 13178 496 0,'-1'-2'127'0,"-1"1"274"0,-2-1-371 16,-2-2-2-16,-5-2 2 0,2 1-3 0,2 1-15 0,-3 0-3 15,3 1-8-15,-1 1 6 0,3 0 1 0,-1 2-8 16,-1 0 8-16,-2 0-8 0,3 0 6 0,4 0-3 16,-3 0-3-16,1 2 0 0,0 0 1 0,0 0 23 15,1-1-7-15,1 1 13 0,0 0 2 0,0 0 3 16,0 0-2-16,2 0-2 0,0 0-21 0,2-1 1 15,0-1 4-15,2 0-2 0,9 0 4 0,9 0-6 16,6 0-1-16,-2 0-1 0,2-1-2 0,0-1 0 0,-1 0 0 16,-1 0-1-16,2 0-2 0,-5 2-7 0,-1 0 2 15,4 0-2-15,-6 0 14 0,-3 0-11 0,0 0 2 16,-10 0-6-16,6 0-12 0,-5 0-2 0,-1 0-3 16,-1 0 0-16,-3 0-11 0,1 0-23 0,0 0-5 15,1-2-12-15,1-1-69 0,7-5-42 0,-2-18-34 0</inkml:trace>
  <inkml:trace contextRef="#ctx0" brushRef="#br0" timeOffset="178302.4">3025 12423 1166 0,'0'0'32'0,"-2"-2"-2"0,0 0 31 15,0 0-8-15,0-2 2 0,1 1-19 0,-1 1-20 16,0 0-1-16,0 0-7 0,0 0-8 0,0 0 5 15,0 1-3-15,1-1 2 0,-1 2-3 0,0 2-3 16,2-1 1-16,0 11-2 0,-2 21 8 0,2 4-3 16,0 6 1-16,2-1-3 0,2 7-8 0,-1 1 11 15,3 2-3-15,-2 0 7 0,3 2-7 0,0-2-2 16,1-4 0-16,-1-2-1 0,-1-5 7 0,1-2-6 16,3 2 2-16,-1 2-4 0,0 1 9 0,0 3-7 0,3 3-8 15,-1 4-6-15,0 1-58 0,2 9-212 0,0 4-43 16</inkml:trace>
  <inkml:trace contextRef="#ctx0" brushRef="#br0" timeOffset="178893.36">3920 13941 971 0,'-2'0'104'0,"0"0"-147"0,-9-3 119 15,-11-5-69-15,3 3-19 0,2 1-10 0,1 0 2 16,5 2-4-16,3 2 15 0,3 0-3 0,-1 0 3 16,4 0-3-16,-3 0 0 0,3 0-10 0,-2 0 3 0,2 0-3 15,0 0 11-15,-1 0 3 0,1 0 6 0,0 0-2 16,0 2 17-16,0-2 22 0,2 0 0 0,0 0 6 15,2 0-8-15,2 0-1 0,14 2-10 0,16 0 6 16,5 0-13-16,11-2-4 0,6 0-3 0,14 0-2 16,10-2-7-16,13-2 6 0,7-1 5 0,2-1 0 15,-2-3 4-15,3 0 6 0,-1-3 1 0,13-2 1 0,9-1-4 16,8-2-1-16,-2 0-8 0,-6-3 5 0,-1-4-10 16,9-2 6-16,7-2 0 0,2-2 0 0,-2-1-6 15,-9-1-5-15,-5 1 2 0,3-3-2 0,2 3 6 0,-6 3-3 16,-9 0 3-16,-14 2-3 0,-9 4 3 0,-6 1-1 15,-3 3-4-15,-5 1 3 0,-3 2 1 0,-7 4-3 16,-5 3 3-16,-12 3-2 0,-3-1 4 0,-11 3-6 16,-7-1 1-16,-6 2-3 0,-7 0-3 0,-10 2 6 15,-5 0-9-15,2 0 8 0,-1 0-16 0,-1 0-58 16,0-2 4-16,-2 0-30 0,-4 1-62 0,-33-5-67 16</inkml:trace>
  <inkml:trace contextRef="#ctx0" brushRef="#br0" timeOffset="179280.84">4048 14374 949 0,'-4'0'125'0,"-14"0"-181"0,-29 0 148 0,6 0-85 16,6 4-10-16,5 3-4 0,4 2 0 0,6 1 0 15,9-5-1-15,3 1-28 0,5-4 0 0,-5 7-8 0,3 0 8 16,-1 4 23-16,4-2 7 0,2 1 3 0,4-3 26 0,2-2 3 16,10-3 3-16,20-2-1 0,6 22-4 0,10-15-7 15,10-9 3-15,15-9-4 0,7-10 6 0,16-3 20 16,10-2-3-16,-1-2 8 0,7-2-11 0,2-3-10 16,14-3-10-16,9 3 4 0,4-3-12 0,-2 1 4 15,-7 1 1-15,8 4-1 0,7-1-3 0,5 1-3 16,0 2 4-16,-10 2-2 0,5-2 10 0,3 2-9 15,0-2-2-15,-4 0-2 0,-10 1 4 0,-7-1 7 16,3-1-4-16,-1 1 2 0,-5 0-7 0,-13 1-4 16,-13 1 7-16,-13 2-8 0,-2 2-1 0,-5-1-1 0,3 3-5 15,-7 1 3-15,-2 2-6 0,-9 2-188 0,-6 2-43 16</inkml:trace>
  <inkml:trace contextRef="#ctx0" brushRef="#br0" timeOffset="187327.72">5697 10805 248 0,'0'0'0'0,"-2"0"5"0,0 0 70 0,-2 0-3 15,1 0-1-15,-7-1-21 0,3 1-13 0,-2-2-29 16,3 2 2-16,-1 0-8 0,3 0-3 0,-2 0 1 15,1 0 5-15,-1 0-4 0,-1 0-1 0,1 0 0 16,1 0 1-16,-1 0 1 0,-1 0 6 0,-1 0-10 16,1 0 2-16,-3 0-3 0,1 0 5 0,0 0 10 0,-2 0-6 15,1 0 9-15,-1 0 7 0,0-2 12 0,0 0 0 16,-2 0 2-16,-2-2-11 0,4 1-6 0,-2-1-1 0,-2-2-1 16,2 3-9-16,-4-3 0 0,3 1-1 0,-3-1 2 15,2 2-2-15,-4-1-5 0,-1 1 1 0,2 0-3 16,-10-1 11-16,7 3-4 0,1 0 5 0,-4-2-5 15,5 2-3-15,-5-1 9 0,0-1-7 0,-2 0 8 16,0 1-4-16,2-1-3 0,0-2 1 0,1 3-2 16,-3-1-4-16,0 0-2 0,-3-1 0 0,1 1-2 15,0 0-3-15,2 2 5 0,2 2-3 0,-4 0 3 0,0 0-10 16,2 0 4-16,-2 2 4 0,2 0-1 0,-2 2-1 16,1 1 0-16,-1 1-3 0,-4 1 3 0,1 3-1 0,-1-1 4 15,-1 0-5-15,-3 2 4 0,-1 0-8 0,-4 1 6 16,2-1 3-16,0 0-1 0,2 0 2 0,2 2-6 15,0 2 4-15,3-2-3 0,-1 4 8 0,1-1-4 16,0 1 1-16,1 2-1 0,-1-1 0 0,3-16 6 16,1 20-5-16,0-3 7 0,-5-4 3 0,1 0-7 15,-1 3 5-15,-6-1-8 0,0 3-2 0,-4-5 8 16,-2 0-4-16,1 0 7 0,-1-2-4 0,-1 2-6 0,1 1 0 16,8 5-3-16,0 3 2 0,5-2 2 15,3-1 3-15,-1 1 0 0,4-5-2 0,2 3 0 0,0 2-1 16,1-1 0-16,-1 3 0 0,0 0-3 0,2-2 3 15,-4 2-3-15,0 1 3 0,0-1-1 0,-6 0 0 16,6 0 1-16,-9 2 7 0,0-2-2 0,-1 2-5 16,-4-2 2-16,4 2-3 0,1 0 0 0,-4 0 1 0,4 4-2 15,-2-6 0-15,3 6 8 0,5-2-1 0,1-6 4 16,0 2-7-16,2 2 2 0,2 0-1 0,1 2 0 16,3 3-5-16,1-5 2 0,5-1-1 0,1 2 1 15,-2-4-2-15,5 1 1 0,-1 2-1 0,0-6 2 16,2 3 1-16,0-3-2 0,1-1 3 0,3 3-3 15,-1-2 5-15,-3 3-6 0,1 1 1 0,-3 2-3 0,-4 3 6 16,2 1-2-16,-5 2 0 0,3-1-1 0,0 1 1 16,-4 3-1-16,3-2 1 0,-5 6 0 0,1-1 0 0,0-1 1 15,5 5-2-15,2-6 1 0,2 3 4 0,-1-4-3 16,-1 0-1-16,2 2 0 0,-2-5-6 0,4 3 7 16,0-9 1-16,1-2 3 0,-1-1-4 0,5-3 2 15,1-1-1-15,-1-5 3 0,-5-1 3 0,1-1-9 16,1-1 6-16,3-4-5 0,0 2 5 0,2-1 1 15,1-1-6-15,-1 1 4 0,0-1-4 0,0 2-1 16,2 1-1-16,0-1-1 0,0 2 1 0,0 0 0 16,2 2 3-16,2 0-1 0,1 2 5 0,3 2-4 0,-1 0 2 15,0-1-3-15,3 5-1 0,1-3 3 0,0 3-5 16,2-1 5-16,-2-1 0 0,2 1-6 0,0-1 4 16,0 1-5-16,-9 1 5 0,13-3 4 0,3 3-4 15,-5-3 2-15,-2 1-7 0,5-1 5 0,-1 1 2 0,-2 3 0 16,5-1 2-16,-3-1-1 0,0 0-3 0,3-1 0 15,-1 5-7-15,-3-5 10 0,3 5-8 0,1-2 9 16,1-2-6-16,1 3 1 0,0-1 4 0,3-2-3 16,-3 1 0-16,2 1 0 0,0-1 0 0,0-1-1 15,4 0 1-15,-4 1-2 0,6 1 3 0,0 0-3 16,1 1 1-16,3-3 1 0,-3 1 0 0,1-1 1 0,-1-3 3 16,5-1-4-16,-3 3 2 0,4-2-2 0,-7-2 5 15,0 1 6-15,-1-1 1 0,-3-2 2 0,4 2-6 16,-2-2-1-16,2 0 1 0,3 0 2 0,0-2-1 0,5 0 6 15,1 0-9-15,3-3 7 0,7 3-11 0,4-4-1 16,1 3-1-16,0-3-1 0,0-3-4 0,-2 1 6 16,2-1 3-16,-2 2 0 0,-4 1-1 0,-5 17-5 15,-1-9 2-15,-1-6-2 0,6-1 5 0,-3-3-6 16,3 1 3-16,3-2-2 0,-2-3 8 0,6 3-7 16,2 2 1-16,-4-1-3 0,0 1 9 0,-2-2-2 15,-2-1-4-15,-2-1 2 0,1 0-8 0,-1 2 7 16,1-2 2-16,3-1 2 0,4-1-3 0,5 0-4 0,8-1-2 15,7-1 2-15,2-2 7 0,0-3-8 0,-3-3 3 16,-4-1-5-16,1-4 12 0,-9 2-10 0,2-3 7 16,-3 1-8-16,3-2 4 0,4 2 5 0,3 2-6 0,5 0 4 15,-3 0-11-15,-1 2 7 0,-6-2-2 0,-6 2 3 16,2 2 1-16,-7-1 1 0,0 1-1 0,2 0 0 16,-1-2 4-16,5 1-7 0,1-1 4 0,4 4-5 15,2-1 2-15,3-1 3 0,-3-2-2 0,-5 0 3 16,-1-2-1-16,-5 0 3 0,-1-2 0 0,1-2 1 15,2-1-9-15,1-3 7 0,2-1-4 0,10 0 6 16,-1-1 2-16,5-1-4 0,-1 2 1 0,-11 2-4 0,0-1-6 16,-9 3 3-16,0-3 2 0,0 1 0 0,0-3 2 15,-1 3-2-15,5-2 0 0,5-1 0 0,0 1 4 0,2-2-2 16,-2 0-1-16,-5-2 0 0,-2-2 8 0,-4 24-7 16,-8-33 6-16,-1 0-5 0,0 4 5 0,-1-6 1 15,3 0 1-15,-1 0 2 0,3 0 11 0,1 0-2 16,-2 2-7-16,5-1 4 0,-1-1-17 0,-2 2 11 15,0 2-6-15,-7 0 7 0,0-2-6 0,2-1-6 16,-4 0 6-16,-4-3-7 0,0 0 4 0,-7 0 2 16,0-2-4-16,-2 2 3 0,-2-1-3 0,0 1 3 0,-2 0 1 15,-1 2-1-15,1 2-4 0,-3-2 5 0,-1 2-2 16,-1 0 3-16,-2-1 4 0,-2-1-6 0,0 1 7 16,-6 2-5-16,3-1 13 0,-1 2 3 0,-2-2-3 15,-1 0 1-15,-2-2-8 0,-3-2 2 0,24-2-2 16,-14 4 1-16,-6-6 3 0,-5 3-4 0,0-1 2 0,-2-2-3 15,-1 5-1-15,-5-3 8 0,1 4-1 0,-2-2 2 16,-1 4-9-16,-1-2 3 0,0 4-1 0,-2-1 1 16,-2 1-2-16,0-2 2 0,0 2-6 0,-1-2 3 15,-1-2-8-15,0 1 2 0,-1-2 2 0,-1-1-1 16,1 2-2-16,-1-2-1 0,-1 2-2 0,-1 0 1 0,1 4-2 16,12 1 9-16,-16-1-3 0,-6 2 5 0,-3 1-2 15,2 0 0-15,-3 6 1 0,-1 2-2 0,3 0-3 16,-3 2-5-16,3 0-2 0,-1 3-1 0,-4-1 3 15,-4 1-2-15,0 2 3 0,0-3-2 0,0 3 8 0,1-3-3 16,-5 1 1-16,2 1-3 0,-3 1 1 0,-2-2 3 16,-10 4-1-16,-3-1 1 0,-2-1-2 0,-10-1 3 15,3 1-2-15,-6 0 1 0,-6 0-8 0,2 3 4 16,-5-1-4-16,-3 5 3 0,-8-1-9 0,-10 2-2 16,-11 0-1-16,-4-1-1 0,3 9-10 0,1-37 14 15,0 27-4-15,-12 11 6 0,-2 6-10 0,-5 1-5 16,8 1-5-16,15 3 0 0,3 7-28 0,-1 8-63 0,-4 8-26 15,-13-25-23-15,-2 49-175 0</inkml:trace>
  <inkml:trace contextRef="#ctx0" brushRef="#br0" timeOffset="-210887.64">9618 11598 79 0,'-2'0'1'15,"-1"0"9"-15,-7 2 112 0,-12 4-11 0,2-3 16 16,-1 1-37-16,1 0-6 0,-4 0-39 0,3-1-7 0,3 1-6 16,1-2-18-16,6 0-8 0,-2 0 6 0,5-2-7 15,1 1 8-15,-1-1-10 0,5 0-1 0,1 0-2 16,0 0 3-16,-2 2-7 0,1-2 4 0,-1 0-4 16,2 0 15-16,0 0-7 0,0 0 3 0,0 0-5 15,1 0 0-15,1 0 8 0,0 0-2 0,0 0 3 16,1 0-9-16,1 0 6 0,2 0-4 0,16-2 5 0,5 1-8 15,-3-3 3-15,8 0 3 0,-1 0-1 0,1 1 11 16,7-3-9-16,0 2 3 0,2 1-2 0,2-1 10 16,-2-2 7-16,2 3-4 0,-2-3 6 0,2-1 4 15,0-1-4-15,-2 1 6 0,-2-1-6 0,0-1 2 0,0-2-3 16,2 0-5-16,2-2 0 0,2 0-8 0,-3-2 1 16,5 0-1-16,5 0-1 0,-5 2-8 0,-1-2 7 15,-1 2-7-15,-8 2 5 0,6-4-13 0,-4 1 10 16,0-1 0-16,-3 2 3 0,-5 0-11 0,1 2 3 15,-6 1-2-15,-1 1 1 0,-3 0-4 0,0-1-2 16,1 1-7-16,-3 0 3 0,1 0-16 0,-4 1-24 0,0 1-6 16,0-1-13-16,-1 1-95 0</inkml:trace>
  <inkml:trace contextRef="#ctx0" brushRef="#br0" timeOffset="-210274.32">10740 10943 361 0,'0'0'165'0,"-2"0"-251"16,0-2 203-16,0 0-119 0,0 0 11 0,0 0-4 16,0 1 0-16,-1-1-3 0,-1 0-2 0,0 0 1 15,1 0 5-15,-1 0-1 0,0 0 3 0,0 1-1 16,1-1 4-16,-1 0 0 0,0 0 21 0,2 2 13 16,-5-2-4-16,0 0 6 0,-3 0-7 0,7 2-6 0,-1 0-9 15,0 0 1-15,0 0-17 0,1 0-10 0,-1 0 1 16,2 0-5-16,0 0-2 0,0 0 12 0,1 0-3 15,-1 0 7-15,0 0 2 0,2 0 8 0,0 0 2 16,0 0 0-16,2 0-2 0,0 0 2 0,1 0-5 0,3 0 2 16,11 0-20-16,1 0 8 0,1 0-1 0,1 0 5 15,2 0-2-15,-1 2-10 0,1 0 0 0,0 0-3 16,1 2 13-16,-5-1-7 0,5 1 6 0,-3 0-7 16,2 0-5-16,-1-3 9 0,-1 3-3 0,1 0 7 15,1 1-4-15,0 1-2 0,4 1 0 0,-4-1 0 16,1 0-1-16,1 1-1 0,-2 0 0 0,2-1 0 0,-3 0 0 15,-8-3-1-15,0 1 2 0,1 0-1 0,1-1 4 16,-2 1 0-16,-3 0 0 0,-7-4 2 0,1 2 6 16,3 1-1-16,3 3 7 0,-7-4-4 0,-1-2 16 0,2 4-5 15,0-1-3-15,-1-1 1 0,-1 2 4 0,0 0-7 16,0-1 5-16,0 1-7 0,0 0-2 0,-2 1-2 16,0 5 1-16,0-3 0 0,-2 4 1 0,-2 0 6 15,-1 0-8-15,-5 4 8 0,-1 0-7 0,7 2 6 16,-16 1 6-16,-2 3-3 0,-6-1-5 0,-2 4-4 15,-3 2-9-15,-1 2 4 0,-1 7-14 0,-4 6-2 16,-2 6-10-16,-5 14 0 0,-4 10-58 0,-10 20-248 0</inkml:trace>
  <inkml:trace contextRef="#ctx0" brushRef="#br0" timeOffset="-207896.07">2455 13136 52 0,'0'0'0'15,"0"0"30"-15,0 0 16 0,0 0 32 0,-2 0 8 16,0 0-17-16,0 0-6 0,0 0-28 0,1 0 0 0,-1 0-4 16,0 0-9-16,0 0-14 0,0 0 3 0,0 0-6 15,0 0 10-15,1 0-7 0,-1 0 3 0,0 0-4 16,0 0 8-16,0 0 5 0,0 0-3 0,0 0 3 16,1 0-8-16,-1 0 4 0,0 0-3 0,0 0 3 15,0 0 2-15,0 0-11 0,0 0 1 0,1 0-5 16,-1 0 0-16,0 0-1 0,0 0 6 0,0 0-5 15,0 0 11-15,0 0-6 0,1 0-2 0,-1 0 0 0,0 0-2 16,0 0 10-16,0 0-1 0,0 0 2 0,0 0-2 16,2 0-3-16,-1 1-1 0,-1-1 0 0,2 0 6 15,0 0-5-15,0 0 2 0,0 0-5 0,0 0-3 0,0 0-1 16,0 0 9-16,0 2-2 0,0-2 32 0,0 2-20 16,0-2-2-16,0 0-7 0,0 2-8 0,0-2-5 15,0 0 5-15,0 0-5 0,2 0 8 0,-1 2-7 16,1 0-1-16,0-2-1 0,0 0 0 0,2 0 0 15,-1 0-4-15,3 0 4 0,7 2 0 0,0-2-3 16,0 0 4-16,4 0-2 0,-1 0 5 0,-1 0 2 16,2 0 0-16,-2-2 0 0,2 0 3 0,-1 0-7 0,5-2 3 15,-6 2-4-15,1 1 0 0,-1-1 3 0,-6 0 2 16,4 0 0-16,-3 0 0 0,3 0-3 0,-2 0 0 16,-4 2-1-16,-3 0 9 0,0 0 12 0,-1 0-2 15,-1 0 4-15,4 0-5 0,-2 0-12 0,1 0 2 0,-3 0-5 16,2 0 6-16,-1 0-10 0,1 0 0 0,2 0-3 15,1 0-3-15,1 0-9 0,-1 0-13 0,2 2-7 16,8 2-133-16</inkml:trace>
  <inkml:trace contextRef="#ctx0" brushRef="#br0" timeOffset="-206901.16">4945 13204 26 0,'0'0'4'0,"0"0"9"0,0 0 1 0,-2 0 14 0,0 0 5 16,0 0 2-16,0 2 21 0,0 0 4 0,-1 0-1 16,-1 0 2-16,-2 0-8 0,-5 1-8 0,0 1-7 0,-2 2 1 15,-2-1-15-15,2 1-15 0,0-1 3 0,0 1-7 16,2-1 8-16,-4 3 12 0,2-1 1 0,-2 3 4 15,2-3 1-15,0 0 9 0,0-1 0 0,0 0 2 16,0-1-8-16,4 1-3 0,-2-1-2 0,2-1 1 16,-1 0-1-16,3-1-12 0,0 1 7 0,-1-2-7 15,5 0 7-15,1-2-12 0,-2 2-2 0,0 0-1 16,1-1 4-16,-1 1-2 0,2 0-1 0,0 0 0 0,0 0-5 16,0 0-3-16,1 0 0 0,1-1 0 0,0 1 2 0,0 0 8 15,0-2 1-15,1 0 1 0,1 0-10 0,0 0-2 16,2 0-2-16,7 0 2 0,9 0 2 0,4 0-3 15,2 0 1-15,4-2 0 0,4 0 2 0,1 1-3 16,6-3-2-16,1-2-1 0,10 1-6 0,0-3 8 16,-3 3 2-16,6-3 2 0,-6 1-4 0,5-1 1 15,1 1-5-15,-7 0 4 0,1-1-3 0,-3-1 1 16,4 0 2-16,-1-1 0 0,3-1 3 0,0 0-2 16,0 0 2-16,5 0-2 0,-3 0 5 0,2-2-1 15,-2 1-1-15,-8 1 0 0,4-2 2 0,-7 2-4 0,-6 0 5 16,0 0-3-16,-5 0 5 0,-3 1-3 0,-1-1-1 15,-2 2-2-15,-2 0 0 0,-3 0-3 0,-3 1 0 16,-1 1-1-16,-2 1 6 0,-4 2-1 0,-2 1 5 16,-3 1-6-16,-1 0 3 0,-3 2 1 0,0 0-3 0,2-2 4 15,0 0 2-15,-1 0 4 0,-1 1-2 0,0-1 2 16,0 0-6-16,0 0-4 0,-2 0 2 0,0 0-2 16,-2 0-5-16,0 1-14 0,0-1-4 0,-2 2-2 15,-14-2-10-15,-3 2-22 0,-1 0-2 0,-2 2-8 16,0 1-33-16,-2 3-38 0,-6 3 2 0,1 2-16 15,-6 2-27-15</inkml:trace>
  <inkml:trace contextRef="#ctx0" brushRef="#br0" timeOffset="-206484.4">5104 13505 61 0,'-1'0'26'0,"-3"2"0"0,-20 5 37 16,-6 3 2-16,2 1 4 0,-2 2 22 0,4-4-16 15,2 0-7-15,2-1-3 0,2-1-21 0,1 1 1 16,4-3 3-16,0 1-2 0,4-2 0 0,0-1-9 0,2 1-1 16,1 0-2-16,-1-1-3 0,5-1 0 0,-3 0-1 15,3-2 0-15,2 0 2 0,-1 2-5 0,-1 0-1 16,0 0-2-16,0 0-5 0,3-1-1 0,-1 1-1 16,0 0-1-16,0 0-9 0,0 0-1 0,2-2 2 15,0 0-1-15,2 0 10 0,0 0-15 0,2 0 6 16,14 0-8-16,12 0 10 0,7-4-8 0,4-1 5 0,7-5-5 15,2 1 4-15,4-4-8 0,2-2-1 0,0-2-1 16,1-1 9-16,-1-1-7 0,-4 1 3 0,2-3-5 16,-2 1 5-16,3-1 6 0,1-1-3 0,11 0 2 15,-6 3-9-15,2 1 8 0,4 1-7 0,-9 0 7 16,1 1-5-16,-1 1 6 0,-6 0 3 0,-6 2 0 0,-5 0 1 16,-6 2 2-16,-1 0-3 0,-3 1 4 0,-1 1 14 15,-4 0-4-15,-6 1 4 0,1 1-5 0,-3 1 2 16,-5 3-7-16,0-3 5 0,-3 2-6 0,-1 1-9 0,-2 1 0 15,-3 0-7-15,2 0 6 0,-5 2-6 0,3-2-4 16,0 0 1-16,0 0-4 0,-1 1-14 0,1-1-66 16,-2 0-31-16,0-2-26 0,0 0-249 0</inkml:trace>
  <inkml:trace contextRef="#ctx0" brushRef="#br0" timeOffset="-205994.06">2455 13869 500 0,'0'0'138'16,"-2"0"46"-16,0 0-89 0,0 0-89 0,-1-2 0 15,-1 0 2-15,0 2-8 0,0 0 3 0,1 0-5 16,1 0-1-16,0 0-4 0,0 0-5 0,0 0 3 16,0 0-7-16,1 2-1 0,1 0-4 0,0 0-2 15,0 0-40-15,0 1-57 0,1 1-37 0</inkml:trace>
  <inkml:trace contextRef="#ctx0" brushRef="#br0" timeOffset="-205537.4">9405 12061 1359 0,'-4'-2'13'0,"-22"-11"51"0,-8-4-148 0,18 10-369 16</inkml:trace>
  <inkml:trace contextRef="#ctx0" brushRef="#br0" timeOffset="-196518.45">2817 13832 298 0,'0'0'0'0,"0"0"28"15,-2 0 8-15,0-2 20 0,0 0 10 0,0 0-22 16,1 0-2-16,-1 1-10 0,0-1-13 0,-2-2 8 16,0 0-16-16,1 1-3 0,-1-1-1 0,2 0-1 15,0 0-7-15,2 3 7 0,-3-5 8 0,-1 0 0 16,0-1 23-16,0 0 3 0,-5-6-7 0,6 7 4 0,-3-5-18 16,2 2 1-16,4 7 8 0,-3-6-5 0,1 5 4 15,0-3 6-15,0 0-1 0,2 5 2 0,-2-3-2 16,0 0-11-16,0 1-8 0,1-1 2 0,-1 0-14 0,0 2-3 15,0 0 2-15,0 1-4 0,0 1-1 0,2 0-3 16,0 1 1-16,0 9-1 0,0 23 9 0,0-1-1 16,0 3 3-16,0 0-3 0,0 2 7 0,0 2-10 15,-3 2 1-15,-1 4-4 0,-2-1 4 0,-1 5 3 16,-2 1 3-16,-3-2 0 0,3 6 0 0,0-4 1 16,-2 2-5-16,0-2 5 0,1-5-6 0,3-5 1 15,1-6 2-15,1-1 0 0,-1-5 0 0,1-4-2 0,-1-1-3 16,0-7 0-16,1 3-9 0,-1-4-61 0,1 0-9 15,-1-1-29-15,1-1-131 0</inkml:trace>
  <inkml:trace contextRef="#ctx0" brushRef="#br0" timeOffset="-196152.87">2438 14454 947 0,'0'0'9'0,"-2"0"-2"16,0 0 26-16,1 0-6 0,-1 0 7 0,0 0-24 16,0-2 4-16,0 2-11 0,0 0 8 0,0 0-6 0,1 0-4 15,-1 0 1-15,2 0-2 0,0 0-1 0,0 0 6 16,0 2 0-16,0 0 1 0,2 1-4 0,-1 1 6 16,5 9 4-16,0 2-1 0,-1 2 3 0,3 1-8 15,-3-1 2-15,3 5-3 0,-3 1 6 0,3 3-10 16,-3 0-1-16,1 1-2 0,-1 3 4 0,1 2-4 15,-1 1 3-15,-1 2-2 0,-2 1 1 0,0-3-3 16,0 1 3-16,-2-3-2 0,0-3 2 0,0-2 7 16,2-2-7-16,-1-4 7 0,1-1-8 0,-2-2 5 0,2-4-4 15,0-2 4-15,0 0-11 0,0-5 13 0,0-3-6 16,-1 1 7-16,1 0-11 0,2-2 7 0,0-1 7 0,9 5-1 16,3-4 8-16,5-2-4 0,-1-2-5 15,-7-2 3-15,10-7 5 0,1 6 2 0,0-25 7 0,6-5-5 16,-3-3 4-16,-1-2-8 0,2-5-8 0,7-1 3 15,-1-4-11-15,9-4-60 0,-4-6-31 0,-2-3-37 16,2-9-359-16</inkml:trace>
  <inkml:trace contextRef="#ctx0" brushRef="#br0" timeOffset="-190652.27">10916 13462 297 0,'0'-1'0'0,"0"-1"4"16,-2 0 41-16,0 0-16 0,0-2 0 0,1 1-20 16,-1-1-4-16,2 2-29 0,0 0-2 0,0 0-13 15,0 0-14-15,0 1 19 0,0-1 3 0,0 0 7 0,0 2 23 16,-2 0-7-16,0 0 8 0,0 2-3 0,0 0 19 16,0-1 26-16,1 1-1 0,-1 0 9 0,0 0 1 0,0 0 6 15,0 0 0-15,0 0 2 0,0-1-8 0,1 1-6 16,-1-2-10-16,0 0 4 0,0 0-18 0,2 0-7 15,0 0 7-15,0 2-8 0,0 0-1 0,0 0-12 16,0 0 3-16,2 0-3 0,0-1 8 0,1 1-4 16,-1-2 0-16,17 6-1 0,-1-1-3 0,3 1 11 15,-1-2-6-15,4-1 11 0,1-3 7 0,4 0 6 16,5 0 3-16,6-1-1 0,-2-3 2 0,4-2-8 16,5 1-1-16,-1-1-2 0,10-1-15 0,0-1-3 0,-3 5-2 15,-1-3 1-15,2 0 3 0,0 3-2 0,5-5 1 16,5 3-3-16,2-1-2 0,5 2 3 0,3 3 2 15,4-1 1-15,-3 0-2 0,-1 0-2 0,0 2 2 16,-7-2 0-16,3 2 1 0,-3-2-2 0,9 2-3 0,2 0 0 16,2 2-3-16,6 4 1 0,-6-3 2 0,-8 3-1 15,-2 1 4-15,-6 1 1 0,-5-1-3 0,-3-1 2 16,-6-2 0-16,0-1-3 0,-2 1 1 0,-1 0-1 16,-1-1 5-16,-1 1 4 0,-10-2 0 0,-2 0 0 15,-5 2 0-15,-2-3-8 0,0 1 7 0,-4 2-7 0,-3 0 3 16,-2-1-7-16,-1-1-4 0,-4 0-1 0,-1 0-21 15,-6-2-36-15,-1 2-4 0,0 0-10 0,-1-2-23 16</inkml:trace>
  <inkml:trace contextRef="#ctx0" brushRef="#br0" timeOffset="-189934.25">11029 13158 679 0,'0'-2'-2'0,"0"0"17"0,0-2-46 0,0 1 16 16,0-1-1-16,2-3 7 0,0 1 3 0,2 0 1 15,-4 5 7-15,1-3-3 0,3 2 6 0,4 0-9 16,-5 0 1-16,3-1-3 0,-4 3 15 0,0 0 19 16,1-2-7-16,1-2 11 0,0 0-4 0,-1 2 7 15,-1 1-1-15,0-1 3 0,0 0-1 0,0 0-5 16,-2 0 2-16,0 0-4 0,0 0-5 0,-2 1-5 0,0-1-3 16,-2 0 0-16,-1 0-4 0,-16-5-9 0,-1 3 7 15,0 4-9-15,-2 0 4 0,2 4 0 0,-3 3 2 16,-1 2-1-16,0 2 2 0,-3 2-10 0,1 2-2 15,-4 2-3-15,1 0 4 0,-3 1-5 0,-3 3 10 16,4-3-7-16,-6 3 11 0,3-1-6 0,7-3-4 0,-1 1 1 16,-2-16 3-16,5 17 0 0,-7 1 5 0,10 1-5 15,4-3 0-15,1-1-1 0,6 0 0 0,2-1 0 16,2-1-1-16,-1-2 1 0,1 2 1 0,5-6 0 16,1-1 4-16,-3-1 0 0,1 3-2 0,-1-1 1 15,0 4-6-15,5-2 3 0,1-2 1 0,0 2 3 0,3 1 7 16,5 1-8-16,-1-2 5 0,8-2-5 0,20 0 5 15,-7-1-2-15,4-1 3 0,3 2-2 0,-9 1 8 0,7 1-9 16,1-4-1-16,1 3-3 0,2-1-3 0,2 2 4 16,-2-2-1-16,4 2 2 0,-2-5-3 0,-2 3 6 15,6 0-2-15,-4-1 4 0,0-1 2 0,2-3 3 16,-2 18 5-16,-2-11-4 0,4-5-4 0,1-6 8 16,-4-4-7-16,-1-3 7 0,-4-2-13 0,-7-1-3 15,-4 1-3-15,-3 0 0 0,-8 1-14 0,-5 5-41 16,3-9-19-16,-5 5-45 0,-2 3-437 0</inkml:trace>
  <inkml:trace contextRef="#ctx0" brushRef="#br0" timeOffset="-178901.61">1545 3286 39 0,'0'0'42'0,"0"0"-12"16,0 0 8-16,0-2 12 0,0 0-24 0,0 0 0 0,0 0-7 15,0 0-2-15,0 1-6 0,0-1-4 0,0 0-10 16,2-2 3-16,0 0-3 0,0 1 6 0,-1-1-6 16,1 0 4-16,0 1-3 0,2-1 6 0,-2 0 21 15,0 0 1-15,-1 1 11 0,3-1 35 0,-2 0-11 16,0 1 8-16,0-1-9 0,0 0-4 0,-2 2-13 0,1-3-5 15,1-3-2-15,-2 5-12 0,0-1-20 0,2-2 8 16,0 3-11-16,0-1 9 0,0 0-9 0,0 0 0 16,-2 1 0-16,0 1 11 0,0-2-4 0,0 0 2 15,0 1-2-15,0 1 17 0,0 0-4 0,0 0 3 16,0 0-5-16,0 0-10 0,0 1 5 0,0-1-6 0,0 0 6 16,0 0-12-16,-2 0-1 0,0 0 1 0,0 0 0 15,0 2 4-15,0 0 2 0,-1 0-4 0,-5 2 3 16,-10 4-3-16,1-1 8 0,-2 3-1 0,-3-1 2 15,7-1-5-15,-1 1 2 0,-5 3-2 0,6-5 2 16,-5 4-10-16,3-1 3 0,6-3 2 0,-2 1-2 16,2 0-1-16,-2 1-3 0,-2 2-1 0,2-1 0 15,0-1 10-15,-2 4-10 0,-2 0 3 0,6-1-4 0,0-7 9 16,2 9-9-16,1 2 3 0,3-1-3 0,-3 2 9 16,-1-2-4-16,4 2-1 0,-8-2 0 0,3 4-4 0,3-2 1 15,-4 0 3-15,3 3 0 0,3-1 2 0,-1-2 2 16,1 3-5-16,-1 1 2 0,-1 1-6 0,-1-1 6 15,4-3-2-15,3-1 5 0,-11 2-2 0,3 0-3 16,2 1 3-16,1 3-3 0,2-6 2 0,3-1 3 16,1-4 0-16,0-5 1 0,0 5 2 0,1-1-2 15,1 4-3-15,2 4 1 0,0-6-4 0,1 4 0 16,1-2 2-16,-1-2 1 0,3 4 2 0,-1-4 0 16,-1-2-2-16,1 2-1 0,1 2-2 0,1 0 5 0,-3 2 0 15,8-2 1-15,-1 0-12 0,2 0 6 0,-2 0-1 16,0-2 3-16,4 2-2 0,2 0-1 0,-5 0 1 0,9 2 0 15,-3 0 0-15,4-2 4 0,-3 4-4 16,1-3 3-16,-2 5-8 0,-7 0 3 0,10 1 0 0,-8 2 3 16,-2 1 9-16,0 1-11 0,-6 2 3 0,4 0-4 15,-2 0 7-15,-1 0-2 0,-1 0-3 0,-1 1 1 16,-1 1-6-16,-1-2 8 0,0 2-3 0,-1 2 6 16,1-2-9-16,-2-2 3 0,0 5-2 0,0-1 2 0,16 2 5 15,-5-1-8-15,-5-3 6 0,-5 0-7 0,-1-4 6 16,-2 0 3-16,0-2-4 0,0 1 3 0,-2-3-5 15,-1 0 2-15,-3 3 2 0,1-3 1 0,-3 2 3 0,1-1-3 16,-4-3-1-16,-2 5 1 0,-2-3 4 0,11 1-4 16,-18-1 1-16,1 0-2 0,-3-1 3 0,-4 0-7 15,8-1 4-15,-2-3-4 0,-1 2 7 0,-3-2-2 16,2-2 4-16,-4 1-5 0,6-2 1 0,0 1 5 16,0-2-4-16,3-2 3 0,-5-3-9 0,5-3-1 15,-1 5 1-15,3-6 1 0,2 5 9 0,-1-5-9 16,6 0 3-16,-1 7-3 0,-2-2 2 0,4-1 4 0,0-2-3 15,1-2 3-15,1-1-2 0,3-1-1 0,-2 0 4 16,5 0-5-16,-3 0 1 0,2 0 2 0,-2 0-5 16,1 0 5-16,-1 0-5 0,0 0 5 0,2 0-3 15,0 0 3-15,1 0-5 0,-1 0-4 0,0 0 4 0,0 0-2 16,0 0 7-16,2-1-5 0,0-1-1 0,0 2-1 16,2-2 2-16,0 0-4 0,2 2 4 0,1 0-3 15,10-2 3-15,2 2-1 0,1 0-2 0,-1 0 1 16,5 0 7-16,-3 2-6 0,1 0 1 0,6 3-3 15,-5 1 7-15,1 1-2 0,-3 1 1 0,-3-3-3 16,1 3-6-16,2-1 4 0,1 3-1 0,-11-5 2 0,6 4 1 16,-2-1 0-16,-2-1 0 0,0 1 0 0,-1-5 3 15,5 10-4-15,-2 4 0 0,0 4-1 0,-4-1 6 16,-4 0-8-16,-1-1 4 0,-2 1-6 0,4 3 8 0,10 1-4 16,-3 2 2-16,-2-2-2 0,-3 2 8 0,-3 0-6 15,1 2 1-15,-2 3-2 0,-1-1-3 0,-1 2 5 16,-2 1-1-16,0-3 2 0,0 1-4 0,-2 1 5 15,2-2-3-15,0-1 3 0,0-1-3 0,0 0-5 16,0-2 5-16,0 0-4 0,0 0 4 0,0-2 0 16,0 4 1-16,0-6-1 0,0 4 1 0,0-5 2 0,0-3-3 15,0 3 3-15,-1-1 2 0,1-5-4 0,0 2 2 16,-2-1-3-16,2-3-6 0,-2 2 10 0,2 2-6 16,0-8 7-16,0 4-5 0,0-2-4 0,0 2 5 15,0-2-5-15,0 2 2 0,0-1 6 0,2-1-3 16,0 0 6-16,1 2-7 0,1 2 1 0,0-2 1 0,-1 2-1 15,1-2-9-15,0 0 5 0,-1-2 1 0,1 2 2 16,2 0 0-16,-1 0 3 0,-1-2-6 0,2 2 5 16,-3-2 1-16,3 2-4 0,-1-2 3 0,1 0-3 15,1 2 3-15,-1-2 0 0,1 2-2 0,-1-3-1 16,0-1-6-16,1 0 6 0,-1-1 3 0,-5-1 2 0,11-1 2 16,1-3 4-16,1-1 0 0,1 9 3 0,2-1 9 15,2-3-6-15,1-3 3 0,6-2-3 0,-2-2 8 16,4-2-8-16,2-2-7 0,5-2 1 0,2 1-10 0,4 1-2 15,2-1-2-15,-2 1-4 0,9 2-36 0,9 2-156 16,6 6-113-16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5:28:06.5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13309 5595 306 0,'0'0'22'0,"0"0"1"0,0 0 13 15,0 0-6-15,2 0-1 0,0 0-15 0,0 0-2 16,0 0-2-16,0 0 0 0,1-1-12 0,1 1 2 16,0-2 0-16,-1 2 3 0,1 0 3 0,-2 0 6 0,0 0 3 15,0-2 5-15,0 0 28 0,-1 0-30 16,1 0 5-16,0 0-13 0,0 1 4 0,-2-1-5 0,0 0-2 15,0-2 0-15,0 0 9 0,0 1 1 0,-2-1 1 16,0 0-2-16,0 1-8 0,1-1-3 0,-1 0 2 16,0 0-4-16,0 1-6 0,0-1 12 0,0 0-4 0,0 1 10 15,1-1 12-15,-1 2-2 0,0 0-1 0,2 0-2 16,0 0-7-16,0 1 0 0,0-1 2 0,0 0-2 16,0 0-3-16,0 0-10 0,0 0 5 0,0 0-7 15,0 1 11-15,0-1 6 0,0 0-6 0,0 0 6 16,0 0-9-16,0 0 4 0,0 2-2 0,0 0 1 15,0-2-3-15,0 1 0 0,0-1 4 0,0 0-3 0,0 0 3 16,2 2-5-16,0-2 1 0,-1 2-2 0,1 0-2 16,0 0 2-16,0 0-6 0,0 0 3 0,2 0-5 0,-1 0 8 15,1 0 7-15,-2 0-1 0,5 0 8 0,1 0 0 16,3 2 0-16,-4 0 1 0,1 2 4 0,1 1-10 16,-3-1 1-16,-1-2-3 0,6 11 7 0,-7 3-2 15,2-1 6-15,3 2-6 0,-7 0 11 0,0-1-14 16,-1 3-1-16,12 0-3 0,-3-1-3 0,-5 1 5 15,-1-1-3-15,0 3 3 0,-4-1-5 0,0 1-3 16,2 1 5-16,-2 0-5 0,0 0 0 0,0-1 3 16,0-1-4-16,-2 3 4 0,2-3-2 0,-2 2-3 0,0-1 1 15,0 3-1-15,-2-2 10 0,3 0-12 0,-1 3 8 16,0-1-9-16,-2 3 3 0,2 1 6 0,0 2-3 16,-1-2 4-16,1-2-5 0,0 0-5 0,-2 2-1 15,2-2 0-15,-1-4 9 0,-1 0-4 0,0-3 4 16,2-1-6-16,1-3-2 0,-1-2 0 0,0-3-1 0,0 1 1 15,0-2 0-15,2-3 6 0,0 1-5 0,0-3 2 16,0-1-7-16,0-1 1 0,0 2 0 0,0 0 0 16,0-1-6-16,0 1 9 0,0-2-8 0,0 0 6 15,0 0-16-15,0 0 7 0,0-1-5 0,0 1 3 16,0 0-20-16,0-2 10 0,0 0 1 0,0 0 4 0,0-2 8 16,0 0-1-16,0-1-2 0,2-14 2 0,-2-9 9 15,0 0-12-15,0-6 9 0,0-1-12 0,0 1-2 16,0-8 4-16,0-3-8 0,0-2 7 0,0-7-8 0,0 6 8 15,0 0-2-15,4 1 5 0,-1 4 5 0,1 4 8 16,0 2-2-16,0 3 3 0,-3 6 5 0,1 6-1 16,-2-1 4-16,0 6-4 0,0 2 12 0,0 0-5 15,0 4 2-15,0 0-4 0,0 1-4 0,0 5-1 16,0-3 5-16,0 2-2 0,0-1 10 0,0 3-5 16,0 0 3-16,0 0-4 0,0-1 2 0,-2-1 3 15,1 0-1-15,-1 0 4 0,0 1 7 0,0-1-15 0,-2 2 4 16,1 0-7-16,-1 0 5 0,-2 1 2 0,-1-3 0 15,-1 0 1-15,1 2-9 0,0 0 4 0,1 2-6 16,0 0 4-16,-1 0-4 0,0 0-3 0,1 0 3 16,0 2-4-16,3 0-4 0,-3 2 2 0,2 0 0 0,-1 14 1 15,3 1 6-15,0-1-2 0,-2 1-4 0,-10 1 1 16,4 1-7-16,3 1 9 0,1-2 1 0,1 1 2 16,-1 1-7-16,2-1 6 0,1 1-3 0,1 0 5 15,0 2 2-15,0 6-6 0,0-2 0 0,0 2-1 16,1-1 3-16,-1 3-1 0,2-3 3 0,-2 3-3 15,2-4-3-15,0-2 7 0,0 2-9 0,0 3 9 16,0-1-12-16,0 0 3 0,0-4 1 0,2-6 0 0,0 2-2 16,-1 1 1-16,3-3 2 0,0 4 1 0,0-1-1 15,-1-1 0-15,3 2-2 0,-2-4 2 0,-1 3-2 0,1-1 0 16,0 0 1-16,1 2 0 0,-1 1 5 0,0-1-6 16,-1 0 0-16,-1 0-1 0,0 2 3 0,0-2-1 15,0 2 6-15,0 0-5 0,-2-2 0 0,2 2-3 16,-1 2 0-16,-1 2 1 0,0-4 7 0,2 0-3 15,0-2 0-15,0-6-1 0,2 5-1 0,-1 1-2 16,1-4 0-16,0 1-1 0,0 1 10 0,-1-3-6 16,1-3 7-16,0 3-8 0,-1-2 6 0,1-1-1 15,0 1-4-15,0 0 4 0,-1-1 0 0,1-1-2 0,0 2-3 16,-2-2 0-16,-1 0 3 0,3 1 0 0,-2-1-1 16,2 2-2-16,-1 0-5 0,-1-3 6 0,2 5-2 15,-2-2 3-15,2-1 1 0,-3 1-5 0,1-2 5 0,2 2-5 16,-2-1 1-16,2 1-3 0,1 2 2 0,-1-3-2 15,0 3 8-15,-1-4-6 0,-1 0 4 0,0-4-4 16,0 2 5-16,0 2-6 0,0-4 0 0,-1 4-2 16,1 0 6-16,-2-2-4 0,0 0 3 0,2 1-3 15,-2-1 9-15,0 2-8 0,2 0 3 0,-2-2-4 16,0-4 4-16,2 6-3 0,0-2-1 0,-2 0-1 0,2 2 1 16,-2 0 1-16,0 2 0 0,1 1 2 0,-1-3-2 15,0 0 6-15,0-6-4 0,0 6 3 0,0 2-5 16,0-4 2-16,-1 3 3 0,-1-1 0 0,0-2 2 15,0 4-7-15,0 0 0 0,0-2 0 0,-1 1 7 0,1 1-6 16,-2-2 5-16,0 2-6 0,1-1 3 0,-1 1-2 16,0 0 2-16,0-2-2 0,1-1-1 0,-1-1 5 15,0 2-7-15,2 0 6 0,-1 0-7 0,1-2 6 16,0 0 0-16,0 2 1 0,0 0-4 0,0 1 3 16,1 1-1-16,-1-2 2 0,0 0-5 0,0 2 2 15,0 1-1-15,0-1 3 0,-1 0 4 0,-1-4-4 16,-2 3 6-16,3-3-6 0,-3 8 3 0,0-3 1 0,3-5-4 15,-3 4 3-15,2-6-2 0,3-2 2 0,-3 4 2 16,0 0-1-16,2-3-6 0,0 1 5 0,1-2-5 16,-1 0 4-16,0 2-2 0,0-3-2 0,0-1-1 15,0 1 0-15,0 3-3 0,1-2 7 0,-1 0-2 0,2-3 5 16,0 0-6-16,-2-1 2 0,0 4 7 0,0-1-4 16,0-1 6-16,0 3-6 0,1-3-4 0,-1 2 2 15,0-3 0-15,0-1-1 0,0 1-1 0,-2 1 1 16,1 1 5-16,-1 1-8 0,2-1 5 0,0-1-6 15,0-1 6-15,-1 1-2 0,1 0-1 0,0-1 0 16,0 0-2-16,0-1 2 0,0-1-2 0,1 1 2 16,-1-1 2-16,0 0 1 0,0 1 0 0,0 1-2 0,0 0-7 15,0-3 5-15,1 3-2 0,-1-1 2 0,0-1-2 16,0 0 3-16,0 0 0 0,0-1 0 0,0 3-9 16,1-1 7-16,-1 1 0 0,2-2 2 0,0-1-2 0,0 1 3 15,0 0-1-15,-2 0 2 0,2-3 0 0,-2 3-3 16,2-2 3-16,0 0-2 0,0 0 2 0,-2 1-4 15,0 1 2-15,0 0-2 0,1 0 0 0,-1-1 2 16,0 3-2-16,2-2 1 0,0-1-1 0,-2 3-3 16,2-4 1-16,0 1-1 0,0 1-1 0,0 0 4 15,0 0 0-15,0-3 1 0,0 1-1 0,0 0 4 16,-2 2-3-16,0 0 3 0,0-1-6 0,1 1-4 0,-1-2-5 16,0 0 1-16,0 0-16 0,0-1-5 0,2 1-4 15,0 0 0-15,0 0-14 0,0 0-11 0,0 0 4 16,0 0-6-16,0-2 13 0,0 0 16 0,2-2 6 15,0 0 2-15,0-2 10 0,1-14-6 0,3-14 1 16,0-3-2-16,-3-6 0 0,1 0 12 0,-2-7-1 0,-2-1 5 16,0-1-2-16,0 0 6 0,0 2-2 0,0 0 4 15,0-1 4-15,0-1-3 0,0 4-1 0,2-4-1 16,1 3-10-16,1-1 5 0,2 0 4 0,-3-2-1 16,1-2 3-16,2 0-8 0,-1-8 0 0,1-1-3 15,-1-6 9-15,-1 0 1 0,0 6 4 0,0 0-1 0,-3-1 15 16,-1 9 2-16,0-1 2 0,0 5 1 0,-1 7 3 15,-1 3-3-15,0 0-3 0,0 5 2 0,0 1 4 16,-2 3-9-16,1 2 6 0,1 4-7 0,-2 2 1 0,0 0-5 16,3 5-3-16,-1-2 0 0,0-1-5 0,0 7-4 15,0-2 0-15,0 4-2 0,2 4 2 0,-2-3 5 16,2 7-3-16,0-1 4 0,0 0-5 0,-1 0-4 16,1 1 4-16,0-1-2 0,0 0 7 0,0 2-2 15,-2 1 5-15,2-1-4 0,0 0 10 0,0 0-7 16,0 0 3-16,0 0-3 0,0 2 7 0,0 0 9 15,0 2-7-15,0 0 6 0,-2 9-10 0,-2 17-5 16,2 4 2-16,0-1-4 0,1 3-1 0,-1 1 0 0,2-2-3 16,0 4 2-16,0 0 1 0,0 2-4 0,2 2 6 15,-1 2-6-15,1 3 7 0,0 1-3 0,0-1 3 16,0 4-1-16,0-1 11 0,-2 3-9 0,2 3 2 16,-2-3-4-16,0 2 4 0,0-2-6 0,0 0 1 0,-4 0-2 15,0 0 8-15,0 0-4 0,-1 0 2 0,-1 0-3 16,1 2 0-16,-1-4 0 0,1 2 2 0,-1-4-1 15,0 3 8-15,1-1-5 0,-1 0-1 0,1-6-2 16,-1 1-5-16,1-2 6 0,-3-4 2 0,3 0-2 16,-3-2-5-16,1-4 5 0,-1-1-5 0,1-1 6 15,-1-1 3-15,1 0-9 0,0-2 9 0,-1-1-8 0,1 1 6 16,-1-2-1-16,1 2-3 0,1-4 2 0,1-2-3 16,-1 1-4-16,1-3 1 0,-1 1-1 0,2-5 5 15,1-1-1-15,-1-2 2 0,2-7-2 0,0 1-1 0,2-1-3 16,-2 1 1-16,2-1-1 0,-2 1 1 0,2-3-1 15,0-2 0-15,0 3 1 0,-1-1 2 0,1 0-1 16,0-1 1-16,0 1-2 0,0 0-2 0,0 0 0 16,0-1 0-16,0 1 2 0,0 0 4 0,0-2-6 15,0 1 0-15,0 1 0 0,0 0 3 0,0-1-2 16,0 1-2-16,0 0 0 0,0-2 3 0,0 0-4 16,0-1 7-16,0 1-7 0,0 0 2 0,0 0 2 15,0 0-3-15,0 0 3 0,0 1 5 0,0-1 2 0,0 0-3 16,0 0 0-16,0 0-8 0,0 0 7 0,0 0 3 15,0-1 0-15,0 1-4 0,0 0 0 0,0 0-4 16,0 0 2-16,0 0-2 0,-2 0 1 0,0-1 2 16,0 1-1-16,0 0-2 0,0 0-2 0,0 0 1 0,1 0-2 15,-3 0 8-15,0-1-5 0,-1 1 0 0,-5 0-1 16,-1 2 2-16,0-2-3 0,-4 1 2 0,2-1-2 16,-2 0 2-16,-1 0 2 0,-1-2-1 0,4 0 2 15,0 0-7-15,2 0 7 0,-4 0-3 0,-2 0 4 16,8 0-6-16,-8 0 3 0,6 0-3 0,-2 0 3 15,-11 0-1-15,7 0-3 0,-1 0 3 0,-1 0-2 0,2 0 6 16,-3 0-5-16,5 0 0 0,-3 0-3 0,1 0 3 0,-2 0 5 16,1-2-2-16,-1 0 4 0,1 0-8 15,1 1 1-15,-2 1 1 0,3 0-1 0,-1-2 2 0,0 0 0 16,0 0-1-16,3 0 1 0,-3-2-2 0,2 1 1 16,-2-3 0-16,1 2 0 0,1 1 1 0,-2-1-5 15,2 0 5-15,-2 1-5 0,1 1 9 0,-3-2-5 16,4 2-3-16,1 0 0 0,-7 0 6 0,3 1-7 15,-5-1 4-15,3 0-6 0,-1 0 14 0,5 0-6 16,-3 0 1-16,2 0-3 0,4 2-6 0,-3-1 6 16,-5-1-2-16,-1-2 3 0,2 0-3 0,1 2 2 0,0 1-3 15,5 1 2-15,-5 0-1 0,0-2 1 0,-1-2 3 16,1 0-1-16,1 2 3 0,-1 1-2 0,3-1-2 0,-5 0 1 16,1 0-6-16,-1 0 3 0,1 0 0 15,-1 0 2-15,1 1 0 0,0 1 0 0,-1 0 0 0,1 0 0 16,-1 0 1-16,1 0 0 0,-2 0-2 0,-1 0 1 15,-1-2-5-15,0 0 6 0,2 2-1 0,0 0 4 16,-4-2-4-16,3 0 1 0,-3 2-3 0,2 0 2 16,-2 0-2-16,6-2 2 0,-6 0 4 0,2 1-3 15,5-1 0-15,-9-2-2 0,8 2-1 0,-3-2-1 16,1 3 8-16,0-1-3 0,1 2-2 0,1 0 0 0,0 0-7 16,-1 0 10-16,3 0-3 0,-3 0 3 0,3 2-10 15,1 1 9-15,0-1-4 0,2 2 5 0,1 0-6 16,-1-3 1-16,0 3 3 0,2 0-1 0,-2 0 0 0,2-3 3 15,0 1-3-15,2 0 6 0,-2 0-9 0,0 0 2 16,2 0-4-16,-2 0 5 0,0-1 2 0,3-1 1 16,-1 2-1-16,2-2-1 0,2 0-4 0,-1 0 2 15,-1 2-1-15,0 0 1 0,-1 0-3 0,3-2 3 16,-2 2 1-16,1-2 0 0,1 2 0 0,-3-1 0 16,-1 1-1-16,4-2 1 0,-1 0-1 0,1 2 2 15,1-2 4-15,-1 2-3 0,3-2-6 0,-3 2 1 16,1 0-4-16,4-2 4 0,-3 2 2 0,3-2 0 0,-4 1 2 15,5-1-1-15,-5 2-2 0,4-2 4 0,-2 2-1 16,1 0 3-16,-1 0-6 0,0 0 7 0,1 0-5 16,-3-1 4-16,4-1-7 0,-2 2 4 0,-3 2 2 0,5-4 1 15,-11 6-4-15,6-5 5 0,3-1-6 0,-3 2 4 16,3 0-6-16,-2 0 5 0,-1 0-4 0,1-2 2 16,-1 2-4-16,1-2 4 0,-1 0 4 0,-2 2-1 15,-1-2 2-15,-3 0-7 0,6 0-1 0,1 0-2 16,-1 0 3-16,-2 0 2 0,-4 0 0 0,-2-2 1 15,4 2 1-15,0-2-2 0,-1 0 1 0,3 0-2 16,-4 0 1-16,2 0 2 0,-2-1-1 0,2 1 2 0,-4-2-6 16,2 0 4-16,2 3-2 0,-4-3 2 0,4 0-6 15,0 0 7-15,-2 1-1 0,2 1 4 0,-2-2-5 16,1 2-1-16,-1-1 1 0,2-1-2 0,-2 2 0 0,2 0 7 16,-2 0-4-16,4 0 4 0,1 1-8 0,-3-3 3 15,2 0 1-15,-2 0 2 0,-2 1-8 0,2-1 8 16,-2 0-4-16,0 1 5 0,0-1-5 0,0 0 1 15,2 0-2-15,-1 3 2 0,-4-3-1 0,1 0 1 16,0 2 0-16,-5-1 2 0,3-1 0 0,-4 0-2 16,10 2 6-16,-4 0-5 0,1 1-1 0,6 1-4 0,-12-4 0 15,5 0 0-15,2 2 9 0,-7-1-6 0,7 1 2 16,-2-2-2-16,4 2 2 0,-1 0-1 0,-2 0 0 16,1 1 0-16,-4 1 0 0,2 0 0 0,0 0-2 15,0 0 2-15,2 0-5 0,-3 0 6 0,1 0-1 0,0 0 2 16,-2 0-1-16,0 0-2 0,1 0 1 0,-1 0-1 15,0 1 2-15,1 1 0 0,1 0 1 0,-2 0-1 16,0 0-4-16,1 0 0 0,-1 0 2 0,0-1 1 16,-1 1 5-16,1 0-4 0,0 0-1 0,-3 0 0 15,3 0-2-15,0 0 3 0,-3 1-1 0,-1 1 2 16,3 0-2-16,-1-1-1 0,-1 3 0 0,3-2 1 16,1-1 3-16,-1-1-4 0,8 0 1 0,-1 0-3 15,-5 2-2-15,6-2 7 0,-4 1-2 0,-2 1 2 0,8-2-2 16,-6 2 2-16,0-1-2 0,4-1 1 0,-6 2-2 0,4 0 1 15,1-3 1-15,-3 1-1 0,2 0-5 0,0 0 6 16,-2 0-1-16,2 2 4 0,2-3-4 0,-3 1 1 16,3 0-1-16,0 0 1 0,-2 2-7 0,0-1 4 15,1 1 2-15,1-2 1 0,0 2 0 0,-1-1-1 16,1 1-1-16,-2 2 1 0,0-1 5 0,-2 1-2 16,2-1-3-16,-2 1 2 0,2 0-1 0,-2-1-1 15,0-1-1-15,0 0 1 0,1-1 4 0,3-1-5 16,0 0 2-16,0 0-3 0,-1 0 2 0,1 0 0 0,0-1 2 15,1 1-2-15,-1 0-3 0,2-2 4 0,1 0-1 16,0 0 3-16,-1 2-3 0,3-2 0 0,-3 2-2 16,1-2 0-16,1 2 0 0,-3 0 6 0,1-1-4 15,3-1 4-15,-3 2-4 0,3-2 2 0,0 0-1 16,-1 2 0-16,-3 0-6 0,1 0 5 0,0 0 1 0,-1 0 2 16,4-2 3-16,1 0-3 0,-1 0-2 0,0 0 0 15,-1 0-1-15,-1 0 3 0,2 0 0 0,-1 0 0 16,1 0-6-16,0 0 3 0,-1 0-3 0,3 0 3 15,-4 0 0-15,3 0 0 0,-1 0 3 0,-5 0-3 16,3 0 2-16,4 0-5 0,-7 0 3 0,5 0-3 16,-1 0 6-16,-3 0-3 0,5 0-1 0,-3 0-1 0,-3 0 6 15,-1 0-4-15,5 0 3 0,-3 0-5 0,1 0-3 16,-2-2 7-16,-1 0-5 0,5 2 7 0,-6-2-4 0,3 0 2 16,5 2 0-16,-7-4 0 0,1 1-2 0,-4-1-4 15,0 0 3-15,2 1-2 0,2 1 8 0,-1 0-5 16,-1 0 2-16,-2 0-2 0,2 0 1 0,-4 0 1 15,-2-1-3-15,3 1 1 0,-5-2-4 0,4 2 4 16,-2-1 2-16,4 1 0 0,0 0 2 0,0 0-4 16,0 0 0-16,-3-2-1 0,-1-1 1 0,2 1-2 15,2 0 2-15,0-1-1 0,0 1 3 0,2 0-3 16,-2 1 1-16,0-1-2 0,2 0 3 0,-2 1 0 0,2-1 4 16,-2 0-4-16,0 0-1 0,0 1 0 0,2-1-2 15,-4 0 2-15,0-1-2 0,2 1 6 0,-6 0-3 16,5 2 5-16,-1 1-11 0,0 1 3 0,-2 0-1 15,4 0 3-15,-4-2 0 0,1 2 0 0,-1 0 0 16,0 0 0-16,1 0 1 0,-1 0-1 0,2 0 1 0,-2 0-1 16,6 0-1-16,-4 0 1 0,0 0 0 0,4 0 1 15,-4 0-5-15,4 0 6 0,0 2-2 0,-2-1 4 16,-2 1-5-16,4 0 1 0,4 0-1 0,-1 0 2 16,1 0 3-16,-2 0-6 0,-1-1 2 0,1 1-3 15,5-2 8-15,-1 0-3 0,-1 0 0 0,2 0-2 0,1 0-6 16,-1 0 10-16,0 0-8 0,1 2 8 0,-1-2-11 15,2 0 7-15,0 0 0 0,0 0 1 0,0 0-4 16,1 0-1-16,-1 0-2 0,0 0 0 0,0 2-6 0,0-2-53 16,0 0-18-16,2 2-27 0,0-2-218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5:26:59.87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10132 1020 179 0,'0'0'125'0,"0"0"-65"0,-1-1 48 0,-1-1 1 0,0 0-93 16,0 0 4-16,0 0-16 0,0 0-3 0,0 1 1 15,1-1-2-15,-1 0-6 0,0 0 5 0,2-2-6 16,0 1 1-16,0-9 8 0,4-2-1 0,1-3 5 16,1 0 0-16,-1 2 2 0,3 0 4 0,-3 4 2 15,1-2 20-15,-2 2 5 0,-1 2-7 0,1 0 4 16,-2 1-2-16,0 3-8 0,-2 1 8 0,2 0-10 0,-1 0 3 16,1 1-19-16,0 1 2 0,-2 0-7 0,0 0 3 15,0 0-1-15,0 2-3 0,0 0 1 0,0 2-4 16,0 2 3-16,0 9-2 0,-5 18 4 0,-3 5-2 15,1 3-7-15,-4 7 5 0,-1 2-5 0,-1 2 12 0,-1 6-7 16,-1 2 2-16,0 1-3 0,0 1-1 0,0-1 2 16,-2-3-2-16,1-4 2 0,-1-2 0 0,-3-2 0 15,-5 2 4-15,-1 2-2 0,25 2 8 0,-29 7-8 16,-2 2-1-16,3 6-1 0,1 2 3 0,0-3-3 16,7-1 2-16,-6-5-2 0,3-7 9 0,1-8-11 15,1-5 6-15,9-6-7 0,-6-5 10 0,3 1-4 16,1-4-3-16,0-4 0 0,6-4 2 0,1-1-3 0,3-3 1 15,-1-6-2-15,2-1-2 0,1-3-2 0,1-3-3 16,2-1-3-16,-2 0-49 0,0-2-43 0,0 0-49 16</inkml:trace>
  <inkml:trace contextRef="#ctx0" brushRef="#br0" timeOffset="424.2">9180 1795 817 0,'0'0'17'0,"0"-2"-33"16,0 0 16-16,0 0-13 0,0 0-6 0,0 0 4 15,0 1 4-15,2 1-1 0,0 0 0 0,-1 0 8 16,3 0-2-16,0 1 5 0,0 1 2 0,-3 2 4 16,12 16 3-16,-3 3 1 0,-3-1 21 0,-1 2-7 0,-3 2 0 15,-1 0-3-15,-2 4-3 0,0-4 3 0,0-2 0 16,0-2 0-16,0 1-6 0,2-1-5 0,0 2-1 16,0 2-1-16,2 0-2 0,-1 0-1 0,1-2 3 15,0-3-2-15,1 1 6 0,1-2-5 0,-1 1 1 0,3-3 1 16,-1 1 12-16,3-1-5 0,-3-3-6 0,4 2-1 15,0-2-13-15,-3-2 9 0,12 2 0 0,1-2 3 16,-1 1-3-16,0-1-3 0,5-1 0 0,1-3 0 16,1-4 3-16,1-1 4 0,2-2 2 0,0 17 0 15,-8-12 6-15,13-3-2 0,-1-6 0 0,7-7-3 16,5-10-11-16,0-5 0 0,3 9-8 0,1-33-1 16,2-14-46-16,0-6-110 0,3-16-75 0</inkml:trace>
  <inkml:trace contextRef="#ctx0" brushRef="#br0" timeOffset="7911.05">27833 3575 93 0,'0'0'24'0,"0"0"10"0,-2-2 29 0,0 1 7 15,0-1-7-15,0 0-14 0,0-2-25 0,0 0 6 16,1 1-8-16,-1-1 7 0,2 2 10 0,-6-5-7 0,2-1 9 16,-1-1-4-16,1 4 4 0,0-1 7 0,1 0-3 15,-1 1 12-15,0-1-19 0,1 1 6 0,-1-1-10 16,0 1-4-16,2 1-7 0,-3-2-5 0,1 1 3 16,-2-1-6-16,1 1-4 0,-1 1-5 0,-1-2 2 15,-2 1-8-15,-1 1 2 0,-1-2 2 0,0 1-2 16,-2 1 2-16,-4-1 3 0,1 1-6 0,-7 0 5 0,-5 0-11 15,4 3 4-15,-4-1 1 0,1-17 0 0,-3 8 6 16,-3 2-14-16,-1 3 7 0,-1 4-9 0,0 2 15 16,1 0-7-16,4 4 2 0,1 0-4 0,1 1-2 0,0 3-2 15,0 1-1-15,2 0 1 0,-2 2 4 0,0 2 2 16,1 0 1-16,-1 2-1 0,-2 4 2 0,4-17 0 16,-4 20 1-16,2 6-1 0,-5-2 7 0,3 2-5 15,-3 3 1-15,0-1-2 0,-1 9 2 0,-3-2-6 16,4-2 5-16,-1 4-4 0,1-2 9 0,3 2-7 15,4 0 0-15,4-3-1 0,-1 1 1 0,5 0 2 0,-1 2-2 16,3 0 2-16,6 2-7 0,3 3 4 0,1 1 1 16,4 1 0-16,-1 3 0 0,-23 3-1 0,13 0-2 15,9 1 1-15,4 1 2 0,6 0 0 0,3-4 2 16,2 2 0-16,2-3 6 0,2-5-6 0,0-3 4 0,0-4-4 16,-1-4 5-16,5 1 8 0,-15-1-7 0,20 1 8 15,-2 3-4-15,4 0-3 0,2 0 0 0,4-2-1 16,-1 3 0-16,3-3 3 0,-3-4-5 0,3 3 5 15,-5-6 0-15,1-6-1 0,0-2 6 0,-1-5-5 16,1-2 10-16,0-3 7 0,1-3 1 0,-1-3 1 16,0 14-13-16,-4-8 9 0,0-7-2 0,0-3 6 15,3-3-4-15,-1-5-8 0,2-3-3 0,2-6 0 0,-5 14 5 16,7-27-5-16,-3-7 2 0,3-4-4 0,1-4-7 16,-3-3 5-16,-1-2-3 0,1-2 4 0,-4-2-1 0,-1 0-8 15,-1-3 6-15,-5-3-7 0,1-7 6 0,-5 2-3 16,-2-11 2-16,-4 2-2 0,-2 3 4 0,-3-3 5 15,-3 7-5-15,-1 2 5 0,26 4-11 0,-17 4 5 16,-9-1-3-16,-6 0 4 0,-5 1 1 0,-4-3 3 16,-4 1-6-16,-1 7 4 0,-6-4-12 0,-2 4-5 15,13 6-8-15,-28-2-1 0,-2 5-30 0,-7 6-30 16,-6 5-7-16,-5 4-12 0,-2 6-56 0,-13 9-239 16</inkml:trace>
  <inkml:trace contextRef="#ctx0" brushRef="#br0" timeOffset="50080.36">31748 5464 125 0,'0'0'0'16,"0"-2"9"-16,0 0 98 0,0 0-13 0,-1 0 2 16,-1 0-40-16,0 0-18 0,0 1-18 0,0-1 5 15,0 0-4-15,0 0-5 0,1 0 0 0,-1 0-1 16,0 1 2-16,0-1 7 0,0 0 14 0,2 0 1 0,-2 0 5 15,2 0 2-15,0 0-12 0,0 1-3 0,0-1-3 16,-2 0-15-16,2 0 9 0,-1 0-10 0,-1 0 9 16,2 0-13-16,0 2-3 0,0 0 6 0,0 0-5 15,0 0 5-15,0 0-7 0,0 0 2 0,0 0-2 16,0 0 0-16,0 0-6 0,0 0 4 0,0 0-2 0,0 2 10 16,0 0-2-16,0 0-6 0,0 0 5 0,0 0-1 15,2 0-3-15,-1-1 5 0,1 3-6 0,0 4 3 16,2 6-3-16,0-4 5 0,1 4-3 0,-1-2 9 0,1 2-3 15,3 7-3-15,-3-4 0 0,3 5-5 0,-1 0 13 16,1 0-3-16,1 4 4 0,-2 0-9 0,1 0-3 16,1 4 1-16,-1-2 0 0,-1 2 0 0,0 1 3 15,1-1 0-15,1 2 1 0,-1 1-1 0,-1 0 2 16,-1 1-6-16,-1 1 6 0,1 0-3 0,-1-1 9 16,-1-1-1-16,-2-1 3 0,0-4-5 0,-2-8-8 15,0 2 4-15,2-1-5 0,-2-5-2 0,1 5 3 0,1-4-6 16,-2-4 3-16,2-2-4 0,0-4 2 0,2 4 0 15,-2-5 0-15,-1 1 0 0,3 3-2 0,-2-7 2 16,2 5-2-16,-2-3 1 0,-2-3-7 0,1 2 4 16,1 0-4-16,0-1 7 0,0 1 2 0,0-2-6 0,0 0 5 15,0 0-12-15,-1-1 5 0,1 1 1 0,0 0 1 16,0-2 3-16,0 0-2 0,0-2 2 0,0 0-2 16,-2 1 0-16,7-27 1 0,11-4 0 0,-3-3 2 15,4 0 1-15,-1-3 2 0,-1-1 0 0,0-1 1 16,1 1-9-16,1 0 11 0,3-2-8 0,1 2 8 0,4 0-7 15,-2 0-5-15,-1 2 10 0,2-2-7 0,-4 2 4 16,-2 1-2-16,-1 1 0 0,-2-2 0 0,-1 5 2 16,-4 4 3-16,-3 1-3 0,-2 2 5 0,-1-2 1 15,-1 2-6-15,-1 7-1 0,-2 1-2 0,0 6-3 16,0 5 4-16,0 3-3 0,-2 1 0 0,3-2-26 0,1 0-29 16,0 1-9-16,-1-1-14 0,-1 2-99 0,0 0-103 15</inkml:trace>
  <inkml:trace contextRef="#ctx0" brushRef="#br0" timeOffset="50847.53">32305 6271 418 0,'0'0'76'0,"0"0"8"0,-1-2-24 0,-1 1-27 0,0-1-15 15,0 0-18-15,0 0-2 0,2 2-1 0,0 0-1 16,0 0 1-16,0 0 3 0,0 0 3 0,0 0 0 16,0 0 18-16,0 0 4 0,0 2 3 0,0 0-1 15,0 0 10-15,0-1 12 0,-2 1-2 0,0 2 3 16,1 0-8-16,1-1 3 0,-2 10-4 0,-2-1 2 15,-2 6-19-15,1 1-5 0,-1 1 2 0,1 2-2 0,1 1 8 16,0-3-13-16,-1 4-2 0,1-1-4 0,0 1-9 16,1 2 1-16,1 0 2 0,0-2 1 0,2 0 7 15,0 0-5-15,0-2 1 0,0-1-3 0,0-3 3 0,0-3 4 16,2 0-4-16,0-2 4 0,1 2-3 0,1-4 7 16,2 0-2-16,-3-2 2 0,1-1-5 0,0-3 2 15,-2 1 0-15,11 0 0 0,1-1-9 0,3-1-2 16,2 0-1-16,1 9-1 0,1-4 2 0,-1-4-5 15,0-3 9-15,3-2-5 0,-3-2 9 0,1-1-1 16,-3-3-3-16,4-3 3 0,-1-2 1 0,-1-2 4 16,-3 2 0-16,2 3 1 0,-1-12-5 0,1-3 5 0,1 1-3 15,-1 0 5-15,1 2 4 0,-3-3-12 0,-2 1 7 16,-2 2-7-16,-8-3 6 0,1 5-5 0,3 3 1 16,2 0 0-16,-2 0 21 0,-5 6 4 0,0 0 2 15,-2 1 0-15,-2-1 3 0,0 0-5 0,-4-3-8 0,0 5 0 16,-7 1-32-16,-24 5-16 0,-8-22-2 0,-11 16-5 15,-9 11-16-15,-11 14-102 0,-11 16-66 0</inkml:trace>
  <inkml:trace contextRef="#ctx0" brushRef="#br1" timeOffset="80038.25">21796 9710 317 0,'0'-2'0'0,"-1"0"0"0,-1-1 7 0,2-1 1 0,-6-9 3 16,1 0-3-16,1 2 1 0,-2-2 0 0,3 3 7 16,-1 1 0-16,0-2 32 0,2 7-16 0,-1-3 7 0,-1-1-7 15,2 3 16-15,-2-1-17 0,-1-3 3 0,1 3-7 16,0 1 10-16,-1-3-12 0,1 3 6 0,-2-3-9 16,5 3-6-16,-5-3 1 0,-1 1 0 0,1 1 1 15,-1-3 2-15,-1 2-4 0,-1-4-6 0,1 5 4 16,-1 0 3-16,2-3-7 0,-3 4 7 0,1-3-8 15,0-1 3-15,0 3-11 0,1 3 5 0,-1 1-6 0,1-4 3 16,-1-1 5-16,0-1-6 0,-2-1 6 0,-2 2-9 16,0-1 1-16,-2 3 3 0,2-5 0 0,-2 3 7 15,-2 3-9-15,4-3 0 0,-2 5-1 0,-3-2-3 16,-1 2-4-16,-1-1 6 0,-1-12-4 0,3 5 5 0,-1 3-2 16,-3 1-9-16,5 3 5 0,-9-1 4 0,0 2-10 15,4 2 10-15,-6 0-10 0,8 2 12 0,-2 2-2 16,-3 1-2-16,3 1 0 0,-2-1 11 0,4 1-11 15,1 0 6-15,4 1-8 0,-2 0 8 0,3 3 3 16,-1 1 0-16,-2-7-1 0,0 12-10 0,1 3 10 16,-3-4-4-16,4 3 6 0,-3 1-4 0,1-1-2 15,0 1-1-15,0 3-2 0,-1-1 1 0,1-3 7 0,-3 1-2 16,-1-4 3-16,1 1-11 0,3 3 11 0,-1 0-4 16,1-5 7-16,2 1-6 0,-5-2-6 0,3 4 5 15,0-2-4-15,-1 0 4 0,1 0 1 0,0 1-6 16,2 1 3-16,1 0-1 0,4 1-2 0,5 1 5 0,1-1-2 15,2 1 2-15,-2 0-2 0,-5 1-3 0,7-2 1 16,-1 3 1-16,1-1 1 0,-11 1 1 0,3-1 1 16,3 2-2-16,3 1-3 0,4 1 0 0,0-4-1 15,4 3 5-15,2 3-2 0,-1-2-3 0,4 4-2 16,-1-2-1-16,1-4 6 0,2 2-3 0,4-2 4 16,-13 4-2-16,20 0 1 0,-3-3 2 0,1-1-1 0,-1-2 2 15,-3-3-1-15,5 3 0 0,-1-3-1 0,-1 2 3 16,1-3-2-16,1-1 2 0,-1-2-2 0,1 2-1 15,1 0-4-15,2-2 3 0,2 2-3 0,0-2 12 0,-2-2-5 16,0-2 0-16,6-1-2 0,-2-1-1 0,2-3 6 16,3-1 4-16,-3 16 0 0,5-6 0 0,2-6 6 15,-2-5-12-15,2-2 10 0,2-2-14 0,2-3-10 16,2-3 6-16,2 1-10 0,-6-2-15 0,-2-1-85 16</inkml:trace>
  <inkml:trace contextRef="#ctx0" brushRef="#br0" timeOffset="84924.22">21782 9437 401 0,'0'0'52'0,"-2"-2"113"16,0 0-147-16,0 0 0 0,-2 1 0 0,2 1-1 15,-9-8-4-15,4 4 0 0,-2-1 2 16,-1-1 1-16,3 3 15 0,-1-1 2 0,1 0 2 0,0 0-2 16,1 1-4-16,0-1-3 0,-1 0-2 0,0-1 0 15,-1-1-6-15,3 2-9 0,-3-1 1 0,-1 3-3 16,1-4 7-16,-1-1-7 0,0 1 3 0,0 1-5 16,-1-1 2-16,-1 3 0 0,0-3 3 0,-4 0-3 15,2 3 3-15,-4-1-3 0,-1 2-3 0,-1 0 2 0,-1 0-7 16,-8-16 1-16,4 7 3 0,-2 3-1 15,2 3 0-15,3 1-2 0,-3 2-4 0,4 0 4 0,-3 2 4 0,-6 0-7 16,1 0 0-16,0 2-5 0,-2 2 3 0,4 1-2 16,0 3 0-16,-3 1-1 0,-1 4 2 0,2 2-4 15,-2 2 6-15,1 1-5 0,-3-14 15 0,1 18-6 16,-3 2 5-16,4 1-6 0,3-5 1 0,1-1 4 16,-2-1-5-16,5 1 5 0,1-1-4 0,0 1 4 15,1-1-4-15,1-1 3 0,1-2-3 0,-1-2-2 16,5 0 6-16,2 2-4 0,0 0 7 0,8 1-10 0,-5 1 0 15,3 2-3-15,3-1 5 0,-1 3 2 0,-10-1 0 16,4 4 2-16,1 0-2 0,5 4-3 0,3-2 2 16,2 2-3-16,2 0 0 0,2 0-4 0,-1 0 4 0,3 1-3 15,1-3 1-15,4 2 0 0,4 0-1 0,0-2 2 16,2 0 0-16,-15-2 2 0,18-2-7 0,0 1 6 16,3-3 0-16,1 1-1 0,-2-7 4 0,2 5 0 15,0-2 6-15,2-1-6 0,4 5-4 0,-2-6-1 16,2 1-5-16,1 3 7 0,-1-6 0 0,2 2 1 15,5-2-4-15,-2-4 6 0,2 2-3 0,8-1 3 16,-6-1-2-16,9 2-2 0,0-5 2 0,-9-3-2 0,4 1 0 16,-4 16 17-16,2-8-3 0,-4-9 9 0,0-3-2 15,-4-2-6-15,1-5 5 0,-1-4-4 0,4-4 8 16,-3-2-8-16,-1 15-1 0,3-20-2 0,-1-6 5 0,-4-3-8 16,-3-3 9-16,4 1-8 0,-4-2 13 0,-6-3-6 15,2 7 0-15,-7-3 1 0,-4-1 24 0,-2 4 8 16,-6-3 4-16,16 1-3 0,-8-1-8 0,-8-1-13 15,-5-2-3-15,0-2-1 0,-5-4-7 0,-3-1 0 16,-3-5-6-16,-4-3 3 0,-3-5-13 0,-4 1 6 16,-3-1 0-16,-2-1 1 0,23 6-3 0,-31 4-40 15,-4 5-5-15,-6 6-18 0,-5 5-56 0,-11 10-247 0</inkml:trace>
  <inkml:trace contextRef="#ctx0" brushRef="#br0" timeOffset="107490.75">15144 5395 256 0,'0'0'-29'0,"0"0"14"0,0 2-4 15,-2-2 4-15,0 0 27 0,0 2 5 0,0 0 3 16,2-1 6-16,0 1-3 0,0 0 2 0,2 0 3 15,0 0-4-15,-2 0 6 0,0 0-3 0,0-1 3 0,2 1-4 16,0 0 4-16,0 0 7 0,-1 0 11 0,1 0-6 16,0 1 4-16,-2 1-23 0,0 0-2 0,0 0 5 15,0-1-4-15,0-1 7 0,0 0 7 0,0 0-3 16,0 0 4-16,0-1-3 0,-2 1-8 0,0 0-1 16,1-2-2-16,-1 0 4 0,0-2-1 0,0 0 7 0,0-1-4 15,-7-12 13-15,-6-13-15 0,0-2-1 0,0-7-5 16,2 2-6-16,-2-2-5 0,1-4-3 0,1-2-1 15,1 1-4-15,3-3-2 0,2-1 3 0,1-5-3 16,2-1 0-16,1-7-7 0,1-2 3 0,0-10-5 0,4-1 9 16,2 3-1-16,3-1 1 0,-1 8-2 0,1 7 5 15,-3 8-1-15,-2 6 2 0,-1 8 0 0,3 3 8 16,0 6-9-16,0 2 5 0,-3 5-7 0,1 4 5 16,0 4-5-16,-2 3-1 0,0 1 1 0,0 3-1 0,0 0-7 15,0 0 2-15,2-2-5 0,0 1 2 0,0-1-8 16,0 2 1-16,-1 0-3 0,1 0 1 0,0 1-8 15,0-1 6-15,0 2-6 0,0 0-3 0,0 0-50 16,-1 2-25-16,1-1-16 0,0 1-158 0</inkml:trace>
  <inkml:trace contextRef="#ctx0" brushRef="#br0" timeOffset="108022.57">14900 4756 485 0,'-1'-2'118'0,"-1"1"289"16,-2-3-403-16,0 0-4 0,1-1 2 0,1 1-5 15,-2-2-13-15,2 3 8 0,0-1-11 0,0 0 8 0,1 2-21 16,-1 0 16-16,0 1 3 0,-2-1 4 0,0 0 5 15,1 2 3-15,1 0 1 0,-9 0 3 0,0 2 12 0,0 0 15 16,-2-1-6-16,1 1 8 0,1 0-9 0,4-2 1 16,-1 0 4-16,3 0-2 0,-3 0 13 0,5 0-10 15,-1 0 0-15,2 0-4 0,-2 0-13 0,1 0-3 16,-1-2-7-16,0 0 2 0,2 1-18 0,1-1 12 16,-1 0-1-16,0-2 5 0,2-5 2 0,0-12-2 15,4 3 1-15,3-8-1 0,4-2 2 0,2-4-4 16,4-5 2-16,0 2-2 0,3-8-1 0,2-1 0 15,-1 1 0-15,1 0 1 0,-20 1 5 0,20 1-4 0,0 2-4 16,-1 0 2-16,-1 2-5 0,1 1 6 0,1 5 3 16,-7 1 1-16,1 6 7 0,-4 4-4 0,-3 1 6 15,-2 8-5-15,-5 2 6 0,4 7-14 0,-4 0 3 16,1-2-4-16,1 2 1 0,0 0-4 0,-1 2 2 0,5 0 1 16,1 6 21-16,0 9 0 0,-3 20 4 0,1 2-3 15,3 2-5-15,-5 0-2 0,8-2-6 0,0 0 4 16,2 1-1-16,4-1 0 0,-4-4 3 0,3 1-3 15,1-1 2-15,1-5 1 0,-1 2-3 0,-3-8 2 16,3-2-9-16,1 3-5 0,1-1-2 0,1 0-3 16,2-3-9-16,0-6-8 0,0-6-2 0,2-1-4 0,2 1-25 15,0-1-233-15</inkml:trace>
  <inkml:trace contextRef="#ctx0" brushRef="#br0" timeOffset="111398.37">12906 5902 89 0,'0'0'13'0,"0"0"-1"0,0 0-2 0,0 0-4 0,0 0-5 16,0 0-10-16,0 0 9 0,0 0-4 0,2 0 4 15,0 0-3-15,0 0 8 0,0 0-6 0,0-2 5 16,0 0-10-16,-1 0 11 0,1 0 5 0,0 1 1 15,0-1 11-15,0 0-5 0,0 0 9 0,-1 0-8 16,1 0-3-16,0 2-6 0,0-2-6 0,0 1 3 16,0-1-6-16,0 2-4 0,-1 0 3 0,3 0-3 0,0-2 11 15,0 2-4-15,-1-2-3 0,1 0-1 0,0 2-1 16,-1-2 30-16,1 2 3 0,0-2 10 0,0 2 11 16,-1-1-3-16,1 1-6 0,-2 0 1 0,0-2-16 0,0 2-2 15,-1 0 2-15,1 0-4 0,0 0-2 0,0 0-17 16,0 0 2-16,0 0-7 0,0 0-8 0,-1 0 8 15,1 0-1-15,0 0 3 0,-2 0-5 0,0 0 2 16,0 0 0-16,0 0 2 0,0 0 0 0,0 0 3 16,0 0-2-16,0 0 2 0,0 0-4 0,0 0 6 15,0 0-3-15,0 0 6 0,0 0-11 0,0 0 3 16,0 0-4-16,0 0 5 0,0 0-5 0,0 0-1 0,0 0 4 16,-2 0-2-16,0 0-3 0,1 0 6 0,-1 0-7 15,2 0 7-15,-2 0-1 0,0 0 3 0,0 0 1 16,0 0 1-16,0 0-3 0,1 0 0 0,-1 0 1 15,2 0-1-15,0 0 7 0,0 0-7 0,0 0 4 0,0 0-6 16,0 0 1-16,0 0-1 0,0 0-2 0,0 0 0 16,0 2-3-16,0-1 7 0,0 1-4 0,0 0 3 15,0 0-1-15,0 0 0 0,0 0 6 0,0 0-4 16,0-1 1-16,0 3 3 0,0 0-5 0,0 0 3 16,0-1-2-16,0 7 2 0,2 1 4 0,-2 0-4 15,0 0-4-15,1 4 1 0,1-2 1 0,0 0 1 16,-2 0-6-16,0 0 6 0,2 4 2 0,-2-4 4 0,0 0 0 15,0 1 3-15,0-1-6 0,0 2 6 0,0 0-9 16,0 0-1-16,-2 2 1 0,0-1 1 0,0-5 6 16,1 1-4-16,-1-1-2 0,2-4-2 0,-2 4-3 0,0-1 6 15,0 1-3-15,0 5 4 0,2-3-11 0,0-1 5 16,0-1-3-16,0 0 4 0,0 2 6 0,0 2-9 16,0 3 7-16,2 3-7 0,0-6 6 0,0 3-2 15,-2-1-3-15,0-2 1 0,2 1-4 0,0 3 6 16,-1 0 2-16,-1-1 3 0,0-1 1 0,0 1-8 15,0-1 0-15,0 2-2 0,0-3 7 0,0 1-3 16,0-2 3-16,0 0-3 0,0-2-4 0,0-2 4 0,0 2-1 16,0-2 2-16,0 0-11 0,2-1 8 0,0 1-3 15,0-2 5-15,0-2 6 0,2 4-8 0,-3-3 2 16,3 3-2-16,0-2 2 0,0 1-2 0,-1 1-2 16,1-2 1-16,2 4 3 0,-1 2-7 0,1 0 5 0,-3 0-5 15,1 1 9-15,0 5-1 0,-2-5-3 0,1 7 1 16,-1-5-3-16,-2-1 3 0,0 5 0 0,0-5 2 15,0 2-2-15,0-1-1 0,0-3 0 0,0 4-1 16,0-3-3-16,0 1 3 0,0-2-1 0,0-4 2 16,0-2 4-16,0 2-1 0,0 1-2 0,0-5-1 15,0 4 0-15,0 0-1 0,0-1-3 0,0 1 2 0,0 0-1 16,0 2 0-16,0-4 6 0,0 2-3 0,-2 0 2 16,1 2-4-16,-1 2-2 0,0 0 1 0,-2 2 4 0,0-2 2 15,1 1-1-15,-1 3-2 0,0-2-5 0,1 3 8 16,-1 2-3-16,0 1 6 0,2-1-7 0,0 4-3 15,1-2 1-15,-1 0-1 0,2 2 4 0,0-2-1 16,0 0 0-16,0 1-2 0,0-1 1 0,0 0-2 16,0 4 1-16,0-4 0 0,0 4 3 0,0-4-7 15,-2-2 7-15,-2 4-7 0,0 0 7 0,1 0 0 16,-1-2 0-16,0-1 1 0,1-1-1 0,-1-2 1 16,0 1-4-16,0-3 3 0,1-1 3 0,-1 0-6 0,0-3 3 15,2-1-3-15,1-1 6 0,-1-1-4 0,0 0 0 16,0 0-2-16,0 2 7 0,0 2-13 0,0 2 9 15,1-1-11-15,-1 1 8 0,2 0 4 0,-2 1-7 0,2 1 6 16,0-1-4-16,0 1 5 0,0 0 0 0,0-3 2 16,-2 3-1-16,0-2-2 0,2-4-1 0,-2 3-3 15,2-1-8-15,-2 0 8 0,1 4 2 0,-1-6 1 16,0 0 3-16,0 0 3 0,0-4 0 0,0-2 0 16,0 1-11-16,1-1 11 0,-1-1-4 0,0 3 8 15,0-2-7-15,-2 3-2 0,1-1-3 0,-3 0 1 16,2-1 3-16,-1 1-4 0,-1 0 4 0,4-5-4 0,-5 5 12 15,3-1-6-15,-5 1 2 0,-2-2-5 0,0 1-6 16,-4-1 8-16,0-1-3 0,2 3 4 0,2 0-8 16,-4 1 10-16,2-5-5 0,4 3 6 0,-8-5-13 0,4 3 7 15,2-4 3-15,-6 3 2 0,2-3 4 16,-1 0-9-16,-1 2-2 0,0-2-1 0,2 5 4 0,-1-1 4 16,1-3-4-16,-2 5 3 0,0-5-3 0,1 1-6 15,-1 5 5-15,-2-3-6 0,1 1 7 0,1-1 1 16,-3 1 0-16,1-5-1 0,-1 6-1 0,-1-3 7 15,1-1-4-15,-1 2 5 0,1-5-5 0,-2 14 8 16,-1-2 2-16,1-3 0 0,-4-3-5 0,0-1-3 16,-2-3-4-16,2 1 2 0,0-2-3 0,-2 2 0 0,4-3 3 15,-7 3-1-15,1-2-2 0,4 0 4 0,-4 2-6 16,6-3 5-16,-2 3-9 0,-2 2 2 0,2-3 0 16,-2 3 0-16,2-2 10 0,0-1-11 0,0 1 7 0,-1 2-8 15,1-3 6-15,-2 1 6 0,4 0-4 0,-2 0 3 16,-2-1-9-16,0 1 5 0,-2-2-2 0,1 0 4 15,-1 0-1-15,0-1-2 0,-3 1 2 0,1 2-2 16,1-2-5-16,-5 0 4 0,7 1-1 0,-3-1 2 16,-1 0 3-16,-1 0 3 0,1 0-6 0,1 0 2 15,1 0-6-15,5-2 2 0,-4 0 3 0,2 1 0 16,4-1 3-16,0 0-2 0,2 0-1 0,-1 2 0 0,1-2-4 16,2 2 2-16,-3 0 2 0,3 0-1 0,1-2 1 15,1 0-3-15,-3 0-3 0,-1 0 0 0,3 0-3 0,-1 2 8 16,1 0-2-16,-1-2 4 0,-8 1-11 0,2-1 5 15,2 0 3-15,4 0 1 0,-1 0 6 0,1 0-3 16,-3 0-6-16,-4 2 3 0,2 0-2 0,-2 2 2 16,-3 0 3-16,6-3-2 0,2 3 3 0,-1 0 1 15,3 0-3-15,-1-1 3 0,1-1-2 0,-2 2-6 16,3-2 3-16,-1 0-5 0,1-1 5 0,1 1 8 16,-1-2-2-16,-1 0 4 0,-1 0-13 0,1 0 12 15,1 0-6-15,-1-2 10 0,-1 1-12 0,1-1 3 0,-4 0 1 16,0 2 1-16,-2-2-4 0,-2 0 6 0,2 2-6 15,0 0 5-15,-2 0-10 0,4 0 2 0,0 0-1 16,3 0 1-16,-1 0-3 0,2 0 4 0,-1 0-1 16,-1 0 1-16,1 0 0 0,3 0 1 0,-1 0 2 0,4 0 0 15,-1 0-6-15,1 0 3 0,2-2-3 0,-2 0 4 16,2 1 5-16,0-3-6 0,-4-2 8 0,2 3-8 16,-1-3 12-16,-3-1-4 0,4 1-4 0,0 0 1 15,2 3-3-15,-1-3-2 0,-3 1 2 0,0 1-2 16,2 0 0-16,0 0-1 0,1 1 1 0,-1-1 0 15,0 2 4-15,0-2-4 0,0 3-2 0,2-1-1 0,-2-2 1 16,2 2 1-16,0 0 2 0,-3-1-1 0,6 1 8 16,-5 0-11-16,1-2 2 0,-1 0-5 0,-4 1 8 15,1-1-7-15,-1 2 6 0,-3-2-5 0,9 4 11 0,-2 0-7 16,6 0-2-16,1 0-2 0,-8 0 0 0,3 0-3 16,-6 0 4-16,2 0-2 0,2 0 5 0,2 0 2 15,4 2 0-15,2 0 0 0,-1 0 4 0,1 0-7 16,-4 0 1-16,-4 1-1 0,2-1 6 0,0 0-5 15,-2 0 0-15,6 0 0 0,-2 0 5 0,-1 0-4 16,3-2 5-16,0 0-6 0,-2 1-5 0,3-1 4 16,-1 2-2-16,0 0 4 0,1-2 10 0,-1 2-11 15,2-2 8-15,-3 2-8 0,1 0 0 0,0 0 10 0,-4-1-7 16,2 1 8-16,-1 0-9 0,1 0 0 0,0 0-1 16,0 0 0-16,0 0 2 0,0-1-3 0,0 1 0 15,-1 2 0-15,1 0 3 0,0-1-3 0,2 1 2 0,-2 0-2 16,-2 1 1-16,3-1 5 0,-3 2-7 0,6-3 5 15,-4 3-11-15,-2 0 13 0,0-1-3 0,0 1 6 16,2-3-10-16,0 1-3 0,1 0 4 0,1 0-2 16,-2-1 5-16,5-1-2 0,-5 2 1 0,6-2-1 15,-1 0 5-15,-1-1-8 0,3-1-2 0,2 0-3 16,0 0 4-16,0 0 3 0,1 0 0 0,-5 0 1 16,0 0 4-16,3 0-5 0,-3 0 6 0,2 0-6 0,-1 0 3 15,-1 0-4-15,1 0-1 0,-3 0-1 0,1 0 3 16,-1 0-3-16,1 0 5 0,3 0-3 0,1 0 7 0,-5 0-9 15,4 0 3-15,-1 0-7 0,-4 0 1 0,7 0-29 16,-2 0-27-16,0 0-16 0,2 0-251 0</inkml:trace>
  <inkml:trace contextRef="#ctx0" brushRef="#br0" timeOffset="112058.77">8331 9235 432 0,'-1'0'11'0,"-1"0"-1"0,0 0-19 16,0 0 3-16,0 0-19 0,0 0-50 0</inkml:trace>
  <inkml:trace contextRef="#ctx0" brushRef="#br0" timeOffset="112888.5">8133 10081 28 0,'0'0'19'0,"-2"0"-2"0,0 0 15 0,0-2 2 0,0 1-3 15,0-1-1-15,1 0-16 0,-1 0 3 0,0 0-8 16,0 0-3-16,0-1 11 0,2-1-5 0,0 0 10 16,0 0 7-16,0 1-14 0,0-1 6 0,0 0-10 15,0 1 3-15,0-1-6 0,0 0 2 0,0 2-2 0,0-1 2 16,2-1 3-16,0 2 4 0,0-2 2 0,0 2 31 16,-1-1 3-16,1 1 7 0,0 0-4 0,-2-2 9 0,0 2-14 15,0 1-3-15,0-1-3 0,0 0-16 0,0 0-8 16,0 0 1-16,0 0-3 0,0 0-4 0,0 1-11 15,0-1-1-15,0 0-1 0,0 0-1 0,0 0 7 16,0 0-4-16,0 0 3 0,0 1-7 0,-2 1 3 16,0 0 1-16,1 0 1 0,-1 0-5 0,0 1 0 15,0 1 0-15,0 2 0 0,0 0 7 0,-1 3-5 16,-5 8 0-16,3 2-2 0,-1-2 1 0,0 3 0 16,3 1 2-16,-1-1-3 0,2 1-3 0,0 3 3 0,2-1-3 15,0 1 3-15,0 6-3 0,0-4 4 0,2 6 3 16,2-3 0-16,-2-1-8 0,3 8 3 0,-1-4-6 15,2 7 7-15,-3-2 0 0,3 0 0 0,-2 1 2 16,-1-5 1-16,1 1 6 0,0-3-5 0,-2-1 3 0,-2-2-5 16,0 0-2-16,0-2-1 0,0-1-2 0,0-1 2 15,1-2 6-15,1 1 0 0,0-3-1 0,0-1-2 16,-2 0-3-16,0-2 2 0,2-1 0 0,0 1 1 16,0-2-1-16,1 0-1 0,1 4 1 0,-2-8-1 15,0 4-6-15,-2-3 8 0,0-3-3 0,0 4 4 16,0-3-4-16,0-5 0 0,0 3-1 0,0-1 0 0,0-1-7 15,0 2 1-15,0-1-3 0,0-3-2 0,0 6-34 16,0-7-90-16,0 3 14 0,0 0-36 0,0 0 6 16</inkml:trace>
  <inkml:trace contextRef="#ctx0" brushRef="#br0" timeOffset="113290.62">7997 10859 644 0,'0'0'13'0,"0"0"0"0,0 0 5 0,-2 0-5 16,0 0-2-16,1 0-11 0,-1 0 9 0,2 0 0 15,0 0 5-15,0 0 6 0,0 0-1 0,0 0-2 0,0 0 1 16,0 0-7-16,0 2-5 0,0 0 4 0,0 0-4 15,2 0 8-15,-1 0 10 0,1-1-3 0,0 3 4 16,0 2-7-16,5 9 1 0,1 5-5 0,-1 2 1 16,-1 2-7-16,-1 4-1 0,1-2 2 0,0 2-2 15,-3 2 1-15,1-2-5 0,0-2 1 0,-2 0-2 16,-1-4 0-16,1-2-1 0,2 3 4 0,-2-9-4 0,2 3 3 16,-1-6-1-16,1-1 2 0,0-1-2 0,-1-2-2 0,-1 1 1 15,9 1-5-15,1-3 3 0,-9-5-3 0,7 7 3 16,4-6-2-16,1 1 3 0,-2 7 5 0,2-1 2 15,-2-3 7-15,4-3-6 0,5-1 1 0,-5-2-1 16,3-5-6-16,1-7 6 0,-1 5-7 0,4-30-2 16,0-13-4-16,-3-8-2 0,5-9-28 0,-6-9-296 15</inkml:trace>
  <inkml:trace contextRef="#ctx0" brushRef="#br0" timeOffset="118958.81">7535 9446 152 0,'0'0'31'16,"0"0"-3"-16,-2 0 21 0,0 0 3 0,0 0-7 16,0 0-6-16,1 0-11 0,-1 0-3 0,0 0 0 15,0-2 3-15,0 1-8 0,0-1-2 0,0 0-5 16,1 0-10-16,1 0 13 0,0 0-4 0,0 0 5 16,0 1-11-16,0-1 18 0,0 0-1 0,0 0 7 0,0 0 1 15,0 0 4-15,-2 0-6 0,0 1 4 0,0-1-7 16,0 0-2-16,0 0 1 0,0 0-4 0,1 0-16 15,-1 0 2-15,0 1-4 0,0-1 2 0,0 0-9 16,0 0 4-16,0 0-2 0,1 0 2 0,-1 0-8 0,0 2 5 16,2 0-3-16,0 0 4 0,0 0 2 0,0 0-2 15,0 0 0-15,0 0 0 0,0 2-4 0,0 0 10 16,0 0-4-16,2 2 5 0,0-1-3 0,-2 1 0 16,3 4 6-16,3 3-3 0,-2-4 2 0,1 2 2 15,1 1-4-15,-3-3 3 0,1-1-1 0,-2-3-1 16,-2-1 5-16,4 2-2 0,5 0 11 0,-2 1-8 15,1-3-1-15,1 2-2 0,-3 0-5 0,1 1-2 0,1-1 8 16,-1 0-6-16,0-1 8 0,3 1-9 0,-3-2 1 16,1-2-3-16,-1 0 3 0,0 0 0 0,1 0-2 15,-3-2 1-15,1 0 2 0,-2 0 3 0,1-1 1 16,-1-10 0-16,-2-8-2 0,9 4-3 0,0-3-2 0,-3 3 1 16,-3-1-1-16,-3-1 2 0,-2-1-3 0,0 5 2 15,0 0-2-15,-2 2 5 0,0 0 1 0,0 4-2 16,1 1-5-16,-3 1 9 0,0 1-6 0,0 1 7 15,4 3-8-15,-3 0 6 0,-8-7-1 0,-1 1 3 16,5 5 10-16,-2-1-13 0,-1 0 5 0,5 2-10 16,-3 1 4-16,3 1-2 0,-3 0 0 0,-3 0-1 15,4 0-8-15,1 0 7 0,-1 0-1 0,3 0 4 0,0 0-7 16,-3 3 4-16,3-1-7 0,1 2 6 0,3-2-5 16,-10 12 3-16,3-1 2 0,-2 8 0 0,3 1 3 0,2-1-3 15,2 5 0-15,2-2-1 0,2-4-1 0,2 2-1 16,0-5 0-16,1 0 1 0,1 0 1 0,-1-3 2 15,1-2-3-15,0-3 2 0,-1 0-4 0,-5-7-2 16,13 5 5-16,-2 3-2 0,0-3 2 0,1-1 2 16,-1-3 2-16,2 1 0 0,-4-2 4 0,0-2-6 15,-1 0-1-15,-1 0-1 0,2-2 0 0,1-2 4 16,-3 1-4-16,1-1 4 0,-1-2-3 0,-3 5 1 0,1-11 2 16,-1-4-1-16,0 3 8 0,-2-2-10 0,-1-2 4 15,1 6-5-15,9-4 7 0,-3 0-6 0,-3 2 1 16,1-3-2-16,-4-1 5 0,-2 0-3 0,0 0 2 15,-2 3-4-15,0 1-6 0,-3 0 6 0,-3-2 1 0,3 5 3 16,-1 1-1-16,4 4 0 0,-11-1-3 0,2 0 5 16,-4 5 8-16,0-1-5 0,-1-9-1 0,1 3-3 15,-2 3-7-15,2 3 2 0,-2 2 2 0,1 0-1 16,-1 4-1-16,-2 3 1 0,6 0 0 0,-3 4 2 16,3-3 2-16,3 12 0 0,-1-1-4 0,4 3 1 15,3 0-6-15,0-1 1 0,-10-1 4 0,4-1-2 16,5-4 7-16,1 1-4 0,2 1 0 0,2-2-1 0,0 0 0 15,0 0 0-15,2-4 1 0,2 2 0 0,-1 2 0 16,3-2 3-16,0 0-1 0,-3-6 0 0,5 2-10 16,-5-1 7-16,12-3-3 0,2 5 4 0,-2-5-1 0,2 1 0 15,-6-2 1-15,0 5-1 0,-2-4-1 0,0 1 5 16,3-2-6-16,-3-2 6 0,0-1-4 0,0-1 0 16,3 0 4-16,-5 0-3 0,2-3-3 0,-3 1 0 15,-1-2 2-15,-1-1-1 0,2-12 1 0,-4-4 7 16,12 1-6-16,-4 1 6 0,-3-1-3 0,-1 3-1 15,-3-1 1-15,-1-1-3 0,-2-1 1 0,0 1 2 16,-2 1 1-16,1 5-1 0,-3-2 0 0,0 4-4 0,0 1 3 16,1 1-3-16,1 3 7 0,-2-1-3 0,0 1-4 15,3 3 3-15,-11-1 1 0,5-2 1 0,0 1 5 16,-5-3-5-16,3 5 1 0,-4-1-2 0,0 2-3 16,2 2 1-16,-2 0-7 0,7 0 2 0,1 0 3 0,-4 4-1 15,5-2-2-15,0 0 3 0,-1 3-5 0,-7 10 5 16,3 2-1-16,4-1 0 0,-1 5 1 0,4-1 0 15,2-7 4-15,0 8-8 0,2-6 3 0,2-1-5 16,3 7 11-16,-1-8-2 0,1 2-3 0,-1-6 0 16,1 2-4-16,1 0 1 0,-5-5 2 0,3 3-2 0,5-3 1 15,0-3 7-15,-2-1-6 0,1 0 4 0,-1 6-12 16,0-3 12-16,1 1-3 0,-3-3 5 0,0-1-9 16,-1-2 4-16,1 0 3 0,-1 0 0 0,1 0 8 0,1-2-11 15,-4 1 4-15,1-3-5 0,-3-13-2 0,13-3 7 16,-6 3-6-16,-1 0 6 0,-5 2-8 0,-1 4 9 15,0-9-4-15,-2 5 7 0,0 0-4 0,-2 0 0 16,0 8-2-16,-1-2 0 0,-1 3 1 0,2 2 7 16,-11 2 2-16,-6 1 0 0,1-12 1 0,-1 3-10 15,-3 3 3-15,2 5-6 0,-3 2 0 0,-1 4 4 16,6 1-2-16,1 3 3 0,-4 3-5 0,7-2-5 16,2-1 5-16,5-3-5 0,-4 10 8 0,3 0-2 0,3-2-6 15,1-4 3-15,0 2-10 0,3-1-5 0,-1 1-1 16,2 0-4-16,0-2-21 0,2-1-109 0,-2-7-22 15</inkml:trace>
  <inkml:trace contextRef="#ctx0" brushRef="#br0" timeOffset="119847.14">7199 9849 180 0,'0'0'79'0,"0"0"9"0,0 0-6 0,-2 0-26 0,0 0-8 15,0 0-13-15,0 0-19 0,1 2 8 0,-1 0-11 16,0 0 6-16,0 0-2 0,0 0-4 0,2-1 3 0,0 1 0 16,0 0-12-16,0 0 7 0,0 0-9 0,0 0 9 15,0 0 3-15,2 1-5 0,0 1 4 0,0-2 5 0,0 2-4 16,-1-3 6-16,1 1-6 0,0 2 4 0,0 0 16 15,-2-1 1-15,0 1 6 0,0 0 8 0,0-1-12 16,0 1-1-16,-2 0-3 0,0 0-11 0,0-1-4 16,1 1 1-16,-1 0 0 0,2-2-4 0,-2 1 2 15,-4 1-8-15,-1-2 6 0,1 0-9 0,1 1 5 16,1-1-1-16,2-2 1 0,-2 2-8 0,1 0 9 16,1-2-6-16,0 0 5 0,0 0-7 0,0 0-4 0,-1 4 5 15,-1-1-5-15,0-1-2 0,0 0 2 0,3 0 0 16,-1 0 2-16,0 0-2 0,0 0 8 0,0-1-10 15,0-1 10-15,0 0-3 0,1 0-5 0,-1 0 10 16,0-1-10-16,2-1 7 0,0 0-5 0,0 0 2 0,0-2-3 16,0-7 3-16,0-6-2 0,0 1-4 0,2-3 3 15,0 1 1-15,-1-3-1 0,1 1 5 0,-2-4-4 16,0 0-5-16,0-2 3 0,0-6-6 0,0-3 6 16,0-2-4-16,-2-6 0 0,-1 0 3 0,1-1 0 15,0-1 7-15,-2 0-5 0,2 5 2 0,-1 2-2 16,-1 3 3-16,0 4 0 0,1 1-1 0,1 6 1 0,0 0 0 15,0 1-1-15,0 3-3 0,0 1 1 0,0 1-2 16,2 3-3-16,0 2 6 0,0 0-3 0,0 2 0 16,0 0 5-16,0 1-4 0,0 1 3 0,0 0-4 15,0 3 1-15,0 1-2 0,0 1 2 0,0 0 9 0,0 2-6 16,0 1 3-16,0-3-4 0,0 0 5 0,0 0-3 16,0 1-3-16,0 1 1 0,0 0-7 0,0 0 0 15,0 0 1-15,0 0-1 0,0 2 2 0,-1 0-13 16,1 0-15-16,-2 0-4 0,0 2-76 0,0 0-34 15,0 0-12-15,0 2-11 0,2-1-92 0</inkml:trace>
  <inkml:trace contextRef="#ctx0" brushRef="#br0" timeOffset="120285.77">6907 9457 811 0,'-2'0'8'0,"1"0"19"15,-1 0-13-15,0 0-12 0,0 0 1 0,0 2-5 16,0 0-3-16,0 0 8 0,1 0 1 0,-1 0 0 0,0 0-10 16,0-1 4-16,0 1 1 0,2 0 1 0,0 0 9 15,0 0-4-15,0 0-4 0,2 0 1 0,0-1-5 0,0-1 13 16,0 0 3-16,1 0 4 0,1-1 12 0,0-3 9 15,-1-2 2-15,5-14 0 0,1-6-5 0,0 4-12 16,-1-4 7-16,-1-4-8 0,3 2 9 0,-5-2-15 16,1 2 1-16,-1-1-6 0,1 1-3 0,-2 2 1 15,1 2-6-15,-1 2 4 0,0 1-11 0,-1 4 8 16,-1 1-2-16,2 5 4 0,-2-2-13 0,5 3 5 16,-1 1 1-16,-1 0 1 0,-1 1 0 0,0 1-3 15,-1 1 2-15,1 1-2 0,2-3 1 0,-3 3 2 0,3-3 0 16,-4 5 2-16,2-3 2 0,1 2-6 0,3 1-3 15,5-7 0-15,-4 5-5 0,4-3 19 0,2 3-8 16,3 1 12-16,5 4-6 0,1 2 7 0,-2 3 4 0,4 7-2 16,-2 1 0-16,4-12-1 0,0 27-2 0,-6 2 1 15,4 3-4-15,0 1-6 0,-2-1-2 0,6 3-1 16,-6-1-6-16,2 4-36 0,7 0-105 0</inkml:trace>
  <inkml:trace contextRef="#ctx0" brushRef="#br0" timeOffset="127704.25">8445 10001 256 0,'0'0'137'0,"0"0"-63"0,0 0 36 0,0 0-2 16,-2 0-105-16,2 0-6 0,0 0-3 0,0 0 0 15,0 0 1-15,0 0 7 0,0 0 3 0,0 0-5 0,0 0 3 16,0 0-4-16,0 0 29 0,0 0 2 0,0 0 11 16,0 0 28-16,0 0 0 0,0-1 2 0,0-1-4 15,0 0-11-15,0 0-10 0,-2 0-6 0,0 0-2 16,0 0-19-16,2 1-8 0,0-1 0 0,0 2-5 16,0 0-13-16,0 0 2 0,0 0 3 0,0 0-1 15,0 0 4-15,2 0 4 0,0 0-8 0,0 0 6 0,2 0-6 16,-1-2 7-16,8 0 1 0,4 0 2 15,0 0-6-15,-2 0-7 0,0 1 3 0,0-1-5 0,-2 2 8 16,0 0-6-16,-1 0 3 0,-1 0-4 0,-2 0-11 16,1 0 3-16,-1 0-8 0,2 0 7 0,1 0-4 0,-3 0-9 15,2 0 2-15,3 0-7 0,-1 0-4 0,2 0-11 16,2 0 0-16,-1-2-6 0,-1 0-16 0,6-2-56 16,0 1 1-16,-3-1-25 0,1-2-59 0</inkml:trace>
  <inkml:trace contextRef="#ctx0" brushRef="#br0" timeOffset="128055.18">8638 9769 631 0,'0'0'46'0,"0"-1"-3"0,0-1-14 16,0 0 5-16,0 0-24 0,0 0 2 15,0 0-6-15,0-1 4 0,0 1-5 0,0-2 7 0,0 0 6 16,0 2-1-16,0 1 2 0,2-1-6 0,-2 0 22 15,0 0-1-15,0 0 10 0,0 0 4 0,0 0-5 16,0 1-9-16,0-1 3 0,0 0-13 0,1 0-8 16,1 0 2-16,0 2-6 0,0 0 0 0,0 0-11 15,0 2 4-15,0 0-6 0,-1 2 9 0,3 7-4 16,2 11-3-16,-1 2-2 0,1 2-9 0,1 2 1 16,-1 0-1-16,1 0-2 0,1 3-20 0,1-1-134 15,0 1-38-15</inkml:trace>
  <inkml:trace contextRef="#ctx0" brushRef="#br0" timeOffset="128410.83">8565 11414 966 0,'0'0'75'0,"0"0"-97"15,0 0 83-15,0 0-45 0,0 0-13 0,2 0 2 16,0 0 4-16,2 2-2 0,9 2 3 0,16 5 9 0,5 2-4 16,7 2 6-16,5-1-2 0,6-1-19 0,2-4 5 15,5-1-10-15,6-3-1 0,4-3-20 0,-2 0-13 16,-2-3-14-16,-4-5-163 0</inkml:trace>
  <inkml:trace contextRef="#ctx0" brushRef="#br0" timeOffset="130377.37">7058 9550 485 0,'0'0'20'0,"0"0"51"0,0 0-89 0,0 0-13 16,0 0 7-16,2 0-6 0,-1 0 18 0,1 0-25 16,0 0-12-16,0 0-1 0,0 0-6 0,0 0 28 15,0 2 1-15,-1 0 9 0,1 0 17 0,0 0 47 16,0 0 8-16,0-1 11 0,0 1 21 0,0 0-17 16,-2 0-2-16,0 0-8 0,0 2-25 0,0-1-16 15,0 1 0-15,0-2-4 0,0 0 3 0,0 0 4 0,0-1-1 16,0 1 1-16,0 0-3 0,0 0 9 0,0 0 1 15,0 0 4-15,0 0 6 0,0-1 15 0,0 1 0 16,0 0 6-16,0 0-7 0,0-2-27 0,0 0 2 16,0 0-10-16,0-2-1 0,0-2 2 0,-8-22 0 0,1-3 1 15,-3-3 0-15,1-1 0 0,0 1 0 0,0-3 1 16,1 1-5-16,3 1-13 0,-1-2 6 0,4 3-7 16,0 1 7-16,0 3-3 0,2 0-3 0,0 2 2 15,2 2-6-15,0 2 6 0,2-1-6 0,0 5 6 16,1-1-11-16,1 6 4 0,-3 2 0 0,1 2 0 15,0 1-3-15,-2 5-10 0,-2 1 6 0,0 0-8 16,3-2-4-16,1 0 1 0,0 3-12 0,-2 1 4 16,5-4-53-16,-3 4-131 0,-2 0 0 0</inkml:trace>
  <inkml:trace contextRef="#ctx0" brushRef="#br0" timeOffset="130785.39">6930 9274 939 0,'0'0'71'0,"-2"0"21"0,0-2-38 0,0 0-51 15,0 0-1-15,0 0-44 0,0 0 4 0,2 2 6 16,0 0 2-16,0 0 27 0,0 0 2 0,2 0-8 0,0 0 4 15,0 0-8-15,0 0 4 0,0 0 4 0,0 0-1 16,-1 0 13-16,1 0 12 0,0-2-2 0,0 1 6 16,0-1 16-16,0-4 1 0,3-14 6 0,-1-1-6 15,0 1 4-15,-1-2-16 0,-1 1-1 0,0-1-4 16,0 2-4-16,0-1-7 0,2 3 1 0,-1-1-5 16,1 2-1-16,0 4-2 0,1-3-4 0,1 1 1 0,-1 0-5 15,1 4 2-15,0 1 5 0,1-1-3 0,-3 6 1 16,1-3 1-16,-3 1-5 0,7-1 4 0,1 3 0 0,1-1-2 15,-2 3 7-15,2 1-7 0,2 2 6 0,0 0-7 16,4 3-1-16,2 5-1 0,-3 1 8 0,3 2-5 16,-1 2-3-16,3-9-4 0,5 15-20 0,9-1-61 15,0-1-156-15</inkml:trace>
  <inkml:trace contextRef="#ctx0" brushRef="#br0" timeOffset="132674.25">6133 8420 256 0,'0'0'-14'15,"0"0"22"-15,-2 0 6 0,0 0 1 0,0 0 10 16,1 0-15-16,-1 0 2 0,0 0-4 0,0 0 6 16,-2 0-1-16,1 1-7 0,-1 1 11 0,0 0-6 15,0-2 30-15,1 0-4 0,1 0 2 0,-2 0-1 16,0 0 16-16,1 0 4 0,-1 0-2 0,2 0 1 0,0 0-12 16,0 0-7-16,1 0-2 0,-1 0-3 0,0 0-14 0,0 0-11 15,0 0-1-15,0 0-2 0,0 0 11 16,2 0-5-16,0 0 7 0,0 0-6 0,2 0 3 0,2 0-15 15,2 0 4-15,14-4-4 0,0 3 16 0,1-1-10 16,-1-2-2-16,3 0-2 0,-3 2 0 0,-1-1-2 16,-3 1 6-16,3-2-5 0,-4 2 7 0,0-1-7 15,-1-1-3-15,-1 0 1 0,2 0-5 0,-5 1-12 16,-3 1 0-16,0-2-5 0,-1 2-5 0,-2 0-24 0,1 1-45 16,-1-1 3-16,0 0-180 0</inkml:trace>
  <inkml:trace contextRef="#ctx0" brushRef="#br0" timeOffset="132954.72">6140 8212 1153 0,'-1'0'10'15,"-1"-2"-4"-15,-2 0-3 0,0 0 8 0,-5-2-10 0,3 2 0 16,5 2-21-16,-3-1 12 0,0-1-15 0,2 0 18 16,0 2 1-16,1 0-6 0,1 0 5 0,0 0 0 0,0 2 1 15,1 0 4-15,1-1-2 0,0 3-4 0,2 0 6 16,0 1-3-16,5 7 4 0,0-1-1 0,0 0 1 16,1 2-1-16,3 2 0 0,-2 1-8 0,-2 3-15 15,0 0 1-15,-1 1-8 0,-1 2-16 0,3 1-267 16</inkml:trace>
  <inkml:trace contextRef="#ctx0" brushRef="#br0" timeOffset="133392.97">7136 8910 704 0,'0'0'10'0,"-2"0"22"0,0 0-46 0,0 0 2 0,2 0-3 15,0 0 4-15,0 0 9 0,2 0 2 0,0 0 6 16,0 0-3-16,1 0-1 0,5 0 4 0,10 2-1 15,3-1 5-15,-3-1 10 0,1 0-3 0,-8 0 2 16,2 0-4-16,-4-1-9 0,4-1 0 0,2 0-5 0,-11 2 4 16,3 0-9-16,-1 0-17 0,-2 0-6 0,1 0-10 15,-3 0-79-15</inkml:trace>
  <inkml:trace contextRef="#ctx0" brushRef="#br0" timeOffset="134030.37">5461 8830 478 0,'0'0'45'16,"0"0"0"-16,-2 0 16 0,0-2-11 0,0 0-4 16,0 0-21-16,1 0-19 0,-1 1 4 0,0 1-10 15,2 0 1-15,0 0 16 0,0 0-4 0,0 0 7 0,0 0 2 16,0 0-5-16,0 1 2 0,0 1-4 0,0 0 2 16,0 0-4-16,2 0 0 0,0 2-2 0,-2 1 4 0,3 8-4 15,1 2-2-15,0 0-1 0,-1-2-7 0,3 0 4 16,0 2-1-16,-1-2 2 0,3 2-4 0,-3-2-2 15,3 1 1-15,-3-1-2 0,3 0 6 0,-3 0-4 16,1-1 3-16,-1-3-5 0,-1-2-5 0,2 3 6 16,-3-3-4-16,1-1 5 0,0-1 1 0,-4-3 1 15,0 0-3-15,3 2 1 0,1-1-8 0,0 1 11 16,0-2 3-16,-1 0 3 0,1 0 4 0,0-1-6 16,-1-1-3-16,1 0 0 0,0-1-6 0,0-3 0 0,-3-5 1 15,5-17 0-15,1-2 11 0,-1 0-7 16,-2-4 9-16,-1 1-9 0,3-3 1 0,14-1 7 0,-7 2-6 15,-3-1 6-15,-7 3-6 0,-1 6-6 0,0 5-2 16,-2 3 0-16,0 1 2 0,0 4-16 0,0 1 5 16,0 4-12-16,0 5-16 0,0-2-45 0,2 1-78 0</inkml:trace>
  <inkml:trace contextRef="#ctx0" brushRef="#br0" timeOffset="134752.81">5990 8925 839 0,'-2'0'29'0,"0"0"4"0,0 0-20 15,-1 0-9-15,-1 0-9 0,0 0-4 0,2 1-1 16,1 1 1-16,-1 0 0 0,2 0 8 0,-6 17 0 15,4-3 0-15,2 1 0 0,0 2-3 0,0-3 0 16,0 3 1-16,0-2-1 0,0-3 4 0,0 1 3 16,0-4-3-16,0 1 4 0,2-1 1 0,-2-2-3 0,0 0 4 15,0-1-4-15,0 1 4 0,0-2 0 0,0-1 0 16,0 1 0-16,0-5-5 0,0 0 0 0,0 2-2 16,0 0 1-16,0-1-2 0,0 1-5 0,0 0 9 0,0-2-6 15,0-1 9-15,0 1-14 0,0-2-1 0,0 0-3 16,0-2 13-16,0 1-3 0,0-3 2 0,0-5-4 15,0-10 7-15,0 0 3 0,0 3 1 0,-2-3 0 16,0 2 1-16,1 1 8 0,1-3-6 0,0 1 6 16,0-1-13-16,0 0 2 0,0 3 0 0,1 1-1 15,1 0 1-15,2-2 2 0,0 6 4 0,-1 0-2 16,1 0-1-16,0 3 5 0,0-1-1 0,-1 2 4 0,1 1 3 16,0 1-6-16,-2 1-6 0,3 0 1 0,4 0-1 15,4-5 3-15,-1 2-1 0,2 1 1 0,-2 4-9 0,-3 0 0 16,4 2 6-16,-4 2-2 0,0 2 3 0,-1 0-3 15,-3-1-7-15,-3 9 3 0,0 4 3 0,0 5 4 16,11-3 1-16,-4 1 0 0,-3 1-2 0,-4-1 6 16,-2-1 2-16,-4 3-1 0,-3-3-3 0,-3 1 8 15,-3 0-5-15,8-5 7 0,-18 1-6 0,3-5 0 16,-2-3-3-16,3-1 0 0,6-3-12 0,4-1 6 16,7-2-3-16,-2 4 4 0,1 0-6 0,-1-1-12 0,2-1 2 15,0 0-4-15,0 0 3 0,0 0-1 0,2 0 3 16,0-2-2-16,2 0 0 0,0 0 12 0,2 0-7 15,11-6 9-15,3-3 0 0,1-1-6 0,-4 5 5 16,-2-1-5-16,0 1 11 0,-2 1-8 0,0 0-3 16,0 1-2-16,-2 1-1 0,-1 2 7 0,-1 0-1 0,1 0 2 15,-1 0-7-15,1 2 4 0,-1-1 1 0,-3 1 0 16,-1 0 6-16,1 2 3 0,0 0 4 0,-2-1-2 16,1 10 1-16,-3 2 6 0,-1 0-7 0,-3 0 6 15,-4 0-9-15,-3 1-1 0,6-1 4 0,-18-2-4 16,7-3-5-16,-3-3-1 0,2 2-1 0,6-3 0 15,-2-1-1-15,8 1-15 0,-1-2-8 0,2-1-2 0,1 1-32 16,-1-2-41-16,0 0-1 0,2 0-14 0,1-1-5 16,1-1-16-16,1-1-52 0</inkml:trace>
  <inkml:trace contextRef="#ctx0" brushRef="#br0" timeOffset="135069.18">6460 8824 1064 0,'0'0'8'0,"-2"0"2"0,0 0 2 0,0 0-3 15,0 0-1-15,1 0-11 0,-1 0 0 0,0 0 0 16,0 2 1-16,0 0 0 0,0 0 0 0,0 2-1 16,1 1 1-16,-3 14-5 0,0-1 4 0,0 3 3 15,1-1 0-15,-1 2 0 0,0 1 5 0,1-3-9 16,-1 1 9-16,0-3-2 0,2-1-3 0,0-2 5 0,2-4-5 15,0 0 6-15,0-4 4 0,0-1-8 0,0 0 6 16,0-3-8-16,0 1 6 0,0-2 6 0,0 0 0 16,0 0 6-16,4 1-4 0,9 7-2 0,6-1-1 15,5-2-9-15,4-3 0 0,0-4-2 0,5-2 0 16,0-3-12-16,3-5-2 0,-7 1-3 0,5-4-1 0,-5 2-13 16,-3 0 6-16,0-2 0 0,-7 3 0 0,0-1-7 15,-6 2-44-15,-4 2-5 0,-4-1-32 0,-3-5-204 16</inkml:trace>
  <inkml:trace contextRef="#ctx0" brushRef="#br0" timeOffset="135404.13">6395 8967 1081 0,'-2'0'133'0,"0"0"-164"16,-2 0 150-16,-3 0-79 0,0 0-38 0,3 0-6 0,0 0-8 15,0 0 2-15,3 0-8 0,-1 0 10 0,0 0 2 16,2 0 3-16,0 0 6 0,2 0-3 0,1 0-2 16,12-2-2-16,11-3-13 0,2-3-6 0,0 1 6 0,-2 0-3 15,-2-3 7-15,-2-1-11 0,-3 0-1 0,-4 9-3 16,-2-15-3-16,-8-5 1 0,1 5 4 0,9-3-1 16,-4-6 16-16,-7 9 14 0,-4-5-3 0,0 5 8 15,-4 2 2-15,-4 1 3 0,-1-1 5 0,-2 0-3 16,2 2 4-16,0 2-4 0,5 5-6 0,4 4 3 15,-4-3-3-15,2 1-11 0,-1 0 4 0,1 1-5 0,0 1 9 16,0 0-5-16,0 0 0 0,2 0-2 0,0 0-5 16,2 1-16-16,2 1 0 0,25-4-12 0,3 2-43 0</inkml:trace>
  <inkml:trace contextRef="#ctx0" brushRef="#br0" timeOffset="137035.57">5691 8160 500 0,'0'0'42'0,"-2"-2"-1"0,0 0 14 16,1 0-3-16,-1-2-10 0,-2-1-24 0,-3-5 12 16,1 3-8-16,2 1 9 0,-1 3-10 0,-1-5 5 15,1 6-4-15,-1 1 3 0,2-1-21 0,-1-2 6 16,-1 0-7-16,2 2 8 0,-1 1-1 0,-1-1 0 16,-1 0 13-16,-2 0-7 0,-1 2 20 0,-1 0-6 0,0 0 0 15,0 2-1-15,2 0 0 0,1 0-9 0,1-1-2 16,3-1-3-16,0 2-17 0,2-2 4 0,-1 2 0 15,1-2 2-15,0 2-4 0,0 11 3 0,-7-2-4 16,1 2 2-16,1 4-4 0,3-2 1 0,1 1 0 16,1 3 0-16,2-4 5 0,0 0-4 0,2-2-1 15,1-2-2-15,3 0 4 0,-2-4-5 0,1 1 5 0,-3-4-7 16,7 1 2-16,2-1 8 0,2-2-3 0,0 0 3 16,-1 7-6-16,1-2 3 0,-2-1 0 0,-2-2 3 15,0-3 10-15,1-1 0 0,-3 0 6 0,-1 0-3 16,-3 0 8-16,1 0-6 0,-2 0 0 0,0 0-2 15,0-9 1-15,-1-8-6 0,11 1-5 0,-3-1 2 16,-4 2-8-16,-1 0 4 0,-2 0 3 0,-2 4-2 16,0-4 7-16,-2 2-4 0,-2 0 4 0,1 2-4 0,-3-2 0 0,2 6 8 15,-1-1-5-15,-1 1 5 0,4 5-5 0,-7-2-2 16,0 1-2-16,0 1 1 0,-1 0-2 0,3-4-7 16,-1 3 2-16,1-1-4 0,1 2 3 0,-1 2-7 15,1 0 7-15,1 0-6 0,1 0 12 0,2 0-6 16,-1 2-1-16,-1 18-2 0,2-1 2 0,-2 1 1 15,2 1 0-15,1 1 0 0,-14 0 0 0,5-1 0 16,3-1 1-16,1-1 1 0,3-2 0 0,1-1-1 16,2-3 1-16,0 0-1 0,0-2-1 0,0-5-1 15,2 3 1-15,-2-5 0 0,2 2-3 0,-1-3 3 0,-1-1 0 16,4 2 2-16,0 0-2 0,0-3 3 0,-3-1-1 16,5 2 5-16,3 0 2 0,-1-2-2 0,1 0-2 15,-2-2 1-15,1-1-7 0,-3-3 4 0,1-13 0 0,-4 1 2 16,0-1-3-16,0 1-3 0,-1 3 4 0,11-2-3 15,-5 4 2-15,-1 2 3 0,-3 0-5 0,-1 2 3 16,-2-1-3-16,0 3-4 0,0 1 4 0,0 1-1 16,-2-1 2-16,0 2-1 0,1 1-1 0,-1-1 1 15,-4 0 1-15,-5-3-1 0,2 1-2 0,-1 3 0 16,3 1-1-16,0 0 4 0,-1 2-2 0,1 0 1 16,-1 0-1-16,1 2 0 0,-1 1 2 0,3 1-1 0,-1-2-3 15,4 11 6-15,1 0-4 0,-9 0 4 0,3-2-8 16,1 0 4-16,4-3 2 0,1 1 0 0,-1-2 0 15,2 1 2-15,0-3-1 0,0 1 3 0,0-2 0 0,0-2-4 16,2 1-1-16,1 1 0 0,-1-4 3 0,9 7-1 16,0-1-1-16,-1-4-1 0,1 0-2 0,-2-2 0 15,-1 0 3-15,-1-2-1 0,-3 0-2 0,1-2 2 16,-3 2-1-16,2-14 3 0,-2-1 1 0,9 0-6 16,-2 2 1-16,-3 1-2 0,-3-1 12 0,-3 4-8 15,0-1 2-15,0 5-4 0,-1-2 2 0,-1 3 3 16,0-1-1-16,0 3 2 0,2 2-8 0,-4-2 8 0,1 1-4 15,-1-1 6-15,0 2-6 0,0 0-8 0,1 2 5 16,-1 0-4-16,0 0 10 0,1 2-3 0,-1 2 0 16,0 1 0-16,-3 14 1 0,1-2-2 0,4-1 3 15,2-1-5-15,0-2-1 0,2 0 7 0,0-3-4 0,4 1 5 16,-3-4-4-16,1-1 2 0,0-1 5 0,-1-3-1 16,9 0 4-16,-3 5-5 0,2 1-2 0,0-3-1 15,-2-1-4-15,1-2 6 0,-3-2-2 0,1 0 4 16,-3 0-6-16,-1-2 3 0,0 0-1 0,-4 0 3 15,11-14-1-15,-2 1-2 0,-3 0-2 0,-3 2 0 16,-1 0 2-16,-2 0-1 0,0 0 5 0,-2 4-3 16,-1-1-1-16,-1 3 0 0,0 1 1 0,0 1 0 0,-1 1 1 15,-6 2-1-15,1-5 0 0,-1-1 1 0,2 5-4 16,0-1 5-16,-1 2-6 0,3 2 4 0,0 0-3 16,1 0 0-16,2 0 1 0,1 0 1 0,-1 2-1 0,0 0 4 15,0 0-6-15,1 1 3 0,-1 1-6 0,2 0 4 16,0 0 2-16,0-1 0 0,1 1 6 0,-1 0-8 15,0-1 3-15,0 1-4 0,0 0 4 0,2 0-4 16,0-3 1-16,0 1-1 0,0 0 3 0,0 0 1 16,0 0-1-16,0 0 0 0,0 0-2 0,0-1 0 15,2 1-1-15,0 0 1 0,-2 0 1 0,2 0-1 16,-2 0-1-16,0-2 0 0,0 0 1 0,0 0 0 0,0 0 0 16,0 0 0-16,0 0 1 0,0 0 1 0,0 0-1 15,0 0-1-15,0 0-5 0,0 0 2 0,0 0 0 16,0 0 1-16,0 0 0 0,0 0 2 0,0 0-1 15,0 0 1-15,0 0-3 0,0 0 7 0,0 0 0 0,0 0 3 16,0 0-4-16,0 0-2 0,0 0-1 0,0 0 0 16,0 0 1-16,0 0-1 0,2 0 0 0,-1 0-1 15,1 0 1-15,0-2 4 0,0 0-4 0,-2 0 3 16,0 0-1-16,0 0-3 0,0 1 3 0,0-1-4 16,0 0 6-16,0 0-3 0,0 0 1 0,0 0-2 15,0 0-7-15,0 1-1 0,0 1 5 0,0 0-2 0,0 0 5 16,0 0 3-16,0 1-3 0,0 1 3 0,0 0-2 15,0 0 5-15,0 2-2 0,0-1 3 0,0 1-11 16,0 0 3-16,0 0-1 0,0-1 2 0,0 1 6 0,0 0-6 16,0-1 0-16,0 1-4 0,0 0 1 0,0 0-13 15,0-3 2-15,2 1-8 0,0 0-15 0,0 0-49 16,-1 0-29-16,1 0-14 0,0-2-162 0</inkml:trace>
  <inkml:trace contextRef="#ctx0" brushRef="#br0" timeOffset="140027.41">3628 7814 144 0,'-2'0'16'0,"1"-2"15"0,-9-1 1 0,-18-10-9 16,4 2-8-16,2-1 0 0,0 3-16 0,1 0 13 16,1 0-1-16,-2-3 5 0,3 3-13 0,-1-2-5 15,1 2-3-15,1-1 0 0,-3 1 0 0,1 2 5 16,-1-1 2-16,3 1 1 0,-3-1 5 0,3 1-6 15,-3 0 6-15,3-1-5 0,-5 1 16 0,3 1 4 16,-4-1-5-16,2 1 4 0,-3 1-14 0,-2-1-4 0,1 2-1 16,0 2-3-16,-6 1-12 0,-1 1-2 15,-6 3-5-15,-4 7 4 0,-2 1 5 0,3 2 7 0,-1 2 3 16,-2-1 0-16,8 1 2 0,2 0-2 0,3 0 0 16,8-2-2-16,-2 2 6 0,0 0-2 0,0 1 0 15,2-1-2-15,0 2-7 0,0-11 7 0,2 14 5 0,-3 4 0 16,1 0-4-16,-4 4 4 0,-1 2-9 0,-12 1 6 15,0 1-14-15,-2-1 8 0,-1 5 0 0,1-8 2 16,-1-1-2-16,-3-2 3 0,4-3-6 0,3 4 4 16,8-4-6-16,0 0 1 0,5 3-2 0,2-3 0 15,-1 2-7-15,4 0-3 0,0 2 9 0,1 0-6 0,3-2 2 16,1 4-3-16,2 4-7 0,2 1 4 0,0 4 1 16,0 2 19-16,-2 0-4 0,2 0 6 0,-1 6-2 15,-1 3 1-15,-2-2-3 0,0 1 2 0,-3-4 4 0,-2-3-6 16,-4 1 7-16,2 0-8 0,3-2 3 0,4-2-2 15,6 6 1-15,-4-2 0 0,2 2 1 0,2 3 1 16,0 4 2-16,0 2 1 0,-2 2-1 0,-2-2-3 16,2-2-3-16,0-5 3 0,8-1 7 0,-3-3-5 15,1-8 3-15,3-1-3 0,-7-2 4 0,7 1 1 16,-14-1 5-16,1 3-2 0,6 3 18 0,0-1-3 16,1 2-6-16,5 4 0 0,1 0-11 0,4 3 4 0,0 5-1 15,0-1 0-15,0 0-3 0,0 0-3 0,0-3 5 16,2-2-4-16,2-2 3 0,-1-1 12 0,-1-6-2 15,2-3 6-15,1-3 2 0,-1-6-2 0,0-1-1 16,1-1 0-16,-1-3-10 0,2 2-2 0,-1-3 1 0,1 1 0 16,1 2-3-16,1-1-1 0,-1 1-2 0,1 1 0 15,-3-1 0-15,3 1-1 0,1 1-1 0,2 1-1 16,0-2 0-16,2 1-5 0,-11 1 0 0,20 0-1 16,-1 1 11-16,-1 1-11 0,2-2 5 0,-5-3-6 15,2-1 12-15,-3 1-2 0,1 1-4 0,2 2 2 16,-6-3-2-16,0 0-6 0,3-3 7 0,-1-3-7 0,0 0 7 15,4 0-3-15,-3-2 0 0,1 1-2 16,2-1 2-16,-1 0 2 0,3 0-2 0,1 0 1 0,-2 0-3 16,3 2 1-16,-1-4 1 0,-4-1 0 0,7 3 6 15,1-2-6-15,1 1 6 0,7-1-6 0,-8-4 1 0,5 1 5 16,-5-2-5-16,-1-2 6 0,1 14-6 0,0-3 3 16,0-3-4-16,0-3 3 0,0-1-11 0,-4-1 1 15,0-1 6-15,0 1-2 0,-3-1 15 0,-2 0-19 16,3 1 7-16,-5 1-10 0,3 1 19 0,-3-1-11 15,0 1 6-15,-2-1-8 0,2 1 5 0,0 3 0 16,0-3-2-16,1 2 1 0,1 1 0 0,0-3 1 16,1 1 0-16,1-3 2 0,0 1 1 0,3-3-4 0,0-1 3 15,2-2-3-15,2 0 10 0,2-2-11 0,-2-1 4 16,0-1-5-16,-2-2 2 0,-1 3-2 0,-1-3 2 16,-4 2-1-16,3 1 8 0,1-1-9 0,-7 2 2 15,5-2-5-15,-3 3 9 0,-2-1-1 0,7-2-1 0,-3 2-1 16,-1 0-1-16,3 0-4 0,-5 1 4 0,3-3-2 15,1 0 2-15,-1 0 5 0,3-1-5 0,-7 1 4 16,4-1-4-16,-3-3 1 0,5-1 7 0,3-4-4 16,-2 0 8-16,1-2-9 0,-1 0 1 0,0 0-4 15,2 0-1-15,-3 2 4 0,1 10-2 0,0-14 4 16,-3 2-5-16,3 6 1 0,-1-6-2 0,-1 8 2 0,0-8 1 16,-1 4 0-16,3 3-2 0,-3-1 1 0,-1-2 0 15,5 0-1-15,-7-6 0 0,7 2-1 0,-3-3 5 0,0-3-8 16,8-1 6-16,-2-2-7 0,0-4 5 0,2 0 6 15,-4-4-3-15,0-1 2 0,2 1-7 0,0 1 2 16,0-1-2-16,-1 1 1 0,-3 1-3 0,-2-2 2 16,-1 5-1-16,-1 1 2 0,1 0 6 0,-4 1-6 15,2 3 3-15,-3 2-4 0,-1-4 3 0,-1 3-1 16,-1 1 5-16,2-2-3 0,-2-1 2 0,2-6-3 16,0-3 0-16,3 0 1 0,3-1 0 0,7 0-6 15,-2-8-2-15,4-2 0 0,0-3 13 0,2-3-12 0,1 5 6 16,1-1-8-16,5 4 10 0,-2-1 0 0,-1 3-5 15,-3 2 2-15,-3 1-2 0,-6 3 1 0,2 1 1 16,-1-1-1-16,-3-1-3 0,1 1 2 0,-5 1 0 16,-3 1 1-16,2-1 9 0,0-3-10 0,2-4 2 15,3-2-5-15,0-3 5 0,1-3 1 0,1 3 4 0,0-1-2 16,-1 2-1-16,-1-3-1 0,3 1-1 0,-3-1 0 16,0 0-2-16,5 1 7 0,-5-1-10 0,0-1 8 15,1 1-11-15,-4-3 12 0,-4 7-4 0,0-1 6 16,-4 2-9-16,-5 2 2 0,5 2 5 0,-4 4-2 15,8 1 4-15,-1-5-6 0,-3 2 0 0,0-4-2 0,-3 0 2 16,1 0-2-16,2-2-1 0,1 2-1 0,-7-2 3 16,9 2 0-16,-7 2 0 0,-3-4-1 0,4-2 0 15,16 2 2-15,-11 1 5 0,-7-5 0 0,-4 4 8 0,-4-5-7 16,-5 5 1-16,1 6-2 0,-5-4 2 0,2 5-1 16,0 1-2-16,-2-1 0 0,4 7 2 0,-2-1-7 15,-1 2 1-15,1 0-2 0,0 0 2 0,0 2 0 16,0-1 2-16,0 3-1 0,0 2 0 0,-2-1-7 15,9 1-3-15,-17-1 0 0,-1 3 9 0,-4-1 7 16,2 3-1-16,-2-1 3 0,0 0 8 0,0 2 3 16,-2 1 2-16,0-1-2 0,0 2-12 0,1 2 7 15,-5 3-10-15,2 4 8 0,-7-5-16 0,6 4 6 0,-3-3-4 16,-8-3 1-16,-1 2-21 0,-4 1 5 0,5 6 3 16,-3 1 2-16,1-22 14 0,-1 10-10 0,-1 8 3 15,-1 7-6-15,-1 7 6 0,-2 6 7 0,-6 5-1 0,0 4 4 16,-7 4 2-16,-7-24-8 0,-5 29 6 0,-6 4-6 15,-3 2 5-15,2 6-8 0,3 7 3 0,3 7-3 16,3 12 5-16,-1 12 0 0,-8 7-1 0,-1 4 2 16,-8 1 5-16,0 0-16 0,5 5-38 0,6 22-10 15,6 31-267-15</inkml:trace>
  <inkml:trace contextRef="#ctx0" brushRef="#br0" timeOffset="163093.99">8779 10471 165 0,'0'0'37'0,"0"0"-5"0,0-2 34 0,0 1 3 16,0-1-4-16,-2-2-5 0,2 2-13 0,-2-9-4 0,2 5-4 16,0 1-13-16,0-1-4 0,0 4-5 0,-2-5 0 15,2 1-15-15,0 3 8 0,-2-3 3 0,1 2 1 16,-1 1 9-16,0-1 4 0,0 0-5 0,0 1 4 16,0-1-6-16,0 0-3 0,1 0 4 0,-1 1-4 0,0-1 11 15,0 0 4-15,0 2 2 0,0 1 0 0,0-1-4 16,1 0 3-16,-1 0-7 0,0 0 4 0,0 0-16 15,0 0 8-15,0 1-5 0,0-1 6 0,1 0-11 0,-1 0-6 16,0 0 3-16,0 0-5 0,0 0 0 0,0 2-2 16,0 0-1-16,1 0 1 0,-1 2 4 0,2 2-1 15,-2 11 0-15,0 9-1 0,2 2 0 0,0-2-4 16,0-2 3-16,4 3-3 0,-1-3 0 0,3 2 0 16,0-2 1-16,-3 0-1 0,1 1 3 0,0-3-2 15,1 2-2-15,-1-3 1 0,0 1 2 0,1 1-1 16,-1-3-1-16,2 1 0 0,-3-4-5 0,3 0 7 15,-2 0 0-15,-1-2 2 0,1 1-1 0,-2-1-5 16,2 2 2-16,-1 2-1 0,-1-4 2 0,2 4 3 0,-2-4-6 16,0 0 2-16,-1 0-9 0,1-4 7 15,0 2 1-15,0-5 1 0,-2-3 1 0,2 1-3 0,0 0 2 16,0 0-1-16,-1-1 3 0,1 1 7 0,0-2-4 0,0 0 4 16,0 0-5-16,0-1 4 0,0-1-7 0,-1 0 6 15,1-1-7-15,0-3 1 0,7-13 1 0,3-9 0 16,-1 0-6-16,0-4 2 0,-2 3-4 0,0-7 3 15,-1 1-3-15,-1-4-10 0,3-1 11 0,1-1-9 16,0-3 11-16,4-5-1 0,0-5-2 0,1-5 1 16,3 1-7-16,5-7 8 0,-4 4 0 0,1 5 3 15,-1 2 1-15,-3 11 0 0,0 2 1 0,-4 9 1 0,-2 4 2 16,0 4 0-16,-4 7-2 0,-1 4 2 0,-2 3 7 16,-1 3-6-16,-3 3-3 0,2-2-1 0,0 1-12 0,0 1 3 15,0 0 6-15,0 0-3 0,-1 2 2 0,1 0-18 16,0 2-8-16,0 2-10 0,0 5-104 0,3 21-117 15</inkml:trace>
  <inkml:trace contextRef="#ctx0" brushRef="#br0" timeOffset="163562.59">9406 10358 795 0,'0'-2'22'15,"0"0"-3"-15,0 0 3 0,0-1 4 0,-1-7-10 16,1-3 0-16,0 4-20 0,0 4 6 0,0 1-9 16,0 0 10-16,0 0-7 0,0 3-2 0,0-1-2 15,0 0 8-15,0 0 3 0,0 0 9 0,0 2-4 0,0 0 22 16,0 2 10-16,-2 0-4 0,0 2 5 0,-4 12-8 15,-5 12-4-15,0-2-2 0,0 2-2 0,2 2-18 16,1-4-1-16,1 2 2 0,1-2-2 0,1-1-6 0,1 1 7 16,2-1-8-16,0-1 8 0,0-2-3 0,0 2-1 15,2 0-2-15,0 0 0 0,0 1 2 0,0-1-3 16,2 0 4-16,0-2-4 0,2 2 9 0,0-1-9 16,1 3 0-16,1 0-3 0,3 3 5 0,0-1-2 15,1 2 1-15,1 0-3 0,0-3-2 0,0 1 3 16,-2-2 1-16,1 0 1 0,-3-2 3 0,-1-1 3 15,-3-1-1-15,-1-5 2 0,-2-4 2 0,0-4 3 0,0 0-1 16,-2 0 1-16,-1 4-6 0,-3-1 4 0,-1 1-1 16,1-6 1-16,-1 4-6 0,-8-3 3 0,2-1-3 15,0 0 2-15,2-1-13 0,-1 3-9 0,3-3-2 16,0-2-6-16,1-3-58 0,1-1-67 0,1 0-32 16</inkml:trace>
  <inkml:trace contextRef="#ctx0" brushRef="#br0" timeOffset="163754.4">9189 10789 1160 0,'-2'0'54'0,"0"-2"-37"16,1 0 53-16,-1 0-18 0,0 0-26 0,0 0-17 15,2 1 1-15,0-1-6 0,0 0 9 0,2 0 8 16,0 0 1-16,0 0 0 0,1 0-3 0,20-11-4 15,3 2-7-15,3 0 2 0,7 0-9 0,1 2 1 16,4-1 0-16,-1 1-2 0,7 0-10 0,-3 1-14 16,7 1-4-16,-3 0-6 0,-4 1-29 0</inkml:trace>
  <inkml:trace contextRef="#ctx0" brushRef="#br0" timeOffset="166823.6">5465 13505 406 0,'0'-2'0'0,"0"0"26"16,-2-1 9-16,-2-10 8 0,0-8 0 0,2 8-27 16,1-3-9-16,1 1-5 0,0 2 3 0,0 2 1 0,0 1 17 15,0 5 4-15,0-1 0 0,0 2 1 0,0 1-15 16,1-1 6-16,1 0-4 0,0 1 6 0,0 1 2 16,2 0-9-16,-1 0-2 0,-1 2-1 0,9 0-5 0,4 4 6 15,0 3-3-15,0-3 3 0,0 27-1 0,2 12-8 16,-3 2 8-16,-1 3-8 0,4 8 9 0,-6-1-5 15,0 5-4-15,-3-1 2 0,-4-1-5 0,-3-3-2 16,3 3 2-16,-2 1 0 0,2-3 5 0,-1 0-4 16,1-4 7-16,2 0-6 0,1-4-5 0,1-7 11 15,3-2-11-15,0-8 11 0,-2-1-11 0,8-6 4 16,-2-3-1-16,1-3 3 0,9-5-7 0,-5-3-8 16,-1-7 3-16,-1 10-3 0,1-5 8 0,3-5 8 0,2-3 4 15,2-5 2-15,-4-6 6 0,-3 3 11 0,1-27-4 16,-3-8 7-16,2 2-4 0,1-5 20 0,-3-2-10 15,-2-2 12-15,1 1-9 0,-1-4-20 0,0 1 9 16,0 0-14-16,0-2 2 0,1 5-11 0,-3 1-2 0,-1 2-1 16,-5 5-6-16,-3 4 8 0,-1 5 3 0,12 10 3 15,-5 2-2-15,-7 10-7 0,-1 5-1 0,-2-1-1 16,0 2-12-16,0 3-59 0,0-3-1 0,0 2-22 16,-2 2-38-16,0 2-214 0</inkml:trace>
  <inkml:trace contextRef="#ctx0" brushRef="#br0" timeOffset="167197.31">6619 14278 1063 0,'-1'0'90'0,"-1"0"-117"15,-2 0 101-15,-11 3-56 0,-3 5-15 0,5 1 0 0,-4 13 5 16,4 23-3-16,0-3 5 0,0 3-9 0,4 1-2 16,-1-5-1-16,7 0 0 0,-20-4-3 0,12-5 2 15,9-2-6-15,4-4-10 0,4-2-3 0,1-4-2 16,3-3 0-16,-1-2 0 0,4-4 20 0,13-2-5 0,0-1 9 16,0-3 2-16,-6-1 9 0,2 0 3 0,-1-1 0 15,-1 1-2-15,3 0 3 0,-7 1-3 0,-3 1 2 16,4 1-7-16,-8-1 15 0,-3 1-4 0,-2 1 8 15,3 1-5-15,-1 0-3 0,-1 4 7 0,-3 0-4 16,-2 4 9-16,-6 0-3 0,-3 1-1 0,0-3 0 16,-21 0-7-16,-7 0-2 0,-2-2-9 0,0 2 5 0,2-4-10 15,2-4-2-15,3-1 5 0,6-1-5 0,2-1-1 16,5-2 0-16,-1 0-3 0,3 9 2 0,2-4-14 0,4-3-44 16,4-2-12-16,1-2-17 0,4 0-109 0,-1 0-122 15</inkml:trace>
  <inkml:trace contextRef="#ctx0" brushRef="#br0" timeOffset="167488.18">7173 14532 633 0,'-2'0'200'0,"0"0"-269"0,-3 0 240 0,-16 2-132 16,6 0-10-16,4-1 8 0,6-1 2 0,3 0 2 16,0 0-12-16,-2 2-13 0,0-2-5 0,3 0 1 15,-1 0-2-15,2 0 5 0,0 0-4 0,2 0 5 0,11 0-1 16,26-7-7-16,1-6 1 0,14-6-5 0,4-1-4 15,9-4-14-15,5 1-3 0,-7-1-8 0,0-2-40 0,-6 2-29 16,-1-2-61-16</inkml:trace>
  <inkml:trace contextRef="#ctx0" brushRef="#br0" timeOffset="167924.94">8378 13557 651 0,'-2'0'57'15,"0"0"17"-15,0 0-31 0,0 0-38 0,1 0 0 16,-1 0-8-16,0 2 3 0,0 0-2 0,2 7 2 15,-2 23-6-15,4 9 6 0,4-2 0 0,-1 3 1 16,4 5-2-16,1-5 7 0,-1 1-4 0,0 2 5 0,1-1-7 16,-3 4 4-16,0 3 3 0,-1-1 1 0,-2 2 4 15,-1 0 8-15,3 2 3 0,-2-1 2 0,-2-3 3 16,-1-9-14-16,1-2-3 0,-2-9-1 0,0-4 2 0,2 0-2 16,0-9 5-16,0-1-5 0,0-4-10 0,-2-5 7 15,0-1-7-15,0-5 8 0,0 1-1 0,1 2 6 16,1 0 0-16,0-2 2 0,0-1 2 0,0-1 2 15,0-1-3-15,1-1 1 0,10-19-8 0,8-18 7 16,-1-9 0-16,1-8 1 0,-3-1-5 0,1-6-1 16,1-2-2-16,1-2 1 0,-1 0-1 0,2 0-10 15,3 0 1-15,1 0-4 0,-2 1 0 0,0 1-4 16,-4 5-4-16,-1 6 1 0,-2 6-8 0,-3 7-12 0,-1 6-3 16,-3 9-15-16,-3 4-123 0,-1 7-96 0</inkml:trace>
  <inkml:trace contextRef="#ctx0" brushRef="#br0" timeOffset="168319.43">9438 13810 1253 0,'-2'-2'31'0,"0"0"65"0,0 2-74 15,-5-4-4-15,0 0-1 0,3 3-3 0,0 1-16 16,0 0 2-16,-1 0-2 0,-3 1 2 0,1 5-3 0,-2 16 0 16,-2 17 4-16,-2 4-1 0,0 2 5 0,0 3 0 15,1 0-6-15,1 0 1 0,0 1-4 0,6-3 4 16,-1 2 4-16,4-3 0 0,-20-4-8 0,11-6 8 16,3-7-7-16,3 2 8 0,3 1-2 0,2-7 13 15,0 6 4-15,0-6 2 0,2 0 5 0,0 2-7 16,-1-3-1-16,1 1-2 0,0 0-1 0,0-4 0 15,0 3-6-15,0-1 4 0,-2-2-3 0,0 4-2 0,0-3 4 16,-2-1-6-16,-2-1-5 0,-1-2-2 0,-1-1 1 16,0-1-1-16,-1 0 3 0,0-2-24 0,-1-2-7 15,-1-2-9-15,-12-3-47 0,-5 11-48 0,-3-4 1 16,-1-8-17-16,0-3-14 0,6-4-7 0,6-3-34 0</inkml:trace>
  <inkml:trace contextRef="#ctx0" brushRef="#br0" timeOffset="168460.5">8803 14452 556 0,'0'0'97'0,"0"-2"170"0,0 0-189 15,0 0-26-15,0 1-4 0,2-1-4 0,0 0 5 16,9-6 18-16,26 5 2 0,-4-18 4 0,10 1-11 16,7-1-20-16,-5 1 1 0,11-2-8 0,1 1-15 0,1-1-10 15,1 0-6-15,2 1-1 0,-1-3-24 0,3 2-45 16,2 2-10-16,4-1-33 0,1 4-247 0</inkml:trace>
  <inkml:trace contextRef="#ctx0" brushRef="#br0" timeOffset="168944.65">4690 14666 609 0,'0'0'351'0,"0"0"-524"16,0 0 423-16,0-2-249 0,0 0-9 0,2 0 14 15,0 0 5-15,2 0 3 0,14-7 2 0,8-4 14 16,2-2-13-16,4 0 13 0,3 0-15 0,2 2-5 0,0 0 0 16,4 0-3-16,0 0-8 0,0 2-12 0,2 2-2 15,-8 3-7-15,4 3-44 0,-6-1-244 0</inkml:trace>
  <inkml:trace contextRef="#ctx0" brushRef="#br0" timeOffset="169655.29">2574 14940 878 0,'-2'-1'3'0,"-6"-14"8"16,-3-15-14-16,4 0 0 0,1 2 2 0,4 1 1 16,2-1 3-16,0 5 7 0,4 1-4 0,0 4 5 0,0 3-7 15,-1-2 9-15,1 4 0 0,0 4 4 0,-1 1 10 16,-1 5-5-16,0-1 6 0,-2 2-5 0,4-4 9 0,0 3-8 16,-1-1 3-16,1 0-3 0,0 2 2 0,1 1 9 15,8 1-7-15,2 5 8 0,-2-3-5 0,2 43-10 16,-2 8 0-16,-4 12-5 0,8 10-1 0,-6 12-6 15,2 9-2-15,-5 7-2 0,-5-5-4 0,3-9-1 16,-1-16 5-16,5-14-5 0,-3-11 4 0,4-9 2 16,-2-5-2-16,1-10 2 0,5-2 0 0,1-5 1 15,1-2 5-15,5-6-5 0,-1-2-1 0,-1-3 4 0,-3 7-4 16,0-3 6-16,1-5-1 0,1-5 7 0,3-5 1 16,-2 3 1-16,-1-35 7 0,0-9-6 0,-1-9 3 15,-1-8-3-15,1-10 6 0,-3-10-9 0,2-1-3 16,-4-3-1-16,0 2-1 0,-4 7-7 0,1 6 9 15,-7 11-9-15,1 3 12 0,22 10-9 0,-13 2 2 0,-7 11-5 16,-3 5-4-16,-3 6-3 0,0 6-7 0,0 3 0 16,0 8-32-16,0 5-47 0,0 0-21 0,0 1-21 15,0 1-195-15</inkml:trace>
  <inkml:trace contextRef="#ctx0" brushRef="#br0" timeOffset="170019.4">3968 14820 1473 0,'-2'0'40'0,"0"0"-57"0,1 0 38 0,-9 0-26 0,7 0-63 15,-1 0-67-15,2 2-58 0</inkml:trace>
  <inkml:trace contextRef="#ctx0" brushRef="#br0" timeOffset="172285.14">6826 12579 1515 0,'-4'-2'-12'0,"-35"-21"-13"16,4 5 8-16,10 5-1 0,-2-4 4 0,4 4-5 0,-3 0-1 15,-2-4 15-15,-1 1-3 0,-12-3 8 0,4 3 4 16,-4 1 8-16,0 0-2 0,-3 0 4 0,-1 0-3 15,-1 2 2-15,-3 0-1 0,-5 2 0 0,-9 2 2 0,-5 1-3 16,-9 3 0-16,-2 1-2 0,3 0-2 0,-8 2 2 16,2 2-4-16,1 4 2 0,-5 2-10 0,-5 3 1 15,-4 2 2-15,-3 2 0 0,-8 2 5 0,4 2-3 16,4-1 1-16,1 3-2 0,6 1 3 0,0 4 0 16,-3 2-3-16,-7 2 0 0,3 0-5 0,1 4-2 15,1 1 1-15,8-31-1 0,5 43 4 0,-6-3-1 16,0 5 3-16,-6 1-1 0,-3-3-2 0,1 3 4 0,2 0-6 15,6-3 5-15,0 3-11 0,2 0 9 0,-6 0-2 16,-4 6 4-16,-3 2-1 0,0 7 3 0,3 4-1 16,8 7 3-16,0 1-5 0,6 3-4 0,-3 0 1 15,1-1-1-15,-6 0 5 0,2-5 0 0,7-3-1 0,4-2 0 16,13-2-7-16,6 1 10 0,3-2-1 0,6 2 4 16,1-1-5-16,7-2-7 0,-1 6 5 0,6-6-5 15,-2 2 10-15,2-2-6 0,5-1-1 0,4-1-3 16,10 0-1-16,5 10 4 0,4 1-1 0,5 6 1 15,0 2 2-15,-27 2 2 0,23 1 1 0,10-5 1 16,9-2-2-16,4-7-4 0,5-2 4 0,8 0-5 16,-22-4 1-16,42 7-1 0,-1-1-4 0,1-4 4 0,4-2 5 15,2-7 3-15,5-6-1 0,6 0-1 0,7-1-5 16,10-7 8-16,5-1 0 0,8-8 2 0,0 1-3 0,-2-3-2 16,3-3 2-16,6 0-1 0,10-6 3 0,18-3-3 15,5-2-2-15,4-6 0 0,4-6 0 0,6-1-6 16,7 37 3-16,11-32-6 0,4-9 7 0,5-5-6 15,2-5 6-15,6-1-5 0,2 0 10 0,3-4-3 16,8 0 3-16,0 1-3 0,4-5 8 0,5 0 1 16,2-1-3-16,-2 0 2 0,3-1-10 0,11 1 9 15,-9-1-2-15,1-7 4 0,3 2-3 0,-5-1 4 0,-2-3-4 16,-2-2 4-16,4-1-1 0,-8-2-2 0,-3-4 3 16,0 37-4-16,-8-48 2 0,2-4 0 0,0-2 0 15,-5-3-1-15,-3 3-2 0,-8-3-3 0,-3-3 0 16,-5 1 1-16,-5-4 10 0,-8-7-11 0,-8-4 6 15,-7-8-7-15,-5-3 8 0,-17-1 1 0,-10 5 3 0,-7-1 0 16,-9 5 8-16,-2-1 6 0,-9-2 4 0,-8-2-1 16,-3-1 7-16,-14-4-5 0,-7-2-2 0,-11 2 0 15,-7 2-4-15,-6 3-2 0,-6 2-3 0,-5 1-1 16,-6-3-11-16,-7-3 3 0,32-6-1 0,-29-4 1 16,-8-1-7-16,-12 1-4 0,-8 3 1 0,-6 5-2 0,25 1 0 15,-46-1-3-15,-8-4 0 0,-7-3 0 0,-15-8 3 16,-3 4-6-16,-4 1 2 0,-4 8-5 0,-2 6-8 15,-6 3 2-15,-10 0-12 0,-12 1 8 0,-11-1-21 0,-5 4 2 16,-2 7 7-16,-10 10-5 0,-7 5 1 0,-9 16-2 16,-10 6-1-16,-8 16 2 0,-7 7 4 0,-7 9 18 15,-3-37 1-15,-3 42 5 0,-4 18-2 0,-1 10-16 16,0 10-29-16,-2-24-2 0,-2 53-163 0</inkml:trace>
  <inkml:trace contextRef="#ctx0" brushRef="#br0" timeOffset="173694.25">14455 4236 741 0,'-2'0'125'0,"-4"0"-183"16,-40-11 152-16,1 0-88 0,6 4 6 0,0 1-4 16,12 4-2-16,-1 2-1 0,0 0-5 0,2 4 6 0,4 1-5 15,-4 5 3-15,3 1-8 0,-1 6 18 0,2-4-1 16,2 22 6-16,-1 6-8 0,3 7 7 0,-1 6-2 15,2 9 2-15,1 4-4 0,1 3 12 0,2 3-5 16,2 1 8-16,3-2-9 0,6 8-10 0,-31 4 1 16,22 5-5-16,11 4-2 0,9 2-8 0,4 1 6 0,6-11-6 15,5-7 4-15,2-9-8 0,-23-9 3 0,38-7-3 16,2-1 10-16,7-5-1 0,0-3 1 0,0-1 1 16,10-6 11-16,-5-1-3 0,7-5-4 0,3-5 1 15,-2-2-4-15,-2-9 2 0,0-4 2 0,1-3-3 16,-3-7-7-16,2 25 14 0,4-18 2 0,-3-16 7 15,3-10 12-15,-4-8-3 0,-7 13-2 0,-6-32 2 0,-9-1 12 16,0-6 0-16,-7-4 7 0,-8-1-6 0,-2-8 6 16,-9-11-3-16,-4-10-3 0,-3-10 1 0,-4-6-12 15,33-6-4-15,-26-2-4 0,-11 4-1 0,-11 1-11 0,-7 1 2 16,-4-4-4-16,-11-2 2 0,22-3-5 0,-45 9-4 16,-9 8 1-16,-9 10-4 0,-6 12-18 0,-11 11-38 15,-10 9-12-15,-26 17-11 0,-19 16-58 0,-36-14-184 16</inkml:trace>
  <inkml:trace contextRef="#ctx0" brushRef="#br0" timeOffset="176743.56">20287 10906 256 0,'0'0'312'15,"0"-2"-150"-15,-2 0 74 0,0 0-4 0,0 0-244 16,0 0-11-16,1 1-14 0,-1-1 0 0,0 0 0 0,2 0 14 16,0 0 14-16,0 0 4 0,0 0 1 0,2 1 4 15,0-1-2-15,1 0 3 0,3 2-1 0,5-2 9 16,-4 0 6-16,3 0-4 0,-5 2 6 0,1 0 9 15,3-2-3-15,0 1 1 0,-3 1-2 0,1 0 0 0,-5 0 1 16,2 0 0-16,0 0-1 0,-1 0-5 0,-1 0 4 16,0 1 1-16,0 1 2 0,0 2 10 0,0 18-6 15,-2 15-1-15,-2 6-1 0,-4 0-3 0,-1 1-8 16,-1 3 1-16,1 1-5 0,-4 0-11 0,2 1-3 16,-1-7 0-16,5 1 1 0,1-2 3 0,4-6-4 15,0-3 1-15,2-6-3 0,2-2-2 0,1-6 7 16,1-1-2-16,-3-6 4 0,1-1-7 0,-2-5-2 0,2 1 1 15,-2-3 0-15,5-1 7 0,4 8 1 0,8 1 3 16,-6-8-2-16,7 1 7 0,-1-4-1 0,-8-2 1 16,7-5-2-16,3-4 0 0,10 5-13 0,1-25-7 15,9-5-3-15,1-8-17 0,-1-6 11 0,6-10-2 16,-3-9 5-16,-1-9-6 0,0 1 16 0,-1-3-3 0,-3 4 7 16,-5 11 2-16,-3 3 7 0,-1 8-3 0,-8 6 4 15,3 5-9-15,-11 10 9 0,-6 3-2 0,-1 12 4 16,-3 1-9-16,2 10-9 0,-5 1-1 0,3 2-7 15,0 1-51-15,0 1-78 0,-3 0 8 0,1 0-29 16,0 2-1-16</inkml:trace>
  <inkml:trace contextRef="#ctx0" brushRef="#br0" timeOffset="177121.66">21314 11104 1111 0,'0'0'-5'0,"0"0"3"0,0 0-7 0,-2 0-2 16,0 2 3-16,0 2 4 0,-11 28 0 0,-2 5 5 15,0 2-1-15,-1 3 17 0,-1 3-4 0,2-2 2 0,0-1-2 16,-2 5-5-16,3-3 2 0,1 5 2 0,0-1 2 15,2 0 5-15,1 6 5 0,1-2-6 0,3 0 6 16,1-2-2-16,1-7 8 0,0-1-1 0,3-8 2 16,-1 3-3-16,2-7-6 0,0 3 3 0,2-5-5 15,-1-2-7-15,1 4-2 0,0-8-2 0,0 2 1 16,-2-3 5-16,0-1-12 0,0-1 6 0,-2-5-7 16,-2 3 7-16,1-4-7 0,-1-2-3 0,0-1 0 15,1-1-2-15,1-5-19 0,2-3 3 0,-6 3-15 0,-7 5-39 16,0-3-68-16,0-2-10 0,-4-4-18 0,3-2-16 15</inkml:trace>
  <inkml:trace contextRef="#ctx0" brushRef="#br0" timeOffset="177255.13">20827 11736 464 0,'0'0'157'0,"0"0"-179"16,0 0 171-16,0 0-85 0,0 0-52 0,2 0 36 15,0-2-3-15,2 2 17 0,22-8 10 0,1 1 1 16,5 0 2-16,7-1-1 0,2-1 4 0,5-2-7 0,3 0-5 15,3-2-1-15,-1 1-23 0,5-1-11 0,-2 2-6 16,-2 2-2-16,-2 2-22 0,-3-1-8 0,1 3-12 16,-4-1-1-16,5-1-50 0,-3-1-278 0</inkml:trace>
  <inkml:trace contextRef="#ctx0" brushRef="#br0" timeOffset="180492.98">6703 9342 213 0,'-2'-2'0'0,"-2"-1"10"15,-10-1 100-15,-12-13-26 0,1 2 7 0,3 4-44 16,-2 0-5-16,-2 2-14 0,2 1-4 0,-4 5-1 16,2-14-19-16,0 6-9 0,-2 5-4 0,-5 6 0 15,1 6 9-15,1 5 3 0,-3 4 3 0,1 3-1 16,3-16 4-16,2 24-5 0,-5 4 6 0,5 0-6 0,-4 1 10 16,-5-1-11-16,6 3 4 0,-3 3-6 0,-1 3-1 15,3 2 3-15,3-2-2 0,-5-4 3 0,1 0 7 16,5 0-11-16,-2 3 2 0,10 1-4 0,1 3 5 0,3 3-2 15,1 3-1-15,4 4-1 0,1 2 2 0,3 2 2 16,3 1 4-16,2-1-4 0,-1-2-3 0,-21-4-5 16,14-4 0-16,8-3 0 0,4-4 10 0,4-6-9 15,5 1 2-15,2-6-7 0,6-1 3 0,-10-2 6 16,17-3 4-16,4 0 1 0,1-3 8 0,3-1-10 16,3 1 2-16,2-1-4 0,-2-1 4 0,7-2-4 15,-3 0-1-15,0-2 0 0,2 0 0 0,-1 0-11 0,1-6 4 16,4 1-7-16,-1-3 12 0,2-3 6 0,10 24-4 15,-2-17 4-15,5-9-4 0,0-7-10 0,0-6 7 16,1-4-7-16,-9-3 10 0,-1-6 5 0,-7 22-4 16,-2-27 5-16,-4-3-1 0,-6 1 7 0,-3 1 9 15,-4-3-1-15,-4 1 31 0,-5-3 15 0,0-3 0 16,-3-1 3-16,-2-11-21 0,-7 2-5 0,1-6-13 0,22-5 7 16,-15 7-15-16,-8-2-11 0,-5 0 12 0,-2 2-13 15,-5 1 8-15,-6-5-6 0,-2-1-8 0,-4-4 4 16,-1-6-3-16,-2-5-4 0,-4-4 5 0,-4-4-6 15,0 4 4-15,-1 2-4 0,27 3 3 0,-33 12-3 0,-6 4 6 16,-9 10-23-16,0 8-5 0,-11 9-14 0,-2 12-80 16</inkml:trace>
  <inkml:trace contextRef="#ctx0" brushRef="#br0" timeOffset="183048.94">20513 2608 256 0,'0'0'120'0,"-1"-2"-61"0,-3 0 41 0,-7-3 11 15,0-1-86-15,7 4 9 0,0 0-10 0,0 1-6 16,1-1 3-16,1 2-18 0,0 0-1 0,-4-2-6 0,-1-2 4 16,0 2-6-16,3 0 17 0,2 1-5 0,0 1 9 15,0 0-2-15,2 0 10 0,0 0-2 0,0 0 2 16,0 1-10-16,2 1 4 0,0 0 1 0,0 2 1 15,0 0 3-15,3 9-12 0,5 7 7 0,1 4-9 16,0 4 4-16,0 0-12 0,0 3 3 0,0 5-4 16,0 5 1-16,1 1 3 0,-3 5-3 0,4 3 2 0,-2-4 3 15,0 1-7-15,0-5 2 0,-2-5-4 0,3 1 4 16,-3-5 0-16,0-1 0 0,-1-6-1 0,1 1-3 16,-2-2 7-16,1-1 0 0,1-2 1 0,-2-3-4 0,-1-5 0 15,0-1 0-15,-1-1 0 0,-1-3 3 0,-2-4 0 16,0 1 4-16,-1-2-2 0,-1-2 7 0,0-1 43 15,2 3-4-15,0 0 19 0,0-2 3 0,0 0-26 16,0-2 2-16,0 0-11 0,1-2-17 0,3-6 1 16,12-25-9-16,3-8 5 0,-1-4-18 0,3-5 6 15,3-9-2-15,3-12 2 0,1-5-6 0,0-9 0 16,-1-1-4-16,1 3 1 0,-2 1-29 0,-2 12-29 16,0 5-18-16,-4 5-27 0,2 6-304 0</inkml:trace>
  <inkml:trace contextRef="#ctx0" brushRef="#br0" timeOffset="196188.86">17933 12723 265 0,'-2'0'0'0,"-2"0"4"0,-9 0 55 0,-6 0-3 0,1 0 7 15,-3 0-25-15,3 2-11 0,-1 0-13 0,1 0-9 16,1 2 6-16,0-1-7 0,-1-1-3 0,-3 2 5 0,1-2-5 16,-1 0 1-16,1 1-1 0,1-1-1 0,-3 0 1 15,-4 0 2-15,4 0 5 0,-2 0 1 0,0 0 1 16,3-1-4-16,-3 1 3 0,2 2-9 0,1 0 8 16,-5 1-5-16,2 1-8 0,0-1 5 0,-2 1-6 15,4 1 2-15,-4 3-11 0,0-1 3 0,2 2-7 0,0 0-15 16,-1 2-10-16,5 2-7 0,-4-6 2 0,0 17-1 15,0-3 32-15,-1 3-4 0,1-4 14 0,2 0 3 16,0 2 13-16,-2-3-5 0,-2-1 7 0,1 2-13 0,-1 3 4 16,2-1 1-16,0 2 1 0,-2 0 6 0,0 3 3 15,6-1-2-15,-3 0 0 0,-1 4-6 0,4 3 15 16,-2 2-4-16,-1 2 7 0,-1 6-8 0,2-1 28 16,-4 1-5-16,7 3 12 0,1-1-1 0,-3-5-15 15,1 3 4-15,5-6-9 0,2-4-3 0,2-2-7 16,5 1 3-16,1-1-5 0,-1-1-2 0,4 3-4 15,-1-1-4-15,-18-1 2 0,10 2-2 0,4 2-1 0,3 2-1 16,4 0 2-16,0 4 3 0,2 4-5 0,2-1 7 16,1 2-7-16,-1 0 8 0,1-3-3 0,3 3-6 15,-1-3 4-15,3 1-3 0,-1-3 2 0,-2 0-1 0,3-1 0 16,-3 1 2-16,0 4-6 0,1 1 7 16,-1 0-8-16,4 6 5 0,4 3-1 0,-2 3-2 0,2 1-1 15,4 2-6-15,-3-3 1 0,5-1 2 0,-1-3 0 16,-3-8 12-16,7-1-10 0,-22-3 2 0,30-1-5 15,5 1-3-15,-4-1 9 0,2 5-2 0,-1 1 6 16,3 3-10-16,-2-4 6 0,4 4-3 0,4-6 5 16,1 3-5-16,8 1 5 0,0-6-3 0,12 5 5 15,1-5-8-15,5-5 0 0,2-2 0 0,-7-7 1 0,4-2 6 16,-6 0-9-16,2-1 2 0,2-1-4 0,2 0 14 16,5-3-8-16,8-1 3 0,5-2-4 0,2 3 6 15,2-5-1-15,-4 1 3 0,-1-2-2 0,-1-4 3 0,4 0-7 16,2-2 3-16,8-6-4 0,1 1-1 0,0-2 1 15,-3-3-1-15,-6 3 1 0,-2 30-5 0,-2-21 2 16,8-8-4-16,5-3 5 0,4-2-3 0,2-4-6 16,-6-1 4-16,-3-5-3 0,-4-1 6 0,1-2-10 15,7-3 2-15,6-1-2 0,-1 0 13 0,-4-3-6 16,-7-1 6-16,-10 1-5 0,-3-1 0 0,0-3 11 16,3 0-8-16,1-2 11 0,3 0 4 0,-2 0-9 15,-9 0 3-15,-8-2-6 0,-3 26-1 0,-7-37 12 0,-1 2-1 16,-3-2 4-16,-4-1-14 0,2-1 5 0,-2-8 0 15,1 1 2-15,1 0-4 0,-4-2 6 0,-5 1-6 16,-6 1 6-16,-2 0-6 0,-2 1 2 0,-1 1 4 0,-4 1-2 16,-8-1 6-16,-4-2 3 0,-3-4-1 0,-7-8 2 15,1 1-1-15,-3-8 3 0,-3 0-4 0,-1 2 5 16,0-3 0-16,28 1-11 0,-17 0 9 0,-10 4-10 16,-3 0 8-16,-3 3-5 0,-3 1-2 0,-5-8 0 15,0 0-2-15,-6-7 3 0,0 0-3 0,-1 3 3 16,-4-1-5-16,-3 5-5 0,-2 2 2 0,-1 4-3 0,24-3 6 15,-31 5 4-15,-1 0-3 0,-1-3 3 0,-4-1-2 16,-1-2-6-16,-1-5 9 0,0 1-8 0,-1 0 10 16,1 1-6-16,-1 6 3 0,-3 3-3 0,1 3 10 0,-4 4-7 15,-1 2 1-15,-4 2-4 0,-7 3 4 0,-1-3 2 16,-5 3-3-16,-1-7 3 0,2 0-10 0,2 4-3 16,2-4 3-16,-2 11-3 0,4-3 0 0,-8 3 1 15,-2 6 0-15,-5-1 2 0,-2 5 1 0,-3 1 3 16,-1 2-7-16,6 2 3 0,-4 0 0 0,4 6 1 15,0-1 8-15,-8 5-7 0,-1 1-2 0,-6 4 8 16,-8 0-8-16,1 3 8 0,1 4-2 0,3 3 6 0,1-33 4 16,4 27-1-16,-6 7 11 0,-3 3-7 0,-1 7-3 15,-3 3-1-15,7 2-10 0,4 5 0 0,2 4 1 16,2 4-2-16,-6-26-5 0,-5 40-13 0,-4 10-3 16,-8 12-4-16,2 8-10 0,-1 17-54 0,-4 10-17 15,-14 14-26-15,-16 11-180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5:30:44.0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26694 10059 161 0,'-1'-2'0'0,"-1"0"9"0,-2 0 90 16,0 1-38-16,2 1 6 0,-9-8-49 0,2 3-4 0,2 1 5 15,-5-2-12-15,5 3 9 0,1 1-16 0,1 0 24 16,-3-2-6-16,5 2 10 0,-3 0-22 0,1 1-5 16,-3-1 2-16,3 0-3 0,-7 0 12 0,7 2-4 15,-4 0 11-15,-1 0-8 0,3 0 16 0,-2 2-5 16,-3 0-1-16,1 1 1 0,2 3-5 0,0 1-3 15,-1 1 4-15,7 18-3 0,-5 4 2 0,-1 3-4 0,2 8-6 16,-1 2 2-16,4 1-10 0,3 10 7 0,-1-2-2 16,-24 2 3-16,11 0-10 0,6-4 6 0,3 0-2 15,2 0 5-15,2 4-8 0,1-2 5 0,-1 2 0 0,2 0 3 16,-2 1 3-16,2 3 4 0,0-1-4 0,0 5 4 16,2-3-4-16,0 0-3 0,-1 1 7 0,-1-8-5 15,0-2 4-15,0-2 0 0,0-3-5 0,-1-4 3 16,-3 0-1-16,-2-4-4 0,1-4 3 0,-1-1-4 15,-1-1 0-15,-1-5 1 0,1-3 2 0,-1-5 0 16,1-1-4-16,0-2 2 0,1-4-5 0,2-2 3 16,2-5 0-16,2-2-10 0,-1 1 4 0,-1 1-15 0,0-2-73 15,0 0-218-15</inkml:trace>
  <inkml:trace contextRef="#ctx0" brushRef="#br0" timeOffset="1313.1">26589 9842 875 0,'-2'0'27'0,"0"-2"5"15,-2 0-16-15,-3-2-7 0,-1 1-8 0,6 3 8 16,-1-2-11-16,-1 0 3 0,0 0-4 0,1 0 4 15,1 2 2-15,-6-5 1 0,5 3 0 0,-1 0 2 0,0-2 5 16,0 2-7-16,1 1 6 0,1-1-12 0,0 0 8 16,0 0 2-16,0 0 2 0,0 0 2 0,1 0 6 15,1 1-5-15,0-1 3 0,0 0-11 0,0 0 10 16,1 0 1-16,3 0 1 0,9 0-5 0,15 1-8 16,-2 1 2-16,4 0-3 0,7 0 7 0,0 1-10 15,4 1 2-15,3 2-4 0,-3-2 5 0,4 0-1 16,-3 0 1-16,5-1 0 0,-1 3-1 0,6 0 8 0,2-2-7 15,4 1 6-15,-1 1-6 0,10 0-3 0,2 0 1 16,0-1-2-16,-1 1 9 0,-3 0-8 0,-4-1 3 16,-1 1-7-16,-1-2-6 0,1 0 9 0,1 2 0 15,4-3 2-15,0 1 1 0,9 0 3 0,-5 0-5 0,1-2 6 16,-1 0-2-16,-8-2 0 0,3 0 0 0,-9 0 0 16,3 1 0-16,-4-1-3 0,1 0 4 0,7 0-5 15,-7-2 1-15,9 2 1 0,-1 1 0 0,-4-3 1 16,8 2-3-16,-6 0 2 0,-5 0-3 0,-2 2 3 15,-10-2-3-15,-5 1 3 0,-2-1 2 0,-3 2 1 16,-3-2 1-16,1 0 4 0,1 0-3 0,-1 2 3 16,-4 0-6-16,1 0-2 0,-1-2 3 0,2 0-2 0,-2 1 6 15,-4-1-4-15,-2 0 2 0,-3 0-3 0,-1 0 1 16,3-2-3-16,-3 1 0 0,-5 1 0 0,0 0-2 16,2-2 4-16,0 2-1 0,-2 1 4 0,-2-1-5 0,-5 2 8 15,-4 0-5-15,0 0 6 0,1-2-3 0,1 0 7 16,0 2-2-16,-1 0 2 0,1 0-8 0,-2 0-4 15,0 0 4-15,0 0-3 0,0 2 5 0,-1 0-8 16,1 0-1-16,0 1-2 0,-2 3 0 0,0 9 2 16,0 1 0-16,0 1 0 0,0 2-3 0,0-1 2 15,-2 1 3-15,-1 3 0 0,-1-2 6 0,0 5-10 16,0 2 0-16,1-1-2 0,-1 6 9 0,0 3-3 0,-1 4 0 16,-1 2-2-16,1 4 2 0,-3-1-4 0,1 8 0 15,-1 0-3-15,1 2 9 0,1 2-1 0,-1-6-2 16,3 2-1-16,-1-4-6 0,-3 2 5 0,4 2 2 0,-1 2 0 15,3 0-2-15,-2 2 3 0,1 3-2 0,1 1 2 16,-4-3-4-16,4 4 2 0,-1-5 0 0,1-4 3 16,2 2-2-16,0-10-1 0,2-1 0 0,-1-6 0 15,-1-1 4-15,0-1-2 0,0-5-2 0,0 1 0 16,0-3-5-16,0-2 5 0,0-2 2 0,-1-2 2 16,-1-1 0-16,0-1-2 0,2-1-2 0,-2 1 0 15,0 1 1-15,0-5 4 0,0 3-4 0,1-2 3 0,-1-1-3 16,0-3-1-16,0 4 4 0,0-2-4 0,-2-2 0 15,1 2 3-15,-1-4-2 0,-2 0 3 0,3-2 1 16,-1-1 1-16,0-3-4 0,1 1 2 0,-3 1-4 0,2-1 7 16,-1 1 2-16,3-3 2 0,-6 2-3 0,-6 3 2 15,-3-5-5-15,0 3 3 0,0 0 1 0,-1-3-1 16,1 4 3-16,-1-3-3 0,-5-1 0 0,3 1-2 16,0 3-2-16,-5-4 0 0,3 1 2 0,0 1-6 15,-2-1 6-15,-2 1-6 0,-2-4 6 0,-4 16-5 16,-1-7 2-16,-2-3-1 0,-3-3 3 0,-2-1 4 15,1-4 0-15,-2-4 2 0,0 1-1 0,0-5-5 16,-2 1 0-16,-3-1 0 0,0-3-4 0,-1 0 4 0,3 0-3 16,-1 2 3-16,0 3-6 0,-1 2 2 0,-4 1-3 15,-4-1 3-15,-2 0-5 0,-1-1 4 0,-5 1 2 0,1 0 1 16,-2 1 1-16,0-1-2 0,0 0-2 0,3 0 0 16,3 3 1-16,1-1 1 0,2 0-2 0,0 0 0 15,2-2-5-15,-1 1 7 0,-3-3 0 0,-5 0 2 16,-1 1-5-16,-3-3 0 0,4 3 1 0,5-1 0 15,3 3 5-15,2-1-4 0,3 0 1 0,0 2-1 16,1-1 2-16,5-1-3 0,-1 0-1 0,0 2-2 16,1 0 3-16,-3 2-2 0,4 0 3 0,4 0-3 0,0 0 5 15,5 0-3-15,-1-1 0 0,3-1-1 0,1 0 7 16,4-2-3-16,3 0 0 0,2 1-3 0,3-1-7 16,4 2 0-16,4 0-2 0,-1 0 0 0,5 1-11 15,1 1-52-15,2 0-3 0,-1-2-22 0,-1 0-59 0,2 0-88 16,0 0 4-16</inkml:trace>
  <inkml:trace contextRef="#ctx0" brushRef="#br0" timeOffset="2082.07">30061 10122 47 0,'0'0'3'0,"0"0"0"0,-2 0 20 0,0 0-1 0,0 0 8 16,0 0 18-16,0 0 24 0,1 0-3 0,-1 0 10 15,0 0 12-15,0 0-12 0,0 0-2 0,0 0-8 16,0 0-32-16,1 0-9 0,-1 0-8 0,0 0 1 15,0 0-14-15,0 0-7 0,0 0 8 0,0 0-9 16,1 0 3-16,-1 2 5 0,0 0-2 0,0 0 6 16,0 0 11-16,0-1 7 0,0 1-1 0,1 0 4 0,-1 0 5 15,2 0 15-15,0 0-5 0,0 0 5 0,0-1-14 0,0 1-19 16,0 0 4-16,0 0-9 0,2 0 4 0,-1 0-6 16,1 0 0-16,0-2-2 0,19 5 0 0,3-1 2 15,0 0 0-15,5-1-1 0,3 1-6 0,0-2 5 16,3 2-5-16,0-3 4 0,4 1-6 0,8 2 5 15,-7-2-1-15,9 2 2 0,-1-3 0 0,0-1-4 16,4 0 2-16,-3 0-2 0,-5 0 10 0,-3-1-9 16,-4-1 2-16,-2 2-5 0,1 0 3 0,-3 0-3 15,-1 0-1-15,-3 0-1 0,-1 0-1 0,-4 0 0 16,-3 0 5-16,-3 0-2 0,-3 0 2 0,-4 0-9 0,-3 0-4 16,-5 0-4-16,-1 0-17 0,2 0-8 0,0 0 6 15,-2 0-5-15,-1 0 0 0,-1 0-32 0,0 0-5 16,-1 2-10-16,-3-2-44 0,-26 11-23 0,0 2-5 15,1-2-8-15,-1 2-57 0</inkml:trace>
  <inkml:trace contextRef="#ctx0" brushRef="#br0" timeOffset="2508.77">29791 11106 1024 0,'0'0'13'0,"0"0"2"0,0-2-8 15,-1 1-6-15,1-1-2 0,-2 2 1 0,2 0-1 16,0 0 3-16,-2 0-3 0,2 0-1 0,0 0 5 15,0 0 1-15,0 0 3 0,0 0-5 0,0 0 5 0,0 0-6 16,0 0 9-16,0 2 8 0,0-2 5 0,0 1 10 16,0 1-5-16,0 0 13 0,2 0-9 0,0 0-4 15,-1 0-1-15,3-2-8 0,22 7-3 0,4 1 1 0,5-1-3 16,4 0-12-16,4-1 5 0,1-2 3 0,10-1 1 16,0-1 4-16,5 0 4 0,8 0-8 0,8-2 7 15,4 0-6-15,-1 0-6 0,-1 0 3 0,-9 2-6 16,-5 2 1-16,-3-3-1 0,-5 1-3 0,-1 2 0 15,-2-2 2-15,2 1-1 0,-2 3-1 0,-4-2-3 16,-3 1-28-16,-12-3-70 0,-1 0-22 0,-10 0-26 16,1-2-173-16</inkml:trace>
  <inkml:trace contextRef="#ctx0" brushRef="#br0" timeOffset="3237.28">25664 10139 416 0,'-2'0'137'0,"0"0"-178"15,0 0 161-15,-3-2-88 0,-10-2-32 0,-2 1 1 16,2 1-4-16,-1 0 3 0,-1 2-9 0,2 0 10 15,-3 0-3-15,-1 2 5 0,-1 0-6 0,-1-1 4 0,1 1 1 16,3-2 3-16,-3 2 3 0,1 0 1 0,0 0 7 16,-3-2-1-16,0 0 28 0,1 0 11 0,3-2 1 15,-4 0 2-15,5 2-9 0,-5-2-16 0,-1 0-8 16,7 1 2-16,-5-1-9 0,8 2-1 0,0 0 4 0,0 0-5 16,9 0-8-16,-5 0 2 0,5 0-8 0,1 0 6 15,-1 0-8-15,2 0 0 0,-2 0 2 0,1 0-1 16,1 0 5-16,0 2 2 0,0-1 0 0,2 1 1 15,0 0-4-15,2 0 7 0,0 2-4 0,5 1 5 16,23-1-3-16,2 5 1 0,3-3 2 0,9 1-2 0,-5 3 2 16,4-7 7-16,2 7-4 0,-1-3 4 0,3 17-5 15,1-9 4-15,0-6 2 0,6-3 0 0,2-2 5 16,1-4-7-16,1-2-5 0,-1 0 0 0,-5 0-4 0,2 0-5 16,-5 0 4-16,-5 0-7 0,1 1-1 0,-10-1 5 15,-3 0-1-15,-3-2 3 0,-3 2-2 0,-2 0-7 16,-3 2 4-16,-3-1-4 0,-3 1 7 0,-6 0-16 15,-1 0-4-15,-3 0-5 0,-1 0-22 0,-2 0-27 16,0 0-10-16,2 0-5 0,-1 0-40 0,1 0-5 16,0 0-8-16,-2 0-8 0,-1 0-101 0</inkml:trace>
  <inkml:trace contextRef="#ctx0" brushRef="#br0" timeOffset="3721.07">25151 11173 966 0,'-1'0'45'0,"-1"-2"103"0,0 0-149 0,0 1-15 16,0-1 3-16,0 0-6 0,0 0 10 0,1 0 5 15,-1 0-4-15,0 0 5 0,0 2 3 0,0 0-1 0,0 0 3 16,2 0-3-16,0 0 1 0,0 0 4 0,0 0-3 15,0 0 3-15,0 0-5 0,0 0 17 0,0 0-1 16,0 0 6-16,0 0-4 0,0 0 1 0,0 0-4 16,0 0 1-16,2 0-4 0,0 0 3 0,5 0 4 0,19 4-1 15,2 2-1-15,8-1 1 0,-3 3-7 0,6-3 5 16,4 3-6-16,1-1 5 0,5-1 0 0,3-1 1 16,1 1-5-16,7 3-2 0,-1-2 2 0,6 1-2 15,-2-3 3-15,2-1 1 0,2-2-1 0,-7 0 0 16,-1 0-1-16,-9-2-6 0,-3 0 1 0,-5 0-1 15,1 0 4-15,-6 0-7 0,-4 0-3 0,-3 0-4 16,-6 0-23-16,-3 0-165 0,1 0-131 0</inkml:trace>
  <inkml:trace contextRef="#ctx0" brushRef="#br0" timeOffset="6563.85">27725 10401 36 0,'0'0'0'0,"0"0"9"15,0-2-4-15,0 0 3 0,0 0-6 0,0 0-10 16,0 0-1-16,2 1-3 0,0-3 6 0,-1 0-1 16,1 0 13-16,2 1-6 0,-4 1 5 0,2-2-4 0,0-1 11 15,1-1 70-15,1 0-11 0,0-3 32 0,-2 5 2 16,0-3-32-16,-1-4-2 0,3 5-12 0,0-5-32 0,0 0 0 16,-1 2-8-16,3-2 4 0,-1 1-11 15,1 3-4-15,0 1 6 0,-3 1-3 0,3-1 29 0,-2-3 12 16,-1 3 3-16,-1 3-2 0,0 1-16 0,0 2 6 15,2-4-9-15,-1 0 6 0,1 2-33 0,0 1-2 16,-2-1-5-16,-1 0 2 0,1 2-10 0,0 2 4 16,-2 1-3-16,0 22 2 0,-5 14-2 0,-5 0 7 15,-3 0 2-15,-2 1 2 0,-1 1-1 0,-1-2 6 16,-2-3 2-16,1-1 2 0,1-6 9 0,0-1-2 0,1-2 0 16,-1-2 0-16,15-1-2 0,-15-1-8 0,-1-2 2 15,7-1-4-15,-2-2-2 0,3-1 3 0,3-1-1 16,-2-2 3-16,1-2 3 0,5-1-2 0,-7-3 2 15,7-1-1-15,1-3 3 0,2-1-4 0,-4 2 6 16,0 0-4-16,1-1 17 0,1-1 2 0,0 0-10 0,0 0 7 16,0 0-24-16,0-2 0 0,1 0-5 0,-1-2 2 15,2-2-16-15,0-11 9 0,2-9-4 0,5-4 7 16,2-1-5-16,4-3 8 0,0-1-2 0,2-1 3 16,0 1-6-16,0-2 7 0,0 1 0 0,-1-1 1 15,-1-2-10-15,-1 3 9 0,-3 1-3 0,-2 7 5 16,1 2-11-16,-1 2 5 0,1-1 0 0,1 1 2 15,-2 3-5-15,-1 6 2 0,-1 2-3 0,-1 2 4 0,2-2 0 16,-1 2 3-16,-3 3 2 0,2-1 1 0,-2 3-3 0,1 0-3 16,1 0-3-16,0 1 3 0,0 1 7 0,-1 0-3 15,1 0 0-15,-2 2-3 0,7-2-1 0,0 2 0 16,1 0 1-16,3 2-1 0,-2 2-3 0,0 3 5 16,-2 1-3-16,1-3 4 0,1 14-6 0,2 1 0 15,0 4 1-15,3 4 0 0,-3-2 0 0,2 4 0 16,2 0 2-16,-4 1 0 0,2 1 0 0,0-1 3 15,-6-1-3-15,0-2 5 0,2 0-5 0,-5 0 3 16,1-1 1-16,1-1 0 0,-3-1 0 0,-1-1-1 0,4-4 2 16,-3 1-2-16,1-5-5 0,-3-1 5 0,-1-2-3 15,4 0 6-15,-4-2-6 0,0-3-1 0,1-1 1 16,1-1 2-16,-2-3 2 0,0 1-1 0,1-2-4 16,-1-2 1-16,2 4-5 0,0-1-36 0,-1 1-10 0,-1 0-12 15,0-2-58-15,0 0-50 0,0-1-15 0,0 1-22 16,0 0-143-16</inkml:trace>
  <inkml:trace contextRef="#ctx0" brushRef="#br0" timeOffset="7112.17">27660 10722 814 0,'0'0'211'0,"0"0"29"0,-2-2-109 16,0 0-71-16,0 0-55 0,0 0-45 0,2 1 15 16,0-1 0-16,2 0 7 0,0 0 14 0,4 0-4 15,20-2 7-15,2 3-6 0,1 1 6 0,1 0-2 16,3 1-7-16,1 1 3 0,-3 2-13 0,3-2-21 16,1 0-4-16,2 0-8 0,2-1-27 0,-3-1-3 0,1 0-4 15,-2-1 2-15,0-3 3 0,0-2-61 0,-7 1 25 16,-4-1-32-16,1 1 68 0,-5-1 71 0,-1-1-6 15,-5 1 25-15,-2 2-6 0,-7 2 11 0,1 1-4 16,1-3 9-16,-3 2 23 0,0 0 21 0,-3 2 4 16,1 0 4-16,0 0-2 0,2-2-18 0,0 0 5 0,-1 1-7 15,1-1 24-15,0 0-44 0,-1 0 4 0,1 0-19 16,-2 2-2-16,0 0 8 0,0 2 3 0,0 0 0 16,-1 0-5-16,1 1 7 0,-2 3-1 0,2 14 3 15,-2 1 5-15,-2 3 7 0,-3 0-7 0,-3-2 5 16,1 3-13-16,-1-3-7 0,-1 0 3 0,2-1-4 0,-1-1-1 15,3-5-2-15,1 0-1 0,2-4 0 0,0-2-5 16,2 0 8-16,0 1-2 0,0-3 5 0,0-5 5 16,0 0-4-16,4 2-2 0,9 5-1 0,7 0-4 0,5-3-4 15,1-6 2-15,-2 0-2 0,2-6 3 0,-4 1 5 16,0-5-2-16,1 1 3 0,-3 0 1 0,-3-1 3 16,-2 1 8-16,-2 0-3 0,-2 1 20 0,-4 7-6 15,-1-11-5-15,-4-1 2 0,-1 0-5 0,11-1-8 16,-5-1 3-16,-1-2-7 0,-3-2-2 0,-1 1-16 15,-2 1 2-15,-2 0-6 0,-1 1-4 0,-5 1-31 16,-1-2-2-16,-2 2-13 0,5 0-34 0,-14 2-43 0,-3 4-24 16,-3 5-26-16,-5-14-266 0</inkml:trace>
  <inkml:trace contextRef="#ctx0" brushRef="#br0" timeOffset="7846.86">26860 13592 597 0,'-2'-1'141'0,"-2"-1"326"0,-1-2-460 16,-10 2-6-16,5-11-1 0,1 2-2 0,2 4-6 15,1 1 2-15,2 0 0 0,3 3-1 0,-1-1-1 16,-2-2-6-16,2 3-3 0,0-1 0 0,0 0-2 0,-1-1 19 16,-1-1 2-16,2 1 5 0,0-1 8 0,-1-1-1 15,1 1 1-15,2 2-1 0,-2-1 9 0,0 1-14 16,0-2 7-16,2 5-8 0,0-1 15 0,0 0 1 16,-2-2-2-16,0 0 1 0,1 1-11 0,-1 1 4 15,0 0-5-15,0 0 3 0,0 0-8 0,0 0-6 16,0 1 6-16,1 1-6 0,-1 1 7 0,0 1-7 15,-4 11 0-15,-9 24-2 0,1 8 7 0,2 7-4 16,1 4 0-16,4 1-1 0,1 3-5 0,1-1 5 0,-1 0-3 16,2 1 3-16,1 1-3 0,-3 2-6 0,2 0 9 15,-1 6-6-15,-3 0 9 0,-1 3-2 0,0 1-1 16,1-8 0-16,-1-6 6 0,2-9-6 0,1-3 1 0,-1-7-1 16,-1-2 3-16,1-1-2 0,-2-4 5 0,1-1-5 15,3-1 5-15,-3-7-2 0,1 1-2 0,1-5 1 16,2-3-2-16,3-4-1 0,-1-2-2 0,2-2 0 15,0 0-14-15,0-3-59 0,0-4-5 0,0 1-23 16,0 1-67-16,0 0 6 0,0-2-58 0</inkml:trace>
  <inkml:trace contextRef="#ctx0" brushRef="#br0" timeOffset="9129.5">26550 13470 990 0,'0'0'188'0,"-2"-2"-260"0,0 0 205 16,0 0-120-16,-2 0-91 0,2-1 27 0,1-1 0 15,-1 0 13-15,0 1 26 0,0-1-3 0,0 0 0 16,2 0 0-16,0 3 7 0,0-5-1 0,0 4 6 15,0-2-4-15,2 1 15 0,-2 1 13 0,0 0 11 0,2-2 2 16,0 1 39-16,0-1-20 0,-1 2-1 0,1 0-7 16,0 0-15-16,0 0-16 0,0 1 2 0,0-1-7 15,0 0-4-15,-1 0 1 0,3 0-5 0,2 0 4 16,10-1-4-16,7 1-1 0,5 0 3 0,3 2-2 16,-3 0 6-16,5 0-8 0,-3 0 2 0,5 0-3 15,1 0 8-15,-1 0-4 0,4 0 0 0,0 0-2 16,0 2 2-16,4-2 0 0,-1 0 3 0,5 0-3 0,5 0-2 15,5 2 2-15,3-2-3 0,-1 1 3 0,2 1 4 16,1 0-6-16,-1-2 5 0,2 0-5 0,-4 0 4 16,3 0-8-16,-5 0 4 0,1 0-5 0,1 0 10 0,4-2-3 15,2-1-2-15,-3-1 0 0,1-2 2 0,-4 1-1 16,-1-1 1-16,3-1-2 0,-3 1-2 0,-5-1 2 16,-2 1 2-16,1-1 1 0,-4-1-2 0,4 3 3 15,2-3-6-15,0 3 4 0,5-1-2 0,-7 2-1 16,-2 3 3-16,0-1-2 0,-7 0 4 0,1 2-4 15,1 0 0-15,-8 0-2 0,0 0-2 0,-5 0 9 16,-4 2-4-16,-4 0 6 0,0-1-8 0,-4 1-2 0,-1 0 4 16,0-2-2-16,-1 0 8 0,-1 0 7 0,1 0-1 15,1 0 2-15,-2 0-10 0,-1 0 7 0,-1 0-10 16,-2 0 8-16,2 0-9 0,-2 0 2 0,0 0 1 0,-4 0-1 16,1 0 0-16,-5 0-6 0,-1 0 7 0,1 0-6 15,-3 0 10-15,2 0 2 0,0 0 4 0,-1 0 0 16,-1 0 15-16,0 0-11 0,0 0-6 0,0 0 0 15,0 0-12-15,0 0 0 0,-1 0 0 0,1 0 0 16,0 0 2-16,0 0 1 0,0 0 0 0,0 0 0 16,0 0-9-16,-1 0 7 0,-1 0-5 0,0 2 5 15,0 0 0-15,0 0-9 0,0 0 6 0,0-1-8 16,0 3 8-16,0 2-2 0,4 16 2 0,0 6-2 0,-2 2 0 16,0 3 4-16,-1 4 0 0,1 2 1 0,2 4-3 15,0 3-1-15,-1-3 3 0,3 2-1 0,0-5 3 0,1-3-2 16,0-3 0-16,1-4-1 0,1-1 1 0,0-1 5 15,1-2-6-15,1 2 3 0,-2-2-9 0,0 0 9 16,1 0 0-16,-1 2 2 0,0 0-5 0,2 0 3 16,-1 1-3-16,-1-1 2 0,0 4-6 0,-1-1 8 15,-3-1-4-15,1 2 4 0,-4-1-9 0,0 2 8 16,-1 3 2-16,-1-3 2 0,0 1-6 0,0-1 0 16,0-3-2-16,0-6 2 0,0 0 8 0,0-2-8 0,0-1 7 15,0-1-7-15,0-5-1 0,0-2 2 0,0-2 0 16,0 0 3-16,0-1 2 0,-1 1-3 0,-1-2-1 15,0 0 0-15,-2 1 7 0,0-1-1 0,1-2-1 16,-3 3-1-16,-1 1-4 0,1-2 9 0,4 2 1 16,-9 0 1-16,0 0-2 0,-2-1-3 0,-6-1 0 0,6 0 0 15,-3 1-2-15,3-1-5 0,3-2 5 0,-4 1-4 16,-1-1 10-16,2 1-7 0,-2-3-2 0,4 1-1 16,-2-3 4-16,-2 1-3 0,0 0 3 0,-4 1-3 15,3-1-2-15,1 2 3 0,-2-3-4 0,1 1 2 16,-1 2-2-16,0-4 1 0,-1 3-1 0,-1-1 1 15,0 0 0-15,-1-1 0 0,-2 1 5 0,-2 0-5 16,-2-2 2-16,-4-1-1 0,2 3 0 0,-2-2 0 0,-3 2 2 16,-1-2-3-16,-3-1 5 0,0 22-4 0,2-12 3 0,-2-4 5 15,5-3-7-15,-5 0 6 0,2-3-7 0,-2 1-2 16,0-2 0-16,-1 0 0 0,1 0 0 0,2 0 0 16,-2 0 1-16,-2 0-1 0,0 0 0 0,2 0 1 15,-6 0 2-15,0 0-2 0,-1 0-1 0,-5 0 5 16,1 0-4-16,-2 0 7 0,-6-2-2 0,6 2-3 15,-4-1 2-15,1 1-2 0,4-2 4 0,-1 2-4 16,0 0 2-16,0-2-3 0,0 0-2 0,1 2 5 16,-3-2-5-16,-1-2 5 0,1 3-4 0,-8-1 1 15,3 0 1-15,3 2-2 0,-2-2 0 0,2 2-1 0,2 0 0 16,-2 0 0-16,4 0 2 0,4 0 0 0,-2 0 1 16,1 0 0-16,3 2 5 0,3 0 5 0,0 0-3 15,0-1 3-15,0 1-2 0,2-2 6 0,6 2-1 0,-1 0 1 16,3-2-8-16,-1 2 6 0,4 0-2 0,4 0 2 15,-2-1-14-15,6 1-1 0,-1 0-5 0,8 0 0 16,2 0-25-16,4-2-51 0,-1 0-3 0,5 0-27 16,1 0-107-16</inkml:trace>
  <inkml:trace contextRef="#ctx0" brushRef="#br0" timeOffset="10566.34">27849 13791 350 0,'0'0'40'0,"0"0"5"0,0 0-23 0,0 0 0 0,0 0-16 16,0 0 28-16,0 0 23 0,0 0-5 0,0 0 11 15,0 0-3-15,0 0-11 0,0 0-4 0,0 0-1 16,0 0-2-16,0 0-1 0,0 0 4 0,0 0-5 16,0 0-8-16,0 0-11 0,0 0 3 0,0 0-6 15,0 0-11-15,0 0 6 0,0 2-7 0,0 0 8 0,0 0-11 16,0 1 6-16,-3 14-6 0,-3 15 6 0,-1 1-6 15,-1 8 0-15,-1 2 5 0,0 1-4 0,-3 3-2 16,1-5 6-16,-2 5-7 0,0-3 7 0,0-1 0 0,0 2 0 16,2-6 4-16,0-2-4 0,0-4-6 0,2-5 5 15,-3 0-2-15,3 0 2 0,0-4-2 0,1-4 2 16,1-3-7-16,1-2 5 0,1-2-8 0,1-4 5 16,0-2 1-16,4-5 0 0,-1 2-11 0,-1 0-2 15,0-1-7-15,0 1 0 0,0-2-56 0,0 0-45 16,0 0-14-16,1-2-13 0,-1-2-99 0</inkml:trace>
  <inkml:trace contextRef="#ctx0" brushRef="#br0" timeOffset="11193.02">27758 13850 1052 0,'0'0'157'0,"-2"0"-201"0,1-1 173 0,-1-1-94 16,0 0-52-16,0 0 8 0,0 0-1 0,0 0 4 16,0 0-7-16,1 1-8 0,-1-1-2 0,0 0-2 0,0 0 1 15,0 0 12-15,0 0 3 0,2 0 4 0,0-1 13 16,0-1 2-16,2 0 3 0,0 1-1 0,0-1-3 16,0 0 6-16,11-3-4 0,9-3 5 0,2 1 1 0,2 2-9 15,2-3 0-15,2 1-3 0,-1 4-11 0,3-1 7 16,-2 4-2-16,3-18 3 0,2 9-12 0,-3 5 9 15,1 4-3-15,-7 2 4 0,-1 4-10 0,-1 1 4 16,-6 1-2-16,-1 0 6 0,-2-1-1 0,-6-1 3 16,0 0 2-16,-3-3 1 0,-2 1 7 0,-1 0-3 15,1 2 1-15,0 0 0 0,-1-1 4 0,-1 1-5 16,0 0 0-16,0 3-1 0,-2-1-4 0,-2 1 9 16,-2 1-2-16,-5-1 6 0,-11 2 13 0,-3-1-8 0,5-1 2 15,-1 1-6-15,-3-1-6 0,-2 0-9 0,0-1 3 16,2 0-4-16,3-1 5 0,-1 1 0 0,-1-1 2 15,6 1-2-15,0-1 1 0,4-1-5 0,0 2 2 16,6-3-2-16,-1 3-1 0,0-2-2 0,3-1-4 0,1 1 2 16,0 2-2-16,0-3 1 0,0 1-1 0,0 0 0 15,1 0-1-15,-1-1 7 0,0 1-3 0,0 2 3 16,2-3-2-16,0 3 6 0,0-2 4 0,0-1-1 16,0 1 0-16,0-2-1 0,7 2-4 0,23-3 2 15,-6 3-4-15,0-2-1 0,6 2 4 0,-8-1-1 16,-1 3 1-16,-1 0-3 0,-5-1-2 0,4 3 1 0,-1-1 8 15,-1 2-4-15,-2 1-3 0,-6 1 0 0,4 2 0 16,-2 0-4-16,-3 2 4 0,1-1-3 0,-5-1 8 0,5 0 0 16,-2 0 0-16,1 2-1 0,-3-2-2 0,-1 4 17 15,-2-2-4-15,-2 2 8 0,0-3-7 0,-2-4 6 16,-2 1 2-16,-1-2 1 0,-3 0 5 0,-7 3-6 16,-11-3 4-16,-1-2-5 0,-7 3 5 0,-5-5-5 15,-3 1-5-15,-3 1 1 0,2-3-11 0,1 1-12 16,3 18-5-16,3-12-8 0,1-6-63 0,7-5-192 15</inkml:trace>
  <inkml:trace contextRef="#ctx0" brushRef="#br0" timeOffset="12062.77">25384 13758 744 0,'0'0'11'16,"0"0"3"-16,-2-2-30 0,0 0-5 0,0 0-10 15,0 0 3-15,0 0 6 0,0 0-1 0,1 1 4 16,-1-1 4-16,0 0 15 0,0 0 0 0,0 0 3 0,0 0-4 15,0 0 15-15,1 1 4 0,-1-1 6 0,-2 0 24 16,0 0-9-16,1 0-2 0,-3-2-3 0,-5-3 0 0,-2-2-3 16,0 1 5-16,2 1-7 0,-2 0-7 0,2 1-4 15,-2 0 1-15,-4 1-2 0,-2-1-1 0,1 3-4 16,-1 1 0-16,-1 0 0 0,3 2 10 0,-3 0 1 16,1 0-1-16,4 0 1 0,0 0 4 0,0 0-6 15,2 0 2-15,0 0-5 0,0 0-5 0,8 0 4 16,-1 0-5-16,4 0 4 0,1 0-7 0,-1 0-8 15,-2 2 2-15,0 0-3 0,3-1-3 0,-1 1-1 0,0 0 4 16,0 0 0-16,2 0 5 0,0 0 9 0,2 0-7 16,0-1 9-16,1 1 3 0,16 4-10 0,5-1 7 15,-2 1-7-15,10 1 8 0,-1-1-4 0,-1-2-3 16,5-3-1-16,1 1-4 0,-1 0-1 0,4 0 3 16,0 0-2-16,2 0-2 0,-2 0-4 0,2-1-2 0,0 1 0 15,-1-2 3-15,3 0 1 0,-4 0 1 0,7 0 0 16,-1 0 2-16,-2-2-5 0,3 1 3 0,-7-1-4 15,6-2 3-15,-3-2 1 0,-3 1 3 0,0 1-1 16,-3-1 2-16,-3-1-4 0,-1 1-2 0,-4-1 0 16,-1 2 7-16,-2 1-5 0,-1 1-2 0,-4 0 0 15,1 0-6-15,-3 0 6 0,-1 2-1 0,-6 0 1 0,-2 0-7 16,-3 0 2-16,-1 0-3 0,-1 0 0 0,0 0-9 16,-2 0 2-16,1 2 4 0,1 0-2 0,0 0 7 15,-1 0-17-15,1-1-4 0,-2 1-7 0,0 0-55 0,0 0-118 16,0 0-59-16</inkml:trace>
  <inkml:trace contextRef="#ctx0" brushRef="#br0" timeOffset="12614.66">25007 14437 976 0,'-2'0'50'0,"0"0"102"0,0 0-154 0,0 0-12 16,0 0-6-16,1 0 3 0,-1 0-3 0,0 0 14 16,0 0-2-16,0 0 4 0,0 0-8 0,0 0 6 15,1 0-1-15,-1 0 4 0,2 0 4 0,0 2 13 16,0 0-2-16,0 0 7 0,0 0 3 0,0-2 5 16,0 0 0-16,2 0-1 0,-1 0-5 0,1 1-5 15,0-1-1-15,0 0-2 0,2 0 1 0,-1 0-5 16,10 2-1-16,4 2-2 0,0 0-6 0,3-1 7 15,6 3 1-15,0-2 4 0,6 1-3 0,-3-1-7 16,1 0 3-16,5-1-4 0,1 3 4 0,-1-2 4 0,4-1-5 16,0 1 6-16,0-2-4 0,4 0-1 0,-2 2-2 15,3 1-1-15,3 1-5 0,6-1 4 0,3 1 0 16,2-2 3-16,1 1-1 0,-7-3-6 0,-2 2 4 0,-3-2-3 16,-3-1 8-16,-1 1-4 0,-4-2 1 0,-4 2-3 15,-1 0 4-15,-5 0 0 0,1 0-5 0,-2 1 1 16,-4-1 1-16,-4 0-6 0,-3 0 7 0,-2 0-7 15,0 2 1-15,-2-1-30 0,2 1-19 0,-1 2-14 16,3-1-161-16</inkml:trace>
  <inkml:trace contextRef="#ctx0" brushRef="#br0" timeOffset="13249.17">29739 13650 1099 0,'0'0'10'0,"0"0"4"0,0 0-21 16,-1 0-3-16,-1 0-8 0,2 0 3 0,0 0 11 15,0 0-7-15,0 0 7 0,0 0-15 0,0 0 14 16,2 0 4-16,-1 0 1 0,1 0 7 0,0 0 6 0,2 0 3 15,0 0 2-15,10-2 12 0,-1 0 0 0,4-1-7 16,0-1 5-16,3 0-15 0,3-1 4 0,1 1-1 16,-2 0 2-16,0 0-3 0,6-1-5 0,0-1 4 15,5 1-4-15,1 1 4 0,1-2-8 0,2 3 3 16,0-1-4-16,0 0 4 0,1 1-6 0,1-1 0 0,3 0 1 16,1 0 4-16,-2 1-8 0,-4-1 1 0,-4 0-3 15,-3 2 5-15,2-1 2 0,-1-1-5 0,-5 0 2 16,2-1-3-16,-7 1 1 0,-1-2 1 0,-7 3-1 15,0-1-3-15,-4 2-7 0,-1 2-3 0,-6 0-3 16,-1 0-29-16,3-2-75 0,0 0 3 0,-1 1-33 16,1-1-64-16</inkml:trace>
  <inkml:trace contextRef="#ctx0" brushRef="#br0" timeOffset="13638.16">29968 14188 560 0,'0'0'169'0,"-2"0"16"0,0 0-79 0,-2 0-53 15,-12 0-46-15,-3 0-39 0,4 0 21 0,2 0 0 0,6 0 7 16,1 0 4-16,3 0-6 0,-3 0-5 0,4 0-4 16,-2 2-24-16,1 0 9 0,1 0 7 0,0 0 3 15,0 0 44-15,2 0 15 0,0-1 5 0,0 1-1 16,2 0-8-16,2 0-11 0,-1-2 0 0,14 4-2 16,4 1 0-16,-1-1 0 0,4 2-1 0,0-1 2 15,0 1 3-15,4 1-2 0,2-1 6 0,3 1-4 0,-1 1 12 16,3-1-4-16,8 2-9 0,0 1 5 0,3-1-13 15,6-2 2-15,-2 1 5 0,0-1-4 0,4 1-8 0,-2 1-5 16,-2-2-4-16,-5 1 1 0,-4-3-1 0,-4 1-2 16,0-1-1-16,0-1-4 0,-5-2-17 0,1 0-179 15,-1-2-20-15</inkml:trace>
  <inkml:trace contextRef="#ctx0" brushRef="#br0" timeOffset="16090.2">31433 9807 256 0,'0'0'68'0,"-2"0"-27"16,0 0 27-16,0-2-2 0,0 0-49 0,0 0-7 0,1 0-9 15,-1 0 0-15,0 0-1 0,2 2 3 0,0 0-6 16,0-1 3-16,0 1-3 0,-2 0 8 0,0-2-7 16,0 2 7-16,0-2-6 0,1 0 12 0,-1 0-6 15,0 0-5-15,0 0 2 0,0 1 7 0,0-1 21 16,0 0-1-16,1 0 8 0,-3 0 5 0,0 0-12 15,-1-1-2-15,-5-3-5 0,7 4-6 0,-3-2-16 0,2 3 11 16,1-1-13-16,-5-2 4 0,-3-2 2 0,6 5-4 16,-5-3 4-16,5 2-13 0,1 2 8 0,-7-4-1 15,0 2 4-15,-2 2-4 0,2 0 2 0,-8 0-2 16,4 0 2-16,-7 4 4 0,-4 0-3 16,7 1 3-16,1 1-3 0,1 0 2 0,-3 1 1 0,-1 0-3 0,1 1 0 15,-1-1-11-15,6-1 10 0,1 1-3 0,1-1 6 16,0 1-6-16,0 1 5 0,3-1 0 0,1 1 3 15,2-1-3-15,-3 8-4 0,3 2 1 0,-1 1-4 16,-1 1 4-16,2 3 0 0,-1 2 0 0,-1 2 0 16,3 0 0-16,-1 4-2 0,-2 1 2 0,-1 1-4 15,1 1 1-15,0 3 5 0,1 1 0 0,-3 4 2 0,2-2-7 16,2-6 4-16,-1 4 0 0,4-3 4 0,-1 3-6 16,1-4 1-16,0-1 1 0,3-1 1 0,-1-1-4 15,0 0 5-15,-17-1-6 0,8 3 6 0,6-1-4 0,1 3 0 16,2-1 2-16,2 1-1 0,0-1 2 0,2 2 1 15,2 6-2-15,1-2 2 0,1-2 2 0,1 8-4 16,1-8 8-16,1 4-7 0,2-2 13 0,-2-7-13 16,1 3 5-16,1-2-6 0,2 1 16 0,-2-5-7 15,2 1-1-15,0-2-2 0,0-2-3 0,2 0 0 16,0-2 0-16,-1-2-1 0,-12-1 0 0,11-1 6 0,6-1-2 16,-1-3 4-16,-1 1-1 0,4 0 7 15,-5-2 4-15,3-2 0 0,1 0 7 0,-1-4-3 0,3 2-1 16,0-3 0-16,-3-1-2 0,0-1 0 0,-3-3-3 15,5-1 1-15,3 2-7 0,2 13-9 0,0-6 6 16,-4-6-7-16,-1-3 5 0,3-2-8 0,0 0 2 0,-2-4-4 16,0-3 2-16,-3 0 6 0,-1-5-6 0,-1 1 7 15,0 2-10-15,0-15 10 0,-1-2 3 0,1-2 1 16,-2-4-3-16,0 3-3 0,-2-8-3 0,0-2 2 16,0-2 0-16,0-4-3 0,2 1 1 0,-4-1-2 15,0 2 2-15,-2-7 1 0,-1 2-1 0,-3-2 0 16,1 3 2-16,-3 5-3 0,20 3 1 0,-10 2-2 15,-8 1 5-15,-3 1 2 0,-2 2-1 0,-2-3 0 0,-1 1-4 16,-3 0 4-16,-3-2 2 0,-1-2 0 0,1 0 4 0,-2-6-1 16,0 2-3-16,0 1 2 0,0-1-4 0,-2-2 2 15,0 5 5-15,-2 1-3 0,0 1 1 16,0 7 10-16,-2-1-9 0,1 3 9 0,-1 1-15 0,13 5-3 16,-18 1 2-16,-4 4-4 0,2 3-1 0,-4 0-14 15,-6 4-3-15,-1 3-5 0,0 3-26 0,-2-18-36 16,2 12-6-16,-3 8-10 0,-2 6-31 0,-5 8-30 15,4 10-23-15</inkml:trace>
  <inkml:trace contextRef="#ctx0" brushRef="#br0" timeOffset="16943.32">30748 13329 881 0,'0'0'1'0,"-2"-2"0"0,0 0 9 16,0 0 0-16,0 0 3 0,0-1 1 0,-1-5-10 16,-5-9 2-16,3 1-5 0,1-1 2 0,2-2 3 0,0 1-5 15,2-1 3-15,0 4-8 0,0 1 1 0,0-1 7 16,0 4-4-16,0-1 3 0,-2 1 3 0,0 4-8 15,-1-1 7-15,-1 1 6 0,-1 0 24 0,-5 1 7 16,-8 2 1-16,-3 1 5 0,-1-12-13 0,-2 4-7 0,0 3-1 16,-2 5-6-16,2 3-7 0,1 0 0 0,-1 3-2 15,0 3-2-15,-2 3-9 0,-2 2 9 0,6 0-10 16,-4 4 3-16,7-2 3 0,3-9-7 0,1 16 5 16,2 4-3-16,-2 2-3 0,6 2 0 0,-3 4-1 15,5 1 4-15,0 4-1 0,-5 4 0 0,3 2-1 16,0 2 5-16,-2-3-5 0,0 3 0 0,1 3-2 0,1 0 4 15,0 1-4-15,-2-3 1 0,1 0-3 0,1-1 9 16,2-4-5-16,3 2 1 0,2-6-3 0,-20 0 5 16,9 2-6-16,9-2 4 0,4 0-3 0,6 0 11 0,3 0-6 15,2-1 2-15,4-1-4 0,2 6-5 0,-1-4 6 16,3 4-4-16,1 0 6 0,-1-1-2 0,-1-1-1 16,3 2 2-16,-1-4-1 0,1-1-1 0,-1-1 0 15,-18-5 0-15,20-1 1 0,-5-3 3 0,2 2-4 16,-3-4-1-16,3-1-2 0,3-1 0 0,2-3 0 15,2-3 5-15,0-3-2 0,2-2 0 0,2-1-4 16,-4-3 0-16,4-3-2 0,-1-2 4 0,-5 14-2 0,8-4-1 16,-6-9 1-16,2-3-5 0,0-3 13 0,-2-3-6 15,1-3 8-15,-1-2-6 0,0-4 4 0,2-2 3 16,-4 15 0-16,2-20-6 0,-1 1 14 0,-3-1-7 16,-2-2 8-16,-1-2 1 0,-4 0 4 0,0-6 4 0,-2 1-4 15,-8-6-2-15,8-10-7 0,-2 3 2 0,-1-8-1 16,3 2 8-16,-10-2-13 0,-1 0 7 0,24 0-9 15,-13 2 8-15,-5-2-2 0,-5 1 0 0,-3-2 0 16,0 1-3-16,-3-4 0 0,-3 0-5 0,-3-3 2 16,-10-6-6-16,-1 3 3 0,-4-1 2 0,-2 6 0 15,0 3 3-15,20 6 1 0,-29 7 0 0,-6 2 0 16,0 5-2-16,-4 5-11 0,-1-1-6 0,-2 2-4 0,-6 4-38 16,-4 4-61-16,-7 5-29 0,-14 4-30 0,-12-23-282 15</inkml:trace>
  <inkml:trace contextRef="#ctx0" brushRef="#br0" timeOffset="23328.81">25144 9790 31 0,'0'0'14'0,"0"-2"5"0,0 0 4 0,2 0 3 0,-2-1 5 16,0-3-6-16,0-7 19 0,0 6 8 0,0-1-5 16,0 1 2-16,0-1-21 0,-2 1-4 0,-2-1-3 15,1 1 3-15,-1 1-4 0,-2 5 6 0,-7-5-5 16,-2 4 5-16,1-2-3 0,-1 1 2 0,-4-5-4 16,4 5-7-16,-1-5-3 0,-1 3-4 0,4-1 1 15,-2-1-4-15,0 5 8 0,-1-2-3 0,3 2 3 0,-4 0-16 16,0-1 5-16,0-1 0 0,-3 0 4 0,1 0 4 15,1-9-2-15,-3 4-6 0,1 2 3 0,1 3-9 0,1 4 8 16,1 0-1-16,0 4 3 0,-1 3-5 0,-1 2 3 16,1 3-1-16,-1 1 0 0,-1-6-9 0,-1 12 6 15,-1-1-3-15,5 1 5 0,-3-1 6 0,1-1-7 16,3 0 2-16,-5 1-4 0,3-1 3 0,-1 2-2 16,2-1 3-16,4-1-3 0,-2 3 8 0,4-1-7 15,0 1-1-15,-2 2-1 0,4 1 2 0,-4-1-1 16,0 4 1-16,7 0 0 0,-3 2-7 0,7 5 5 15,-16-1-1-15,5 3 3 0,7 0-2 0,4 3-2 16,2-1-3-16,0 4 2 0,4-1 3 0,0-2-6 0,3 1 10 16,-1-6-7-16,-1-1 9 0,1-1-5 0,-1-1 1 15,3 3-2-15,1 2 0 0,0 1 5 0,-1-1-6 16,1 4 5-16,0 0-2 0,2 2-3 0,2 0 1 0,0 1-3 16,2 5-5-16,2 3 2 0,-2-2 4 0,2 2-2 15,-1 2 9-15,-1-3-4 0,0-1-2 0,-2-4 0 16,-2-3 8-16,0-2-5 0,-1-5 1 0,-3-6-2 15,2-1 2-15,-1-2 9 0,1-1-4 0,-2-4 5 16,1-1 0-16,-1-3 11 0,1 1 4 0,-1-4 1 16,1 0 10-16,1-2-5 0,-4 0 0 0,12-1-4 15,2-1-9-15,1-2-1 0,2-1 2 0,3 0-3 0,2 1-12 16,-1 0 2-16,2 1-5 0,2-1 6 0,0-1-2 16,-1-2-3-16,1 1 1 0,0-3-1 0,-1 0-1 0,-3 0 6 15,0 14-3-15,0-4 4 0,-3-7-6 0,5-1 6 16,-2-4 3-16,-2-2 1 0,7-4 2 0,-3-1-3 15,4-4-7-15,-1-2 3 0,-1-2-8 0,2-4-5 16,-1 1 2-16,-1-1-4 0,0 17 3 0,-6-18 3 16,-2 1-4-16,-2-1 4 0,-3 0 1 0,-4-5 5 15,0 1-2-15,-5-5 2 0,-1-5-1 0,-1-7 3 16,-1-3 2-16,-1-10-1 0,0-6-2 0,-3-6-2 0,3-3 2 16,-2 2-1-16,2 0 3 0,1 8 3 0,-3-1 6 15,0 5-2-15,24 3 7 0,-13 0 0 0,-8 2-6 16,-5-2 3-16,-1-6-9 0,-5 6 9 0,-1 0-1 15,-1-2 4-15,-3-1-6 0,0-1-8 0,0 0 1 16,-2 4-3-16,2 4 1 0,-4 1-5 0,0 5 0 0,0-1-1 16,0 4 4-16,0-2 1 0,-3 0 0 0,-3 4-1 15,-1-2-7-15,18 2 5 0,-22 2-1 0,-1-2 3 16,-5-2-5-16,-1 0-2 0,-1 2-3 0,-1 5-1 16,-2 4-13-16,0 2-11 0,-1 8-6 0,-1 6-2 15,-1 5-24-15,-3-15-5 0,0 12-3 0,2 14-3 16,-3 11-37-16,1 2-117 0</inkml:trace>
  <inkml:trace contextRef="#ctx0" brushRef="#br0" timeOffset="24692.25">24966 13251 189 0,'0'0'108'0,"-2"0"-128"0,0-2 126 0,-2 0-64 16,-9-5-15-16,-3-3 6 0,-1 1-11 0,2 2 9 15,0-1-19-15,-1 1 20 0,-1-1 2 0,0 1 6 0,0-2 9 16,1 1-9-16,-1 1-6 0,0-1-1 0,1 1-16 16,-1-1 0-16,-2 1 3 0,1 0-4 0,-1 1-6 15,-1 0 2-15,1 3-3 0,-1-1 2 0,-1 2-7 16,-3 0 4-16,0 2-3 0,0 0 4 0,-2 0 0 0,0 4-5 16,4 0 2-16,-3 3-5 0,1 2 4 0,2 3-4 15,-2 2 1-15,2-4-2 0,-4 16 2 0,5 2-8 16,1 1 4-16,1 3-6 0,12 1 9 0,-6 4-4 15,4 4-1-15,-3 4-2 0,1 5 0 0,6-2 3 16,1 8 1-16,-20-8 1 0,9 1-3 0,6-1 1 16,3-4-3-16,4 1 3 0,0-6-5 0,2 2 3 15,2-2-2-15,2 2 3 0,2 1 3 0,1-1 0 16,2-2 0-16,2 2 0 0,4-4-3 0,0 2 0 0,4 4 0 16,1-2 1-16,1 1 9 0,-1-1-5 0,0-4 3 15,1 0-4-15,1 1 6 0,-18-5-4 0,20 0 2 16,0-1-3-16,2-2 9 0,-2 3-6 0,2-5 4 15,0 0-4-15,-2 2 1 0,0 1 1 0,1 1 2 0,-3-3 0 16,0 3-1-16,2-2 2 0,0-1-4 0,1-1 1 16,-3 0-5-16,2-4-7 0,-2-5 4 0,-1-3-3 15,3-3 15-15,-2-3 2 0,2-1 4 0,2 0-3 16,0-3 0-16,2-2 3 0,2-1-3 0,0-1 3 16,-6 15-8-16,5-4 8 0,-8-8-3 0,3-1 4 15,2-2-7-15,-2-2-8 0,4-2 4 0,-6-2-3 16,-1 1 13-16,-1-3-9 0,-1-1 0 0,-5-1-3 0,3-3 5 15,-4 2 10-15,-4-15 1 0,1-4 2 0,-5-4-9 16,1-3 2-16,1-6-4 0,1-1 3 0,-3-3-10 16,-1-1 6-16,-2-3-3 0,24-5 4 0,-13 1-3 0,-6-5 7 15,-5-5 5-15,-2 0-1 0,-4 1 2 0,-1-1 10 16,-1 6-10-16,-3-1 10 0,0 4-17 0,-2 1 0 16,-6 1 1-16,-2 3 0 0,-3 1 1 0,-2 2-6 15,16-1-1-15,-25 3-2 0,-2-3-9 0,-8 1-23 16,-2 1-3-16,-10 1-9 0,-5-1-42 0,-3 1-140 15</inkml:trace>
  <inkml:trace contextRef="#ctx0" brushRef="#br0" timeOffset="33641.87">31761 12202 36 0,'0'0'86'0,"-1"0"-15"0,-1 0 60 0,0 0 4 16,0-2-60-16,0 0-22 0,0 0-33 0,0 0 0 15,1 0-1-15,-1 1-13 0,0-1 4 0,0 0-5 16,0 0 6-16,0 0-11 0,0 0 14 0,1 0-6 0,-1 1 9 16,0-1-9-16,0 0 15 0,0 0 0 0,0 0 6 15,0 0 9-15,-1 0-7 0,-1 1 3 0,0-1-5 16,1 2 7-16,-1 0-10 0,-5 0 3 0,-1 0-5 16,-3 3 5-16,0 5-11 0,-2-6 0 0,-1 26-6 15,-1 1-11-15,-2 7 5 0,3 1-3 0,-3 2 3 16,2-2-5-16,-1-2 1 0,3-3 0 0,2-5-1 0,2-2-1 15,3-1 5-15,3 0-5 0,-1-6 6 0,3 1-10 16,-1-4 4-16,-4-4 2 0,5 0 1 0,-1-5 0 0,2 1-4 16,-7 6-2-16,5-7 0 0,-1 3 5 0,1 0 1 15,4-5 2-15,-4 5-1 0,2-1-2 0,0-1-2 16,2 2-2-16,0 3 0 0,0-3 3 0,0-2 4 16,0-1 1-16,0-4-1 0,2 3-7 0,0-1 2 15,0-2 0-15,17 2 2 0,-1 9-2 0,4-6 1 16,3-3 3-16,2-4-1 0,3-4 5 0,0-3-6 15,1-5 0-15,5-2-1 0,-1-3 1 0,2-2-1 16,0 3 3-16,0-1-2 0,4 0 5 0,-5 2-7 0,1 0 0 16,0 4 0-16,-4 2 9 0,2 0 7 0,-7 1-5 15,-4 3 6-15,1-1-3 0,-3 1 2 0,4-1 3 16,-4 0-2-16,0 1 4 0,-1 1-6 0,-3 0-4 16,-1 3 0-16,0-3-10 0,-2 2 5 0,-4 2 5 0,-2 0-2 15,-1 0 5-15,-3 0-1 0,-1 0-2 0,-2 0 1 16,0 0 1-16,1 0 4 0,1 0 1 0,0 0 0 15,-2 0-3-15,-1 0-4 0,1 0-2 0,0 0 0 16,-2 0-5-16,0 0-4 0,0 2 0 0,-2 0-3 16,0 0 3-16,-1-1-10 0,-1-1 2 0,-7 4-7 0,0 0-14 15,3-2-39-15,-3 0-7 0,2-2-14 0,0 0-51 16,-3 0-85-16,1 0-27 0</inkml:trace>
  <inkml:trace contextRef="#ctx0" brushRef="#br0" timeOffset="34033.61">32112 11723 541 0,'0'0'61'0,"0"0"-45"0,0-2 59 0,-2 0-21 16,1 0-31-16,-1 0-7 0,0 0 3 0,2 1-6 15,0 1-7-15,0 0 9 0,0 0-10 0,-2 0 11 16,0 0 1-16,0 1 9 0,0 1-2 0,1 2 1 16,1-2-3-16,-13 16-5 0,0-3 9 0,1-2-9 15,-1 4 11-15,2-8-3 0,2 6 2 0,5 2-3 0,-3-6 5 16,3 7-13-16,-7-1 2 0,2-2-6 0,-2 7-2 15,5 1-11-15,4 3 4 0,2 3-5 0,2 5 6 0,4 7-4 16,3 5-1-16,4 4-1 0,2 4 2 0,0 2-1 16,-2 3 2-16,3 8 0 0,-3 5 3 0,-2 6-2 15,1 8-1-15,-5-1-1 0,2 2 3 0,1-1-5 16,-1-6-1-16,2-6-4 0,0-2-16 0,4 1-57 16,2-1-127-16</inkml:trace>
  <inkml:trace contextRef="#ctx0" brushRef="#br0" timeOffset="42502.06">31015 9877 52 0,'0'0'28'0,"0"0"9"0,0-2 33 0,0 0 5 0,0 1-14 16,0-1-19-16,-2 0-27 0,0-2 1 0,0 0-5 15,1 1-8-15,1-1 1 0,-2 0 3 0,0 1 0 16,0-1 4-16,0 0 11 0,0 0-1 0,0 1 7 15,1-1 23-15,-1 0-16 0,0 2 7 0,0 1-9 16,0-1 10-16,0 0-3 0,-1 0-4 0,1 2 0 16,-8-6-7-16,-1 1-5 0,2 1-3 0,-2 0-1 0,2 3-12 15,1 1-3-15,-3 0-1 0,0 0 0 0,0 0-4 16,-2 1 3-16,0 3 1 0,-4 4 0 0,2 1-4 0,0-7 4 16,-1 18-1-16,-3 6 3 0,0 0 4 15,1 6-11-15,-1-1 2 0,4 4-4 0,3-1 8 0,0 3-2 16,3 0 1-16,-2 2-3 0,2 2-2 0,3-2-3 15,-1 0 4-15,1 0-1 0,1 0-2 0,-1 0 2 16,2 0-2-16,-18-2 3 0,9-2 2 0,6-5 5 16,-1 3-3-16,4-7 4 0,3 0-1 0,1 0-6 15,0-1 7-15,1-1-6 0,3 2 19 0,4 2-15 0,1-1-2 16,2 1-3-16,4 2 4 0,2 3-5 0,-1 3 6 16,1-3-5-16,2 4 4 0,-1 0-5 0,-1 2 0 15,-1-1-1-15,3 1 4 0,-2-4 6 0,-1-4-3 16,1 3 3-16,-2-8-3 0,2 3 6 0,-2-4-1 15,-1-5 1-15,-6 6-10 0,12-7 7 0,3-1 3 0,-1-3 1 16,0-2 1-16,2-2 6 0,-1 0-1 0,-1-1 3 16,0-3-4-16,6 0-2 0,-2-3-2 0,2-2 1 15,7 0-8-15,-9 15 7 0,6-4-3 0,-1-8 5 16,-3-3 3-16,2-2-5 0,-2-4 4 0,-2 1-4 16,1-5-3-16,-4 1 11 0,-3-1-10 0,-1-1 11 15,-3 0-8-15,-1-1-2 0,-2 9 8 0,0-22-7 16,-2 1 4-16,-1-6 1 0,-1-7-5 0,-3 1 5 0,-3-6-1 15,1-5-4-15,0 1 0 0,-2-8-2 0,-1 0-1 16,1-2 0-16,0 2 1 0,0 0 0 0,0 2-4 0,0 1-6 16,1-1 0-16,-1 2-1 0,0 0 2 0,22-1-2 15,-9-3 4-15,-7 0-4 0,-7-1 1 0,-1-3 2 16,-3 6-4-16,-3-4 4 0,-3 4 0 0,-2 3 8 16,-2 1-3-16,-2 7 4 0,0 4-3 0,-2 1 4 15,15 6-1-15,-24 2 3 0,-5 2-8 0,-4 0 0 16,-1 4-1-16,-3 3-1 0,2 4-10 0,-2 4-4 15,0 1-5-15,-3 5 1 0,-3-1-13 0,0 2-13 0,3-20-1 16,3 14-4-16,2 8-14 0,1 6-19 0,3 7 1 16,1-11-8-16,3 40-5 0,1 12-53 0,-2 9-16 15,0 17-35-15,-1 7-267 0</inkml:trace>
  <inkml:trace contextRef="#ctx0" brushRef="#br0" timeOffset="43328.55">30853 12809 878 0,'-1'0'50'0,"-1"-2"15"0,0 0-26 0,-2-2-27 15,2 4-3-15,-9-14 2 0,2 4-10 0,1 1 1 0,5 2-2 16,-3 1 7-16,-1 0-2 0,1 3 4 0,1-1-3 16,-1 2 8-16,-1-3-18 0,-5-3 3 0,1 1-8 15,-4-1 7-15,2 5 4 0,-3 1 1 0,-1 2 2 16,-9 0 9-16,-2 5 6 0,0 3 3 0,-5 1-1 16,5 2-2-16,4 0-7 0,0 2 0 0,7-11-3 15,-3 20-7-15,-3 3-3 0,1 2 0 0,4 7 0 0,-1 3-1 16,2 4 1-16,-1 3 0 0,-1 1 1 0,-1 1-1 15,5 3 0-15,2-1-1 0,0-2 1 0,0 4 11 16,2-1-13-16,0 3 1 0,3 3-4 0,1-1 7 0,1 0-2 16,4 0 4-16,0-4-5 0,-22-2 0 0,15-1 2 15,7-8-3-15,2 0 3 0,4-4-1 0,3-2 0 16,3 3 5-16,1-3-3 0,0 2-1 0,2-1 4 16,4 1-5-16,-1-1 4 0,1-1 0 0,3 2 0 15,-14-1 0-15,20 1 0 0,0 2-2 0,-2-5-6 16,6 5 4-16,1 2-5 0,1-8 12 0,3 10-7 15,-5-6-1-15,0-3-2 0,-2 1-1 0,1-3 3 16,-1-4 1-16,0-4 0 0,0 1 0 0,-2-7 0 0,0 1 4 16,-2-4-3-16,0-4 3 0,0 1-3 0,2-7-3 15,-2-1 2-15,4 17 0 0,-2-8 13 0,8-4-2 16,-3-5 4-16,-1-4-11 0,3-3 5 0,-1-4 0 16,1-4 1-16,3-4 5 0,-9 15-7 0,-1-30 5 0,0-3-5 15,0-2 3-15,0-4 0 0,2-2-1 0,-7 1 1 16,-3-5 3-16,-1 1 3 0,-6 1 2 0,-2 1 1 15,-1-1 10-15,14 4 7 0,-7-3-6 0,-8-4 6 16,-7 1-10-16,-2-1 4 0,-5 0-1 0,-4-1 1 16,-6-1-5-16,-3-4 5 0,-4 2-5 0,20 2 3 15,-28-2-13-15,-5 4 6 0,-4 2 1 0,-3 1 1 16,-1 6 3-16,-1 4 5 0,1 1-2 0,1 5 3 0,-3 3 2 16,3 1-11-16,-3 5 4 0,5 3-8 0,-5 4-7 15,1 2-15-15,-3 4-2 0,-1 3-6 0,-5 2-21 0,-3-24-34 16,-1 17-12-16,1 9-11 0,1 9-80 0,1 8-204 15</inkml:trace>
  <inkml:trace contextRef="#ctx0" brushRef="#br0" timeOffset="48239.34">6722 3729 79 0,'0'0'0'0,"-2"-1"4"0,0-1 56 15,0 0-5-15,0 0 2 0,0 0-23 0,0 0-12 16,1 0 0-16,-1 1-8 0,0-1 10 0,0 2-8 0,0 0-4 15,0-2 4-15,0 2-5 0,1 0 4 0,-3 0 12 16,0 0-2-16,0 0 5 0,-7 0 1 0,8 0-2 16,-1 0-6-16,0 0 2 0,0 0-9 0,1 0 1 15,-1 0 6-15,0 0-4 0,1 0 1 0,-1 0 2 16,0 0-1-16,2 0 2 0,0 0 5 0,1 0-12 16,-1 0 4-16,0 0-6 0,0 0 8 0,0 2-12 15,2 0 8-15,0-1-9 0,0 1 0 0,0 0 6 0,0 0-9 16,0 0 9-16,2 0-6 0,0 0-2 0,0-1 6 15,0 1-5-15,1 0 8 0,1 0-8 0,2 0 1 16,7 2-3-16,0-3 0 0,7 3 3 0,-1-2-4 16,3 0 3-16,-2 0-4 0,-1-2-1 0,-1 0 1 15,3 0-1-15,1 2 1 0,-1-1-2 0,-1 1 4 0,0 0-3 16,3-2-1-16,1 0 5 0,4 0-4 0,-2 0 5 16,2 0-10-16,1 0 6 0,1 0-5 0,3 0 5 15,3 0 0-15,5 0-5 0,7 0 4 0,0 2-4 16,4-2 4-16,-2 0-3 0,0 0 0 0,2 0-2 15,-3 0 2-15,1 0 0 0,-4-6 0 0,-1 1 0 0,-3-3 4 16,3 1-4-16,1 0 7 0,1 1-7 0,1 0 8 16,0-1-8-16,1 0 2 0,3 1-2 0,-4 0 0 15,2 3 8-15,-2-1-11 0,-7 0 10 0,-2 1-9 0,-5-1 4 16,-7 2 5-16,-2-2-1 0,-3 2-2 0,-4 1-1 16,-3 1 5-16,-2 0-3 0,-2 0 11 0,-1 0-11 15,-3 0 5-15,-1 0-5 0,-3 0 7 0,1 0-2 16,-2 0-4-16,2 0 2 0,-1 0-2 0,1 0-6 15,-2 0 4-15,0 0-5 0,0-2-14 0,-1 0-50 16,1 0 5-16,0 0-20 0,-2 0-13 0,0-1 2 16,0-1-36-16,0-7 11 0,0 0-135 0</inkml:trace>
  <inkml:trace contextRef="#ctx0" brushRef="#br0" timeOffset="48704.71">8757 3024 813 0,'-2'-2'72'0,"0"0"-107"0,0 0 84 0,0-1-50 0,0-1-27 16,0 0 2-16,2 0-4 0,0 3 6 0,2-1 6 15,0 0-5-15,0 2-2 0,2 0 0 0,5 0 3 0,4 0 5 16,-6 0 7-16,-3 0-3 0,0 2 14 0,0 0 10 16,-1-2 0-16,1 0 5 0,0 0 20 0,-2 0 1 15,-1 0 7-15,1 0-5 0,0-2 2 0,0 0-8 16,-2 0-1-16,0 0-2 0,0 0-15 0,0 0-12 16,0 1 0-16,0-1-3 0,0 0-4 0,0 2 4 15,-2 0 0-15,0 2 2 0,0 0-1 0,1 1-1 16,-9 14-2-16,-1 3 1 0,0 3-4 0,0-1 8 0,0 2-3 15,1-3 3-15,1-1-6 0,0 2 4 16,0 1-1-16,-1 1 2 0,1 0-5 0,2 0 6 0,-1 2-3 16,-1 2 3-16,1 2-8 0,3-3 9 0,-1 3-2 15,3-2 4-15,1 0-6 0,2 2-1 0,0-3 0 0,2 1-1 16,1 4 2-16,1-10 1 0,2 2 0 0,-1-5 0 16,3 3 0-16,-1-3 4 0,0-3 0 0,3 1 0 15,-3-6-3-15,-1 0 2 0,9 0-4 0,3-7 1 16,-3-2-8-16,2 0-5 0,-2 9-8 0,-1-4 1 15,7 1-31-15,3-3-32 0,4-3-81 0</inkml:trace>
  <inkml:trace contextRef="#ctx0" brushRef="#br0" timeOffset="49356.48">9223 3299 1075 0,'-2'-2'9'0,"0"0"19"0,0-2-28 0,0 1-18 16,0 1 1-16,0 0-5 0,1 0 12 0,-1 0 0 0,0 0 6 16,0 2-5-16,2 0 3 0,0 2-8 0,0 0 2 15,0 2-1-15,-2 9 11 0,-3 11-1 0,-3 0 1 0,1-2-2 16,-1 2-1-16,1 1 5 0,-1-3 0 0,3 0 4 15,-1 0 5-15,1-1-5 0,1-1 0 0,0 2-2 16,1 1-6-16,1 1 12 0,0-2-8 0,0 2 9 16,0-3-12-16,2-3 6 0,0-3 1 0,0 2 0 15,0-4-5-15,0 0-1 0,0 2 2 0,0-8-1 16,0 1-9-16,0-5-5 0,0 1-6 0,-2 0 3 0,0-1-9 16,1-1 13-16,-3 0 0 0,-2-2 5 0,-1-2 3 15,-4-1-9-15,5-27 3 0,-1-5-5 0,-1-3 2 16,5 5 9-16,-1-4 0 0,0 5 3 0,-3 1 2 15,5 3 3-15,-5 2-4 0,3 2 4 0,2-2 0 0,-15 2 1 16,8 0-2-16,5 1-1 0,4 3-5 0,4-1 6 16,3 1-1-16,3 1 3 0,3 1-8 0,-8-1 4 15,19 3 1-15,1-1 0 0,-7 0 4 0,4 6-4 16,-1-2 5-16,-5 6-3 0,3-1 15 0,-2 1 3 16,-2-1-5-16,1 3 3 0,5 3-14 0,-1-13 3 15,1 6-2-15,1 3 0 0,0 4-13 0,-1 2 8 16,-3 4-1-16,-3 2 4 0,2 3 3 0,-6-2 4 0,-2 1 1 15,0-3 0-15,-3 8 3 0,3 0 3 0,-1-2 0 16,-5-1 2-16,1 1 12 0,-4 0-11 0,0-2 8 16,-4 2-8-16,-5 2 12 0,-9-1-18 0,-20 1 4 15,5-2-10-15,-4 2 0 0,0-2-3 0,-2 0 0 0,2 0 0 16,-2 2-1-16,1-4 3 0,3 3-3 0,0-1 2 16,2 0-8-16,3-2 1 0,8 2-6 0,-1-1 4 15,5-3-4-15,3 2-1 0,-2-3-3 0,12-1-1 16,-1 1-24-16,6-4-27 0,-4 3 1 0,2-1-10 15,1 0-8-15,1-2 19 0,1 1-7 0,1-3 10 16,39 17-25-16</inkml:trace>
  <inkml:trace contextRef="#ctx0" brushRef="#br0" timeOffset="49806.56">9750 3295 53 0,'2'0'26'0,"0"0"28"0,-1 0-8 0,1-2 5 16,0 0 1-16,0 0 4 0,0 1 31 0,0-1 4 15,0 0 0-15,-1 0-2 0,1 0-20 0,0 0-16 16,0 0-1-16,0 1-6 0,-2-1-9 0,0 0 0 16,0-2-4-16,0 0 2 0,-2 1-8 0,0 1-10 15,0 0 1-15,0 0-5 0,-1 0-2 0,-3 0-3 16,-12-5 4-16,7 5-3 0,-6 0-2 0,-2 2-4 0,-1 2-3 16,-2 4 0-16,1 3-5 0,-3 4 8 0,5 0-3 15,1-7 5-15,1 16-9 0,4 2 2 0,2-4 2 0,0 1 0 16,3-1 6-16,3-1-9 0,-1-2 6 15,4-3-6-15,-9 1 12 0,6-4-6 0,-1 1 3 0,4-5-5 16,2 0 0-16,0-3 2 0,0 0-3 0,0-2 2 16,4 1-2-16,7 5 0 0,15 1-4 0,8-7 1 15,3-6-4-15,-2-7 3 0,-5-4 1 0,3-3-1 16,1 14-2-16,-1-22 6 0,4-2-6 0,-7 4 6 16,-8-2 1-16,0 4-1 0,-7 1 3 0,0 3-3 15,-4 3 4-15,-5 2-1 0,-4 2-2 0,1 5-1 0,1 1 0 16,-4 3 3-16,4-2-3 0,-1 0 4 0,-1 2-4 15,0 1 0-15,0-1 8 0,0 2-5 0,0 0 2 0,0 2-6 16,-2-1-2-16,0 27 1 0,0 0 3 0,-2 0 1 16,0 0-1-16,2-2 0 0,0 0-2 0,0-8 4 15,0 1 1-15,0-6 2 0,0-2-6 0,0-7-7 16,0 0-1-16,0-1-2 0,0 1-7 0,0-2-21 16,0 0-8-16,0 0-9 0,0-2-57 0,0 0-110 15,0-2 3-15</inkml:trace>
  <inkml:trace contextRef="#ctx0" brushRef="#br0" timeOffset="51719.92">10162 3263 650 0,'0'0'62'0,"-2"-1"144"15,0-1-199-15,1 0 0 0,-1 0-1 0,0 0-1 16,2 2-14-16,0 0 8 0,0 0-3 0,0 2 4 15,0 0-5-15,0 2 5 0,0 7 0 0,0 9 2 16,2 2-2-16,0 1-2 0,-1-3 0 0,1 2 0 0,-2-1 9 16,0-3-10-16,0-1 9 0,0-4-9 0,0 0 9 15,0-4-8-15,0 3 4 0,0-1-3 0,0-4 3 16,0-1 6-16,0-1-10 0,0-1 8 0,0 0-8 0,0-2 13 16,0 1 2-16,0 1 4 0,0-2-1 0,0 0 0 15,0 0-8-15,0-2 4 0,0 0-9 0,0-2 4 16,2 0 0-16,-2-2 0 0,6-18-6 0,-1 0 5 15,3-4-1-15,1 0 1 0,0 0-2 0,2 0-3 16,2 0-1-16,0 1-2 0,-11 1 1 0,21 2 2 16,1 2 1-16,0 1-1 0,-2 2-1 0,10 4 0 15,1 0 0-15,-1 6 0 0,-3-2-4 0,-5-1 4 0,1 7-1 16,4-16 1-16,-1 8-12 0,2 5 12 0,0 4-7 16,-8 2 8-16,4 4-4 0,-4 0-6 0,-3 1 8 15,1 1-7-15,-3 0 9 0,-2-3 1 0,-4 1-1 16,-2-2 2-16,-1 0-7 0,-1 0 11 0,-3-2-7 0,-1 0 9 15,1 0-9-15,-2 0 9 0,0 0-2 0,0 0 3 16,1 0-3-16,1 0 0 0,0 0 6 0,-2 0-4 16,0 0 0-16,-1 0-3 0,1 0 1 0,0 0-1 15,0 0 1-15,-2 0-4 0,0 0-3 0,0 0 2 16,-2 0-2-16,0 0 8 0,-1 0-1 0,-5 1 4 16,-10 7-4-16,-1-1-11 0,-1 4 6 0,-3 4-7 0,3-13 2 15,-2 19 6-15,3-1-6 0,6 0 6 0,-4-1-3 16,1 0 0-16,6-1 0 0,3-3 0 0,5 0 2 15,-5-4-6-15,1-2 6 0,4-3-5 0,0-1 0 0,2-3 2 16,0 0-1-16,0 2 3 0,0 0 7 0,2-3 3 16,2 1-6-16,3-2 4 0,17 0-8 0,2-5 2 15,2-6 0-15,-4-2 1 0,1-2-2 0,-1 7-7 16,-4-16 1-16,2 0-2 0,-1-2 12 0,-4 2-4 16,-3 2 1-16,-1-3-3 0,-1 5 4 0,-5 1 2 15,0-1 0-15,-1 7 0 0,-2 2 2 0,-1 2 1 16,1 3 3-16,-4 4-2 0,4-2-5 0,0 1-2 15,-1 1 2-15,1 0-2 0,0 2-1 0,-1 2-6 0,-1 2 4 16,4 7-4-16,5 15 5 0,-2 0 4 0,-1-2-7 16,-3-2 6-16,1 0-4 0,-1-3 2 0,-1-4 1 15,0-2-2-15,-2-4-4 0,0-1 6 0,-1-3-3 16,-1-3 4-16,2 2-1 0,2-1-10 0,0-1-3 0,1 0-4 16,8 2-15-16,6-4-24 0,-3-2 2 0,9-5-9 15,-1-6 4-15,0 11-42 0,6-24-8 0,-8-2-13 16,-4 0-21-16,-3 0 67 0,-11-2 6 0,15-1 20 15,-8 1 38-15,-6-3 26 0,-3 3 4 0,0-2 11 16,0 3 26-16,-2 1-18 0,0 2 1 0,-2 2-8 0,0 2-6 16,0 3 0-16,0 2-4 0,2 2 0 0,0 2-7 15,0 2 2-15,0-2 1 0,0 6-2 0,0 1-1 16,0 3 9-16,0-1 2 0,0 0 3 0,0 0 11 16,0 3 7-16,0-1 1 0,0 0 2 0,0 0-4 0,0 2-24 15,0 0 3-15,0 2-8 0,0 0 3 0,0 33-9 16,-1 6 1-16,-3 5-4 0,-2 1-3 0,1 3-2 15,-5 0-5-15,-1-2 2 0,2-1 1 0,0-5 1 16,1-5 5-16,3-3-5 0,1-3-1 0,0-3-4 16,2 0 4-16,2-6-2 0,0 1 6 0,2-5-9 15,-2-5-5-15,2 0-2 0,2-2-14 0,-2-5-14 16,0 0 0-16,-1-3-3 0,1 1 2 0,0 0 7 0,2-2 1 16,0-1 0-16,-1-1-20 0,3 0-44 0,14-7-3 15,-3-2-14-15,3 1-5 0,10-20 19 0,0 1 7 16,0 1 6-16,-4 0 38 0,-6 1 34 0,-1 3-5 15,-6 2 13-15,-2 1 1 0,0 1-1 0,-2-1 9 0,-1 4-4 16,1 2 18-16,-4 6 23 0,1-1 3 0,-4 3 10 16,0 3 34-16,-2 0-16 0,0 0-6 0,3-2-6 15,1 1-32-15,0 1-3 0,-2 0 1 0,0 0-4 16,-1 2-10-16,1 0-8 0,0 2 1 0,0 0-3 16,0 0 2-16,0 0-2 0,0 1-2 0,-1 1 0 15,1 0 3-15,0-1 4 0,0 1 6 0,0 0-2 16,0 0 16-16,0-1 9 0,-2-1-3 0,0 0 5 0,0 0-8 15,0 0-9-15,0-2 1 0,0 0-5 0,0 0-5 0,0 0-6 16,0-2 3-16,-2 0-5 0,0 0 0 0,0-2 0 16,0-3 0-16,-2-6 0 0,1-2 0 0,-1 0 1 15,-2-3 2-15,3-1 0 0,1 2 6 0,0-1-3 16,2 3 5-16,0-2-2 0,0-7 13 0,0 0-4 16,2 2-5-16,0-2 3 0,0 1 3 0,-1 5-9 15,3-6 6-15,0 5-8 0,-2 2 5 0,1 1-11 16,-1 5 6-16,0 1-7 0,0 1 2 0,-2 3-4 15,0 3-2-15,0 1 1 0,0 0 3 0,2-2-5 16,0 1 1-16,0 1-3 0,-1 0-8 0,1 0 10 0,0 2-2 16,0 0 5-16,0 2 1 0,0 2 0 0,1 22 1 15,1 11-1-15,-2 0 0 0,-2 9-7 0,0 2 4 16,-2 3-3-16,-3 1 2 0,-3-6 0 0,1-1-4 0,-1-5 3 16,1-2-2-16,-1-3 2 0,1 0 0 0,1-1 0 15,1-1-7-15,1-3-9 0,0-6-5 0,1-2 1 16,1-5-9-16,0-2-16 0,2-6 4 0,0-5-9 15,0-2 7-15,0 1 10 0,0-1 3 0,2 0 0 16,0-2-3-16,0-2-6 0,1-2 0 0,8-12 1 16,8-14 17-16,-2 0 14 0,1 4 5 0,-3 2 1 15,0 7 7-15,-4 3 4 0,-2 4 4 0,1 3 1 0,-1 3 9 16,-3 2-7-16,-1-1-4 0,3-3 2 0,-1 2 3 0,2 1-12 16,0 1 4-16,3 2-7 0,1 0-3 15,-2 0 1-15,2 2 1 0,0-1 3 0,2 3 6 0,-1 0 11 16,9 0 7-16,-3-3 1 0,-1 1 19 0,1-2 0 15,-7 0-6-15,6-3 4 0,-3-3-12 0,-1-1-8 16,6-5-3-16,-8 5-2 0,7 3-9 0,-9-12-5 16,-7 1 4-16,3 0-5 0,5 0 8 0,-5 2-2 15,0-2-1-15,-3 4 0 0,-2-4-9 0,-2 4 3 16,0 5-1-16,0 1 2 0,0 1-2 0,0 2-2 0,-4-3-4 16,1 1 0-16,-9-2-17 0,-4 3 10 0,6 3 1 15,-6 2 3-15,-1 3-3 0,4 4 3 0,-2-1 0 16,6 18 2-16,3-2 3 0,3-2 2 0,1 2-4 15,-11-5 2-15,3-2-9 0,5-2 8 0,3-1-2 16,2-1 3-16,2-1-10 0,2-1 3 0,1-2-1 0,3-2 2 16,14 1-7-16,11-4 4 0,3-3-2 0,4 22 3 15,3-10-2-15,-4-10 3 0,2-3-2 0,0-3 3 16,-2-5-2-16,-2-3 11 0,-2-4-2 0,-1-1 5 16,-1-3-7-16,-1 17 2 0,-3-26 3 0,-1 0 0 15,-2-1 10-15,-2-3-14 0,-1-7 6 0,-3 0-6 16,0-2 6-16,-5-1-7 0,-4 1 3 0,-3-2-2 0,-4 2 12 15,-3 0-3-15,20 4-1 0,-10 2 0 0,-7 0-1 16,-4 7 5-16,0 2-1 0,-2 4 2 0,0 3 4 16,-2 0-12-16,-1 3 8 0,-1 1-9 0,1 4 13 0,1 3-13 15,0 1 3-15,0 1-7 0,4 4-2 0,-5-1 2 16,-1-1-7-16,-3 0 4 0,-2 2-16 0,-4 2 9 16,-2 6-6-16,1 5 7 0,-1 37 2 0,2 12-1 15,-2 7 4-15,2 9-4 0,1 5 2 0,1 5 5 16,1-4 1-16,5-8 0 0,3-9 1 0,-22-6-2 15,19-7-7-15,9-3-1 0,9-5-37 0,9 1-51 0,-12-4-14 16,36-1-36-16,12 12-293 0</inkml:trace>
  <inkml:trace contextRef="#ctx0" brushRef="#br0" timeOffset="199393.22">1816 12044 256 0,'0'0'39'0,"0"0"-15"16,0-2 13-16,-2 0-3 0,0-2-28 0,1 1-6 0,1 1 0 16,0-4 2-16,0 3-2 0,0 1 3 0,0-2 7 15,0 2-1-15,0-2 4 0,0 3 7 0,-2-3 14 16,0 0-1-16,0 2 5 0,0 0 9 0,0 1 5 16,-1-1-4-16,-1 2 1 0,-2 0-23 0,-5 3 1 15,0 3 0-15,-2 3-1 0,2 8-3 0,-2 15-8 16,0 1 1-16,-2 2-4 0,2 4 0 0,-2 2-5 0,2 6 4 15,-4 5-4-15,-1 1 12 0,1 9-9 0,-1 3 2 16,-5 5-4-16,-1 3 7 0,-2 8-7 0,-3-1 9 16,3-6-9-16,-6-1 2 0,4-14-3 0,2 1-2 15,-2-5 3-15,6-1 8 0,3-4 4 0,3-1-6 16,-1-3 5-16,-2-1-14 0,-1-5 8 0,1-2-7 0,6-5 6 16,8-3-11-16,-4-10 6 0,3-3 0 0,0-6-1 15,3-5-9-15,-1-1 4 0,2-1 3 0,2-2 2 16,0 0 14-16,-4 1 0 0,1 1 0 0,1-2-2 15,0 0-15-15,0-2 4 0,0-2-4 0,-1-22 5 16,3-26 0-16,3-1-7 0,5-2 3 0,3-1-4 0,4-4 3 16,1 2-1-16,5-3 4 0,-3-4-3 0,1 0 0 15,0-8-3-15,-5-9-3 0,7 2 2 0,-4 0 4 0,-1 4 1 16,1 7-3-16,0 4 2 0,-1 6-8 0,1 1 9 16,0 2-4-16,-4 2 4 0,2 0-13 0,1 0 2 15,1 4-2-15,2-2 1 0,-3 7-6 0,-1 6 1 16,-2 2 4-16,0 3-1 0,-4 8 3 0,-1 5-3 15,-1 4 2-15,-3 8-2 0,0-2 9 0,-2 5 0 16,-1-2-4-16,1 3 3 0,0-1-6 0,0 0 8 16,0 2 1-16,0 1 2 0,0-1-4 0,1 2 9 15,1 0-3-15,-2 2 6 0,5 12 2 0,6 22-5 16,-3 5 0-16,-5 1-2 0,-1 3-4 0,-2-1 8 0,-2-1-4 16,0 0 5-16,0 1-9 0,0-1 0 0,0 4 1 15,0 3-1-15,2 0-2 0,1 5-2 0,3 1 2 16,-1 9 0-16,3 4-1 0,1 1 1 0,-1-1 0 0,3 0 1 15,2-4 2-15,-2-8 1 0,0-5-8 0,0-7 4 16,0-6 0-16,0-4-5 0,1-3 5 0,-1-4-3 16,-2-4 7-16,0-6-3 0,1 1-1 0,-3-4-2 15,0 0-8-15,-1-4-2 0,0 2-3 0,-3-4-2 16,1-2-24-16,-2-1-79 0,-2-2-40 0</inkml:trace>
  <inkml:trace contextRef="#ctx0" brushRef="#br0" timeOffset="199738.99">1358 13011 721 0,'-2'0'147'0,"0"0"-191"0,-2 0 171 0,0 0-93 15,1 0-24-15,-1 0-14 0,2 0-2 0,0 0-3 16,0 0 11-16,1 0 2 0,1 0 5 0,0 0-4 16,1 0 12-16,1 0 4 0,0 0-6 0,6 0 4 15,14-2-9-15,8 1 6 0,-4-3-2 0,0 0 1 16,1-3-11-16,-1-1 1 0,4 1-4 0,-2-1 2 15,3-1-4-15,1 0-36 0,1 0-12 0,-1-1-13 16,3 1-70-16,1 0-189 0</inkml:trace>
  <inkml:trace contextRef="#ctx0" brushRef="#br0" timeOffset="200267.05">1981 13115 1292 0,'-1'0'4'0,"-1"0"2"0,0-2 12 0,-2 0-11 16,0 1 10-16,1-1-17 0,-1 0-7 0,0 0 3 16,1 0-6-16,1 2-9 0,0 0-13 0,0 0 3 15,0 0-3-15,0 0 15 0,-1 0 16 0,-1 0-6 0,0 2 9 16,0 0-3-16,1 0 6 0,-5 1 1 0,3 1 2 15,-1 0 0-15,2 7 3 0,-3 6 0 0,0 3 1 16,1 1-2-16,2 3 4 0,1 0-3 0,1 2 3 16,-2 4-13-16,2 1 6 0,0-1 2 0,-16 1 1 15,7 1-8-15,5-4 7 0,4-2-5 0,2-4 6 16,2-1-2-16,0-5-7 0,2-1 0 0,3 4-1 16,0-4-5-16,5 1 7 0,-5-6-7 0,4-3 8 0,8 0-8 15,3-1 4-15,0 0 1 0,-3 7 0 0,3-2 4 16,0-6 5-16,-3-3 2 0,3-2 1 0,-5 0 3 0,2-2 1 15,-1-3 2-15,3-3 0 0,-1-1-1 0,0-2 8 16,1-2-2-16,-8 7 4 0,3-16-8 0,1 0 9 16,-4-4-7-16,6 2 8 0,-4-1-8 0,-6-1 0 15,2-1 0-15,-4 1-2 0,-1-4-9 0,0 2 5 16,-3 0-2-16,16 0 2 0,-8 0-8 0,-4-1 4 16,-5 3-1-16,-2 0 2 0,-3 0 3 0,-3 2 7 15,-3 1-5-15,-4-1 5 0,11 6 3 0,-26-1-9 16,-4 2 2-16,-1 6-6 0,-6-2-6 0,0 10-6 0,2-3 5 15,-2-16-5-15,4 11-7 0,1 5-4 0,3 4-6 16,10 2 4-16,-1 2-12 0,5 2-31 0,2-1-10 16,4 1-8-16,6-2-44 0,3-2-21 0,-2 2 2 0,0 0-7 15,3 0 14-15,-1-1-11 0,2 1-23 0,2 0-5 16,1-2-138-16</inkml:trace>
  <inkml:trace contextRef="#ctx0" brushRef="#br0" timeOffset="200625.9">2874 12285 1153 0,'-1'0'17'0,"-3"0"0"0,-7 0-5 15,-8 0 2-15,12 0-10 0,-6 2-3 0,3 0-6 16,3 0 2-16,1 0-3 0,5-2 6 0,-1 0-13 16,2 2-3-16,-4 3-2 0,0 3 11 0,2-3 26 0,2-1 2 15,0 0 6-15,0-3-5 0,0 1 4 0,2 2-2 16,2-2 3-16,16 11 4 0,5-4 4 0,-1-3 0 16,0-3-1-16,2-3-9 0,4 0-7 0,1-1 2 15,-3-1-5-15,0-2-8 0,-2 0 0 0,0 1-4 0,-4-1 4 16,0 2-1-16,-1 0-5 0,-3 0 0 0,-3 0-1 15,0 2 4-15,-4 0-3 0,0 0 1 0,-1 0-3 16,-3 0-7-16,-3 0-3 0,-2 0-10 0,1 0-2 16,1 0-69-16,-2 0-14 0,0 0-21 0,-2 0 2 15,0 0-83-15</inkml:trace>
  <inkml:trace contextRef="#ctx0" brushRef="#br0" timeOffset="200802.31">2663 12506 516 0,'-2'0'71'0,"-2"2"109"0,-9 4-68 0,0 1-40 16,2 0-1-16,6-3-16 0,3 7-5 0,-6 0 12 16,1 4 1-16,3-4 0 0,4 2-11 0,2-1-7 15,2-5 2-15,12-1-4 0,25-3 2 0,9 21-7 16,1-12 3-16,2-11-5 0,7-2-4 0,-1-7-12 16,1-3-3-16,-1-4-3 0,-3 0-10 0,-1-3-65 15,5-1-21-15,3-1-40 0,6-1-301 0</inkml:trace>
  <inkml:trace contextRef="#ctx0" brushRef="#br0" timeOffset="209016.81">4057 10926 27 0,'-2'0'1'0,"0"-2"21"0,1 0 193 0,-1 1-79 15,0-1-4-15,0 0-108 0,0 0-5 0,0 0-7 16,0 0 4-16,1 0-4 0,-1 1-3 0,0-1 13 16,0 0 2-16,0 0 4 0,0 0 11 0,1 0 7 15,-1 0-5-15,0 1 3 0,0-1-15 0,0 0-9 16,0 2 3-16,0 0-4 0,1 0-1 0,-1 0-15 15,0 0-3-15,0 0-3 0,0 2-2 0,0 1 4 0,-1 12-1 16,-5 15 1-16,1 11-3 0,-1 5 1 0,5 1 2 16,-1 7-1-16,0-3 4 0,0 1-2 0,1 0 3 15,-1-1-3-15,0 1 6 0,1-4 0 0,-1 2-2 16,2 0 0-16,0-3-7 0,0 1 7 0,0 0-2 0,2-1 4 16,0 1-7-16,0 0 1 0,0-5 0 15,0 1 0-15,0-3 0 0,0-6 3 0,0-3 0 0,0-4 0 16,0-4-1-16,2-4 4 0,0-1 2 0,-2-10 1 15,0-1-2-15,0-5 14 0,0 1-6 0,0 0 11 16,0 0 8-16,0-1 13 0,0-1 0 0,0 0 3 16,0 0-14-16,0-2-17 0,0 0 3 0,2-2-7 0,0-2 8 15,3-11-9-15,8-20 5 0,0-4-6 0,-1-2-1 16,1-7-2-16,-2-4-5 0,0-2 4 0,2-3-3 16,-2-1 6-16,0 1-4 0,0-5 3 0,0-1-10 0,4-2 2 15,0-2 0-15,0 2 1 0,0-2 2 0,-2 6 0 16,0 0-1-16,-4 7 0 0,2 6-6 0,-2 7 11 15,-5 9-1-15,0 8 6 0,0 4-4 0,-3 5-6 16,1 6 3-16,-2 3-5 0,0 2-8 0,0 1-12 16,0-1-7-16,0 0-2 0,0 2-24 0,0 1-20 15,0-1-3-15,2 2-7 0,0 0-21 0,0 2-60 16,0 3-22-16</inkml:trace>
  <inkml:trace contextRef="#ctx0" brushRef="#br0" timeOffset="209531.9">4583 11626 301 0,'-2'0'49'0,"0"0"114"0,0 0-155 15,0 0 2-15,-1 0-1 0,-1 0 1 0,0 0-8 16,0 0 0-16,1 0-2 0,-1 0 1 0,0 0 1 0,1 2 5 16,1-2 10-16,-6 2-5 0,3 0 20 0,-1 0 15 15,1-1-5-15,1 1 10 0,-7 4 2 0,3-2-16 16,3-1 3-16,-3 3-10 0,-3 3-19 0,4-1 1 16,-1 8-8-16,-1 5 6 0,5 1-11 0,-3 0 5 15,5 6-3-15,0-2 2 0,-3 4-2 0,3-6-2 16,-2 0 7-16,-13 2-5 0,10-7 5 0,1-1 3 15,3-1 3-15,1-8-1 0,2 8 11 0,0 0-12 16,2-4 0-16,1 0-3 0,3-2 3 0,-1-4-8 0,1 2 2 16,16-1-4-16,-1-1 6 0,3 1 0 0,-2-5 5 15,0 12-4-15,1-4 8 0,-5-3-2 0,3-3-1 0,-3-3 1 16,-1-2 8-16,-2 0-3 0,2-2 10 0,-3-1-7 16,3-3 11-16,0-3 3 0,-2 0 0 0,-2-1 3 15,-2-10 3-15,-2-2-11 0,0-3 1 0,1 1-5 16,-3-4-4-16,-1-5-10 0,-3 0-1 0,-1-6-2 15,19 3 9-15,-10 7-8 0,-6-1 1 0,-3 0-4 16,-4 1 9-16,-1 3 7 0,-3 1 6 0,-3 3-2 16,-1 4 11-16,-1 1-19 0,2 4-4 0,-13 4-6 15,-2 1-22-15,3 3-20 0,1-10-2 0,-1 5-7 0,-1 5-14 16,-4 5-33-16,0 2 3 0,0 5-17 0,-4 8-34 16,4-11-98-16,0 29-28 0</inkml:trace>
  <inkml:trace contextRef="#ctx0" brushRef="#br0" timeOffset="210096.51">3821 12571 567 0,'-1'0'27'0,"-1"0"52"15,0 0-61-15,0 0 2 0,0 0 0 0,-2-2 1 0,1 0 3 16,-1 2 7-16,2 0 1 0,-2 0 2 0,-3 0-5 15,0 0-3-15,1 0-8 0,-1 0 7 0,3 0-2 16,0 0-4-16,0 0 5 0,1 0-4 0,1 0 8 0,0 0-2 16,0 0-5-16,0 0-1 0,0 0-23 0,1 0 0 15,-1 0-5-15,0 0 5 0,0 0 6 0,2 0-1 16,0 0 5-16,2 0-4 0,0 0 8 0,0 0-5 16,1 0 0-16,16 2 0 0,3 0 10 0,4 0-12 15,0 0 6-15,6 2-8 0,1-1 10 0,4 1 8 16,4-2-3-16,4-2 5 0,3 0-2 0,4 0-6 15,2-2 1-15,1-4-3 0,1-3-6 0,2-2 11 0,-4 0-4 16,1-2 6-16,-3 0-3 0,-3 0-4 0,-1-2 4 16,-2 0-5-16,-1 0 1 0,-1 0-7 0,1 1 2 15,-1 1-4-15,1 0-3 0,-8 3-1 0,-2 3 0 16,-3 1 1-16,-6 1 9 0,-2-1-9 0,-5 3 5 16,-10 1-5-16,-2 2-1 0,3-2 3 0,-7 2-5 0,3 0 3 15,-4 0-8-15,2 0 2 0,-1 0-9 0,1 0 2 16,-2 0-41-16,0 0-74 0,0 0-17 0,-1 0-30 15,1 0-147-15</inkml:trace>
  <inkml:trace contextRef="#ctx0" brushRef="#br0" timeOffset="210701.98">4237 12571 84 0,'0'0'57'0,"0"0"-6"0,0-2 68 0,0 0 1 16,0 1 1-16,0-1-13 0,0 0-40 0,0 0-4 15,0 0-14-15,0 0-27 0,0 0-18 0,0 1 6 0,0-1-9 16,0 0 3-16,0 2 9 0,0 0-2 0,0 0 7 16,0 0 2-16,2 2-2 0,0 0-5 0,-2 1 3 15,6 18 3-15,-1 3-3 0,-1 0 6 0,-2-2-7 16,1 6-2-16,1-4-3 0,2 4-2 0,-3 0 2 16,1 0-3-16,-2 3-2 0,-2-1-3 0,2 7 2 15,0 0 6-15,0 1-7 0,-1 6 5 0,1-1-5 0,-2 1 10 16,0 6-1-16,0 1 2 0,0 1-1 0,-3 0-2 15,-1 1-5-15,-2 3 0 0,3-2-1 0,1-2 1 16,0-4-3-16,2-5-4 0,0-8 3 0,0-3-3 0,0-4 7 16,0-2 5-16,0-8 0 0,0 1-2 0,0-4 4 15,0-4-4-15,0 0 5 0,0-4 0 0,0 1 2 16,0-5 0-16,0-1 1 0,0 2-2 0,0 0-13 16,0-1 5-16,0 1-7 0,0-2 10 0,0 0 0 15,0 0-1-15,2-2 1 0,0 0-3 0,-1 0 3 16,1-2-1-16,0-2 2 0,11-29 6 0,0-6-6 15,-4-8 5-15,1-5-7 0,-3 2-6 0,1-9-2 0,-1-1 3 16,2-1-1-16,2-8 1 0,2 3-2 0,0-1-1 16,2 2 1-16,-2 2 3 0,-2 9-6 0,1 2 3 15,-5 11-2-15,2 2 13 0,-3 9-7 0,-2 4 3 16,-3 6-5-16,-1 3 0 0,0 4-3 0,0 2-4 0,0 5 0 16,0 1-4-16,0 3-27 0,2-2-4 0,0 1-15 15,0-1-71-15,0 0-49 0,0 0-28 0,1 1-11 16,7-1-146-16</inkml:trace>
  <inkml:trace contextRef="#ctx0" brushRef="#br0" timeOffset="211032.31">4709 13604 849 0,'0'0'47'0,"0"0"3"0,0 0-18 0,0 0-7 15,-2 1-16-15,2 1 0 0,-2 8 0 0,-2 17 1 16,3 7 0-16,1 3 7 0,0 2-1 0,1-2-3 0,1 2 0 15,2 0-8-15,-2-4 7 0,0 1 3 16,0-3-1-16,-1-1-4 0,1-5 5 0,-2-1-8 0,0-1 8 16,0-7-9-16,-2-1 1 0,1-2 3 0,-1-4-3 15,0-2-1-15,0-3-4 0,0-1-5 0,2-3 0 16,-2 2-20-16,0 0-38 0,1-1-29 0,-1 1-7 16,0-2-126-16</inkml:trace>
  <inkml:trace contextRef="#ctx0" brushRef="#br0" timeOffset="211222.83">4854 13219 2119 0,'-2'0'6'0,"0"0"2"0,-2-2-5 15,1 2-10-15,-3-2-5 0,4 2-89 0,-2-1-50 16,3 1-24-16,-1 0-19 0,2 1-224 0</inkml:trace>
  <inkml:trace contextRef="#ctx0" brushRef="#br0" timeOffset="213033.51">21070 10492 369 0,'0'0'0'0,"0"0"46"0,0-2-1 16,0 0-2-16,0 0-1 0,0 0-42 0,2 0 0 0,0-1-5 15,0-1 7-15,0 0-7 0,0 1 9 0,0-1 5 16,-1 0 1-16,1 2 2 0,0-1 9 0,0 1 5 16,0 0-3-16,0 0 7 0,0 0 29 0,-1 0 7 15,1 0-1-15,0 1-5 0,0-1-46 0,0 0-10 16,0 0 1-16,0 0-2 0,-1 0 4 0,1 2-7 16,0 0 6-16,0 2-6 0,0 0 6 0,0 0-3 0,0 2-3 15,-1 3 3-15,3 6 1 0,0 0-4 0,0-2 0 16,-1 0 0-16,1-1 11 0,0-1-8 0,-1-2 4 15,1 1-7-15,2-1 9 0,-4-1 7 0,7-1 4 16,6-1 0-16,-12 1 6 0,10-3 6 0,6 11-9 0,1-2 7 16,6-1-6-16,8-5-15 0,-5-5 4 0,7-5-9 15,3-6-4-15,0-6-7 0,5 15 4 0,6-39-6 16,8-5 4-16,5-8-12 0,8-9-16 0,9-6-4 16,9-1-104-16</inkml:trace>
  <inkml:trace contextRef="#ctx0" brushRef="#br0" timeOffset="213828.66">12398 10508 223 0,'0'0'169'0,"0"0"-238"0,0 0 182 0,0 0-104 15,0 0-35-15,0 0 26 0,0 2 3 0,0 0 3 16,0 0-10-16,1 2 8 0,1 7 2 0,4 5 3 16,-1 3-5-16,-1-4-1 0,2 0 8 0,-1 0-3 0,-1-6 30 15,2 0 19-15,-3-3 7 0,-1-3 4 0,13 1 18 16,2 7-5-16,-1-1-2 0,3-3 0 0,3-3-8 16,4-4-19-16,2-2-6 0,9-4-5 0,8-7-18 0,1-3-10 15,12-9-4-15,1 22-3 0,6-40-12 0,6-7-143 16,3-6-46-16</inkml:trace>
  <inkml:trace contextRef="#ctx0" brushRef="#br0" timeOffset="-208506.25">2720 10820 16 0,'0'0'15'0,"-1"0"-9"15,-1 0 33-15,-2-2 11 0,-7-1-5 0,-6-3 10 16,-1 1-30-16,5 1-11 0,0-2 3 0,0 1-11 0,3 1-5 16,-1 0 8-16,0 1-6 0,4-1 6 0,-1 0-1 15,-1 0-3-15,0 1 2 0,-4-3-1 0,0 1-2 16,-2-3 5-16,0 3-3 0,0-1 15 0,2 0-5 15,-2 1-1-15,-2-1-1 0,1 1-8 0,-3-1 15 16,1 1 0-16,-1 1 4 0,-1 0-3 0,-3 0 2 16,-3 3-6-16,4-1 4 0,-10 2-8 0,3 0 8 15,-3 0-3-15,-1 2 3 0,-2-1-12 0,1 3 4 16,1 0-2-16,-3 0 4 0,9-1-2 0,-3 1-2 0,2 0 1 16,0 1-2-16,-2 1-4 0,4-1 5 0,0 1-9 15,0 1 8-15,4 1-11 0,-2-1 3 0,2 3 5 16,1-1-4-16,-1 2-2 0,2-2-2 0,-3 4 0 0,3-2 0 15,-1 2-1-15,1-11 1 0,-4 19-2 0,3 3 2 16,-8 0 0-16,5 2-4 0,0 4 5 0,-4-4-2 16,7 5 6-16,-5-3-8 0,6 4 1 0,-4 3-3 15,1 2 11-15,-4 8-6 0,-1-5 3 0,5 7-5 16,-6-4-4-16,3 1 9 0,-2 1-3 0,-4-3 4 16,4 5-4-16,2-1-4 0,-1 3 5 0,1 1-3 0,-2 0 2 15,4 4 0-15,-1-1 0 0,-1 1 2 0,4-4-5 16,2-3 4-16,-2-3-2 0,3 1 3 0,-1-4 1 15,1 2-3-15,0-8 2 0,-5 0-2 0,4 0-2 0,-1-1-2 16,3 1 3-16,3 2-1 0,6 0 7 0,7-1-5 16,-2 3-3-16,-16 1-1 0,9 1 3 0,7 4 2 15,4-1-4-15,4 3 3 0,1 3-4 0,3 0-2 16,3 0 8-16,0-1-6 0,0-5 8 0,-2-1-7 16,2 0 3-16,2-6-2 0,0 2 5 0,0 0-1 15,-1 0-3-15,-5-2 1 0,2 2-1 0,2 0-4 16,1 0 5-16,1 2-4 0,1-1 9 0,1 3-8 0,0-2 4 15,2-2-5-15,3 2 3 0,2 2-1 0,1-3-5 16,-20 1 5-16,22-2 6 0,1-2-1 0,3-5 2 16,3-1-5-16,1-1-8 0,-1 0 11 0,1-2-3 15,-1 1 6-15,-4-3-9 0,1 2 10 0,1 0-2 0,0 0 7 16,3 2-10-16,1-2 5 0,-6-2-1 0,3 0 1 16,-3 0-7-16,0 0 10 0,3 1-3 0,-1 1 6 15,-2-2-3-15,2 2 2 0,1-4-7 0,3 0 5 16,-1-1-4-16,4 3 4 0,4 0-1 0,5-2 0 15,1 2-5-15,-1-2 7 0,-1-4 0 0,-2 1 2 16,3-1-3-16,-3-1-6 0,1 3 3 0,-5-2-4 16,-2-1 3-16,-1 1 3 0,-3-1-5 0,2 0 4 0,-1-5-2 15,-1 3-4-15,4-2 9 0,-1 0-8 0,1-2 8 16,0 0 5-16,2-4-5 0,4 0 5 0,-3-1-2 0,-1-3 12 16,-3-1-2-16,-3-2 5 0,-1 0-7 0,-1 0 8 15,3 0-2-15,-5 16 3 0,1-7-21 0,-2-3 4 16,0-3-9-16,-2-1 7 0,2 0-8 0,-1-1-3 15</inkml:trace>
  <inkml:trace contextRef="#ctx0" brushRef="#br0" timeOffset="-207399.45">4566 10590 1738 0,'0'0'4'0,"-2"0"-4"0,-7-4 1 0,-45-3 0 0,0-21-5 0,6 2 4 16,-6 0 1-16,-7-2-4 0,5-3 1 0,4 8-4 16,4 5 5-16,-1-4-5 0,3 5 5 0,0 0-6 15,1-3 7-15,-5 3-10 0,-4 2 3 0,-3 2-4 16,1 9 6-16,-5-1-6 0,-4-25 2 0,3 21-3 15,-8 9-2-15,1 5 12 0,0 8-3 0,3 8 6 0,1 1 3 16,-2 8-6-16,-8-25 2 0,-3 31-4 0,0 6 7 16,-3-3-2-16,7 2 1 0,3 4-2 0,0-1-1 0,6 5 0 15,2 1 1-15,8 0 0 0,-3 2 4 0,4 4-7 16,-5-1 1-16,-3 3-3 0,5 3 10 0,-6 0-5 16,9 3 2-16,0-5-3 0,2 2 4 0,2-5-3 15,2 0 0-15,3-1-1 0,4-3 1 0,6 0 3 16,0 2-2-16,5 4 3 0,2 3-4 0,-2 2-6 15,3 9 6-15,-3 6-5 0,4-1 8 0,-4 2-4 16,8-2-2-16,3-3 0 0,1 2-4 0,9 4 3 0,1 3-1 16,4 3 2-16,1 7 2 0,-1 5-1 0,-2 0 2 15,-29 1-2-15,20-4 2 0,13-6 1 0,2 0-1 16,2-2-1-16,9 0-9 0,1 2 0 0,4 1 3 16,3-5-2-16,3-3-1 0,4-10 2 0,4-3-3 0,-23-4 5 15,29 0 0-15,1 3 6 0,3-1-3 0,5-2 3 16,3 6-2-16,4 1 0 0,8 2 2 0,1 3-1 15,6-7-5-15,3-3 0 0,-1-4 2 0,4-5 0 16,-5-3 2-16,1-1-1 0,-2-2-5 0,3-3 3 16,8-3-2-16,8-2 3 0,5-5 3 0,11-7-1 15,0-2 2-15,-4-10 6 0,-1-5-3 0,-4-8 5 16,3-3-4-16,8-2 4 0,4 31-4 0,1-23 6 0,-5-10 5 16,-7-10 1-16,-4 1 4 0,-2-4-5 0,4-2-1 15,5 0 3-15,0-1 4 0,6-5-2 0,-2-1 2 0,-6-4-8 16,1-2-1-16,-5-3 0 0,7-5 2 0,4 29-5 15,5-38 4-15,-6-5-3 0,-6 0 19 0,-9-6 2 16,-7-3-3-16,-4-6 3 0,0-6-5 0,2-1-4 16,-8-4 2-16,5-4-4 0,-7 0 1 0,-5-3-6 15,-2 3 0-15,-9 0 0 0,-4-4 3 0,-7-3-12 16,-2 2 3-16,-4-2-6 0,-2-4 7 0,-7 11-4 16,0-6 4-16,-8 3-4 0,-1 3 7 0,-2-2-5 0,-6-3 1 15,-4-2-3-15,-1-8-4 0,29-4 5 0,-26 3-3 16,-11-3 4-16,-7 5-1 0,-8-1-3 0,-5-1 0 15,-4-5-1-15,-4-1-1 0,29-4 1 0,-40-1-2 16,-4 3 0-16,-7-2-10 0,-5 6 3 0,-7 1 4 16,-8-1-1-16,3 0 0 0,-9-6-2 0,-3 0 0 0,-3 6 2 15,-1 1 8-15,1 10-2 0,-5 6-3 0,0-1 1 16,-9 4 6-16,-8-3 0 0,2 1 6 0,-2 6-6 16,6 0-3-16,1 5-1 0,-5 10-1 0,-2 3 1 15,-7 6 1-15,-4 4-4 0,2 3 0 0,0 8-1 16,5 4 1-16,-7 5-7 0,-5 6-2 0,-10 7-3 15,-2 9-22-15,1-33-29 0,-8 39-7 0,-14 21-7 0,-10 16-35 16,-9-11-90-16,-10 59-57 0</inkml:trace>
  <inkml:trace contextRef="#ctx0" brushRef="#br0" timeOffset="-202610.45">22480 15670 256 0,'0'0'44'0,"0"0"9"0,-2-2 37 15,0 0 7-15,0 0-29 0,0 1-26 0,0-3-25 16,0 0-7-16,1 0 3 0,-1 1-17 0,0-1-1 15,0 0 3-15,-2-3-1 0,2 1 10 0,1 1-2 0,-1-1 5 16,2 1-3-16,0-1 11 0,0 1-3 0,0-1 6 16,0 0-3-16,0 1 19 0,0 1 15 0,0 0-11 15,0 3 12-15,0-1-12 0,0 0-13 0,0-2 2 16,0 0-9-16,0 1-10 0,0-1-4 0,0 2 0 16,0 0-3-16,0 0-3 0,0 1-6 0,0-1 5 0,0 0-3 15,0 0 5-15,0 2 0 0,0 0-2 0,0 0 2 16,0 2 0-16,2 0-4 0,-1 0 0 0,-1-1-3 15,4 16 5-15,2 5 0 0,-3 2 0 0,1 4 0 16,-2 8-1-16,-2 1 5 0,0 4-3 0,0 7 5 16,-4 4-5-16,-1 5-2 0,-1 5 2 0,-1 3-2 15,-2 0 4-15,-1 0 4 0,-3 0-4 0,2-6 4 0,-4-1-3 16,2-6-1-16,-2 1 2 0,2-2-3 0,2-5-1 16,0 0 10-16,0-3-2 0,0 0 6 0,2-8 13 15,-1-1 15-15,3-8 0 0,1-10 3 0,1 3-15 0,-1-6-12 16,2-4-7-16,1 0 2 0,-1 1-10 0,2-3 1 15,2-3 1-15,-2 0-2 0,0-1 0 0,1 1-13 16,-1-2-13-16,0 0-3 0,0-1-73 0,0-1-133 16,2-1-35-16</inkml:trace>
  <inkml:trace contextRef="#ctx0" brushRef="#br0" timeOffset="-201923.86">22602 15457 1174 0,'0'0'19'16,"-2"-2"1"-16,0 0-10 0,1-2 0 0,-3-5-10 15,-2 0-3-15,3-1-2 0,-1 1 1 0,2 3 1 16,0 1 8-16,-2-4-7 0,3 3-4 0,-1-1-1 0,0-3-8 15,0 5 10-15,2 1-3 0,0 2 5 0,0-2 6 16,0 3-4-16,0-1 7 0,0-4-7 0,0 2 6 16,0 3 7-16,2-5-1 0,-2 4 5 0,9-5 0 0,15-8 1 15,2 4 1-15,4 3 1 0,2 3-4 0,-1 1-10 16,1 4-7-16,-1 0 1 0,-1 4-5 0,3 5 5 16,-7 2 0-16,-3 2-1 0,1 2-7 0,-6-8-8 15,1 18-3-15,-4-1-2 0,-6 2-6 0,-1-6 14 16,-7 4 2-16,14-1 4 0,-5-1 8 0,-5 2 10 15,-5-4 5-15,-4 3 2 0,-1-5 5 0,-4 1-8 16,-3-3 4-16,1-1-2 0,-13-2 14 0,0 0 2 0,0-5-6 16,2-1 5-16,1 1-5 0,-1-5-4 0,7 3-2 15,4-2-1-15,-11-3-7 0,7 3 2 0,-8 11-2 16,5-6 1-16,3-3-5 0,4-2 4 0,0-1-1 16,0-1 2-16,3-2 1 0,1 0-4 0,3 0 1 0,0 0-4 15,1 0 0-15,-1 0-3 0,0 0-1 0,0 0-1 16,1 0-7-16,1 2-4 0,0 0 3 0,2 0-3 15,0 0 13-15,2-1-8 0,0 1 4 0,1 2-6 16,18 9 2-16,3 2 4 0,4 0-4 0,-6-6 5 16,2 0 1-16,4 2-3 0,0 1 1 0,0-1-1 15,-2 2 4-15,-2-2-2 0,-4-2-1 0,1 2 0 16,-4-1-4-16,-6-1 6 0,2 0 0 0,-4 10 2 16,-2 3-6-16,-3-2 4 0,9-1-2 0,-4 1 4 0,-3-3 2 15,-4 2 9-15,-2 3 2 0,-4-2 1 0,-3 1 0 0,-4-3-7 16,3-1 1-16,-25-2-2 0,-8-2 3 0,0-2 15 15,2 0-6-15,-2-3 10 0,6-1 2 0,1-1-3 16,-3-3-2-16,8-1-2 0,-1 2-16 0,4 13 0 16,2-6-1-16,3-6 0 0,3-1-6 0,3-2-4 15,2-2 3-15,4 0-3 0,1 0 0 0,3 0-14 16,3 0-14-16,0 0 1 0,-2 0-47 0,0 0-8 16,1 0-6-16,1 0 0 0,0 0-10 0,0 0 45 15,2 0-10-15,2-2 15 0,2 0-58 0,18-13-75 0,19 10-19 16</inkml:trace>
  <inkml:trace contextRef="#ctx0" brushRef="#br0" timeOffset="-201676.73">23445 15765 912 0,'0'0'179'0,"-2"-2"376"15,0 0-525-15,1 0-16 0,-1 0 2 0,0 0-4 0,0 1 1 16,0-1-9-16,0 0-8 0,0 0 2 0,1 0-13 16,-1 0-5-16,2 0 5 0,0 1-3 0,2 1 18 0,1 0-7 15,10-2 0-15,11 0-3 0,6 0 9 0,-9 2-1 16,3 0 1-16,0 0-4 0,-2 0-6 0,0 0-13 16,-3-2-1-16,1 2-6 0,-5 0-25 0,0 0-61 15,-2 0-9-15,-4 0-23 0,3 0-93 0</inkml:trace>
  <inkml:trace contextRef="#ctx0" brushRef="#br0" timeOffset="-201539.77">23295 16119 1085 0,'0'0'155'0,"0"0"-2"0,0 0-47 0,0 0-11 16,0 0-63-16,0 0-24 0,0 0 13 0,0 0 3 15,2 0 2-15,1 2 0 0,8 0-17 0,21 4-4 0,9 1-3 16,3-1-5-16,7-3-9 0,6-1-5 0,-5-2-4 15,4-2-43-15,-4-3-159 0,-4-3-34 0</inkml:trace>
  <inkml:trace contextRef="#ctx0" brushRef="#br0" timeOffset="-200664.9">20285 14762 398 0,'0'0'-1'0,"0"0"1"0,0 0-22 15,2 0 2-15,0 0-7 0,0 0 18 0,-1 0-6 16,3 0 8-16,0 0-7 0,1 0 8 0,10 0 4 0,-4 0-3 16,1-2 4-16,1 0 1 0,-4 1-3 0,-2-1 5 15,4-2-2-15,-3 0 13 0,1 1-7 0,0-3 1 16,1 0-4-16,3-3 4 0,-4 4-14 0,0-3-3 15,1 1-12-15,-5 3-78 0</inkml:trace>
  <inkml:trace contextRef="#ctx0" brushRef="#br0" timeOffset="-199648.75">20512 14428 171 0,'0'0'97'0,"0"0"-80"0,-2-2 102 0,0-2-41 16,0-1-44-16,-7-14-2 0,3 4-1 0,2 6 1 0,3-4-2 15,-3 0-13-15,2 2 1 0,-4-4-5 16,5 4 7-16,-7-2-20 0,4 2 5 0,-1 0-9 0,-3 0 6 15,7 1 4-15,-7-3-2 0,3 2 5 0,1 0 17 0,-2-2 19 16,-1 0-1-16,-2 0 6 0,-3 0-5 0,3 2 3 16,2 0-3-16,-4 0 0 0,5 1-19 0,-3 1-14 15,1 2-3-15,1-1-3 0,-1-1-1 0,1 1-2 16,-2 1 5-16,-1-2-5 0,1-1 2 0,2 3-4 16,-3-2-3-16,1-1 0 0,-2 1 2 0,-2 2-7 15,0-1 8-15,-2 1-10 0,-2 1 2 0,3-1 2 16,-3 1-4-16,0 3 5 0,0-3 0 0,3 4-1 15,-3-2-3-15,-2 3 1 0,3-1-2 0,-1 0 2 16,0-9 5-16,2 1-2 0,-3 3 4 0,-1 1-2 0,-1 3 2 16,-1-1-1-16,6 2 3 0,-5 0 0 0,3 2-1 15,-1 0 0-15,-3 0 3 0,8 0-7 0,-1 2 2 16,-3 0-3-16,4 0 11 0,-4 0-7 0,6 0 2 16,0-1-3-16,-10 3-4 0,3 0 2 0,-4 1-1 15,1 1 3-15,6-2 2 0,-3 1-6 0,-1 1 1 0,-1 1-2 16,1 1 6-16,-1-1-3 0,-1 2 2 0,6-3-3 15,-3 3-1-15,1-1 4 0,0 1-3 0,-3 2 4 16,1 0 4-16,5-1-8 0,-3-9 5 0,2 18-5 16,-2 0 7-16,1 3-5 0,-1 2 1 0,-2 4-2 15,3 0 4-15,-1 1-1 0,-2 1 1 0,5-2-1 16,-3 2 7-16,-2-3-7 0,4 1 0 0,1-2-3 0,1 2 3 16,3 2-2-16,3 0 2 0,1-1-3 0,3-3-1 0,-1-2 3 15,-5 1 1-15,7-1 0 0,-15 2 0 0,6-2-1 16,3 2-2-16,7-2 3 0,-3 4 0 0,2 0 3 15,2 1-1-15,0 3 2 0,2 0-3 0,0 1-6 16,0 0 6-16,1 3-4 0,1 1 7 0,3 5-4 16,1 3-5-16,-1 3 1 0,3 4 4 0,-1 0-1 15,0 0 3-15,-1-3-2 0,1-3 2 0,-2-5-2 16,1-2-3-16,1-2 0 0,0-2-3 0,1-1 4 0,-1-1 2 16,0 0-1-16,0 3 1 0,1-3 5 0,-1 2-3 15,0 1 2-15,0-3-5 0,1 2 3 0,-1 3-1 16,0-1 2-16,1-2-8 0,-1 2 5 0,0-2 0 15,0 1 3-15,3 1-1 0,-1-2-7 0,2-1 2 16,0-3-3-16,0 1 11 0,2-1-10 0,-4-7 5 0,0-5-6 16,2-1 16-16,-11-3 1 0,18 0 6 0,-1-4-4 15,-1 0 6-15,-1-1-11 0,-4-3-1 0,6 1-2 16,7-1 4-16,-8-1-2 0,6-1 5 0,-7 1-4 16,-6 1 2-16,10-1-7 0,-1-1-1 0,6 1-2 15,0-1-1-15,0 3-3 0,-2-3 2 0,-3 1-1 16,3-2 8-16,-4-1 0 0,1-1 1 0,-1 13-1 15,-2-6-4-15,1-1 15 0,0-4-4 0,1-3 7 0,-3-1-4 16,1 0-6-16,3-1 3 0,-1-3-2 0,2-2 10 16,1-1-9-16,-1-1 2 0,-2-1-5 0,-1-2 3 0,1 0 3 15,1-4 4-15,-1 11 0 0,3-14-2 0,-5-3-1 16,3 1-4-16,3-4 3 0,-4-2-10 0,2-4 4 16,6 2 0-16,-7 0 2 0,1-1 0 0,-7-3 1 15,-4-3-4-15,2 1 2 0,-4-5-9 0,6 4 7 16,-4-4 1-16,-1-5 2 0,6 5 6 0,-6-4-6 15,-1 0-1-15,-2 0-1 0,-1 1-1 0,-1-1-2 16,1 2 3-16,-2 0-4 0,20-1 2 0,-11-1-1 0,-6-3 2 16,-7-1-2-16,0-1-1 0,-4-4-1 0,-3 2-2 15,0-2 2-15,-5-2-3 0,1 0 2 0,0 0-3 16,-2 0 3-16,0 2-7 0,0-1 8 0,0 1 0 16,0-2 3-16,-2 0-8 0,1-2 4 0,-3-3-2 0,0-4 2 15,0-2-2-15,1 0 9 0,-3 0-3 0,-1 3 6 16,3 7-3-16,-3 1 27 0,-1 6 0 0,1 3 8 15,-3 2-2-15,1 6-10 0,15 4-12 0,-21 3 0 16,-6 2-50-16,1 10-94 0,-6-1-47 0</inkml:trace>
  <inkml:trace contextRef="#ctx0" brushRef="#br0" timeOffset="-192290.87">24093 15187 305 0,'0'0'0'0,"0"-2"10"0,0 1 104 15,0-1-32-15,0 0-1 0,0 0-47 0,0 0-11 0,0 0-6 16,0 0 2-16,0 1-3 0,0-3-3 0,0 0-3 16,0 0 3-16,2 1-4 0,0-1 2 0,0 0 0 15,0 1 0-15,-1-1 0 0,1 0 8 0,0 0 4 16,0 1 7-16,0-1-3 0,0 0 6 0,0 1 2 15,-1-1-6-15,1 2 4 0,0 0-8 0,0 0-15 16,0 0 6-16,0 1-9 0,0-1 1 0,-1 0-2 16,1 0-3-16,0 0 2 0,0 0-3 0,0 0-2 0,0 2 4 15,0 0-3-15,-2 0 5 0,1 0 0 0,1 0-5 16,0 2 4-16,0 0 0 0,0 0-1 0,-2 2 2 16,5 16-3-16,1 4-3 0,0-1-2 0,-1 3 2 15,1 5-3-15,-1 1 7 0,1 3 0 0,-1-3-1 0,1-3-1 16,-2-1-5-16,-1 0 7 0,3-2-4 0,0-2 4 15,-1-2-11-15,3-1 7 0,-1-1 0 0,2 1 3 16,-1-3 1-16,-1 1-6 0,-3-2 1 0,0-3-3 16,1 3 4-16,3 0 5 0,-1-1-4 0,0 1 5 15,1 0-2-15,-1-2-5 0,-1-2 4 0,1 0-5 16,-3-6 0-16,2 2 5 0,-3-1 0 0,-1-4 3 0,0 1 0 16,0-1 4-16,0 0 1 0,-2-3 2 0,0 1 13 15,3 2 16-15,1 0 1 0,0-1 4 0,-1-1-10 16,1 0-11-16,0 0 2 0,0-2-5 0,-3 0 1 0,11-4-15 15,-7 1-3-15,4-7-3 0,1-18-2 0,-1-3-1 16,2-1 1-16,-2 1 0 0,1-5 6 0,-1-1-6 16,2 2 1-16,-3-4-2 0,1 0 6 0,0-2-4 15,-1 2 4-15,-1 0-5 0,2 2 1 0,-1 7 4 16,-3-3-2-16,3 9 3 0,-5 3-7 0,1 3 4 16,2 5-3-16,-1 4 5 0,-1 1-9 0,0 4-2 15,1 3-5-15,-1-1 1 0,0 0-26 0,1-2-2 0,1 0-18 16,-1 1 8-16,5-1-36 0,-3 2-73 0,2 2-28 15,3 2-30-15,-3 4-202 0</inkml:trace>
  <inkml:trace contextRef="#ctx0" brushRef="#br0" timeOffset="-191816.45">24817 15553 1175 0,'0'0'16'0,"0"-2"2"16,0 0-4-16,-2 1-5 0,1-1-4 0,-1-2-8 15,0 0 1-15,0 1-1 0,2-1 2 0,0 0-1 0,0 0-11 16,0 1 4-16,0 1-5 0,0 0 5 0,0 0 9 16,0 0 3-16,0 0 4 0,0 1 27 0,0-1-6 15,0 0 1-15,-2 0-5 0,0 0-8 0,2 0-8 16,0 0 1-16,0 1-3 0,0-1-2 0,0 0-5 15,0 2-2-15,-2 0 0 0,2 0 4 0,0 0-1 16,0 2 5-16,0 0-5 0,0 1-2 0,0-1 2 16,-3 13-2-16,-1 2 4 0,0 1-1 0,2-1 4 15,-1 3-2-15,-1 3 2 0,0-1-2 0,1 4-5 16,1 0 0-16,0 0-3 0,0 2 4 0,2-2 1 0,0 0 2 16,2-2-1-16,0-4 5 0,1 1-7 0,1-1 2 15,0-1-3-15,1-1 3 0,1 3 4 0,0-5-3 0,-3 1 4 16,1-2-2-16,0-2-4 0,-2-2 1 0,-1 0-1 15,1 0 11-15,0 2 2 0,0-1-2 0,-2-1 1 16,0 0-3-16,0-4 3 0,0 6-1 0,-2-2 2 16,0-1-3-16,-1-1-7 0,1-2 2 0,0-1-5 15,0-2-9-15,0-1-17 0,2-1-4 0,-2 2-6 16,-1-2-26-16,-7 5-59 0,-1 1-18 0,-2-3-22 16,0-1-135-16</inkml:trace>
  <inkml:trace contextRef="#ctx0" brushRef="#br0" timeOffset="-191597.76">24546 15796 536 0,'0'0'57'0,"0"0"-1"0,0-2 17 16,0 1-3-16,0-1-10 0,0 0 4 0,0 0 2 16,2 0 2-16,0-2-1 0,2 1 3 0,3 1-15 15,13-6 2-15,5 1-8 0,2 0-16 0,3 1-3 16,2-1-8-16,-1 3 4 0,-1 0-18 0,0 2-5 0,1 0 1 15,1-16-1-15,-4 7 2 0,1 5-5 0,-4 4 3 16,1 2-3-16,0 0-6 0,-2 0-6 0,-2 0-2 16,-2 2-4-16,-1 0-31 0,-4 0-82 0,1 0-5 15,-3-2-28-15,2 2-50 0</inkml:trace>
  <inkml:trace contextRef="#ctx0" brushRef="#br0" timeOffset="-191178.06">23954 16348 853 0,'0'0'4'0,"-2"0"2"0,0 0-22 15,0-2 5-15,-1 2-10 0,-1 0 16 0,0 0 1 16,0 0 4-16,1 0 0 0,-1 0 8 0,0 0 2 16,2 0 6-16,1 0 1 0,-1 0 33 0,0-2-17 15,0 0 4-15,0 2-7 0,0-2 5 0,0 2-2 0,2 0 3 16,0-2-3-16,2 1-4 0,0-1-7 0,2 0-3 16,3 0 1-16,19-2 1 0,8 2-3 0,3 2 2 15,7 0-3-15,12 0-2 0,4 0-2 0,3 2-4 0,5-2 3 16,-1 0-2-16,0 0 4 0,2-2 1 0,-6-1 1 15,0-3-2-15,0 2 3 0,2-1-5 0,6 1 3 16,-4-1-5-16,-1-1-10 0,-4 2 7 0,-9 1-7 16,-4 1 7-16,-3-2-5 0,-5 2 3 0,-8 0-4 15,-1-1 1-15,-10 1 4 0,-1 0-6 0,-6 2 3 16,-6 0-3-16,-2 0-9 0,-5 0-1 0,2 0-3 16,0 0-22-16,-1 0-52 0,1 0-10 0,0 0-22 0,-2 0-119 15</inkml:trace>
  <inkml:trace contextRef="#ctx0" brushRef="#br0" timeOffset="-190698.72">24143 16509 835 0,'0'0'44'15,"0"-2"103"-15,0 1-145 0,0-1-13 0,0 0 6 16,0 0-8-16,2 0 12 0,0-2 1 0,0 1 2 16,0-1 1-16,1 0 4 0,1 1 7 0,0 1 0 15,0 0 3-15,-1 0 4 0,1 0 38 0,0 0-8 0,-1 0 18 16,1 1-20-16,0-1-17 0,0 0-1 0,-1 0-5 16,-1 0-10-16,0 0-6 0,0 2-4 0,0 0 0 15,1 0-3-15,1 0 2 0,0 2-1 0,-2-2 0 16,3 2-3-16,-1 0 0 0,-2 5-1 0,3 12 2 15,-1 3 0-15,4 4-2 0,-3 2 1 0,14 0-1 16,-4 2 0-16,-6-1-4 0,0 3 2 0,0 3-1 0,1 2 5 16,1 2-2-16,-2-5 3 0,-1-5-3 0,-1 1 2 15,0-6 3-15,1-2-3 0,-1-3 3 0,1-2-9 0,-3-4 5 16,3 0-1-16,1 0 4 0,-4-6-2 0,1 2 9 16,0-1-4-16,-3-3 6 0,5-1-1 0,1-2 13 15,-3 2 4-15,-1-1 2 0,-3-3 13 0,2 2 6 16,5 2-6-16,-3-4 3 0,3 0-26 0,-4 0-3 15,-1-2-2-15,2-9 0 0,1-21-6 0,2-3 0 16,1 2-2-16,-1-8 1 0,0-2-2 0,1 1 3 16,-1-1-4-16,2 4 2 0,-2 2-11 0,1 0 2 15,-1 5 3-15,-2 6-1 0,1 4 0 0,-3 5 1 16,-3 4-2-16,4 0 1 0,-3 4-10 0,3 1-16 0,0 3-19 16,-1-1-2-16,3 2-90 0,-1 3-56 0,4-1-18 15,2-8-19-15,4 1-124 0</inkml:trace>
  <inkml:trace contextRef="#ctx0" brushRef="#br0" timeOffset="-190355.04">24945 16818 1310 0,'0'0'40'15,"0"0"5"-15,-1 0-26 0,-1 0-7 0,0 1-15 0,0 1-1 16,0 0 0-16,-2 2 4 0,1 3-3 0,-5 6 3 15,1 2-5-15,1 0-1 0,3-2-3 0,-3 4-9 16,4-1 6-16,2-3-7 0,0-2 7 0,0 1-7 0,2-5 3 16,0 0 4-16,2 1 0 0,1 1 16 0,-1-3 0 15,0-1 5-15,10 1-3 0,5-1 12 0,5 1 4 16,0-4-3-16,-2 2 3 0,1 10-6 0,1-2 1 16,0-5-3-16,4-1 2 0,0-3 1 0,-4-1 13 15,0-2 2-15,-5 0 3 0,3-2 10 0,-5 0-7 16,-1 1 3-16,-1-1-4 0,-4 0 3 0,-3 0 18 15,-3 0-1-15,-3 2 6 0,2-4-3 0,0-1-10 0,5-10-3 16,0-5-2-16,-3-5-10 0,-6-1-4 0,-2-3-4 16,-6 3 0-16,-5-4-20 0,-3 0-16 0,8 3-11 15,-27-1-3-15,-6 2-43 0,-9 5-80 0,-17 5-12 0,-22 10-52 16,-19-22-322-16</inkml:trace>
  <inkml:trace contextRef="#ctx0" brushRef="#br0" timeOffset="-188616.59">20654 9738 107 0,'0'0'19'0,"0"0"-42"0,2-2 31 0,0 0-22 15,2 0 11-15,5-1-25 0</inkml:trace>
  <inkml:trace contextRef="#ctx0" brushRef="#br0" timeOffset="-187947.46">20792 9697 74 0,'0'0'69'0,"0"0"-8"15,0 0 29-15,0 0 8 0,0 0-23 0,0 0-20 16,-2-2-6-16,0 0-14 0,0 0 8 0,0 1-16 15,1-1-8-15,-1 0 0 0,0 0-5 0,0 2-5 0,-2 0 1 16,1 0 1-16,-3 0 0 0,-9 0-1 0,-2 0-1 16,-3 2-2-16,-4 3 0 0,-2 5 8 0,-2-1-10 15,0 2 7-15,2 0-7 0,-2 2 16 0,-7 2-14 16,4-2 5-16,1 2-7 0,-5 2 5 0,9-2-5 16,-4 3-1-16,4-1-2 0,5-12-2 0,5 16 0 15,-1 7 2-15,4-1-2 0,-2 7 0 0,2-1 0 16,-2 8 2-16,4 2 1 0,-2 3 4 0,4 6-7 15,0-3-2-15,1 3 0 0,3-2 9 0,-1 0-4 16,2 0 6-16,2-2-7 0,1 0 3 0,-24-1 8 0,12-3-5 16,6 3 6-16,3-1-7 0,4 1 9 0,2 3-5 15,4-2 4-15,3 2-10 0,2 0 1 0,4 1 2 16,0-3-1-16,3-2 4 0,1 1-11 0,0-5 3 0,3-1-3 16,-18-2 4-16,25-9 0 0,1 0 1 0,2-6-1 15,1-2 0-15,0 0 3 0,-1-3-1 0,0-4 4 16,-3 0 10-16,8-2-6 0,-1 0 4 0,3-4-6 15,-4 0 1-15,0-1-6 0,-1-3 4 0,-1-1-4 16,2 0 1-16,2-3 7 0,2 22-8 0,2-10 9 16,-2-8-7-16,4-5-1 0,3 0 0 0,3-5-2 0,6-5-2 15,-5 1-2-15,2-2 3 0,-5 0-3 0,-6-2 8 16,0 0-3-16,-8 0-3 0,-3 0 1 0,-4 0 0 16,-8 2 2-16,3-4 7 0,-5 9-3 0,-3-18 4 15,0 4-1-15,-1-4-5 0,-5-2 5 0,-1 1 0 0,-5-6 1 16,18-1 3-16,-4-9-2 0,-10-1 2 0,-5-6 2 15,0-1 2-15,-5-1-2 0,-3 0-1 0,1-2 2 16,-2-2-5-16,-1 2 5 0,1-4-3 0,0 1 0 16,0-5 0-16,-1 1 0 0,1-2-6 0,-2-2 0 15,-6-2-5-15,2 3 2 0,-1-3-8 0,-3 8 4 16,0 1 2-16,-1 2-1 0,0 6-6 0,1 3 1 0,-1 3-1 16,-1 3 1-16,1 2-2 0,16-1 4 0,-24 3-6 15,-2-2 7-15,-1 2 1 0,3 3-5 0,4 1 4 16,-2 3-4-16,2 2 6 0,2-2 0 0,1 6-1 15,1 3 0-15,1 4-1 0,2 4 3 0,-3 2-2 16,1 5 1-16,-1-2-11 0,1 5 5 0,-1-14-3 0,1 5 4 16,-3 5-1-16,4 5 3 0,-1 2 3 0,0 3-2 15,5 3-9-15,-5 3 5 0,0 2-2 0,3-6 3 16,-3 17-1-16,2 1-1 0,6 2-3 0,-7-2 1 16,1 2-4-16,6 1-29 0,-8 2-15 0,6 3-13 15,-3 3-121-15,-9 8-184 0</inkml:trace>
  <inkml:trace contextRef="#ctx0" brushRef="#br0" timeOffset="-186993.66">12281 14396 562 0,'-2'0'52'0,"-2"0"10"0,-14 0 4 0,-12 0-26 0,-2 2 4 16,4 0-12-16,2 2-14 0,4-1 3 0,-2 3-8 16,9 0-10-16,-3 1 3 0,1 2-8 0,6-1 5 15,-6-6-9-15,2 20 6 0,2 2-2 0,-2 6 2 16,2 1-5-16,0 5 5 0,-2 3 1 0,-3 1 1 0,-1 7-8 16,1 1 3-16,1 0 0 0,0 6 2 0,2 2-2 15,1 5 2-15,-3 8-1 0,0 5 2 16,-1 6 0-16,3 0 4 0,-2-2-2 0,6-6 2 0,0-5-10 15,7-9 1-15,-24-3 1 0,17-3 1 0,11 2 5 0,6 2-7 16,3-6-1-16,8 6-1 0,1-2 8 0,3-2-7 16,1-2 5-16,2-2-6 0,-18 0 10 0,27-1-4 15,-1-5 2-15,5-3-4 0,-4-7 3 0,1 1 2 16,-1-3-3-16,-7-4 1 0,7-2 0 0,-1-2 25 16,1-5-6-16,-1-2 12 0,-4-4-6 0,-2-3 7 15,-2-3-4-15,4-3 4 0,3 17-17 0,1-8 5 16,3-6-1-16,4-5 2 0,2-5-5 0,4-8-4 0,5-4-2 15,0-3 0-15,6-6-7 0,7-2-3 0,-9 22 3 16,3-29-2-16,-5-8 3 0,-5-3 8 0,1-4-6 16,-11-8 6-16,2-1-3 0,-8-4 1 0,-1-2 0 15,-2 1 0-15,-2 1 5 0,-4 4 5 0,-3-1 1 0,-2 5 1 16,-6-3 12-16,-4-1 4 0,-3-1 4 0,26-5-1 16,-19 0 8-16,-11-5-7 0,-8-1-2 0,-5-1-3 15,-5 1-7-15,-6 1 3 0,-2 1 3 0,22 2 0 16,-35 0 7-16,-6-1 3 0,-9 1 6 0,-3-2-2 15,-8 0 5-15,-11 3-27 0,-4 1 0 0,-9 5-9 16,-2 3-9-16,2 8-12 0,-4 9-2 0,-9 8-5 16,-10 10-20-16,-14 11-25 0,-8-28-8 0,1 39-9 0,-6 18-68 15,-10-10-357-15</inkml:trace>
  <inkml:trace contextRef="#ctx0" brushRef="#br0" timeOffset="-176807.05">14912 16273 228 0,'0'0'25'16,"0"0"-2"-16,0 0 20 0,0 0 9 0,-2 0-6 16,0 0 0-16,0 0 4 0,0 0 6 0,0 0-2 15,0 0 11-15,1 0-16 0,-1 0-6 0,0 0-3 16,0 0-19-16,0 0-4 0,0 0 2 0,0 0-2 16,-1 0 5-16,-1 0-3 0,0 0 3 0,1 0-2 0,-1-1 7 15,0-1 4-15,0 2 4 0,-3-2 0 0,1 0 8 16,-1 0-7-16,1 0-2 0,-1 0-1 0,0-1-5 15,1 1 3-15,-1-2-6 0,3 2 4 0,-2 0-7 0,3 1-5 16,-1-1 3-16,0 0-5 0,2 2-8 0,1 0-2 16,-1 0-2-16,-2-2 0 0,0 0-4 0,1 0 2 15,-1 1-2-15,2-1 2 0,0 0-1 0,0 0 3 16,0 0-1-16,1 0 2 0,-1 0-4 0,0 1 2 16,0-1 5-16,0 0-2 0,0 0-2 0,0 0 4 15,1 0-5-15,-1 2 5 0,0 0-3 0,0 0 0 16,0 0 1-16,0 0 0 0,2 0 2 0,0 0-4 15,0 0 0-15,0 0-1 0,0 0-3 0,0 0 4 0,0 0-5 16,0 0 5-16,0 0-3 0,0 0 0 0,0 0 2 16,0 0-1-16,0 0-6 0,0 0 2 0,0 0 3 15,0 0 0-15,0 0 2 0,0 0-1 0,0 0-3 16,0 0 2-16,0 0 4 0,0 0-4 0,0 0 3 0,0 0-3 16,2 0 2-16,0 0-3 0,0 2 1 0,0 0-3 15,0 0 1-15,-1 0 2 0,3 0 0 0,0-1 0 16,3 3-3-16,6 4 4 0,2 1 1 0,4 0 1 15,-3-2-2-15,5 3-3 0,1-1 2 0,0-2-2 16,-3-1 3-16,11 1-1 0,1 1-4 0,-1-3 2 16,13 1-1-16,-12-4-1 0,6 0 3 0,4 0-2 0,-4-2 4 15,6 0 0-15,-4 0-1 0,0 0 1 0,0-2 4 16,-4 0-5-16,6-2 3 0,0 0-3 0,5 1 1 0,4 1-2 16,2 2 1-16,4 2-1 0,-2 0-2 0,2 1 3 15,1 3-3-15,-1-1 4 0,3-1-1 0,-3 0-1 16,-4 0 2-16,-2-1-1 0,2 1 3 0,0 0-3 15,4-1-3-15,3 1 0 0,1-2 2 0,8 0-4 16,3-2 5-16,0 0-5 0,1-2 5 0,-2 0-2 16,1-2 0-16,-8 1-2 0,4-1 4 0,-6 0 1 15,4 2 0-15,2 1 0 0,4-1-1 0,-1 0 0 0,-3 0-1 16,2 0 1-16,-4 2 0 0,0 0-3 0,-6 0 4 16,-9 0-4-16,-1 0 7 0,-5 0 1 0,1 0-3 15,-4 0 1-15,-2 0 0 0,5 0-2 0,-9 0-1 16,3-2 0-16,-7 0 0 0,-1 1 4 0,1-3 1 15,-3 2 1-15,0 0-4 0,-6 0-2 0,-7 0 1 0,-4 1-1 16,0-1 0-16,-1 2 1 0,-8 0-1 0,1 0 0 16,1 0 2-16,0 0 9 0,-1 0-3 0,1 0 6 15,0 0 4-15,-2 0-10 0,0 0 7 0,-1-2-11 16,-1 0-9-16,0 0 4 0,-1 0-5 0,-3 0 6 16,-13-3 0-16,-14-4 1 0,3 3 1 0,-4 0 1 15,-1 1 0-15,-1-1-9 0,-1 1 3 0,0 1-5 16,0-2 5-16,-3 3-1 0,1-1-4 0,0 2 2 0,0 2-2 15,-2 0 2-15,-4 4 1 0,-3 0-1 0,-6-1-4 16,2 3 10-16,-10 1-7 0,1 1 7 0,-2-1-6 0,-4 2 6 16,3 3 2-16,1-1 1 0,2 0-4 0,5-2 2 15,-2 2 0-15,4-1 3 0,-4-1-8 0,-3-2 8 16,0 1-5-16,-3-3 5 0,3-1-7 0,1 0 7 16,5-4-3-16,-1 0 5 0,2 0-3 0,2 0-3 15,1 0 4-15,3 0-3 0,1 0 3 0,3-2-3 16,-1 0 0-16,-2 0-1 0,-1 0 2 0,-4 2-1 15,-2-2 0-15,2 2-2 0,-6-1-3 0,6 1 2 16,-2 0 2-16,-2 0 0 0,4 1 7 0,0 1-7 0,1 0-1 16,7 0-1-16,-3-2 1 0,6 0 5 0,2 0-1 15,-2 0 2-15,-2 0-3 0,4 0 11 0,-2 0-1 16,2 0 2-16,5-2-8 0,-1 0 3 0,0 0-1 16,-1 1 3-16,1-1 1 0,1 0-4 0,2-2-2 0,4 2 1 15,2 0-1-15,2 1-2 0,2-1-1 0,1 0-1 16,0 0-5-16,3 0 5 0,-1 2-1 0,2 0 2 15,2 0-6-15,0 0 5 0,2 0-1 0,4 0 5 16,-1 0-4-16,3 0-2 0,1 0 1 0,2 0-1 16,-2 0-9-16,1 0-6 0,-1 0 2 0,2 0-1 15,0 0 8-15,0 0 3 0,2 2-2 0,2 0 2 0,0 0-1 16,0-2-2-16,28 9 1 0,1 0-1 0,4-1 9 16,4-1-7-16,8-1 4 0,1-1-6 0,6-1 3 0,4 0 3 15,-3-2 0-15,5-1 3 0,1-1-3 0,-2 0-6 16,6 0 4-16,6-1-3 0,-1-3 8 0,12 2-1 15,4-4-2-15,3 3 0 0,4-3 2 0,-6 1-1 16,-2-3-1-16,-7 1 0 0,2 1-2 0,4-1 2 16,5 1 3-16,0 1-3 0,2-1-3 0,0 0 5 15,-6 1-5-15,-1-1 6 0,-6-1 2 0,-10 1-5 16,3 3 2-16,1-1-3 0,-5 0 3 0,4 0-4 16,-1 3 3-16,-8 1-4 0,-1 0 3 0,-11 0 0 0,-5 0 2 15,-8 0-2-15,-2 0 4 0,-9 0-3 0,-2 0-1 16,-7 0 0-16,-2 0 3 0,-6 0-3 0,-2 0 2 15,-3 0-1-15,-2 0 9 0,2 0 13 0,-1 0-3 16,1 0 5-16,-2 0-5 0,0 0-11 0,0 0 4 0,-2 0-6 16,0 0-3-16,-2 0-1 0,-2 0-2 0,-26-8 1 15,-3 3-2-15,-6-3 0 0,-7 3 2 0,-5-1-1 16,-2 0-9-16,-7 3 11 0,-3-1-9 0,-2 0 10 16,-2 2-6-16,0 2-2 0,1 0 2 0,-1 0-2 15,-6 2 3-15,-3 2-7 0,-6 0 5 0,-5-1-6 0,0-1 8 16,-4 0-3-16,4 0 2 0,1 2-2 15,5-1 7-15,1 1-4 0,-8-2 2 0,1 0-3 0,-4-2 5 16,-5 0 3-16,5 0-2 0,5-2 1 0,1 0-5 16,12 0 7-16,1 0-1 0,2 1 4 0,-5-1 5 0,1 0-10 15,5 0 2-15,-1 0-4 0,7 0-2 0,5 2-1 16,2 0 0-16,10 0-1 0,3 0 4 0,8 2-1 16,2 0 3-16,8 0-3 0,3 0-2 0,5-2 1 15,3 0-1-15,2 0 2 0,5 0 0 0,3 0-13 16,2 0 3-16,-1 0-7 0,-1 0-6 0,2 0 7 15,0 0-5-15,2 2 7 0,0-1 2 0,2 1 6 16,2 0-1-16,27 7 2 0,12 1-3 0,4-3 3 16,5 1 3-16,9-1-2 0,6-1 0 0,7 1 1 0,9 0-4 15,-1 1 3-15,-2-1-1 0,0-1 2 0,0-2 1 16,5 1-1-16,10-1-3 0,11 0 1 0,3-3 1 16,1 1 1-16,-6-2 1 0,-6 2-3 0,-1-2 4 15,5 0-4-15,7 2 3 0,1 0-5 0,-1 0 2 0,-8 0-2 16,-10-1 1-16,-6 1 2 0,-3 0-3 0,1 2 4 15,-3 0 0-15,4-1 1 0,-4-1 0 0,-10 0 0 16,-3 0 2-16,-10 0-1 0,-5-2 0 0,-7 0 1 16,-4 0-2-16,-8 0 6 0,-1 0-5 0,-4 0 5 15,-6 0-4-15,-3 0 3 0,-5 0 5 0,-2 0-3 16,-5 0 13-16,-1 0 4 0,-3 0 6 0,1 0-1 0,0 0 9 16,-2 0-8-16,-1 0-8 0,-1-2 2 0,0 0-13 15,-1 0-11-15,-1 2 8 0,-30-15-8 0,-7 0 0 0,-5 2-1 16,-10 0-7-16,-6 2 3 0,-5 2-9 0,-9 0 6 15,-8-1 3-15,-9-1-1 0,-3 2-8 0,-1 2-2 16,-2 1-9-16,-12 0 6 0,-8 3-10 0,-17-1-3 16,-5 2 4-16,0 2-5 0,-8 2 2 0,-11 4 4 15,-11 5 9-15,-7 2-1 0,-1 2 24 0,1 1 25 16,0 1 2-16,5 0 11 0,6-4 25 0,20 0-21 16,9 0 0-16,6 0-9 0,4-2-20 0,9 2-11 0,11 0-7 15,21 0 0-15,12 0-27 0,12 0-96 0,13 0-34 16,5 2-55-16,12 1-458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5:52:04.4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16520 15293 103 0,'0'0'0'0,"0"-2"30"0,-2 0 9 0,0 1 11 15,0-1 6-15,0 0-21 0,0 0-2 0,0 0-7 16,1 0 6-16,-1 0-5 0,0 1 13 0,0-1-1 15,0 0-10-15,2 0 4 0,0 0-15 0,0 0 14 0,0 0 6 16,0 1 0-16,0-1 6 0,0 0 0 0,0 0-1 16,0 0 2-16,0 0 4 0,0 0-27 0,0 1-1 15,0 1-11-15,0 0-15 0,0 0 5 0,0 0 0 16,0 0 1-16,0 1 1 0,2 3-11 0,2 9 2 0,5 17-4 16,0 0 10-16,1 1 1 0,-1 3 0 0,0-3 1 15,-1 1 14-15,-1-1 1 0,-1-3 3 0,-3 2-3 16,1 1-9-16,-2 1 15 0,0 1-5 0,-2 3 9 15,2 1-7-15,-2 2-4 0,1 3 0 0,1 1-1 16,-2-4 1-16,-3-4 4 0,-3 4-7 0,0-11 5 16,1 6-11-16,3-6 0 0,0-6 6 0,0-2-5 0,0-1 5 15,1-4 3-15,-1-4-3 0,2-2 2 0,0-5-3 16,0-2 5-16,0 1-4 0,0-1 3 0,0 0-4 16,0 2 3-16,0 0 0 0,0-1 0 0,0 1-11 0,0-2 3 15,0 0-5-15,0 0 5 0,0-1-6 0,0-1-2 16,2-1 5-16,-1-1-3 0,3-6 2 0,11-16-4 15,0-4 0-15,-2 2-2 0,4-5 7 0,-1-3-14 16,1-1 3-16,0 2-6 0,-2 1 19 0,1 2-7 16,1 2 3-16,-13 2-5 0,16 0-6 0,0 4 5 15,1 4 1-15,-3 5 3 0,-3 3 0 0,-2 7 5 16,0 1-9-16,-2-8 8 0,1 5-2 0,-1 1-2 0,-2 2 6 16,2 2-4-16,-2 4 7 0,-1 2-2 0,-1 18-2 15,-1 11 1-15,-2 2-5 0,-1 2 0 0,-1-2 2 16,2 2-1-16,0-5 4 0,-1-8-5 0,1-4 1 15,0-2-1-15,-2 1 10 0,1-3-10 0,-1 5 0 0,0-10-2 16,0 2 7-16,7-4-4 0,-3-2-4 16,-1 0 0-16,-1-1-5 0,2 1-7 0,-3-2-6 0,3 3-5 15,-4-5-56-15,1 3-58 0,-1-5-30 0,0 1-22 16,-2-2-212-16</inkml:trace>
  <inkml:trace contextRef="#ctx0" brushRef="#br0" timeOffset="253">17296 15728 1111 0,'0'0'36'0,"-2"0"59"0,0 0-60 0,0 0-3 16,0 0-4-16,0 0 2 0,1 0-16 0,-1 0-12 16,0 0-3-16,0 0-2 0,0 0 2 0,0 0-1 15,2 1 7-15,0 1-5 0,0 0 0 0,2 24-1 16,2 4 1-16,0 5 0 0,1 6 8 0,-1-2-4 15,1 4-6-15,-1 1 1 0,0-3-6 0,1 6 10 16,-3-7 2-16,2 1 2 0,-2-2-7 0,-2-5 0 0,4-1 0 16,-3-7 0-16,3-4-8 0,0-3-5 0,-2-6-6 15,1-2-1-15,1 0-42 0,-2-5-61 0,2-1-32 16,1-1-19-16,16 7-205 0</inkml:trace>
  <inkml:trace contextRef="#ctx0" brushRef="#br0" timeOffset="658.22">17689 15824 1175 0,'0'0'15'0,"0"0"3"0,-2 0 8 16,1 0-4-16,-1 0 2 0,0 0-5 0,0-2-19 15,0 2 3-15,2 0-8 0,0-2 5 0,0 2 6 16,0-1-6-16,2-1 7 0,0 0-4 0,0 0-2 15,1 0 0-15,-1 2-1 0,13-7-2 0,-4 3 4 16,2-2 1-16,-2 3 2 0,1-1 1 0,-1 0-5 16,0 2 3-16,-2 1-4 0,0 1-5 0,3 0 4 15,-3 0 0-15,0 1 2 0,0 3 8 0,-3 0-11 16,-2 7 3-16,-2 22-2 0,20 5 6 0,-11 2-4 0,-5 5 3 16,-6 1-3-16,-8 1 0 0,-1-1 7 0,-4-1-9 15,0-6 7-15,2-8-11 0,1-5 7 0,3-5 3 16,1-8 2-16,3-2-3 0,1-4-4 0,0-1-2 15,2-2 0-15,0-1 1 0,0-1-3 0,0 0 1 0,0 0-2 16,0 0 7-16,0 1 11 0,0 1 1 0,2 0 2 16,0-2-7-16,0 0 4 0,1-1-7 0,-1-1 6 15,15 2-7-15,0-2 0 0,1-2 2 0,4-1-2 16,-3-1 1-16,3-2-6 0,2-1 0 0,-3 0-3 16,7-3 1-16,-8 3-16 0,-5 1-8 0,7-1-5 15,-11 3-49-15,4-1-126 0,-2 1-90 0</inkml:trace>
  <inkml:trace contextRef="#ctx0" brushRef="#br0" timeOffset="1101.62">15344 16027 1053 0,'0'0'21'16,"-2"0"0"-16,1-2 32 0,-1 0-13 0,0 0 9 0,0 0-25 15,0 0-19-15,0 0 3 0,2 1-7 0,0-1 12 16,2 0-8-16,0 0 3 0,2 0-7 0,14-7 0 16,10-4 5-16,2 2 0 0,0 1 1 0,1-1 4 0,2 2-11 15,1 2 3-15,-1-1-4 0,-1 3 1 0,-1-1-1 16,-3 0 0-16,-2 3 0 0,0-1-8 0,-2 0-23 15,-1 2-13-15,-5 1-8 0,-3-1-85 0,-7 2-171 16</inkml:trace>
  <inkml:trace contextRef="#ctx0" brushRef="#br0" timeOffset="1253.77">15422 16325 1252 0,'-2'0'35'15,"1"0"61"-15,-1 0-83 0,0 0-16 0,0 0 3 0,2 0-6 16,0 0 13-16,2 0 3 0,2 0-10 0,7-1 8 16,13-3-7-16,0 0-6 0,2 0 4 0,0 1-9 15,-2-1-17-15,-2 0-47 0,-3 1-5 0,-6 1-20 16,-2 0-73-16,-5 2-141 0</inkml:trace>
  <inkml:trace contextRef="#ctx0" brushRef="#br0" timeOffset="1572.15">14446 16144 935 0,'-2'-2'154'0,"0"0"-207"16,-2-2 181-16,-7-5-99 0,2-4-12 0,7 7-12 15,0 4 5-15,2 1-7 0,-2-3-3 0,0 0 4 16,0-1-7-16,1 1 6 0,1 0-15 0,1 2 3 0,1 0 1 16,2 2 1-16,-2 0 5 0,15 6 2 0,-3 5 0 15,-1 8 1-15,2 22-1 0,-4-2 1 0,-3 9 5 16,-3 0-1-16,-3 2 9 0,24 2-4 0,-13 4-1 0,-7 0-1 16,-6 3 1-16,-2-3-1 0,-4 3-4 0,-1-1 1 15,1-6-10-15,1-4 3 0,1-7 2 0,0-2 0 16,3-4 4-16,-1-3-20 0,2-6-4 0,0-4-9 15,0-5-40-15,0-6-68 0,0-4-33 0,0-3-20 16,0 0-204-16</inkml:trace>
  <inkml:trace contextRef="#ctx0" brushRef="#br0" timeOffset="2050.73">14460 15807 820 0,'0'-1'40'0,"0"-1"89"0,0 0-121 0,0-2 8 16,2-1 1-16,8-10 3 0,1 0 4 0,4 4-3 0,11 0-2 16,-4 3-2-16,4 3-11 0,2 3-3 0,-4-15-3 15,2 6 0-15,0 7-12 0,-6 4 16 0,1 4-2 16,-6 1 7-16,-4 3-1 0,-8 3 9 0,16 17 2 15,-8 2 4-15,-7-1 12 0,-4 3-8 0,-8-1 8 0,-5 3-6 16,-3-4 3-16,12-1-19 0,-20-3-1 0,2-5-3 16,-1 3 3-16,5-2-6 0,3 2-2 0,-4-3-2 15,3-6-3-15,3-2-5 0,0-6 6 0,5 0-7 16,3 1 1-16,1-1-11 0,0-3-9 0,0 2 3 16,1-1-7-16,1 1 9 0,0-1 10 0,2 3-3 15,0-1 17-15,2-1-7 0,0-1 3 0,3 3-5 16,3-6 5-16,12 5 2 0,1 0 0 0,-1-1 3 0,4 1-3 15,-3 3-1-15,1-5-4 0,-4 4 4 0,-1 3 5 16,-2-3-4-16,-4 0 13 0,-5 0-10 0,-1-1 11 0,-3 1 5 16,7 2-7-16,-1 2 9 0,-3 4-1 0,-3 2-8 15,-2 1 7-15,-5-1-6 0,-6 1 4 0,1 0-9 16,-18-1-1-16,-3 0-2 0,-3-1-1 0,-1 1 6 16,2-3-8-16,-1 1 5 0,3-2-8 0,3-4-3 15,4-2-2-15,7-1-4 0,6-3-31 0,2-1-80 16,7 0-39-16,0 0-22 0,-2 3-199 0</inkml:trace>
  <inkml:trace contextRef="#ctx0" brushRef="#br0" timeOffset="2542.23">18270 15696 1041 0,'-1'0'55'0,"-1"0"-3"0,0 0 18 0,-2 0 1 16,0 0-16-16,1 0-31 0,-1 0-19 0,2 0-6 15,0 0 0-15,2 0-4 0,2-2 11 0,0 0-1 16,0 2 6-16,24-7 2 0,0 1-9 0,0 1 3 0,-2-1-5 16,-2 1-5-16,-1 1 1 0,-5 0 1 0,-1 2 1 15,0 0 6-15,0 1-11 0,-2-1-4 0,0 2-5 16,-4 0-30-16,-3 0-56 0,1 0-10 0,-1 0-22 16,-2 0-93-16</inkml:trace>
  <inkml:trace contextRef="#ctx0" brushRef="#br0" timeOffset="2679.93">18371 16071 1026 0,'0'0'85'0,"0"0"-85"15,-2 0 83-15,0 0-39 0,0 0-53 0,2 0-6 16,0 0 5-16,0 0-4 0,2 0 12 0,2 0-21 16,1 0-7-16,18-4-6 0,1-3-39 0,4-4-81 15,3-6-20-15</inkml:trace>
  <inkml:trace contextRef="#ctx0" brushRef="#br0" timeOffset="3004.31">19186 15496 658 0,'0'0'55'0,"0"0"5"0,0 0-18 0,0 0-3 16,0 0-18-16,0 1 23 0,0 1-15 0,2 0 6 0,0 2-7 15,-2-2 13-15,3 11-4 0,1 0-7 0,0 2 2 16,-1 1-12-16,1 1-6 0,0 2 0 0,0-1-5 15,-1 2-3-15,3 3-5 0,-1 1 1 0,3 4-2 16,-3-2 4-16,1-2-1 0,0 0-2 0,1 0-1 16,-1-2-2-16,1 1 1 0,0-1 6 0,1-3-5 15,1 1 0-15,-2-5 6 0,5 2-8 0,-11-1 6 0,20-3-8 16,1 0-5-16,-1-7 8 0,5 1-5 0,1-3 13 0,3 0 8 16,2-1-3-16,7 18 3 0,-8-12-1 0,6-7-1 15,-1-4 2-15,-8-5-1 0,12-6 8 0,-2-4 11 16,-3-2 0-16,4 12 4 0,-9-21-5 0,-6-2 13 15,2 1-5-15,-10 3 7 0,-3-4 7 0,-5 4 10 16,-3-4-2-16,-3 1 2 0,15 3-10 0,-8-4-15 16,-7-2 4-16,-8-1-9 0,-5 0-12 0,-9-5-18 15,9 3 0-15,-36-2-4 0,-5 0-7 0,-9 2-99 16,-6 3-30-16,0 8-40 0,-9 15-261 0</inkml:trace>
  <inkml:trace contextRef="#ctx0" brushRef="#br0" timeOffset="7937.37">22909 12833 260 0,'0'0'-1'16,"0"0"12"-16,0 0 19 0,-2-2 6 0,0 2 4 16,0-2-8-16,0 0-28 0,0 1 2 0,0-1-7 0,1 0-3 15,-1 0 0-15,0 2-5 0,0 0 5 0,0 0 4 16,0 0 1-16,-1 0 23 0,-3 0-9 0,-9-2 57 15,0 2-14-15,4 0-1 0,6 0-3 0,-12 0 3 16,2-2 4-16,-2 2-3 0,1-2 2 0,3 1-11 0,-2-1-13 16,5 0 1-16,-1 0-6 0,4 2 0 0,1 0-8 15,1 0 2-15,-1 0-4 0,2 0-5 0,-1 0-9 16,-1 0 1-16,1 0-3 0,-1 0 6 0,4 0-4 16,-1-2 1-16,-1 2-3 0,0 0-4 0,2 0 1 15,0 0 2-15,1 0 0 0,-1 0 5 0,0 0 1 16,0 0-7-16,0 0 6 0,0 0-1 0,0 0 1 0,1 0 1 15,-1 0-2-15,2 0-6 0,0 0 12 0,0 0 3 16,0 0 1-16,0 0-1 0,0 2 1 0,2 0-7 16,-1 0 6-16,1 0-16 0,0-1 4 0,0 1 0 15,2 0 2-15,-1 0-1 0,-1-2-6 0,4 2 0 16,3 3-2-16,0 1 5 0,-5-4 1 0,0 0-4 0,-2-2 1 16,3 7-5-16,-1-1 6 0,0-1 3 0,1 3 1 15,1 1-2-15,-1 0 4 0,3 4-3 0,-4-3 2 16,1 3-4-16,3 1-3 0,-3 1 3 0,1 2-2 15,-3 0 4-15,1-1-3 0,-2 1-2 0,0 2 0 16,0-1 0-16,0 3 3 0,1 3 1 0,-1-2 1 16,-2 4-8-16,0 0 7 0,0 0-2 0,0 2 5 0,0 0-7 15,0 0 2-15,0-1 0 0,-2 1 1 0,2 0 1 16,0-2-1-16,0 4 0 0,0-4-2 0,-2 0-1 0,1 7 4 16,-1-5-2-16,2 7 3 0,2 1 2 0,-1 1-7 15,3 0 4-15,-2-2-6 0,0-1 0 0,2-3 3 16,-1 1-2-16,1 1 2 0,0-3 7 0,-2 1-8 15,-1 1 6-15,-1 0-5 0,0 3 3 0,0 2-1 16,0 0-2-16,-1 0 2 0,-1-1 1 0,0-1 0 16,-2 2 0-16,2-2 0 0,0 2-5 0,1-3 1 15,-1-1 2-15,-2-3 0 0,0 0-2 0,2 1 5 16,1-3-5-16,-1 0 5 0,2 0-7 0,0-2 1 16,0 2 1-16,0-2 0 0,-2-2 9 0,2 0-8 0,-2 0 2 15,0 0-3-15,0 0-2 0,-1 0 5 0,1 2 3 16,-2-1 1-16,0 1 4 0,-1-2 3 0,1-2-1 0,0 0 2 15,-1 2-3-15,-1-1-3 0,-1-1 0 0,-3 2-1 16,1-2-7-16,2 2 2 0,-1 2 2 0,3-1-1 16,1-3-4-16,0 0 8 0,1-3-7 0,1-6 9 15,0 0-13-15,0-2 6 0,0 0 1 0,0 0 3 16,2 2-1-16,0-4-7 0,0-1 0 0,0-1-2 16,0 3 5-16,0-3 8 0,0 0-7 0,0 1 6 15,0-4-12-15,0 3 1 0,0-1 1 0,0-3 0 0,0 3 7 16,0-2-6-16,0-3 4 0,0 1-6 0,0 0-4 15,0 0 9-15,2 2-4 0,0-1 6 0,0 1-4 16,0-2 8-16,0 0 3 0,-1 0 0 0,1 0 0 0,0-1-6 16,-2 1 2-16,0 0-3 0,0-2 3 0,0 0 2 15,0-2-5-15,0 0 3 0,0-1-9 0,2-18 1 16,0-7-1-16,-2-5 1 0,0-4-6 0,-4-8 8 16,0-1 1-16,3-6 3 0,-1-2 3 0,-4-3 6 15,2-3-5-15,-1-3 5 0,-4-2-6 0,-1-2-3 16,-3-3 0-16,0-5-2 0,2 3-8 0,-2-2 8 15,2 1-6-15,0 5 7 0,0-5-4 0,1 4-2 0,3 3 1 16,1 1-4-16,1-2-7 0,1 2 10 0,0-2-1 16,3 2 4-16,1 4 0 0,0-1 1 0,0 1 3 15,1 2-2-15,-1 3-4 0,2 6-2 0,-2 3-1 16,2 5 0-16,0-1 6 0,2 4-2 0,-1 4 0 0,1 1-1 16,0 1-2-16,0-1 2 0,-1 3-1 0,1-1 2 15,2 5 0-15,-1-5-1 0,1 4 0 0,-1 0 0 16,1 0-6-16,-1 4 8 0,1 0-2 0,0 4 4 15,-3-1-6-15,3 1 4 0,-1 1-3 0,-1 4 2 16,0 2-3-16,-2 4 8 0,0 2 1 0,-1-1 2 16,-1 5-5-16,0-3 1 0,0 2-7 0,0 1 2 0,0-1-5 15,0 0-8-15,0 0 3 0,0 3-7 0,0-1-2 16,0 0 3-16,0 0 1 0,0 0 0 0,2 0 5 16,0 0-1-16,0 2-1 0,0 0 2 0,0 2 6 0,0 2-7 15,5 22 5-15,2 11-6 0,-1 2 12 0,1 9-5 16,0 3 5-16,4 1-3 0,0 3 6 0,0 3-4 15,-2 1-4-15,1 4 1 0,1 0 0 0,1 8 7 16,-1 1-3-16,-1 3 2 0,-3-1-5 0,-4 0 2 16,1 2 2-16,-2-3-1 0,-2-1-2 0,1-3 2 15,-1-4 0-15,0 4 0 0,0-3 0 0,2 5 2 16,-3 1 0-16,1-3 2 0,-2 3-4 0,0-1-1 0,0-2 1 16,0-1 0-16,2-1 0 0,-2-5 0 0,0-5 3 15,0-3-2-15,-2-4-1 0,2-5 6 0,-2-4-6 16,1-8 7-16,1-3-1 0,0-4-5 0,0-6 3 15,0 0-4-15,0-7 0 0,0-1 2 0,0-1-2 0,0-8 5 16,0 5 3-16,0-3-1 0,0-3 1 0,0 0-2 16,0 2-3-16,0 0 11 0,0-1 1 0,0-1 3 15,0 0 0-15,0 0-10 0,0-2-1 0,0-2-2 16,0 0-7-16,1-35-6 0,1-2 2 0,2-7-1 16,-2-4 5-16,-2-4 0 0,0-6 0 0,-4-5-1 15,2-2-1-15,2-9 6 0,0-4 1 0,0-11 2 16,-2-1-11-16,-1 1 8 0,-1-2-6 0,2 6 7 0,0-3-4 15,2 1-1-15,0-5 1 0,6-9 0 0,-1 1 4 16,1-5-4-16,3 3 4 0,-3 7-5 0,3 2 1 16,2 4 1-16,-1 6-4 0,-3 5 4 0,-3 0 4 0,-4 10-4 15,-2 1 6-15,-6 10-5 0,3 5 2 0,-3 6-1 16,1 9 3-16,3 5-2 0,1 3 3 0,-3 6 2 16,2 5-6-16,1 5 6 0,-1 2-8 0,2 2 0 15,0 4-1-15,2 3 1 0,0 2-9 0,0-2-29 16,0 1 3-16,0 1-11 0,0 0 15 0,0 2 10 15,0 2 4-15,0 2-1 0,6 36 11 0,1 18 5 16,2 12-2-16,-1 10 2 0,-4 6 1 0,1 5-2 16,-5-4 3-16,0 2-3 0,0 2 3 0,-2 2-1 0,0 3 0 15,1 5 0-15,-1 6 3 0,2 1 0 0,0 0-2 16,0-2 0-16,0-2 0 0,2-4-4 0,-1 4 4 16,1 2-2-16,4-2 9 0,-1-6-9 0,1-5 2 15,-4-11-3-15,2-8 8 0,-1-5 1 0,1-6-3 0,2-4 1 16,-3-5-6-16,1 0 12 0,-2-8-2 0,-2-3 7 15,0 0 1-15,0-10-1 0,0 2-1 0,-2-9-2 16,-2-2-7-16,1-3 2 0,-1-6 5 0,0 0-2 16,2-6 0-16,2-5 2 0,0-3 2 0,-2 3 0 15,1 0 6-15,-1-2 7 0,0 0-9 0,-2-1 7 0,0-1-20 16,-3-3-3-16,-8-7 2 0,0-36-3 0,0-6 1 16,1-15-5-16,-7-7 3 0,6-8-4 0,0-3 5 15,2-12-2-15,6-9 0 0,1-12-1 0,5-9 5 0,-1-3-3 16,0 2 0-16,-35 9-1 0,26 6 2 0,7 0 0 15,4 0 0-15,4-1 0 0,-3 10 3 0,-1 13-2 16,2 13 0-16,-2 15 0 0,0 6 4 0,-2 8 3 16,1 7-3-16,-3 1 1 0,2 2-7 0,2 4 1 15,0 3 3-15,0 4-2 0,0 2 2 0,0 6-5 16,0-1-1-16,0 7-2 0,0-1 4 0,0 4 0 16,0 7-4-16,0 0 0 0,0 0-23 0,0 1-19 15,0 1 9-15,2 2-9 0,0 0 35 0,0 4 1 0,11 44 0 16,0 19 0-16,-4 9 2 0,-2 9 1 0,-5 2 7 15,0 4-4-15,0 8 5 0,0-1-1 0,1 1-2 16,3-5 2-16,5-3 4 0,-3-9-1 0,1 0-2 0,-2-1 0 16,-3-1-1-16,2 6 4 0,-1 1-2 0,3 2 1 15,-3-4-1-15,4-1-2 0,-1-6 1 0,-4-7-2 16,-1 1 7-16,1-7-5 0,2-6 2 0,1-1-3 16,-1-8 0-16,-3-7 0 0,-3-8 5 0,0-9-2 15,0-2 8-15,0-11 1 0,0-4 0 0,0-1 1 16,0-4 8-16,0 3 9 0,0-5 2 0,0 2 3 15,0-1 8-15,-2-1-14 0,1 0-4 0,-3-2-4 0,0-2-17 16,-9-26 1-16,-7-22-2 0,9-13 0 0,-4-4-16 16,4-7 7-16,1-8-3 0,-5-12 6 0,4-12 2 15,2-9-5-15,3-6 3 0,5 0-4 0,-1 1 3 0,0 3 4 16,0 5 0-16,0 3 1 0,0-1 1 0,0 8 2 16,-1 2-2-16,-1 11 2 0,2 9 0 0,-2 9-3 15,3 8 4-15,-3 5-3 0,0 7 12 0,-20 2-5 16,13 5-2-16,5 10 0 0,4 3-6 0,2 8 5 15,0 5 0-15,0 3 0 0,0 0-10 0,0 8 2 16,0-1-9-16,0 5 5 0,0-1-17 0,2 0-2 16,0 2 4-16,0 0-2 0,2 2 7 0,3 2 11 0,12 11-5 15,-4 19 6-15,-1 25-6 0,1 14 3 0,-5 9 1 16,-1 14-1-16,-5 14 6 0,-3 20-6 0,1 8 4 16,35 5-4-16,-25-6 8 0,-12-12-1 0,0-8 2 15,0-9-2-15,1-8 0 0,5-8 4 0,1-9-3 0,3-10 1 16,-1-4-7-16,0-10 7 0,-1-7 1 0,-3-11 3 15,1-3-4-15,-1-7-4 0,1-1 1 0,0-4-2 16,-3-3 4-16,1-5 3 0,-2-3-2 0,0-3 3 16,-2-5 2-16,0-3-1 0,0 2 6 0,0 0-2 15,0-1 16-15,0 1-3 0,0-2-9 0,-2 0 4 16,0-2-13-16,-2 0-3 0,-1-2 5 0,-8-15-5 0,-6-26 5 16,1-10-6-16,-3-11 0 0,1-10-1 0,-1-13-4 15,6-10 2-15,4-8-3 0,-2-5 3 0,6 0-4 0,1-1 3 16,1-6-5-16,-32-6 4 0,24-5-4 0,7 0 7 15,4 9-2-15,2 12 3 0,0 10-2 0,0 15 2 16,0 3 5-16,-2 3-1 0,0 7 10 0,1 9-8 16,-1 8 5-16,0 8-4 0,2 5 18 0,-2 7 3 15,2 8-9-15,0 9 7 0,0 2-13 0,0 6-5 16,0 1 2-16,0 4-4 0,0-1-6 0,0-1-23 16,0 2 16-16,0 0-15 0,2 4 28 0,7 17-11 15,23 64-2-15,-4 38-2 0,-14 20 5 0,-8 45 4 16,-12 33-3-16,-12 33 1 0,-8 34-22 0,-2 28-100 0,6 18-127 15</inkml:trace>
  <inkml:trace contextRef="#ctx0" brushRef="#br0" timeOffset="13573.3">22275 9376 83 0,'0'0'0'0,"-1"-2"184"0,-1 0-3 15,0 0-8-15,0 0-2 0,0 0-188 0,0 1 1 0,0-1-11 16,1 0 3-16,-1 0-7 0,0 0 10 0,0 0 21 15,0 0-3-15,0 1 8 0,0-1-7 0,1 0 25 16,-1 0-2-16,0 2 10 0,0 0-2 0,0-2 7 16,-2 0-2-16,1 0 5 0,-1 1 11 0,-2-1-26 15,-1-2 1-15,-4 0-10 0,-2-1-3 0,2 1-8 16,0 0 5-16,5 4-7 0,-5-2 11 0,2 1-11 16,1-1 3-16,-5 0-5 0,8 2 11 0,-7-2-7 0,3 2 2 15,2 0-5-15,-4 0-1 0,1 0 0 0,-1 0 5 16,-2 0-2-16,4 0 6 0,-2 0-11 0,-2 0 1 0,5 0-3 15,-5 0 13-15,2 2 0 0,-2-2-3 0,2 2 0 16,-6 0-9-16,-1-1 0 0,3 1 3 0,-2 2 0 16,2 0 1-16,4-1-1 0,-4 1 0 0,2 0 1 15,-2 1 7-15,-1 5-12 0,-5 1 5 0,3 0-6 16,-3 0 13-16,1 0-7 0,-2 4 0 0,-1 0-2 0,1 0 5 16,0 0 0-16,3-4 8 0,1 2-5 15,1-2 4-15,-3 0 1 0,-1 0-5 0,1 0 4 0,-1 1-5 16,5-1-7-16,-1 0 1 0,2-9-2 0,0 11 6 15,-5-2-8-15,5 4 5 0,0-2-6 0,2 3 10 0,2-1-7 16,-2 0 5-16,2-4-5 0,-2 0 6 0,3-1-4 16,3-1 0-16,-8-2 0 0,6 3 0 0,-6-1 3 15,4 0-1-15,2 1 3 0,-6 1 8 0,5 2-2 16,-3 0-1-16,2 0 0 0,4 2-6 0,-4-1 0 16,2 1 2-16,-4 2-1 0,3-2 2 0,-3 2-8 15,8-3 2-15,-3 3-4 0,-1 0 6 0,7-1 0 16,-5 1-2-16,5-2 1 0,0 4 2 0,-2-5-7 15,1 3 3-15,-1 0-3 0,2 1 3 0,-2 1 3 0,2 0-2 16,-12 1 4-16,2 2-11 0,5-3 11 0,0 3-5 16,3-3 7-16,2-3-15 0,0 1 10 0,2 4-6 15,0-5 6-15,0 5-4 0,0-1 3 0,2 2 2 16,2-1 0-16,-1-1-1 0,5 3 9 0,-1-3-5 0,4 2 5 16,1 1-14-16,1-1 2 0,-2-4-1 0,2 3 2 15,-8-3 0-15,18 1 6 0,4 1-6 0,-1-1 4 16,-7 1-6-16,3-1 3 0,2-1 4 0,0 1-1 15,4 0 3-15,-2-3-5 0,4-1 5 0,-2-2-3 16,-2 0 6-16,4 0-4 0,-4 0 3 0,5-2-3 16,-1 0 6-16,0 1-3 0,3-1-5 0,0 0 1 15,1 2-10-15,3-4 5 0,-2 2 0 0,2 0 4 0,2-1 1 16,4-3 1-16,7 2 1 0,-5-1-1 0,-1 3 4 16,-3-5-2-16,-4-1-3 0,8 1 1 0,-2 18-5 0,1-11 7 15,-1-4 2-15,-2-5 0 0,0-2-1 0,1-2-3 16,3-2-2-16,1-2-1 0,-1-1-2 0,1-1 0 15,6-1 4-15,-2-1 0 0,-5 1 4 0,1-3-2 16,-9 3-1-16,4-2 1 0,-2-1 1 0,-2-1-5 16,1 0 3-16,-5 0-4 0,0 0 4 0,-1 0 0 15,-2 0-3-15,-3-1 4 0,-1 1 3 0,0-2 0 16,0 0 3-16,-3 0-2 0,-5 0 12 0,3 11-8 16,-3-18 8-16,1-2-7 0,1-4 12 0,-3 0-11 0,2-4-1 15,-5 0-3-15,3-1-11 0,-2-1 10 0,-2 1-7 16,0-6 8-16,-9-2-11 0,1-2 2 0,1 0-1 15,-2 0 1-15,3 4-2 0,-3 2 2 0,18-4 3 16,-9 3-2-16,-6-1 7 0,-3 2 1 0,-4 1-5 0,-2 3 4 16,-1-1-3-16,-3 4 1 0,0-1 4 0,1 3-3 15,-4-2-3-15,-1 2 0 0,1 2-3 0,-2 0 2 16,0 0-3-16,0-1-3 0,-1 3 0 0,-1-2 1 16,-1 0 6-16,-1-2-8 0,-2 0 3 0,0 0-3 15,15 4 10-15,-18-1-5 0,-2-1 1 0,-1 6-1 0,1-7 0 16,0 5 0-16,-2 0-3 0,0-1 2 0,-1 4 1 15,-1-1-7-15,-3-1 2 0,-3 3-4 0,1-1 7 16,-3 0 1-16,-1 2-2 0,2 2 2 0,-6 0-5 0,-2 2-7 16,0 2 2-16,-6 0-3 0,5 1 5 0,3 1-2 15,-2 1 4-15,4 2-3 0,0-18 5 0,-1 9 0 16,3 6-1-16,-2 1 0 0,2 3 3 0,0 1-2 16,-1 2 0-16,1 0-1 0,0 2 0 0,-4 1-1 15,0 1-1-15,2 3 0 0,-2 1-6 0,1 3 6 16,-2 0-3-16,1 2 3 0,0 0-1 0,0 2 1 15,7 0-1-15,0 3 1 0,3-14-2 0,-1 20-1 16,-1 6 0-16,1 1-1 0,0 3-4 0,4 5 8 0,-2 0 0 16,2 0 0-16,2-6-5 0,0-1 2 0,0-1 1 15,2-3 1-15,-1 2 6 0,-1-6-2 0,0 2-3 16,4-4 0-16,-1 3 1 0,3-3 2 0,1-2 0 16,8 1 0-16,-3-1-6 0,3 0 7 0,0 5 0 0,-8-1 1 15,12 0-11-15,-3 2 3 0,3 4-5 0,3-1 7 16,-4 7 2-16,4 3-7 0,-20 0 7 15,11 7-7-15,9-3 9 0,2 3-7 0,6 2-3 16,1-3-1-16,2 0-7 0,4-3 9 0,2-1 0 0,6 0 1 16,-16-4-10-16,29 0 11 0,-3-5-4 0,1-1 7 15,3 1 1-15,0-4-3 0,8 3 5 0,3-1-4 16,5-2 5-16,-1 3-3 0,7-5 3 0,6 4-3 0,4 0 9 0,6-6-6 16,1 0 0-16,-5-5-2 0,-3-4 6 0,1-1-3 15,-4-1-1-15,2-1 0 0,-1-3 0 16,0-4 1-16,5 1 5 0,2 24-4 0,-1-17 5 0,1-10 2 15,-4-6 3-15,-6-7-1 0,-3-6 5 0,-8-5 9 16,-2-3-6-16,0 13 6 0,0-28-14 0,-1-6 5 16,-3-3-4-16,1-6 4 0,-2 0-5 0,1-1-6 15,-1-7 3-15,-2-4-5 0,-6-1-4 0,-5-11 4 16,-8-6 2-16,-5-1 2 0,0-8 5 0,-8 0-6 16,-5 6-1-16,29 1 0 0,-24 7 12 0,-16-1-1 0,-8 0 5 15,-9 0-4-15,15-5 1 0,-43 3-10 0,-12 2-6 16,-15 10-2-16,-1 5-47 0,-19 11-39 0,-19 13-3 15,-35 9-12-15,-27 16-25 0,-43-23-285 0</inkml:trace>
  <inkml:trace contextRef="#ctx0" brushRef="#br0" timeOffset="30146.09">21828 8691 60 0,'0'0'0'0,"0"0"28"0,0 0 16 0,-2 0 22 16,0 0 9-16,0 1-25 0,0 1-10 0,1 0-28 0,-1 0-2 15,-2 0-2-15,0 0 0 0,-5 1-5 0,-4 3 7 16,-4 1-4-16,3 1 14 0,-1-1 13 0,0 1-9 15,2-3 9-15,-2 1-16 0,4-2 10 0,-4 1-2 0,0-1 4 16,-2 0 3-16,3-3-11 0,-1 1 7 0,4 0-8 16,1 0 9-16,-1 0-9 0,0 0-6 0,0-2 0 15,-2 0-10-15,2 0 7 0,-2 0-7 0,-4 0 4 16,2 0-8-16,-3 2 0 0,-7-2 5 0,5 1-5 16,-8 3-2-16,-2 2 4 0,3-1 1 0,-7 1 2 15,1-1-2-15,1 1 12 0,-3 0-10 0,2 1 10 0,3 0-8 16,-4 3 7-16,5-1-4 0,1 0 3 15,0 2-8-15,0 2-5 0,0 0 4 0,0 2-5 0,-1 2 6 16,-1 0-7-16,2 1 0 0,0-14-3 0,-1 20 5 16,-1 2 1-16,-2 2-1 0,-1 0 3 0,-1 5-3 0,-1-1 3 15,-2 3-5-15,2 2 4 0,0 0-2 0,9 6-4 16,-4 0 8-16,2-1-7 0,4 1 8 0,0 0-7 16,7 1 2-16,6-1-5 0,2-2 3 0,-1-4-2 15,5-2-3-15,1-3 4 0,2 0 4 0,0-3 1 16,-16 1 3-16,8-2-3 0,5 0 2 0,5 0 5 15,2-4 3-15,3 0 0 0,3-2 13 0,3 0-6 0,-4 1-5 16,19-3 1-16,4 4 0 0,2-7-1 0,-6-2 1 16,11 0-1-16,2-6 4 0,3 2-6 0,3 2 4 15,-1-6-5-15,3-1-7 0,3-4 3 0,2 22-2 16,4-13 3-16,3-9 2 0,6-6-9 0,8-1 4 0,-3-6-5 16,2-2 2-16,1-4 1 0,-8 0 1 0,-4 0 0 15,0-1-3-15,-7-1 0 0,-2 1 3 0,2-3-1 16,-6 1 9-16,-3-1 3 0,1-1 0 0,-3 0 2 15,2-2 1-15,-8 22 19 0,-9-26-3 0,-1-2 10 16,-6-1 1-16,-3-10-7 0,1-2-4 0,-4-5 0 16,-2-4-14-16,-6 0 7 0,-1-4 3 0,18 2 1 0,-15 2 2 15,-9-1 2-15,-11 2-8 0,-7 1 6 0,6-2-9 16,-41 4-4-16,-9 2-6 0,-12 1-3 0,-6 2-54 0,-20 10-71 16,-19 5-20-16,-42 19-35 0,-29-25-266 15</inkml:trace>
  <inkml:trace contextRef="#ctx0" brushRef="#br0" timeOffset="40772.8">28973 13347 519 0,'-2'0'0'0,"-2"-2"6"0,-9-1 70 0,2-1 1 16,-4-2 10-16,0 1-27 0,8 3-2 0,-12-5-37 16,2-1-1-16,6 4-6 0,-4-1-2 0,6 1-5 15,4 2-2-15,-5-1-2 0,1-1-3 0,2 0 0 16,-6-1 5-16,2-1-3 0,-1 0 3 0,-2 1-3 15,2-1-1-15,-2 1 1 0,-1-1 2 0,0 1 8 0,-2-1-4 16,0 0 6-16,-1 1 5 0,-3-1 6 16,1 1 1-16,0 1-1 0,-1 0-18 0,1 1 6 0,1 1-7 15,1 0 7-15,-1 0-13 0,0 0 2 0,1 2-1 0,-3 0 1 16,-1 0 4-16,0 0-7 0,0 2 3 0,1 0-4 16,1 2 7-16,-6 1-7 0,2 1 3 0,-4 1-4 15,5 1 3-15,1-1 0 0,-2 2-1 0,-2 2 1 16,-2 1 4-16,4-3-4 0,-2 4 2 0,4-2-3 15,0 2 1-15,-3 2-7 0,5-13 6 0,0 22-7 16,1 0 5-16,2 6 7 0,-1 1-9 0,-3-1 8 16,3 2-11-16,1 3 2 0,0-2 6 0,1 6-3 0,-1 0 0 15,0-3 7-15,2 1-4 0,0-2 4 0,1-2-11 16,2-3 7-16,1-2 1 0,0-4 2 0,4 2-2 16,-1 2 0-16,1 0-2 0,-1 0 1 0,3-2 0 0,1 0-8 15,-13-2 7-15,8-2-6 0,2 2 4 0,3-5 1 16,2-1-8-16,2 1 7 0,0 1-10 0,2 1 13 15,0-1-6-15,2 2 6 0,1-3-13 0,1 0 8 16,1 5 1-16,1-2 2 0,1 4 2 0,2 0 3 16,0 2-6-16,4 5 5 0,-2-3-5 0,2 3-2 15,0-3 10-15,0-2-7 0,-1 2 3 0,3-3-3 16,0 1 1-16,0-4-1 0,-12 4 0 0,14-5 6 16,3 1-8-16,4-2 7 0,-4 0-4 0,6 2 0 0,0-3 3 15,-2-1-1-15,2 1 11 0,3-3-6 0,-8-1-1 16,6-2-2-16,-1 0-2 0,4-2 8 0,5-2-5 15,-6-2 5-15,3-2-4 0,-4 1-1 0,-1-3 4 16,1 1-3-16,0-2 3 0,-1-1-3 0,3 1 2 0,1 17-1 16,1-8 1-16,1-4-4 0,0-4-4 0,4-1 1 15,4 0 2-15,7-4-2 0,-3 0 3 0,6-2-3 16,-1-2 4-16,-1 1-4 0,4-3 0 0,-6 2-1 16,4-1 3-16,-6-5-3 0,-3 3 1 0,3-2-2 15,-6-1 7-15,3-1-3 0,3 0 1 0,1-2-3 0,4-2-6 16,0 1 8-16,4-3-1 0,-4 2 6 0,3-2-4 15,-1 1 0-15,0-3 1 0,-2-1-1 0,-4-3 2 16,2 1-4-16,-1-2-1 0,3-2 0 0,-2 0 2 0,0 0-5 16,4 24 4-16,-2-26-5 0,3 4 0 0,-3-4 9 15,-1 4-7-15,-5-2 7 0,-5 0-10 0,-8 0 6 16,-1 0 5-16,-8 4 0 0,0-2 4 0,2 5-1 16,-5-3 3-16,-5-2 1 0,-1-2 20 0,-4 0 26 15,-1 0-17-15,-5 0 16 0,1 0-41 0,-5-2 0 16,3 2 6-16,15-2-6 0,-8 0-3 0,-6 0 2 15,-5 0-5-15,-1 2 6 0,-5 0 4 0,-5-1 4 16,-4-1-1-16,13 2 3 0,-26-2 4 0,-3 0-1 16,-6-2-2-16,-4 1-2 0,2-1-15 0,-9-4-4 0,1 1 3 15,1 0-3-15,-4 1 1 0,7 1-2 0,0 1 1 16,-1-4-1-16,-1 1 1 0,2 0 1 0,-3 3-2 16,1 4 2-16,-1 2 1 0,-6 0-7 0,0 1 2 0,-2 3-4 15,-2 1-4-15,3 1-1 0,-5 3-1 0,0 4 2 16,3 0 1-16,-1 1-2 0,4 3-2 0,0 1 0 15,4 4 0-15,0 1-1 0,-4-25-1 0,0 13-1 16,-4 9-9-16,-4 4 7 0,5 4-3 0,-5 3 4 16,1 4-5-16,7 2-21 0,-2 4-1 0,11 0-10 15,4-1-31-15,8 1-29 0,3 0-15 0,4-14-17 0,5 25-187 16</inkml:trace>
  <inkml:trace contextRef="#ctx0" brushRef="#br0" timeOffset="42222.34">29912 7220 116 0,'-2'0'1'15,"0"-2"-1"-15,1 0 10 0,-1 1 10 0,0-1-1 16,2 0 17-16,0 0-14 0,0 0 4 0,0 0-5 15,0 0 11-15,0 1-4 0,0-1-3 0,0 0-2 16,0 0-12-16,0 0 4 0,0-2-2 0,0 1 5 16,2-1 6-16,0 0 19 0,-2 2 1 0,0-1 5 0,1-3-9 15,-1 2-2-15,2 1-5 0,0-1 0 0,0 0-28 16,0 1 7-16,0-1-5 0,0 0 6 0,-1 2-7 0,1 0-4 16,0 1-2-16,0-1 0 0,0 0 0 0,0 0 7 15,0 2-4-15,-1 0 5 0,1 0 5 0,0 2-8 16,0 0 7-16,0 1-9 0,3 12 0 0,3 9 1 15,-3 1-2-15,-1 2 1 0,-4-1 0 0,0-1 2 16,0-1-3-16,0-2 2 0,0-3-10 0,0-3 9 16,0 1-4-16,0-2 4 0,0-2-5 0,2-2 3 15,0-2 1-15,-2-1 1 0,0-3 1 0,0-1 32 16,0 0 5-16,0-3 10 0,2 3 11 0,0 0-11 0,1 0-3 16,1-3-1-16,5 3-9 0,8-2-8 0,5-2 0 15,10-9-3-15,-1-6-7 0,8 9-5 0,6-31-3 16,3-4 1-16,8-5-9 0,7-10 2 0,4-3-4 0,2-12 2 15,-1-3-4-15,-5 2 0 0,-1-3 7 0,-5 7-5 16,1 6-2-16,-3 5 0 0,5 3-6 0,9 6 2 16,-1 1-24-16,8 1-203 0,6 3-92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5:49:39.5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15662 15525 79 0,'0'0'27'0,"-2"0"53"0,0-2 47 15,0 1 16-15,-2-1 5 0,1 0-50 0,1 2-43 16,-4-4 8-16,1 0-18 0,-1 1-16 0,2 1-8 16,3 2-6-16,-3-2 1 0,0 0-20 0,0 0 4 15,3 0-7-15,-1 1 7 0,0-1-9 0,0 0 9 16,0 0 1-16,0 0 4 0,0 0 7 0,1 0 10 16,-1 2 0-16,0 0 6 0,0 0 22 0,0 0-3 0,2 0-1 15,0 0-5-15,-2 0-23 0,0 2 2 0,1 0-1 16,1 0 0-16,0 0-15 0,-6 22-1 0,2 0-3 0,1 4 1 15,1 2-5-15,0 3 0 0,0 2 5 0,0 6-2 16,2-2 2-16,0 2-2 0,0 0-3 0,2 3 3 16,0 1 8-16,2-2-6 0,-1-2 1 0,1-4-2 15,0 0 6-15,-1-2-6 0,1 0 0 0,0-5-3 16,-2-4 7-16,1 0-4 0,-1-4 2 0,0-3-3 16,2-1 1-16,-2-5-5 0,0-3 5 0,-2-5-5 15,0-1 4-15,0 0 0 0,1-1-1 0,-1-1 2 0,0 0-3 16,2 2 6-16,2 0-3 0,0-1 4 0,-1-1 1 15,1-2 2-15,4 0 1 0,5 0 0 0,0-4-5 16,1-3 4-16,3 1-3 0,2-27 2 0,-3-6-6 16,7-4 4-16,-8 3-1 0,3-11 4 0,1-1 1 0,-4-3 0 15,5-5 7-15,0 3-3 0,3 1 10 0,1 8-16 16,-2-2 2-16,-1 5-6 0,-3 2 15 0,4 4-15 16,-3 0 5-16,-2 4-7 0,-1 2 2 0,-6 3 4 15,-3 4-1-15,1 7 3 0,-5-1 11 0,1 11 12 16,-2-1 8-16,7-1-1 0,-5 6 7 0,0-3-15 15,-3 5-10-15,1-1 1 0,0 0-24 0,0 0-18 0,0 3-7 16,0-1-4-16,-1 0-33 0,-1 2-26 0,0 0-6 16,0 2-13-16,0 0-65 0</inkml:trace>
  <inkml:trace contextRef="#ctx0" brushRef="#br0" timeOffset="388.86">16169 16040 978 0,'0'0'28'0,"0"-2"-1"0,0 0 11 15,0 0 0-15,0 0-6 0,0 0-4 0,0 0-16 16,0 1 3-16,0-1-6 0,0 0 3 0,0 0-12 15,0 0 0-15,-2 0-5 0,0 2 7 0,0 2-1 16,0 0 7-16,-7 11-5 0,3 15 7 0,-14 5 6 16,3 1-6-16,2-3 5 0,1 5-7 0,2-5 3 15,9 1-2-15,-3-5 3 0,-11-1 5 0,6-1-3 16,4-1 12-16,3-2-10 0,4 0 1 0,0 1 13 0,4-3-15 16,1-1 14-16,5 1-19 0,1-1 3 0,0-1 6 15,0-3-4-15,0 2-5 0,-7-4-2 0,13 2-7 16,-1-4 5-16,3 2-3 0,-1-4-12 0,3-2 6 15,1-1-13-15,0-2-20 0,-3-2-15 0,3 12-14 0,1-4 3 16,-3-7-34-16,2-3-64 0,1-3-15 0</inkml:trace>
  <inkml:trace contextRef="#ctx0" brushRef="#br0" timeOffset="608.08">16321 15622 1532 0,'0'0'38'0,"-2"-2"-4"0,0 0-2 16,0 0 6-16,0 0-19 0,1 0-12 0,-1 1-25 0,2-1 0 15,0 2-12-15,0 0-14 0,2 0-45 0,-1 0-18 16,1 2-15-16,2-1-127 0</inkml:trace>
  <inkml:trace contextRef="#ctx0" brushRef="#br0" timeOffset="1088.3">16898 15965 956 0,'-2'-2'40'0,"1"1"-4"0,-1-1 8 0,-2 0 3 16,0 0-14-16,1 0-10 0,-1 0-20 0,0 2-3 15,0 0-4-15,3 0-11 0,-1 0 5 0,0 0 3 0,0 0-1 16,0 0 5-16,2 0 13 0,0 0-1 0,2 0 6 16,0 0 0-16,3 0 4 0,20 6 3 0,-5-4 2 15,6 0 19-15,0-1 0 0,2-1 1 0,2 0-1 16,1-1-4-16,-1-1-12 0,0 0 0 0,3 0-4 16,4-2-11-16,-5 2-1 0,1 1-6 0,-1-1 3 15,-3 0-16-15,-1 2 9 0,-9 0-9 0,-3 0 7 0,3 0-39 16,-8 0-25-16,6 0 0 0,-10 0-14 0,-5 0-61 15,0 0-257-15</inkml:trace>
  <inkml:trace contextRef="#ctx0" brushRef="#br0" timeOffset="1308.33">16757 16392 1282 0,'0'0'32'0,"0"0"-2"0,0 0 9 0,2 0 6 16,0 0-10-16,2 0 17 0,14-3-15 0,14-1 0 15,5 0-5-15,2 0-4 0,4-1-12 0,1 1 6 0,4 0-9 16,3 1-4-16,-1-1-3 0,2 2-6 0,5 0 3 16,-7 0-15-16,2 2-61 0,-5 0 0 0,-6 0-27 15,3 0-71-15</inkml:trace>
  <inkml:trace contextRef="#ctx0" brushRef="#br0" timeOffset="4635.06">2845 11643 13 0,'0'0'27'0,"0"0"22"16,-2-2 47-16,0 0 17 0,-2 0-9 0,1 0-21 16,-3-1-46-16,-3-5-1 0,1 5-6 0,1-10-2 15,1 1-9-15,1-1 1 0,1 0-5 0,-2 2-12 0,-5-2 4 16,4-2-2-16,0 2 4 0,-3 0 5 0,-1-1-1 15,4-1 2-15,-8 2 0 0,2-2 12 0,2 0-18 16,-4 0 8-16,2-3-12 0,0-3-3 0,-4 1 2 16,4-4-5-16,4-2 4 0,-4 0-3 0,4-4 0 15,-1 0 2-15,1-3-1 0,3-1 1 0,1-1 1 16,1 2-4-16,2-1 1 0,-1 1-6 0,1-1 12 16,0 3-6-16,0 1 9 0,-2-1-4 0,-14 3 11 0,7-2-1 15,3 0 2-15,3 2-13 0,3-1-4 0,0 1 3 16,2-4-3-16,4 3 0 0,1-5-8 0,3 1 0 15,1-6-3-15,0 0-1 0,0-2 4 0,1-4-2 16,-3 5 3-16,1 1 0 0,-3 0 5 0,1 0 2 16,1 0 1-16,1 0 12 0,-1 0-8 0,-1 5 2 0,1 3-4 15,2-3-3-15,1 6 8 0,-1-1-1 0,0 1 2 16,0 2-7-16,3 0-2 0,-3 2-6 0,2 0 4 16,2 1-2-16,2 1 0 0,-11 2 7 0,12 1-3 15,-1-3 7-15,2-1-10 0,-6 3 5 0,7-6-6 16,3 2 5-16,-8 0-1 0,2-2 1 0,0 3-1 0,-2-1 3 15,1-2 4-15,3 0-4 0,-4 0 6 0,0-2 1 16,4 8-3-16,-2-4 3 0,-4 2-3 0,0-1-1 16,0 1 4-16,-3 2-9 0,3 5 7 0,2-2-17 0,-2 2 6 15,0 2-4-15,0 0 6 0,-2 2-2 0,3 0 5 16,-1 2 1-16,2-2 1 0,-2 3-8 0,2-1-3 16,0 0 4-16,2-1-2 0,0 1 8 0,1 0 0 15,5-1-6-15,-5 3 3 0,7 0-1 0,-5-1 2 16,3 1 2-16,1 1 1 0,0 1-3 0,2 3 0 15,1-2-1-15,2 2 1 0,-3 0 0 0,6-16-4 16,2 5 3-16,-4 5-2 0,-1 5 9 0,-1 1-2 16,-7 2 7-16,9 0-5 0,-4 0 11 0,-2 0-1 0,1 2-7 15,-7-1 6-15,3 3-9 0,3 0 0 0,0 0-2 16,-1-1 1-16,-3 3-4 0,-1-2-1 0,2 1 2 16,-1 1-3-16,1-1 0 0,1 3 4 0,1-1-1 15,-1 1 3-15,-1-1-8 0,-1 0 15 0,-1 1-7 0,-2 1 10 16,0 0-5-16,-2 1 8 0,-2-3-2 0,4 1 3 15,-4 6-8-15,-2 3 0 0,2 2 7 0,-3-3-5 16,-1 3 0-16,0 1-7 0,3 3-5 0,-5-1 3 16,5 0-1-16,-5 0 2 0,1 3-3 0,3-1 2 15,-3 0-3-15,-3-4-2 0,3 4 5 0,9-3-5 16,-2 1 0-16,-2 2 4 0,-2-5-4 0,-1-1 5 0,-3-1-5 16,-1-2 4-16,1 4 0 0,-1-3 0 0,-2 1 0 15,2 2 1-15,-2-3-3 0,1 3 3 0,-3 1 6 0,0 1-15 16,0 1 8-16,0 2-11 0,-2 0 7 0,-1 2 1 15,-3 2 0-15,1-4 0 0,-3 4-1 0,3-2-5 16,1 2 2-16,-2 3-2 0,1-1 5 0,-1 0-6 16,-1 1 4-16,-1-3-6 0,3-2-3 0,-3 6 11 15,3-6-7-15,-1 5 9 0,-1 3-2 0,1-4 0 16,1-1-1-16,-1 1-2 0,0 0-6 0,-1-2 9 16,0 1 0-16,-1-1 2 0,3 0 2 0,-3 2-9 15,1-3 7-15,-1 1-7 0,1 2 7 0,-1 0 1 0,1-2-7 16,0-1 4-16,1-1-15 0,0 0 14 0,1 2-3 15,-1 0 4-15,1 0-17 0,1 0 19 0,0 0-9 16,1-2 11-16,-1 5-7 0,-2-1 0 0,1 3-1 16,1-1 2-16,-1-4 2 0,-1 3 0 0,-1 1 6 0,-1 1-6 15,1 1-4-15,-1-3 3 0,1 1 0 0,1-2 3 16,1 1 8-16,-1-3-12 0,2 2 2 0,-1-2-4 16,1-1 5-16,0 1-1 0,3 0 1 0,1 0-1 15,0 0 0-15,0 2-2 0,0-1 2 0,0 3 0 16,-2 3 0-16,0-3 2 0,2 5-3 0,-2-6 5 15,0 5 4-15,-2-3-9 0,1-3 1 0,-1 3-1 16,0-3 7-16,2 1 0 0,1-1 2 0,-1 0-4 0,0-2-10 16,2-2 11-16,0 2-9 0,0-2 9 0,0 0-10 15,0-2 6-15,2 2 1 0,0 0 2 0,-1-2-4 0,3 4 2 16,-2-4-2-16,2 2 0 0,-1 0-10 0,1-2 14 16,-2 2-7-16,2 4 9 0,-2 1-14 0,-2 1 10 15,0 5-2-15,0 0 4 0,0-2-4 0,0 4 2 16,-2-3-2-16,2 1 0 0,0-6 0 0,0-3-3 15,0-2 4-15,0-4-2 0,2 1 1 0,-1-3 4 16,3 1-2-16,0-1 3 0,1 0-5 0,3 1 4 16,-3-4 3-16,3 1 0 0,1 1 5 0,2 1-4 15,0-1-6-15,2-1 3 0,0 3-1 0,2 1-2 0,-2-2 8 16,2 3-7-16,-13-3 6 0,16 0-9 0,1 1 0 16,1-3-1-16,1 1 7 0,5 0-5 0,-6-1 2 15,8-1-3-15,4 1 2 0,-4-5 6 0,9 0-4 16,-11-1 4-16,3-7-8 0,7 3 3 0,-8-5 2 15,7 3 2-15,-4 1 5 0,-1 1-4 0,2-3-2 0,-4 1-1 16,-1-2 2-16,3-3-1 0,0 7 0 0,-1-3-1 16,3 1-7-16,0-2 3 0,1-1-1 0,4 18 1 15,0-10-1-15,2-4-3 0,-2-3 3 0,2-4-2 16,-3 0 6-16,-3 0-3 0,-1 0-1 0,3 0-1 0,-3 0-9 16,-3 0 11-16,-3 0-1 0,-5 0 7 0,1 2-3 15,0 2-6-15,2 1 1 0,-3-1-3 0,-5 2 4 16,3 1 0-16,0 0 4 0,-1 3-2 0,-1-1 8 15,0 0-12-15,-3 1 1 0,3 1-4 0,0 0 7 0,0-9 3 16,-1 16 1-16,1-1 0 0,-2-2 0 0,0 3-2 16,-2-3 0-16,0 2 0 0,2 3 0 0,-2 1 12 15,-2-1-8-15,-2 1 8 0,-2-5-15 0,-1 5 12 16,0-3 1-16,-1 1 2 0,1-1-14 0,-3 3 6 16,3-1-9-16,-2 1 7 0,-2-1-3 0,12 2-3 15,-4-1 3-15,-3 1-3 0,-1 0 8 0,-4 1-9 16,-1-1 7-16,-1-2-7 0,0 5 6 0,-1-3-13 0,-3 2 3 15,-2 0-5-15,1-2 12 0,-3 1 1 0,-1 3-1 16,0-2 1-16,-1-4-4 0,-3 6-7 0,-1-4 6 16,12 8-6-16,-21 2 1 0,1-3 0 0,-4 3-3 15,2-4 3-15,-2 0 8 0,2-2 1 0,-2-2 1 0,0-2-2 16,-2-1-8-16,0-1 0 0,-5 0 0 0,-4 1 2 16,0-1 13-16,-6-1-8 0,2-1 7 0,-4 1-9 15,8 1 1-15,-4-1 1 0,-1 0 0 0,5-3 1 16,-8 3 0-16,6-2 6 0,4-1-6 0,-1 1 6 15,3-2-15-15,1-4 7 0,-1 0 1 0,3 0 1 16,-1-2 0-16,-4 1 1 0,3-3-2 0,-11-3 2 16,6 1-2-16,0 1 0 0,-2 0 1 0,9-1 1 0,-11 17-3 15,1-9 1-15,2-5 0 0,-4-3 1 0,6-3-1 16,1 0 2-16,2-2-3 0,1 0 5 0,-1 0 2 0,1 0 3 16,1-2-3-16,1-3 1 0,4 1-3 0,4 0 3 15,-2-1-3-15,1-3 2 0,3 1-3 0,-1-1 1 16,5 1 2-16,-1-2-2 0,0-1-4 0,1-1 1 15,-1 0 2-15,-4-2 0 0,5 2 5 0,1 2-4 16,-2-2-1-16,-1-2 0 0,3 11 0 0,0-9 0 16,-2-2 1-16,10 0-2 0,-8-2 3 0,2 0-6 15,2 0 6-15,-6-2-5 0,2 1 7 0,-2-1-7 16,3-2 1-16,1 1-1 0,3-3 1 0,-1-1 5 0,-6-2-4 16,4-2 3-16,-3-4-9 0,3-3 4 0,3 1 0 15,-1-3 0-15,0 0-11 0,0-4 9 0,2-2-10 16,3 2 11-16,-3 0 1 0,-2 4-5 0,0-2 6 0,-2-1-7 15,2 1 4-15,-1 0-1 0,1 0-2 0,2 0 2 16,0 0 3-16,1-2-5 0,-1-2 6 0,2-2-6 16,-1-3 1-16,1-10-3 0,1 0 0 0,2-5 1 15,-3-6 13-15,3 2-7 0,-3 0 1 0,-1 0-3 16,3 4-4-16,-3 2 6 0,1 5 0 0,0 2 3 16,-1 2-2-16,1 3 5 0,-3-1-4 0,1 0 5 15,-2-6-4-15,0 0-3 0,-4-9 4 0,2 0-4 16,-2 1 0-16,-2-3 1 0,4 4-3 0,-3 2 2 0,-1-3 0 15,0 5 0-15,-1 1 1 0,1 1 0 0,0-1-3 16,-1 2 7-16,-1 2-7 0,-1-6 5 0,-1 6-15 0,3-3-23 16,5 3-4-16,-4 2-10 0,8-4-44 0,3 4-63 15,-1-2-42-15</inkml:trace>
  <inkml:trace contextRef="#ctx0" brushRef="#br0" timeOffset="7017.06">17986 15254 486 0,'0'0'4'0,"0"-2"17"15,0 0 19-15,0 1 7 0,0-1 9 0,-1-2-10 0,-1 0-24 16,2-1 0-16,0-1-6 0,0 2 8 0,0-3-4 16,0 3 4-16,0 1-6 0,0-1-1 0,0 0 8 15,0 0-2-15,0 1 4 0,0-1 0 0,0 0 4 16,0 2 7-16,0 1-3 0,0-1 1 0,0 0 5 0,0 0-8 15,0 0 7-15,0 0-4 0,2 0-7 0,-1 1 4 16,1-1-7-16,0 2-15 0,0 0-3 0,0 0-3 16,0 0 2-16,0 2-4 0,-1-1-2 0,1 1-1 15,0 2 0-15,5 11 8 0,1 2-6 0,-1 1 3 0,1 1-5 16,-3 1-6-16,3 2 9 0,-1-1-3 0,1 1 7 16,-3-3-7-16,3 3 3 0,-3-2-3 0,1 1 3 15,1-1 2-15,-1 1-3 0,-1-1 5 0,1 1-5 16,-1-1-2-16,3 2-5 0,-3 1 6 0,3 3-3 15,-1-1 4-15,1 3 1 0,-1 2-4 0,1 3 2 16,-3 1-2-16,-1 3-2 0,-2-4 3 0,0 1 0 16,-1 1 6-16,1-5-1 0,0 0-5 0,-2-6 2 15,0-4-7-15,0 1 13 0,0-5-4 0,0 1 9 0,0-2-10 16,0-4 2-16,2 2 1 0,-2-6-1 0,0 1-2 16,0-4-2-16,0-1-2 0,0 1 1 0,0 0 7 0,2 1-2 15,-2-3 1-15,0 0-2 0,0 0 4 0,2 2 14 16,0-1-3-16,-1-1 6 0,1 0-5 0,0 0 3 15,0 0-4-15,0-2 1 0,2-2-12 0,-3-6-2 16,14-32 2-16,4-1-3 0,1 0-4 0,-3-4 3 16,0 3-4-16,-1-3 3 0,-4-1-8 0,2 1 5 15,1 2-3-15,-2 1 4 0,2 1 8 0,-4-2-8 16,2 0 5-16,0-5-6 0,2-2 3 0,2-2-6 0,-2-4 2 16,0 2-3-16,-2 2 9 0,0 4 2 0,-2 9-3 15,-4 6 2-15,-1 5-6 0,-3 6-1 0,1 5 2 16,-2 4-1-16,5 4 9 0,-1 1-7 0,-4 4 2 15,-2 3-3-15,0-1 0 0,2-2-8 0,0 0-9 16,-1 1-3-16,1-1-34 0,0 2-17 0,0 0 2 0,0 0-8 16,0 2-21-16,0 2-47 0,-1 2-34 0</inkml:trace>
  <inkml:trace contextRef="#ctx0" brushRef="#br0" timeOffset="7496.18">18889 15703 1014 0,'-2'-1'46'0,"0"-1"-37"15,0 0 48-15,0 0-19 0,-1-2-19 0,-1 1-13 16,4 1 6-16,-2-2-6 0,-2 0 15 0,-1 2-21 15,-5 1 6-15,1-7-10 0,-4 1-1 0,-7-1 5 0,-3 5 1 16,-3 3 4-16,0 5 10 0,4 3-4 0,0 3 1 16,1 2-1-16,3-8-2 0,5 16-2 0,0-1-6 15,4 4 3-15,1-3-5 0,5-1 3 0,-3 2 4 16,-9-1 0-16,6-3 15 0,1 1 3 0,5-4 7 0,1 0-3 16,2 0 10-16,0-1-19 0,2 7 0 0,1-4-4 15,5 1 6-15,-1-3-7 0,3 0 0 0,-5 2-3 16,19 3-11-16,-3-1 3 0,3 5-2 0,-2-4 3 15,-3-1-7-15,3 1 1 0,0-3 2 0,-7 1 1 16,0-3 11-16,-4 0-14 0,-9-2 2 0,5 0-4 16,-3-2 11-16,-2-2-3 0,2-3 1 0,-3-2-2 0,1-1 6 15,-2 1 4-15,0 4 0 0,0-3 0 0,-2 1 2 16,1-3-3-16,-25 1 0 0,-6 0-3 0,0 0-7 16,5-3 0-16,-1 3 0 0,2 0-1 0,2-2 2 15,1 0 0-15,1-1-2 0,4 12 1 0,1-3 0 0,4-5-11 16,0-1 3-16,5-2-8 0,1 0-9 0,1 0-28 15,5-2-4-15,-1 0-9 0,-2 1-30 0,0-1-9 16,2 0-4-16,1 0 0 0,-1 0-4 0,2 0-59 16,2 0-2-16</inkml:trace>
  <inkml:trace contextRef="#ctx0" brushRef="#br0" timeOffset="7797.13">19303 15802 617 0,'-2'0'131'0,"0"0"266"16,0-2-339-16,-2 0-31 0,1 0 0 0,-1 0-11 15,0 1-4-15,2 1-17 0,1 0 7 0,-1 0-8 16,0 0 22-16,0 0 0 0,2 0 6 0,0 0-2 0,0 0 10 15,2 0-2-15,2 0-5 0,7 0 4 0,11 0 2 16,4 0 4-16,2-2-1 0,0 0 0 0,1 0-11 0,-1 0-3 16,2 2-7-16,-4 0 4 0,-2 0-15 0,4 0 1 15,-2 0 0-15,-2 0 0 0,0 2-11 0,-3 0-6 16,-8-2-6-16,0 0-2 0,-4 0-40 0,2 0-48 16,-2 0-20-16,-1 0-13 0,1 0-101 0</inkml:trace>
  <inkml:trace contextRef="#ctx0" brushRef="#br0" timeOffset="8247.84">19966 15410 373 0,'0'0'144'0,"0"0"20"0,0-2-37 0,0 0-49 16,0-1-21-16,0 1-15 0,0-11-11 0,0 4 7 0,1-3-9 15,1-2 4-15,-2 6 1 0,0 3-10 0,0 1 9 16,2 0-7-16,0 0-6 0,0 1 5 0,0-1-5 15,0 0 16-15,-1 2-5 0,1 1 4 0,0-1-5 16,2 0-1-16,0 2-9 0,-1 0 2 0,7 2-4 16,1 3-2-16,-2-1-10 0,2 24 0 0,0 2-3 0,-1 1-3 15,-1 4 4-15,2-1-4 0,-2-1 3 16,1 3-3-16,-3 1-3 0,-1 3 3 0,1 1-1 0,-1 0 1 0,-3 2-3 16,3 0 2-16,-2-8-1 0,-1 6 9 15,3-6-6-15,-1-7-1 0,1 0-1 0,0-10-3 16,1-1 4-16,-1-4 0 0,1-4 1 0,-1-1 8 0,1-3-2 15,-1 3 5-15,1-5-4 0,0-1-4 0,-3 0 9 16,4 4-5-16,-5-4 8 0,3-1 4 0,1 1-3 16,3 0 0-16,3-2-1 0,-4-4 0 0,4-3-10 15,-2-30 4-15,-2-6-7 0,2-1 5 0,4-3-3 16,6-5 0-16,-3 0-2 0,5-2-4 0,-9 0 3 16,1 1 4-16,0-3-1 0,-2 0 7 0,2-1-7 0,-4 1 2 15,-5 4-2-15,-1 2 12 0,1 5-2 0,-2 6 3 16,1 6-3-16,-1 1-1 0,-2 10-8 0,0 5-1 15,7 6-1-15,-2 2-5 0,-3 3-15 0,0 1-5 16,-2 1-4-16,1 0-37 0,1 1-12 0,0 1-2 16,10-6-5-16,-1 6-32 0,0 2-89 0,-3 4-86 0</inkml:trace>
  <inkml:trace contextRef="#ctx0" brushRef="#br0" timeOffset="50529.24">6640 7616 20 0,'0'0'9'0,"0"0"38"15,0 0 40-15,2 0 12 0,-2-2 9 0,0 0-30 16,2 0-28-16,-1 0 5 0,1 0-5 0,-2 0-2 0,0 1-6 16,0-1-1-16,0 0-1 0,2 0-13 0,0 0 7 15,-2 2-15-15,0 0 13 0,0 0-6 0,0 0 3 16,0 0 4-16,0 0-7 0,0 0-20 0,0 0 4 16,0 0-7-16,0 0 7 0,0 0-1 0,0 0-3 15,0 0 13-15,0 0-8 0,0 0 20 0,0 0-13 16,0 0-1-16,0 0-3 0,0 0 0 0,0 0-4 15,0 0-2-15,0 0 0 0,0 0-9 0,0 0 3 16,0 0-3-16,2 0 3 0,0 0 3 0,0 0-6 0,-1 0 3 16,1 0-4-16,0 0 2 0,0 0 0 0,0 2 5 15,0 0-2-15,0 0 6 0,-1 0-7 0,1 1-1 16,0 1-1-16,4 9 0 0,-1 0 7 0,3 7-8 0,-3 1 5 16,-1-1-7-16,2 6 0 0,-3 0 1 15,1 2-3-15,0 0 0 0,-2-2 14 0,-1 4-9 0,1-2 11 16,-2-4-16-16,0-2 3 0,0-5 5 0,0-2-3 15,0 3 6-15,2-5-7 0,0 0 0 0,2-2-2 16,-1-3 6-16,1-1-4 0,0 0 1 0,-2-3-2 16,0 0 3-16,9 0 0 0,0-3 3 0,6 11-2 15,-1-3 6-15,1-2-6 0,-2-3-2 0,2-2 1 0,3-2 8 16,0 0-7-16,1-4 9 0,1-3-7 0,2-3 7 16,2-3-1-16,2 10 2 0,6-29 0 0,-3-1 5 15,4-4-11-15,6-6 2 0,4-2-4 0,5-7-2 0,2-1 6 16,0 2-3-16,2 3 5 0,0 2 2 0,-1-1 2 15,-1 3-2-15,-5 1 3 0,-1-2 0 0,-3 3 9 16,0 3-1-16,-1 2 2 0,-4 0-4 0,-5 7-4 16,-3 0-2-16,-4 10-2 0,-4 3-16 0,4 4 0 15,-6 2-1-15,3 3-1 0,1 5-10 0,-4-10-30 16,4 3-31-16,-5 7-16 0,7 3-292 0</inkml:trace>
  <inkml:trace contextRef="#ctx0" brushRef="#br0" timeOffset="60717.98">6800 10934 249 0,'-2'0'44'15,"0"-2"-2"-15,0 0 52 0,0 0 17 0,0 0-15 16,-1-2-5-16,1 1-34 0,-13-7-5 0,0 5-3 15,-4 1-29-15,1 0 12 0,1 1-7 0,-1-1 7 16,6 2-22-16,-8 0 15 0,3-9-5 0,-1 2 9 0,1 3-9 16,0 3 1-16,4 1-8 0,0 2 6 0,-1 0-7 15,2 0 16-15,1 0-4 0,4 0 4 0,1 0-15 16,1 0-7-16,-1 0-1 0,1 2-3 0,-1-1-5 16,0 3 11-16,3-2 0 0,-1 17 5 0,2 5-3 0,0 2 5 15,-1 0-2-15,1 5 3 0,0 1 5 0,-17-2-2 16,6 3-3-16,6-5-1 0,1 2-10 0,3 1 3 15,3-1-3-15,0-4 5 0,0-2 4 0,1-4-6 16,3-1 12-16,0-2-12 0,-2-4 0 0,1 0 8 16,-1-4-9-16,2 0 9 0,0 0-10 0,-1-1 3 15,3-1-3-15,-2-1 3 0,3-1-3 0,8-3 2 16,2 9 3-16,3 1-2 0,6-3-2 0,4-5-5 0,1-4 3 16,8-10-3-16,4-6-1 0,7 12-2 0,8-43-3 15,3-8 3-15,4-12 10 0,4-13-9 0,5-3-4 16,6-5-2-16,3 3-7 0,10 7-15 0,0 2-6 0,-4 1-5 15,-5 3-36-15,-12 0-112 0,-3 3-90 0</inkml:trace>
  <inkml:trace contextRef="#ctx0" brushRef="#br0" timeOffset="63592.91">13059 8902 44 0,'0'0'8'0,"0"0"-8"0</inkml:trace>
  <inkml:trace contextRef="#ctx0" brushRef="#br0" timeOffset="64093.05">13112 8813 127 0,'0'0'30'15,"0"0"-3"-15,0 0 16 0,0 2-4 0,0 0-5 16,0 0-9-16,0 0-1 0,0-1 8 0,0 1-4 15,0 0 17-15,0 2-3 0,0 0 0 0,-1-1-1 0,1 1-5 16,0-2-1-16,0 0 0 0,0 1 1 0,0-1 1 16,0 0-23-16,0 0 1 0,0 0-8 0,0 0-3 0,0 0 11 15,0 1-4-15,0 1 6 0,0-2-9 0,0 0 1 16,0 1-4-16,0-1 3 0,0 0 2 0,0 0 5 16,0 0-4-16,0 0 3 0,0 0-2 0,0-1-10 15,1 1 10-15,1 0-10 0,0 0 14 0,0 0-14 16,0 0 5-16,0 0-7 0,0-1 2 0,-1 1 5 15,1 0 0-15,0 2 2 0,0 0 4 0,0-1-9 16,0 1 2-16,0 0-1 0,-1-1 18 0,1 1-9 16,0 2 0-16,2 1-6 0,0 2-8 0,-1 1 7 0,3 1 0 15,-2-2 3-15,-1 2 3 0,1-1-13 0,-2-3 6 16,2 0-7-16,-1 3 7 0,1-3-1 0,0 1-1 16,-2-3 1-16,1 3 4 0,-1-3-4 0,0 1 1 15,2-1-2-15,-1 1-6 0,1-1 9 0,-2-1 4 0,0 0 3 16,2-2 8-16,1 1 29 0,1 1-11 0,-1 0 15 15,3 0-27-15,-1-1-8 0,2 1 1 0,4-2-4 16,4-2-7-16,5-6 0 0,4-7-4 0,6 11 4 16,5-31 0-16,0-6-5 0,2-6-1 0,2-3-2 15,-2-6-11-15,2-5 13 0,5-1-3 0,-3-5 7 16,3-1-8-16,-1 3 3 0,-2 1 0 0,-1 3 0 0,-1 5-6 16,2 2 0-16,0 2-4 0,-1 5 1 0,7-1-16 15,-1 1-38-15,0-1-3 0,2-6-16 0,0-4-62 0</inkml:trace>
  <inkml:trace contextRef="#ctx0" brushRef="#br0" timeOffset="72246.59">17026 8772 256 0,'0'0'-28'0,"0"0"17"0,0 0-8 16,0 0 0-16,-1 0 28 0,-1-2 0 0,0 1 9 16,0-1 1-16,0 0-1 0,0 0-7 0,0 0 8 15,1 0-4-15,-1-1 6 0,0-1 9 0,0 0-14 0,2 2 5 16,-2-1-10-16,-3-7-6 0,1 3 1 0,0-1-4 15,0 1 3-15,1 0-3 0,1 3-3 0,-4-4 3 16,6 7-4-16,-5-7 6 0,1 3 3 0,2 1 6 16,0-7-3-16,-3 5 6 0,-1-1 1 0,-3-3-4 15,3 7 4-15,-1-3-2 0,-1-1 4 0,3 1-3 0,-3-1 2 16,3-1-14-16,-3 1 6 0,-1-2-2 0,0-1 3 16,0 3-9-16,3-2 8 0,2 1-4 0,1 1 6 15,-3-1-6-15,0-1-3 0,1 2 0 0,-1-1-1 16,-3-3-5-16,0 2 4 0,-1 1-5 0,3 1 7 15,-4-2 8-15,2-1-7 0,-1-1 7 0,-5 2-10 16,10 0-5-16,-6-1 11 0,0 3-2 0,1-2 7 16,-4-1-9-16,-1 3 12 0,2-2-6 0,2 3 9 0,-4-1-1 15,4 1-8-15,-8-1-1 0,2 3-2 0,1-2 5 16,1 3-6-16,0-1-1 0,-2 0-2 0,2 1 5 0,-1 1-4 16,-1-2 2-16,0 2-5 0,0-2-2 0,-1 3 8 15,-1-3 0-15,1-9 3 0,-1 2-3 0,1 3-1 16,-1 1 0-16,0 1-2 0,-1 3 3 0,1-1-5 15,-1 2 8-15,1 0-7 0,1 2 7 0,1 0-2 16,0 0-1-16,-1 0 1 0,-1 0-4 0,-1 0 5 16,1 2-8-16,1 0 6 0,1 0-1 0,-5 1-4 15,0 1 4-15,-1 2-5 0,-1-1-8 0,4 1 4 16,-3 1 0-16,1 3 3 0,2-1 1 0,-6 4 2 0,-2 2-2 16,2-2 3-16,-6 3-3 0,4 1-4 0,1-13 2 15,-5 16-2-15,6 4 9 0,-2-5-6 0,0 3 0 16,2 1-2-16,2 4 3 0,4 3 2 0,-1 0-1 0,1 0 1 15,-1-3-8-15,3 5 9 0,-2 3-4 0,1 6 3 16,0-6-7-16,5-5 7 0,-1 2-1 0,2-5 3 16,2 3-5-16,-1 4-5 0,3-5 0 0,4 3-2 15,-5 1 5-15,7-1 5 0,-18 3-3 0,8 2 1 16,6 2-4-16,3 4 0 0,2 0-5 0,0 7 2 16,2 2-8-16,0 0 3 0,2-2 6 0,0-2-5 0,-2 0-7 15,2-3 11-15,2 1-2 0,-1-7 6 0,1-1 8 16,0-1-8-16,-1 0 2 0,1 0-5 0,4 2 1 15,-1-2-8-15,2 0 6 0,2-2-6 0,2 3 5 16,2 1 11-16,2-2-8 0,0 2 9 0,1 2-4 0,1-4-6 16,-1 2 6-16,1 0-6 0,-1 0 11 0,3 2 1 15,-1-2 3-15,-18-6-2 0,20 2 1 0,3-3 0 16,4-1-2-16,-3-1 1 0,2-4 4 0,4 4-1 16,1-4 0-16,1 0-2 0,-3 0-1 0,4 0-2 15,-3 0 8-15,3-4-6 0,4 0 15 0,-3 2-14 16,-5-3 4-16,-1-1-6 0,-2 1 13 0,-4-6-5 15,5 1 2-15,-6 1-1 0,1-2 6 0,0-2 3 16,-4 0-2-16,3-6 2 0,-3 1-9 0,1 3 7 0,1-4-6 16,0 1 6-16,0-1-10 0,1 8 4 0,3-4-5 15,-2-5 4-15,6-4-4 0,1-2-3 0,-5-2 5 16,11-6-6-16,-9-3 1 0,6-6 0 0,-1-1-2 0,-3 10 2 16,3-21 1-16,-3-5-7 0,1 1 6 0,-7-2-5 15,-1 1 13-15,-3-3-8 0,-1 2 2 0,-3-2-3 16,-1-1 5-16,-2 1-4 0,-3-2 4 0,1-2-3 15,-2-3 4-15,-2-6-5 0,3 0 1 0,-3-10-2 16,1 3-1-16,1-5-2 0,0 1 0 0,-1 2 0 16,-1-3-4-16,0 5 9 0,-1-3-8 0,0 5 9 0,-5-3-10 15,1 1 0-15,26-6 3 0,-15-6-1 0,-9-5 8 16,-6-6-3-16,-4 5-4 0,-3 3 3 0,0 1 0 16,-2 5 13-16,-2-1 2 0,2 4 3 0,-4 1 8 0,-2 3-7 15,-3-4 3-15,-3 0-4 0,-3-4 5 0,-2-2-3 16,27 4-5-16,-40 2 1 0,2 4-10 0,-8 5 5 15,1 6-2-15,-2 1 1 0,-4 6-16 0,0 4-18 16,-2 4-7-16,4 5-5 0,1 2-35 0,-3 4-77 16,2 5-31-16,-9 11-39 0,-8-20-352 0</inkml:trace>
  <inkml:trace contextRef="#ctx0" brushRef="#br0" timeOffset="86291.07">28637 8518 506 0,'0'0'11'16,"0"-2"12"-16,-2 0 24 0,0 0 8 0,0 1-4 15,0-1-11-15,0 0-28 0,0 0-7 0,1 2 1 16,1 0-11-16,0 0 1 0,0 0-4 0,0 0 2 16,0 0-11-16,0 0 29 0,0 0 2 0,0 0 10 15,0 0 6-15,0 0 2 0,0 0-4 0,0 0 3 16,0 2 0-16,0 0-10 0,0 0 8 0,0-1-10 0,3 20-1 15,1-1 6-15,0 1-8 0,-1 3 7 0,-1-2-16 16,0 0 6-16,2 6-4 0,-2-6 3 0,1 6-6 16,-1 0 6-16,0-7-3 0,0 3 3 0,0-6-10 0,0-1 6 15,0 0-3-15,-1-2 3 0,1-4-10 0,0 0 4 16,-2-4 4-16,0-3 1 0,0 2 9 0,0-1-9 16,0 1 9-16,0-4-4 0,0 1 31 0,2 1 5 15,0 0-4-15,0-1 3 0,1-1-20 0,-1-2-8 16,17 6-4-16,5-6 0 0,9-8-9 0,3-8-1 15,4 3 5-15,11-34-4 0,-1-3 0 0,9-11 0 0,1-6-4 16,-1-3 3-16,0-3-3 0,1 4 0 0,-3 8 0 16,1 4 1-16,-2 6 6 0,-3 9-9 0,1 3 0 15,-9 3-4-15,-4 3 0 0,-4 1 2 0,-7 5 2 16,5 1 0-16,-4 0-10 0,3 1-104 0,-6-2-28 16,0 4-55-16,7 5-381 0</inkml:trace>
  <inkml:trace contextRef="#ctx0" brushRef="#br0" timeOffset="96431.79">16906 11392 48 0,'0'0'0'0,"0"-2"9"0,0 0 13 15,0 1 23-15,0-3 11 0,-2 0-3 0,2 0-5 16,0-3-34-16,-2-2 2 0,2 3-6 0,0 2 11 0,0-1 9 16,0 1 3-16,0 0 2 0,0 3 0 0,0-5 0 15,-2 0-5-15,2 5 6 0,0-3 3 0,0 0 18 16,0 2-7-16,0 0 8 0,-4-7-11 0,3 5-29 16,1 3 7-16,-4-5-15 0,2 2-2 0,0 1-8 15,0-1-4-15,0 0-2 0,1 2-8 0,-1 0 14 16,0 1 0-16,0 1 3 0,0 1-3 0,0 1-1 0,0 2-3 15,-1 13 2-15,-1 7 1 0,2 0 1 0,0 0 3 16,0 2-2-16,1 2 0 0,-1 0 0 0,0 2-4 16,2 3 2-16,0 0-1 0,-2 5 9 0,0 2 1 15,-2 3 3-15,-1 4 0 0,-3 1-9 0,1 2 5 0,0 2-4 16,-1-2 11-16,1-2-8 0,1-3 10 0,1-2-8 16,1-6 16-16,2-6-13 0,-4-1-5 0,5-6 0 15,-1 2-1-15,-2-5 2 0,2-3 6 0,0-1-4 16,-1-4 8-16,1 0-5 0,-2 0-3 0,2-4 0 15,0 0 2-15,2-3-1 0,-2 0-2 0,2-3 0 16,0 1-2-16,0-2 5 0,0 0-1 0,-1 1 2 0,-1 1 3 16,0 0-1-16,0 0 4 0,0-3-5 0,0 1 0 15,0 0-15-15,1 0 8 0,-1 0-10 0,0-2 4 0,0 0 3 16,0 0-5-16,0-2 4 0,1 0-2 0,-1 0 4 16,0-1-3-16,-2-7 2 0,-3-8-11 0,3-1 5 15,4-1-1-15,0-3 2 0,4 3-3 0,5-6 2 16,4 2-6-16,2-2 6 0,-12 0 2 0,20-2-6 15,-3 2 8-15,4-2-6 0,-1 2 3 0,-3 8 2 16,-3-3-4-16,1 1 4 0,1 3-11 0,-2 0 12 16,1 4-4-16,1 4 6 0,-1 2-6 0,-3-1-1 15,4 4 4-15,-4-7-3 0,-1 2 3 0,-1 3 3 0,0 3-4 16,-1 1 3-16,-1 2-5 0,-4 0 3 0,2 2 3 16,1 1-1-16,-1 3-3 0,0-2 8 0,-1 14-3 15,-1 3 8-15,-1 5 3 0,-1-2-1 0,1 4-3 16,-2-4 2-16,12 2-2 0,-5-2-8 0,-3 0 9 15,-4-2-9-15,-3 1 2 0,1-3 2 0,-2 1-8 0,0-3 7 16,0 1 3-16,0-3-6 0,-2 1 3 0,-1 2-4 16,1-3 0-16,0 1 1 0,0 0-2 0,-2 1 1 15,1 1-4-15,1-2 3 0,0-2-1 0,0-4 1 16,0 0-3-16,2 0-15 0,0 2 2 0,0-2-9 0,0 0-18 16,0-2-42-16,0 3-7 0,2-3-21 0,0 0-124 15</inkml:trace>
  <inkml:trace contextRef="#ctx0" brushRef="#br0" timeOffset="96938.17">17624 12220 449 0,'0'0'58'16,"0"-2"27"-16,-2 1-14 0,1-1-65 0,-1-2 28 15,0 0-5-15,0 1-2 0,0-1-6 0,0 0 0 16,0 0-14-16,1 1 1 0,-1-1 2 0,0 0-4 0,0 2-9 16,0 1 19-16,0-1-6 0,0 0 11 0,1 0-12 15,1 0-4-15,-2 0-2 0,2 0-1 0,0 1-1 0,0-1 8 16,0 0 3-16,0 0 2 0,0 2 7 0,0 0 0 16,0 0-4-16,0 2 2 0,0 0-15 0,-2 0 3 15,0 1-3-15,0 8 3 0,0 4-3 0,2 6-4 16,0-1 4-16,0 2-2 0,0 4 13 0,0-1-10 15,-2 4 9-15,1 3-10 0,-3 3 4 0,0-2-9 16,-1 5 0-16,-3 1-2 0,3-2 13 0,-3 0-8 16,3 0-2-16,1-5-2 0,0-3-6 0,2-5 7 15,2-5-2-15,0 1 2 0,0-5-5 0,0-2-8 0,0-5 0 16,0-1-7-16,0-1-26 0,0-4-8 0,0 3-11 16,2-1 3-16,0 0-29 0,0-1-43 0,0-1-40 15</inkml:trace>
  <inkml:trace contextRef="#ctx0" brushRef="#br0" timeOffset="97307.85">17912 12131 361 0,'0'-2'37'16,"0"0"-17"-16,-2 1 44 0,0-3-11 0,-1-5 9 0,-1-4-17 15,0 0-2-15,1 3-6 0,-1-1-12 0,2 6 14 16,2 1-9-16,-2-2 8 0,0 3-22 0,2 1 11 16,-2-2-8-16,1 0 7 0,-1 1-7 0,0 1-5 15,0 0 12-15,0 0-10 0,0 0 11 0,0 0-8 16,1 0-6-16,-1 1 2 0,0-1-2 0,0 0 0 16,0 0 0-16,0 0-1 0,0 0-5 0,1 2 6 15,-1 0 2-15,0 2 0 0,0 0-1 0,0 2-7 16,0 3 0-16,-3 12-2 0,-1-1-4 0,2 1 2 0,1-1-3 15,-1 5 3-15,0-1 1 0,2 2-2 0,1-2-1 16,-1 3-2-16,2-3-6 0,-2 0 12 0,2 0-1 16,-2 3 4-16,0-1-6 0,2 0-3 0,-2 0 2 15,0 0-1-15,1-2 6 0,-1 1-3 0,0-1 2 0,0 0-4 16,0 2-3-16,0 0 0 0,0 6-25 0,2 0 1 16,2 5-164-16</inkml:trace>
  <inkml:trace contextRef="#ctx0" brushRef="#br0" timeOffset="103263.83">18493 11778 161 0,'-2'0'0'0,"1"-1"11"0,-1-1 93 0,0 0-44 15,0 0-6-15,0 2-59 0,-2 0-5 0,1 0 0 0,-1 0-3 16,0 0 3-16,1 0-4 0,-1 0 20 0,0 0 0 15,-3 0 7-15,-3 0-3 0,3 0 23 0,0-2-1 0,-1 0 9 16,1 0 13-16,-1 1-16 0,6 1 6 16,-1 0-11-16,-3-2-11 0,1 0-7 0,-3 0 0 0,4 2-1 15,-1-2-7-15,1 2 2 0,0 0-6 0,-3-2 5 16,0 0-12-16,1 2 9 0,0 0-5 0,-3 0 8 16,5 0 3-16,-3 0 19 0,3 0-1 0,2 0 6 15,-1 0 7-15,-1 0-13 0,0 0 1 0,2 0-9 16,1 2-17-16,-1 0 8 0,0 0-2 0,0 0 5 0,2 0-6 15,0 0 6-15,0-1-5 0,2 1 5 0,0-2-6 16,20 13 8-16,0-2 0 0,-1-3 0 0,1-1-7 16,2-1 7-16,0-3-1 0,0 1 4 0,4-2 0 0,-4 0 8 15,2-2-4-15,-1 0 5 0,1 0-11 0,-2 0-2 16,2 0-4-16,5 0 1 0,-3-2-9 0,2 0 1 16,3 2-1-16,-3 0 0 0,0 0 4 0,-1 0-8 15,-3 0 1-15,-3 0-3 0,-5 0 10 0,-3 2-10 16,0 0 8-16,-2-2-8 0,4 2 7 0,-6-2-9 15,2 2-2-15,-6-2-4 0,-3 0-11 0,0 0-28 16,-1 0-3-16,1 0-11 0,0 0-35 0,-1 0-50 0,1 0-32 16</inkml:trace>
  <inkml:trace contextRef="#ctx0" brushRef="#br0" timeOffset="-142377.29">22292 11168 79 0,'0'0'0'0,"0"-2"10"16,2 0 105-16,-2-2-24 0,9-16 7 0,4-6-40 0,-2 5-9 16,-1 5 8-16,1-3-5 0,-4 6 5 0,3-2-25 15,-3 4-3-15,-1 2-1 0,-3 1 0 0,1 3-5 0,0-3 9 16,-2 5 0-16,-2 1 5 0,1-2 13 0,-1 2-11 16,2-2-2-16,0 1-3 0,0-1-9 0,0 0-16 15,0 2 0-15,0 1-6 0,-1-1-8 0,1 0 0 16,0 2 1-16,-2 0 1 0,0 2 11 0,0 1-5 15,-2 27 2-15,-3 9-3 0,-5 9 9 0,-1 3-11 16,0-1 7-16,-2 7-8 0,0-3 6 0,0-2 0 16,0 0-5-16,0-6 2 0,0-1-2 0,2-6 11 0,0-6 3 15,2-1 0-15,-1-2-2 0,3-4 2 0,-2 0-3 16,1-6 2-16,1 1-1 0,1-3-6 0,2-3 6 16,1-4-6-16,-1-2 6 0,2-3 1 0,2-4-1 15,0 2 4-15,-2-1 18 0,0 1 2 0,1 0 2 16,-1-2-2-16,2-1-8 0,0 1-6 0,0-2-4 0,0 0 1 15,0-2-10-15,0-5-4 0,0-21 1 0,0-3-3 16,2-1 2-16,3-5-4 0,3 0 0 0,5-4-1 16,1 0 6-16,5-4-8 0,-2 1 2 0,3-4-4 15,1-4 0-15,-1 1 3 0,0-2-4 0,-1 4 4 16,0 1 0-16,-3 4-1 0,-1 6 2 0,-2 5-1 0,-2 5 2 16,-3 8 3-16,-1-1 1 0,-3 8 1 0,-1 2 8 15,-1 6-12-15,-2 3 4 0,0 0-6 0,2-2-15 16,0 0 1-16,0 3-1 0,0-1 3 0,0 2 10 0,-1 0 2 15,1 2-3-15,0 1 2 0,15 29 0 0,-4 7-1 16,-4 2 1-16,0 0 0 0,-1-2 6 0,-3-2-5 16,3-2 5-16,-3 0-5 0,3 0-5 0,-1-1 6 15,1 1-3-15,1-5 3 0,2 1-1 0,0 1 3 16,0 0-3-16,-1-1 4 0,-1 1-2 0,-2 1 0 16,3-1 2-16,-1-3-3 0,0 1-3 0,2 2 2 15,-1-3 0-15,-3-3 1 0,1 0-1 0,-5-5 1 16,1-1 3-16,0 1 0 0,-1-3 3 0,1-3-4 0,-2-6-3 15,-2-1 0-15,0-3 2 0,0 1-8 0,0-1-1 16,0-1-6-16,0 0-28 0,2 0-52 0,0-1-20 16,0 1-18-16,-2 0-131 0</inkml:trace>
  <inkml:trace contextRef="#ctx0" brushRef="#br0" timeOffset="-142124.47">22346 11782 1153 0,'0'-2'60'0,"0"0"-1"0,-2 1-17 16,0-1-6-16,2 0-23 0,0-2-13 0,0 0 0 16,0 3-3-16,0-1 0 0,2 0-6 0,0 0 6 15,2 0 4-15,1 0-1 0,19-5 0 0,1 1-2 16,2 3-2-16,3 3 1 0,0 0 2 0,1 0-16 15,-1 1 4-15,2-1-10 0,1 0-19 0,-3 0-6 16,1 0-9-16,-3 0 3 0,0 0-24 0,2 0-34 16,-1-3-23-16</inkml:trace>
  <inkml:trace contextRef="#ctx0" brushRef="#br0" timeOffset="-141751.83">23215 11320 637 0,'0'0'23'0,"0"0"37"16,0 0-22-16,0 0 16 0,0 0 6 0,0 0 3 16,0 0 15-16,-2 0-5 0,0 0-3 0,0 0 0 15,0 0-14-15,1 0-21 0,-1 0-1 0,0 0-7 16,0 0-10-16,0 0-14 0,0 0 0 0,-1 0-5 0,-1 0-4 16,2 0 7-16,-2 2-4 0,2-1 4 0,1 1-8 15,-1 2-1-15,0 2 0 0,-4 8-1 0,3 7-1 16,1 1 6-16,2 2-1 0,0 6 3 0,3 0 5 0,3 5-6 15,1 2 3-15,3 4-5 0,-1 4 8 0,2 5-9 16,-2 2 3-16,1 3-6 0,-3 3 14 0,1-2-6 16,-3-1 2-16,-1-5-2 0,1 1 7 0,-1-7-3 15,-2-3 0-15,0-8-2 0,0-3-1 0,0-6 4 16,-1-3-2-16,-1-5 4 0,0-3-2 0,0-1 7 16,0-3 2-16,0-2 1 0,0 1-1 0,0-1 3 15,0-1-1-15,0 1 2 0,-1 1-3 0,-3 1 5 16,-2-2-4-16,4 1 4 0,-16-3-10 0,3 1-9 0,-2-4 1 15,-1 1-2-15,3-1 4 0,2 8-13 0,-4-1 2 16,4-4-10-16,0-1-31 0,0-2-137 0,0-2-37 16,4 0-38-16,5 0-161 0</inkml:trace>
  <inkml:trace contextRef="#ctx0" brushRef="#br0" timeOffset="-141509.25">22929 11932 1261 0,'0'-1'59'16,"0"-1"-68"-16,0 0 59 0,0 0-29 0,0 0-16 15,0 0-9-15,0 0 7 0,0 1-6 0,0-1 16 16,2 0-4-16,0 0 0 0,1 0-2 0,9-5-7 0,12-4 6 16,-2 3-2-16,6-1 4 0,2 1-4 0,-3 1-1 15,3 1-6-15,2 1 2 0,-1-1-22 0,-1 1-2 16,-2-1-9-16,-2 1 3 0,2-3-14 0,-2 1 5 15,1-3 5-15,5-1-3 0,1-3-3 0,-3-3-8 16,2 0-9-16,-1-1 1 0,-1 14-27 0,3-18-75 16,-3-1-70-16</inkml:trace>
  <inkml:trace contextRef="#ctx0" brushRef="#br0" timeOffset="-141241.45">23987 11483 1462 0,'0'-2'4'0,"0"0"15"16,-2-1-57-16,2-1-10 0,0 0 0 0,2 1 2 0,0 1 24 16,2 0 1-16,13-7-1 0,10-3-1 0,1 7-8 15,-2 3 5-15,2 0-1 0,6 0 2 0,-3 2-3 16,6 0 3-16,-9-2-2 0,-4 2 2 0,0 0-8 0,-7 0-44 15,4-1-11-15,-16 1-17 0,3 0-93 0</inkml:trace>
  <inkml:trace contextRef="#ctx0" brushRef="#br0" timeOffset="-141068.28">23863 11699 592 0,'0'0'69'0,"0"0"-39"0,0 0 68 16,0 0-19-16,0 0-31 0,0 1-5 0,0 1 2 15,0 0-3-15,2 0-11 0,0 2 1 0,-1-1 0 16,1-3 1-16,21 15-10 0,1-4-13 0,5-3-3 16,5-4-3-16,3-4-6 0,2-2-23 0,7-8-11 0,10-4-5 15,0-3-45-15,13-9-63 0,-1-4-105 0</inkml:trace>
  <inkml:trace contextRef="#ctx0" brushRef="#br0" timeOffset="-140537.99">25753 10557 675 0,'0'-2'317'0,"0"0"-435"16,0-2 384-16,0-9-213 0,0 0-6 0,0 6-17 15,0-1-4-15,0 7-4 0,0-1-22 0,0-2-25 16,0 0 3-16,0 2-9 0,0 1 12 0,0 1 18 15,-2 1 1-15,0 5 4 0,-20 33 9 0,13 7-15 16,-23 6 6-16,-3 8-7 0,-2 5 7 0,3 3-2 16,-3 7-2-16,2-5 0 0,2-3 0 0,8-6 5 0,1-14-1 15,6-5 0-15,5-3-10 0,2-13 10 0,3-3 0 16,1-7 7-16,-1-6 7 0,5-1-11 0,-1 0 4 16,2-5-6-16,-2 2 9 0,1-3 16 0,1 1 1 15,0 0 5-15,0-2 8 0,0-1-28 0,0 1-1 16,0 0-10-16,2-2-15 0,0-2-7 0,0-1-1 0,10-23 0 15,5-15 9-15,5-8-7 0,2-6 0 0,2-3-3 16,2-5-7-16,0-2 12 0,-1 2-3 0,-1 0 6 16,0 3 5-16,0 8 6 0,0 4 1 0,-2 4 0 15,-3 5 1-15,-2 7 11 0,1 0-2 0,-5 8 4 0,-2 4-9 16,-3 5-3-16,-5 8 4 0,-3 5-4 0,2-2-1 16,6-1-9-16,1-1 2 0,-7 6-3 0,7-2 9 15,2 2 4-15,-3 0-3 0,5 8 3 0,-6-7 0 16,-1 31-1-16,1-1 1 0,-1 7-2 0,-3 1 6 0,5 1-6 15,-4 3 8-15,-1-2-7 0,3 0 2 0,1-4 3 16,-1-2-4-16,-1 1 5 0,1-5-3 0,1 1 7 16,1-3-5-16,3 1 4 0,0 0-15 0,-2-8 3 15,1 0-2-15,-3-3 2 0,1 0 3 0,-1 1-3 16,-1-5-1-16,3 0-4 0,-4-1-18 0,-3-4-19 16,6 1-9-16,-5-6-9 0,1 1-77 0,-2-2-96 15,-2-2-28-15</inkml:trace>
  <inkml:trace contextRef="#ctx0" brushRef="#br0" timeOffset="-140142.53">25571 11039 1043 0,'0'-1'9'0,"0"-1"3"0,0 0-39 0,0 0 7 0,0 0-17 15,2 0 26-15,0 0 12 0,0 1-3 0,1-1 5 16,14-2-9-16,5 0 12 0,2 1-6 0,8-1 7 15,1-2-16-15,3 1 13 0,3-3-6 0,-4 1 9 0,-3-2-5 16,-1-1-3-16,-3 3 7 0,-8 1-6 0,3 1 6 16,-7 1-9-16,-1 2 1 0,0 0-4 0,-4 0 2 15,-5 2-3-15,1 0-1 0,-3 0 2 0,2 2 6 0,-3 0 1 16,-1 22 5-16,19 12-1 0,-8 3 11 0,-6 3-9 16,-3-3 0-16,-4-3-3 0,0-5 1 0,2-3-4 15,-1-2-2-15,3-9 1 0,2-1 1 0,-3-6 19 16,3-1 2-16,-2-4 4 0,7-1 1 0,7-2-5 15,1 11 1-15,3-2-1 0,-1-5 14 0,-1-4 15 16,4-2-1-16,-1-4 4 0,-3-4-5 0,-3 1-4 16,-1-2 2-16,-1 7-2 0,-2-19 10 0,-2-3-1 0,-1 6 1 15,-5-1-3-15,8 1-11 0,-2-5-13 0,-3-3-4 16,-6 0-2-16,-2-1-10 0,-2 4-11 0,-2 3 2 0,-3 1-5 16,-3-1-13-16,-3-1-32 0,6 1-8 0,-21 5-8 15,-2 4-36-15,1 5-15 0,-7 1 5 0,-4-16-7 16,-9 12 23-16,-8 11-57 0,-3 9-2 0,1 6-30 15,-2 5-120-15</inkml:trace>
  <inkml:trace contextRef="#ctx0" brushRef="#br0" timeOffset="-139826.6">24840 11765 502 0,'0'0'192'0,"-2"0"32"0,0-1-72 16,-2-1-69-16,-9-6-33 0,0 1-7 0,6 3-27 16,1 0 2-16,2 3-14 0,3 1-27 0,-3-2-34 15,0 0 15-15,2 0-16 0,0 0 44 0,2 2 8 16,0 0 3-16,2 0 3 0,8 2 17 0,29 4 2 16,13-3 1-16,11-1 0 0,7 0 0 0,17-4-1 0,4-2 5 15,8-3-4-15,-1-2 4 0,3-1 6 0,4-1 0 16,7-2 4-16,7 2-2 0,-2-2 2 0,-2 0 1 15,-9 0 2-15,-6 0 2 0,2 0-3 0,-2 0-7 16,-3 2 5-16,5 0-9 0,-13 0-2 0,-2 0-3 16,-5 1-1-16,-15 3-12 0,-6 1 2 0,-7 3-5 0,-10-1 3 15,-3 2 0-15,-13 0-7 0,-6 2 1 0,-10 0-5 16,-9 0-22-16,1 0-20 0,0 0-8 0,-1 0-8 16,-1 0-72-16,-2 0-125 0</inkml:trace>
  <inkml:trace contextRef="#ctx0" brushRef="#br0" timeOffset="-139576.56">25073 12235 924 0,'0'0'188'0,"0"0"33"0,0 0-128 15,0-2-67-15,0 2-50 0,0 0-3 0,0 0 19 16,0 2 5-16,0 0 2 0,4 35 4 0,-2 11-6 0,0 6 0 16,-2 7-2-16,0 6 6 0,-2 2-2 0,0 0 0 15,0-6-3-15,2-6-2 0,2-10-5 0,2-10-8 16,0-11 0-16,1-6-29 0,1-7-74 0,-3-3-18 16,1-5-22-16,11 6-81 0</inkml:trace>
  <inkml:trace contextRef="#ctx0" brushRef="#br0" timeOffset="-139341.5">25618 12369 1271 0,'0'-2'39'0,"0"0"109"0,0 0-169 15,0 0 12-15,1 1 4 0,1-1 4 0,4 0 19 0,22-6-8 16,3 5 9-16,1-1-10 0,-3 2-2 0,9 2 1 15,-7 0-7-15,6 0 6 0,4 0 2 0,-6 0-5 16,4 0 8-16,-5 0-6 0,-1-2 3 0,-1 0-9 16,-1-1-7-16,-5-3 1 0,-1 1-9 0,-3-1-11 15,-4 0-6-15,-3 1-5 0,0-3-35 0,-2 3-37 16,-4-1-40-16,1 1-10 0,-5 1-227 0</inkml:trace>
  <inkml:trace contextRef="#ctx0" brushRef="#br0" timeOffset="-139132.3">25972 11951 1254 0,'-2'-2'27'0,"0"2"0"0,1-2-32 0,-1 0 5 0,0 2-23 16,0 0 20-16,0 2 5 0,2 0 9 0,-13 32-2 16,0 5 16-16,2 3-16 0,0 3-2 0,0 3-4 15,1 0-12-15,3 4 9 0,-2 4-11 0,1 0 9 0,3 0-16 16,1-8-11-16,2-6 5 0,0-8-10 0,2-10-11 15,0-9-42-15,0-6-23 0,0-5-11 0,0 0-102 16</inkml:trace>
  <inkml:trace contextRef="#ctx0" brushRef="#br0" timeOffset="-138720.22">26616 11815 894 0,'0'0'86'0,"0"0"15"0,0-1-54 16,0-1-24-16,0 2-25 0,0 0-3 0,0 0 19 0,0 2-6 16,0 5 11-16,-7 28 2 0,0 4 2 0,-6 8-5 15,0 1 2-15,-2 2-17 0,-2 2 11 0,2-7-4 16,0-4 5-16,0-4-5 0,4-8-2 0,0-3 2 16,4-9-2-16,-3 0 3 0,5-6-2 0,1-4 5 0,0-1-4 15,3-2 10-15,1-2 6 0,-4 1-4 0,0 1 3 16,0-2-11-16,1 0 1 0,-1 0-1 0,0-2 0 15,1 0-8-15,-1-2-24 0,0 0-3 0,4 0-8 16,-13-26-10-16,8-3 0 0,5-7 1 0,1-4-2 16,9-7-4-16,5-4 19 0,3-1-1 0,1-6 9 15,1 5 20-15,-1 3-4 0,1 0 11 0,-1 11-8 16,-1 2 16-16,-3 9 8 0,-4 8-2 0,-3 7 5 0,-1 2 8 16,-3 6-13-16,1-1-7 0,-3 4-1 0,8-3-13 15,6-4-6-15,1 3 7 0,7 5-6 0,-2 3 14 0,4 3-7 16,4 7 4-16,-2 5-4 0,2-14 6 0,-2 33 1 15,-2 5-2-15,-2 5 2 0,-2 5-4 0,-4-1-1 16,-1-2 1-16,-4-3-1 0,0-2 3 0,-4-4-4 16,-1-7 1-16,-3-8-2 0,-1-5 0 0,0-6-2 15,-2 0-3-15,0-2-2 0,5 1-20 0,-3-3-67 16,1 2 0-16,-3-3-31 0,-2-1-91 0</inkml:trace>
  <inkml:trace contextRef="#ctx0" brushRef="#br0" timeOffset="-138247.89">26358 12235 427 0,'0'0'94'16,"2"0"19"-16,0-2-61 0,2 0-34 0,16-5-22 15,17-4 7-15,12 0 6 0,-1 0-3 0,6 1 2 16,3 1-9-16,-3 2 1 0,0-1 8 0,-4 1-2 0,-3-1 11 15,-3 1 37-15,-1 1-12 0,-2-1 20 0,-4-1-19 16,-4 3-22-16,-3-1 7 0,-2 3-13 0,-6-1 0 16,-2 2-2-16,-1 0-8 0,-4 0 6 0,-4 0-3 0,-4 1 5 15,-1 1 10-15,-4 0-4 0,0 0 19 0,1 0 10 16,1 0-3-16,-2 0 6 0,0 0-6 0,0 0-16 16,0 0-4-16,-2 1-4 0,-2 3-12 0,-4 9 4 15,-5 13-4-15,0-4 1 0,-2 1-13 0,0 1 2 16,2-4 3-16,3-3 0 0,-1 2 1 0,5-6-4 15,1 0-2-15,1-2 0 0,2 0 6 0,0-2 5 16,0-1-7-16,2-1 5 0,-1-1-6 0,1-3 7 0,11-1 3 16,13 15-1-16,4-6 3 0,0-7 15 0,-1-4-2 15,1-4 6-15,-2-2-7 0,-6-1 8 0,-1-2-11 16,-8 1 9-16,-6 3-13 0,-3-10 8 0,9-6 2 16,-4-1 1-16,-5-6-2 0,-4 0-13 0,-6-1 1 0,-3-3-7 15,-6 2-11-15,-2 3 1 0,10 1-5 0,-15 1 3 16,-6 1-11-16,2 4-30 0,2 1 1 0,1 4-13 15,5 6-16-15,-1 0-49 0,3 5-16 0,1-7-17 16,2 4-111-16</inkml:trace>
  <inkml:trace contextRef="#ctx0" brushRef="#br0" timeOffset="-137986.8">28024 11645 957 0,'0'0'138'0,"0"-2"35"0,0 0-89 16,0 0-67-16,0 0-18 0,0 0 0 0,0 1-2 16,0-1 1-16,0 0 0 0,0 0 13 0,0 0-10 15,0 0 9-15,0 0-10 0,-2 1 8 0,0 1 2 16,0 0-3-16,0 0 2 0,1 0-6 0,-11 7 12 16,-2 6-5-16,-1 17 6 0,0 3-12 0,2 4 4 15,-2 4-1-15,0 5 1 0,4 3-12 0,-2 5 5 0,2 1-1 16,3 1 3-16,1 0 1 0,1-6-9 0,3-2 5 15,1-3-6-15,0-6 6 0,-20-2 0 0,11-2-4 16,5-3 3-16,4-4 1 0,2-6-18 0,0-4-1 16,0-3-7-16,0 0-11 0,2-4-35 0,0-2-8 0,-2-3-17 15,0 0-100-15</inkml:trace>
  <inkml:trace contextRef="#ctx0" brushRef="#br0" timeOffset="-137559.52">28119 11580 901 0,'0'-2'235'0,"0"0"-332"16,1 0 280-16,-1 0-162 0,8-11-17 0,-4 4 1 16,20 0 1-16,11-2-1 0,4 3 1 0,0 3 0 15,0 1 2-15,-2-18-1 0,-2 10-1 0,-1 7 0 16,-6 5-1-16,-4 2 3 0,-2 5 6 0,-9-1 20 15,0 3-6-15,-6 4 10 0,-5 15-10 0,17 3 9 16,-10 5 4-16,-9 1 2 0,-11 2 4 0,-8-2-8 0,8-5 3 16,-30 1-5-16,-1-5 4 0,-5-6-21 0,1 2-6 15,-2-11-3-15,5 4-11 0,2-8-1 0,11 4 1 16,3-2-5-16,2-5-21 0,9 1-13 0,-1-5-4 0,8 6-1 16,-1-3 2-16,9-5-21 0,-3 2-2 0,0 0-10 15,2 0-27-15,0 0 36 0,2-1 8 0,2 1 13 16,19 2 53-16,23-2 7 0,1-2 1 0,1-2 2 15,-1-2 11-15,1 2-3 0,-3 2 4 0,1 0-4 16,-5 4 6-16,-3 2-1 0,-3 3-6 0,-7 2 2 16,-5-2-12-16,-8-1 14 0,-6-3 6 0,-5-3 4 15,7 11 34-15,-3-2 7 0,-4 1-6 0,-6 2 3 16,-2 5-33-16,-51-2-19 0,-14 5 0 0,-11-3-10 0,-3-1-18 16,-10-1-51-16,4 0-13 0,0 1-13 0,0-1-47 15,13 0-9-15,2-4-17 0,9-4-5 0,2-2-104 0</inkml:trace>
  <inkml:trace contextRef="#ctx0" brushRef="#br0" timeOffset="-136574.92">29192 11119 1259 0,'-2'-2'39'0,"-2"-5"93"16,-11-17-141-16,8 13 3 0,-1 0-5 0,3 3 3 16,1 3-12-16,2-1-6 0,-5 2-1 0,-4 1-2 15,3-3-1-15,-7-3 6 0,-1 1 4 0,-7-1 1 16,-1-2 23-16,-5-6 3 0,-5-3 8 0,-3-3-4 0,-2-3 22 15,-2-1 7-15,-3-3 4 0,3-2-1 0,-6-3-6 16,3 0-10-16,-1-1-2 0,-7-1-1 0,2 2-2 0,-4-2-9 16,-1 2-2-16,-5-3-2 0,3 3-5 0,-7 0-2 15,-1-2-1-15,2 2-1 0,-3 1-6 0,-1 1 3 16,0 3-5-16,0 2 4 0,-4 2-9 0,-1 6 12 16,-4-1-4-16,-6 3 5 0,-5-1-3 0,-2 1 0 15,-2 1-2-15,0-2 0 0,0 4-1 0,-4 1 1 16,-5-1 5-16,-2-2-3 0,-8 2 7 0,-1-2-2 15,-1 3-2-15,1 1 2 0,-2-4 10 0,-6 2-1 16,-2-2 6-16,-5 2-4 0,3-1 1 0,5 3-2 16,-1 2 2-16,-2 1-2 0,-1 5 0 0,-12-1-10 0,0-33 2 15,-3 30-4-15,3 9 4 0,-3 7-3 0,-4 6 3 16,-2 4-2-16,-4 0-1 0,8 1 1 0,-1 5-5 16,-1-1 4-16,4 2 6 0,0 2-4 0,7 2-3 15,5 0 0-15,4 1 0 0,-3 1 2 0,5 0 8 0,4-4-5 16,6-2 5-16,8 2 6 0,1-2-3 0,5 0 4 15,4 2 4-15,-7 2-9 0,7 0 4 0,0 4-5 16,0-3-2-16,6 3 8 0,3-30-9 0,0 35 7 16,4 6-13-16,-2 1 3 0,-1 1 3 0,6 3-1 15,-1 4 0-15,4 4-3 0,7 5 1 0,4 2-2 16,7 6 1-16,11-1-3 0,6 3-1 0,9 0 0 0,4-1-2 16,7-3-12-16,10-2 4 0,-21-4-7 0,17 0 0 15,11 4 5-15,9-1-8 0,12 6 8 0,8 1-4 16,-16 1 2-16,39 2 5 0,11-5-3 0,6 0 4 0,18-6-1 15,10 0-2-15,5-4 0 0,11 1-3 0,-5 1 3 16,11 0 2-16,9 2 0 0,11 1 3 0,13-1-9 16,-1 0 3-16,10 0-5 0,10-5 6 0,6-5 3 15,5-2-3-15,3-9 2 0,6-1 1 0,4-2 12 16,2-7-2-16,6-4 6 0,-1-4-5 0,2-4 6 16,4 0-1-16,6-5 3 0,-1-2 1 0,6-2-6 0,0-5 5 15,8 39-4-15,-6-40 7 0,4-5 4 0,7-9-6 16,-13-4 5-16,-2 0-15 0,2-6 7 0,-5 1 1 15,-6-3 1-15,-4-1-3 0,-6-6 1 0,3-3-8 16,-10-5 5-16,0-3-2 0,-3 34-4 0,-8-47 4 0,-5-8-5 16,-5 1 5-16,-12-6-7 0,-7-2 4 0,-7 4-4 15,-8-4 4-15,-4 2 1 0,-13 0-1 0,-13 0 2 16,-10 0 7-16,-14-3-9 0,-10-1 8 0,-9-4-7 16,-7-5 12-16,-13 4 7 0,-14-4-1 0,-8 4 3 15,-4 2-2-15,-12 3 10 0,25-2-5 0,-23 1 7 16,-16-5 2-16,-11-4-2 0,18-9 5 0,-47-3-6 15,-6-1 0-15,-16 2 0 0,-11 3-3 0,-12 5 4 0,-8 6 0 16,-23 0-12-16,-14 0-1 0,-15 0-3 0,-15-4-3 16,-15 4-10-16,-11 2 2 0,-22 1-5 0,-19 8-6 0,-22 6-12 15,-22 12 2-15,-34 12-5 0,-24 11-6 0,-37 17-26 16,-28-36-1-16,-39 61-11 0,-35 31-25 0,-58-7-43 16,-37 87-3-16,-53 38-25 0,-40 31-126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5:54:58.6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2579 2788 256 0,'0'0'-76'16,"0"0"34"-16,0 0-18 0,0-2 1 0,0 0 59 15,-2 1 4-15,1-1 10 0,-1 0 2 0,0-2 5 16,-2 0 27-16,2 4 0 0,-9-3 10 0,-2-5-8 15,0 1 1-15,0-1-8 0,0 1-5 0,0 1 1 0,0 1-11 16,0 1 5-16,-2 0-4 0,2 3 4 0,-2-3-10 16,-1 0 11-16,1 0 1 0,0 1 4 0,0-1 6 0,0 0-13 15,0-1 6-15,-3 1-8 0,1-2-1 0,4 3 9 16,-2-3-8-16,2 1 10 0,2 1 2 0,-4-2-9 16,0 4 3-16,4-1-7 0,0-1-12 0,2 2-7 15,1 0 0-15,5 0-1 0,-1 1 3 0,-5-7-6 16,3 4 6-16,-5-3-6 0,7 5 0 0,1 0 8 15,-3 0-12-15,4 2 11 0,-1-1-5 0,-1-1-3 16,0 0 5-16,0 0-5 0,3 0 1 0,-1 0 0 16,0 0 0-16,0 1 0 0,0-1-2 0,0 0 3 0,0 2 0 15,2 0 0-15,0 0-7 0,0 0 6 0,2 0-6 16,0 0 5-16,0 0-10 0,26-2 7 0,1 0-5 16,3 0 6-16,0 0-3 0,-1 1-7 0,1-1 7 0,-1 0-5 15,3 0 5-15,1 0 0 0,2 0-1 0,2 2 1 16,4 0 1-16,3-2-1 0,1 2 5 0,5 0-5 15,2-1 2-15,1-1 0 0,6 2-3 0,-1 0 1 16,-3 0-5-16,-1-2 5 0,-4 2-4 0,-2 0 4 16,0-2 0-16,-1-2 0 0,1 1-3 0,2-1 2 15,2 0 1-15,1 0 3 0,3 1 1 0,1-1-2 0,-1 0 3 16,1 2-3-16,-1-1 0 0,-2 1-2 0,-4 2-4 16,-8 0 4-16,4 0-1 0,-3 0 2 0,0 0-4 15,-5 0 5-15,-1 0-3 0,-2 0 2 0,-1 0 2 0,-3 0-10 16,-1 0 8-16,-10 0-8 0,0 0 17 0,-1 0-10 15,-10 0 2-15,0 0-3 0,-7 0 4 0,-2 0-5 16,1 0 2-16,1 0-6 0,0 0 5 0,-1 0 0 16,-1 0-3-16,0 0 2 0,0 0-7 0,0 0 6 15,-2 2-2-15,-2 0 0 0,-2-1-4 0,-16 7 9 16,-12 1 0-16,3 0 2 0,-1 1-4 0,0-1 4 16,-3 2-1-16,-4 2 3 0,-1-2 0 0,0 0-4 15,-3 1 1-15,0-1-1 0,-6 0-1 0,-3 0 3 0,-5 0-2 16,-1 0 5-16,0-1 1 0,-1-1-1 0,3-2-1 15,-2 3 0-15,2-1-3 0,0-2 5 0,2 3-6 16,4-3 4-16,-4-1-8 0,4-1 8 0,-4 1 1 16,-2-1 1-16,2-1-14 0,-2 0 8 0,-2-1 3 0,3-1 3 15,1 2 4-15,-4 0-9 0,6-2 1 0,0-1-2 16,1-1 1-16,5 0 4 0,-1 2-8 0,4 0 5 16,1 2-5-16,1 0 1 0,1-3 2 0,-4 1 0 15,5 0 1-15,-2 0 3 0,1-2-2 0,9 2 2 16,-1-2-2-16,2 2-1 0,10-2 2 0,-8 0-2 15,9 0 6-15,6 0-4 0,0 0 0 0,7 0-3 0,0 0-3 16,1 2 0-16,-1-1 2 0,0 1-2 0,0 0 9 16,3 0-4-16,-1 0 2 0,2 0-4 0,2 1-1 0,-2-1 8 15,7 8-3-15,28-3 7 0,4-1 2 0,9-1-6 16,1 19 2-16,5-9-3 0,1-6-4 0,5-3-3 16,3-2 3-16,7-1-2 0,5-1 6 0,5 0-5 15,5-2-1-15,6 0-2 0,0-2 1 0,-2-3 4 16,-2-1 1-16,-7 0 0 0,11 1-1 0,6-1-5 15,3-5 4-15,8 2-3 0,-6 0 1 0,-4-4 2 16,1 3-3-16,-10 5 2 0,2-4-1 0,3 3 4 16,-3 0-2-16,2-3 3 0,-2 4-2 0,-11-1-3 0,-2 2 2 15,-9 1-3-15,-8-1 2 0,-2 2 1 0,-1 2-2 16,-4 0 0-16,-2 0-3 0,-8 0 3 0,-5 0 2 16,-5 0 1-16,-8 0 1 0,-6 0-4 0,-5 0 1 15,-4 0-1-15,-2 0 5 0,-1 0 7 0,-1 0 1 16,-3 0 3-16,0 0 4 0,-1 0-17 0,-1-2 4 0,0 0-7 15,-2 0-2-15,-2-1 5 0,0-1-5 0,-18-9 5 16,-21-2-7-16,-5 4 4 0,-6 0 0 0,-2 2 2 16,0-1-12-16,-7 5 9 0,-4-1-5 0,-6 4 6 15,-10 0-6-15,-9 1-7 0,-8-1 4 0,-4-34-4 16,0 23 17-16,3 8-10 0,1 5 7 0,-4 0-6 0,-2 0 13 16,-6 2-9-16,1 0-1 0,3 1-3 0,6 1 1 15,7 0 4-15,2-1 1 0,0 3 1 0,0 0-1 0,-2-3-3 16,4 3 1-16,9-1-1 0,2-1 7 0,13 0-4 15,2 1 0-15,9-3-1 0,6 2-2 0,7 0-1 16,4-2 3-16,9-1-1 0,2-1 6 0,9 0-5 16,4 0 0-16,8 0-1 0,-1 0 6 0,2 0-11 15,1 0 4-15,1 0-8 0,0 0 8 0,2 0 11 16,2 2 0-16,2 0 4 0,35 4 0 0,13-3-5 16,11-1-3-16,15 0-2 0,7-2-5 0,12-2 13 15,8 0-2-15,1-5 6 0,2-2-11 0,0 1 3 16,1-1 2-16,8 2 0 0,11-1-6 0,6-5 2 0,-2 2-3 15,-4-2 3-15,-2-2-1 0,6 2 2 0,4-4-1 16,-5 3 2-16,-2-3 0 0,-16 2-5 0,-9 2 0 16,-4 0-2-16,-2 0-6 0,-10 4-6 0,-7 1-13 0,-14 5-6 15,-13 1-119-15</inkml:trace>
  <inkml:trace contextRef="#ctx0" brushRef="#br0" timeOffset="6267.22">13991 9235 788 0,'0'0'37'0,"0"0"-9"16,0 0 20-16,0 0-2 0,0 0-27 0,0 0-11 15,0 0-7-15,0 0 3 0,0 0-2 0,2 0 0 0,-1 2 4 16,1-1-8-16,2 3 4 0,3 0-9 0,5 12 9 16,-3 5-3-16,-4-3 4 0,3 1-3 0,-4 0 0 15,3 3 8-15,-5-4-5 0,2 1 6 0,-1 1 1 16,7-8 1-16,-1 2 1 0,-2 1 11 0,-3-5 1 16,3 8-2-16,-3-7 0 0,0 2-9 0,0 0 10 15,-3-5-6-15,1 5 7 0,0-4-5 0,0-3 3 16,0-1 0-16,-2-1-1 0,2 1-10 0,3 3-3 15,5-4-3-15,8-3 0 0,6 16-3 0,10-6-2 0,5-7 4 16,9-8-3-16,8-12 3 0,3-9-7 0,-1 14-3 16,7-35-2-16,1-4-10 0,9-6-6 0,6-2 0 15,16-1-3-15,7 0-15 0,9-1-30 0,2 5-8 16,-9-3-19-16,-2 2-151 0</inkml:trace>
  <inkml:trace contextRef="#ctx0" brushRef="#br0" timeOffset="7788.32">16321 16181 430 0,'0'0'0'0,"0"0"16"0,0 0 141 0,0 0-64 0,0 0 7 15,0 0-81-15,0 0 3 0,0 0 0 0,0 2 4 16,0-1-2-16,2 1 2 0,0 0-6 0,-1 0-2 16,1 0 2-16,0 2-1 0,0-1-12 0,2 3 1 15,1 3-3-15,1 0 4 0,-1 3 0 0,-1-1-3 0,2 3 1 16,-3-1-7-16,1 2 6 0,-2-2-3 0,0 0 5 16,0-2-8-16,-2-1 6 0,0-3 2 0,0-1 0 15,0-3-1-15,0-1 9 0,0 0-7 0,0 0 7 16,0 0-13-16,0 0 11 0,0 0 2 0,2 1 1 15,-1 1-12-15,1 0 6 0,2-2-11 0,2-1 10 16,16 7-5-16,8-6 13 0,3-4 3 0,6-7 0 0,11-8 1 16,10-9-18-16,10 17 6 0,8-38-10 0,4-3 6 15,5-15-20-15,2-4-4 0,21-7-7 0,10-5-19 0,18-1-11 16,3 2-39-16,-4 0-6 0,8 4-275 0</inkml:trace>
  <inkml:trace contextRef="#ctx0" brushRef="#br0" timeOffset="11908.33">12672 8943 273 0,'0'0'0'0,"0"-2"12"0,0 0 21 16,0 1 17-16,0-1 4 0,0 0-5 0,-1 0-16 0,-1 0-14 16,0 0 0-16,0-1-3 0,0 1 0 0,0-2 8 15,0 0 0-15,1 1 3 0,-1-1 1 0,0 0 6 16,0 0-5-16,0 1 5 0,0-1-5 0,0 0 0 16,-1 1 4-16,-1-1-3 0,0 0 2 0,1 0-16 15,1 4 1-15,-4-3-5 0,-3-3-5 0,1 1-2 0,-1-1-1 16,-2 0 0-16,0 3 0 0,2 1-3 0,-4 0-1 15,1 2 0-15,-1 0 7 0,2 0-3 0,0 2 0 16,-2 2-1-16,6-3 1 0,-1 3-1 0,3-2 0 16,-1 2-3-16,2-2-5 0,3-2-5 0,1 1 3 0,-6 7-4 15,0-1-2-15,3-1 11 0,1-2-3 0,0 1 6 16,2 1 15-16,0-3-12 0,0 3 3 0,0 0-6 16,0-3-3-16,2 1 12 0,0 0-7 0,0-2 9 15,12-1-10-15,3 11 3 0,0-3-3 0,0-2 1 16,3-1-7-16,-5-4 10 0,3 0 0 0,3-2 4 15,-6 0 1-15,3-4-5 0,-3 0 5 0,-2 0-4 0,-4 1 12 16,3-3-9-16,-3 1 4 0,-5-1-5 0,-3-9 0 16,11-2-5-16,-3 1 1 0,-4 1-1 0,-1 0 4 15,-2-2 5-15,-2 1 1 0,-2 1 2 0,-3-4 3 0,-1 4 1 16,0 2 1-16,1 4 0 0,3 0 1 0,-15 1-11 16,-1 3 3-16,3 3-5 0,2-7 1 0,-2 1-6 15,0 3-1-15,0-1-2 0,-1 2-2 0,-1 2 2 16,0 2-1-16,0 2 1 0,1 4 0 0,1 1-6 15,-2-5 5-15,2 20-4 0,2-3 7 0,-2 0-1 16,2 1-4-16,0-1 2 0,2-1-4 0,4-3 5 16,1 2 2-16,-1-2 0 0,3-1-8 0,-7 1 7 0,4-2-3 15,1 0 6-15,2 0-7 0,2 0-12 0,2 0 5 16,0-2-6-16,2 2 13 0,2-3-3 0,0-3 3 16,1 1-2-16,8-5 8 0,8-1-4 0,-1 0 5 15,2 13-3-15,1-4 7 0,-3-5-1 0,2-3-6 16,1-1 5-16,-3-2-4 0,4-2-4 0,2-1 6 0,-3-3-5 15,-1-1 4-15,-4-1 6 0,1 1-10 0,-2-3 8 16,1 1-12-16,-5 0 7 0,-3 1 3 0,-1-1 1 16,-7-8 11-16,3 1-13 0,-3-1 6 0,11-2-8 15,-4-1 5-15,-3 3 2 0,-4-5-1 0,-2 3 2 16,-4 1-2-16,-3-4-3 0,-1 7 5 0,-1 0-3 0,7-2 11 16,-13 4-6-16,-3 6-4 0,-1-3 1 0,1 5-5 15,-5-10 5-15,5 6-1 0,-1 1 2 0,-3 5-10 16,1 3 3-16,1 1-4 0,0 5 4 0,-1 5-10 15,1-9 9-15,1 24-3 0,2 0 5 0,3 4-6 0,2-6-1 16,1 2-1-16,4-4 1 0,1-1-2 0,4-1 4 16,1-1-1-16,-11-3 1 0,3-1-6 0,4 0-1 15,1-2 1-15,4-2-2 0,0 2-4 0,0-4-1 16,2 1 1-16,1-1 1 0,1-2 6 0,0-1 1 16,13 0-2-16,3-3 3 0,2-1 2 0,2 15-2 15,1-6-2-15,1-5 2 0,-2-5 3 0,4-1 1 0,-6-1 6 16,-2-3-4-16,1-4 8 0,-6 3-1 0,1-4-1 15,3-3 2-15,-8 5 2 0,-4 1 7 0,-3-1 0 16,5-6 4-16,1-2 9 0,-5 0-4 0,-1 0 2 16,-4 1-5-16,-2-1-2 0,-2 2-9 0,-1 0 3 0,-4 0-6 15,3 5-5-15,-16 3-7 0,-1 3-4 0,5-11-2 16,-6 2-23-16,-2 5-25 0,0 6-6 0,-6 6-11 16,-1 9-72-16,-3-10-154 0,-3 34-36 0</inkml:trace>
  <inkml:trace contextRef="#ctx0" brushRef="#br0" timeOffset="13452.2">11480 12358 256 0,'-1'0'72'0,"-1"0"146"16,0-2-174-16,0 0-7 0,-2 0-4 0,1 0-3 15,-1 2-19-15,-4-2 0 0,-3-1 7 0,0-1-3 16,2 0 7-16,-2 1-6 0,7 3 2 0,-2-2-2 16,-1 0 9-16,0 0-9 0,-3 0-5 0,5 0 0 15,-3 0-7-15,1 1 7 0,5 1 5 0,-4 0-1 16,1 0-4-16,-1 0 8 0,1 0-2 0,-3 0 7 0,-1 0 10 15,3 0-9-15,-3 0 0 0,4 0-3 16,-5 1-7-16,-1 3-6 0,7-2-3 0,-7 4 0 0,4-3-4 16,1 1 0-16,-5 2 2 0,6 5-2 0,3 4-7 0,-2-4 5 15,2 2-3-15,-7 0 3 0,1 0-1 0,3 0 2 16,1 0 1-16,0 3 3 0,1 1-5 0,1 0 7 16,2-1-7-16,0-1 6 0,2 0-5 0,0 2 2 15,1 0-1-15,1-3 2 0,0 1-2 0,1-2 6 16,-1-3 2-16,2 1 1 0,-3-4 0 0,3 2 0 15,-1-1-1-15,-5-6 3 0,4 3 6 0,5 3 0 16,4-1 4-16,0-1-2 0,0-3 0 0,2-1 9 16,-2-2-3-16,-2 0 5 0,4-3-6 0,0-3-2 0,-4-1-9 15,0-1 5-15,2 1-12 0,-1-8-4 0,-1-4 4 16,-2 6-4-16,-3 0 0 0,-3-2 5 0,1 6-7 16,0-2 6-16,5-2-1 0,-3 4-1 0,-1-2 1 0,-1 1-3 15,-2 1-2-15,0-2 2 0,-2 2 3 0,0-3-2 16,0 1 7-16,-2 0 0 0,-2 0-3 0,-2 2 1 15,1-1-10-15,1 3 9 0,-18 0 0 0,3 3 3 16,4-2-8-16,-5 5-4 0,7-1 3 0,-2-9-2 16,0 1 5-16,-3 3-3 0,1 1-1 0,2 4 0 15,-5 2-6-15,7 0 4 0,0 0-4 0,2 2 4 16,-1 2-3-16,1 2-3 0,4-3 2 0,1 1-2 0,4 3 3 16,-7 6 0-16,2-1 1 0,-1 0-1 0,3 3-3 15,1 0 3-15,2 0-1 0,2-2 2 0,0 0 2 16,0-2-3-16,2 4 3 0,0-6-3 0,3 2-1 0,3 1-1 15,-3-5-1-15,18 2 1 0,3-1-5 0,-6-6 5 16,4-1-6-16,4 1 5 0,-2 13-6 0,0-6 2 16,4-5 6-16,-6-4-3 0,2-4 8 0,2-1-1 15,-6-3-4-15,0-1 4 0,-3 0 7 0,0-4-2 16,-3 11 3-16,-1-17-4 0,-2 3 2 0,-4-3 3 16,-1 2 1-16,-1-3 0 0,-3 1-3 0,-2 1 4 15,9 1-6-15,-2 1 4 0,-3-1-11 0,-2 2 17 0,-3-2-4 16,-1 2 7-16,-1 1-16 0,-3-1 4 15,-2 2-3-15,1 3 4 0,-3-1 4 0,6 2-3 0,-14 2 3 16,-3-1-3-16,1 4-2 0,-3 3-8 0,1-14 3 16,-1 5-3-16,-1 3 11 0,-2 3-9 0,0 2 1 0,-4 2-5 15,4 2 2-15,0 4 0 0,1 1 1 0,1 4-1 16,3 1-2-16,-3-7 4 0,2 17-1 0,5 3 4 16,0 1-1-16,2-2-2 0,4 2-3 0,-1-4 0 15,3 0 3-15,5-3-5 0,0 1 6 0,-9-3-4 16,2 3 3-16,3-1-3 0,4-2-2 0,2-1 0 15,2 1 5-15,4-2-8 0,-1-2 2 0,3-2-3 0,1-5 3 16,10 1 5-16,-3-3-2 0,9-1 3 0,-1-1-3 16,2 13-1-16,3-4 1 0,-1-5-1 0,-7-6 7 15,5 0-2-15,-4-4-1 0,-2-3-2 0,3-4 1 0,-8 1 3 16,1 8 3-16,-5-18-1 0,2 1-1 0,-3-1-3 16,-3 1 0-16,-3-1-1 0,0 0 7 0,10-3 1 15,-2 1-4-15,-5 0 1 0,-3 1-4 0,-2 1 3 16,-2 1 5-16,-2 1-2 0,-2 1 8 0,-2 2-4 15,1 4 3-15,-3 2-4 0,-5 0-3 0,-7 5-1 16,-6 0-2-16,0-13 2 0,2 8 1 0,-2 4-6 16,0 5-1-16,4 1-2 0,1 5 6 0,3 1-8 15,-5 6 0-15,7-9-4 0,3 20 11 0,3 2-3 0,-6 0 0 16,6-5-3-16,3 1 3 0,3-5 0 0,4-4 2 16,0 0-2-16,2-4 3 0,2 2-7 0,-1-2 5 15,3-1-5-15,5-3 5 0,13-3-12 0,8 17-2 0,-2-8-3 16,5-6-13-16,0-5-10 0,0-3-1 0,6-7-5 15,-2-6-24-15,10 10-282 0</inkml:trace>
  <inkml:trace contextRef="#ctx0" brushRef="#br0" timeOffset="13964">12598 8971 1010 0,'0'0'70'0,"-2"-2"16"0,0 0-37 16,-1 0-33-16,-1 1-8 0,0-1 0 0,2 2-33 16,1 0 4-16,-3-2-15 0,0 0 2 0,2 0-7 15,0 0-10-15,1 0-3 0,-1 2-64 0,0 0-114 16</inkml:trace>
  <inkml:trace contextRef="#ctx0" brushRef="#br0" timeOffset="14286.13">11415 12547 956 0,'-1'0'136'0,"-3"0"41"0,-7-2-79 15,-12-5-94-15,12 3 3 0,6 2-22 0,1 2-36 16,2 0 11-16,-2-2-21 0,1 0-1 0,1 1 10 0,0-1-12 16,2 0 6-16,0 0-54 0</inkml:trace>
  <inkml:trace contextRef="#ctx0" brushRef="#br0" timeOffset="14556.97">12624 8746 1005 0,'-2'0'0'0,"0"-2"9"0,1 1-12 0,-1-1-34 16,0 0 15-16,0 2-19 0,0 0 30 0,0 2-16 15,-1 13-16-15,-5 18-7 0,1 4-127 0</inkml:trace>
  <inkml:trace contextRef="#ctx0" brushRef="#br0" timeOffset="14836.4">11492 12406 1355 0,'-2'0'48'0,"-2"0"18"16,-24-4-38-16,0-1-33 0,10 3-4 0,7 0-26 16,7 2-27-16,-2 0-1 0,3 0-4 0,-1 2 18 0,2 0-15 15,0 0-1-15,0 1-14 0,2 1-84 0,0 0 15 16,0-1-19-16,2 1 20 0,0 0-32 0</inkml:trace>
  <inkml:trace contextRef="#ctx0" brushRef="#br0" timeOffset="15070.96">12667 8672 1106 0,'0'-2'131'0,"-4"-35"286"16,-18 4-413-16,11 9-21 0,3 11-20 0,8 11 1 16,-3-2-62-16,1 2 15 0,0 0-51 0,2 0 13 15,2 2-267-15</inkml:trace>
  <inkml:trace contextRef="#ctx0" brushRef="#br0" timeOffset="15257.89">11371 12816 1698 0,'-4'-2'5'0,"-14"-5"3"0,1 0-2 0,8 3-34 16,7 4-14-16,-2-2-10 0,0 0-61 0,2 0-13 0,2 0-42 15</inkml:trace>
  <inkml:trace contextRef="#ctx0" brushRef="#br0" timeOffset="31907.9">7977 8956 129 0,'0'0'0'0,"-2"0"4"0,0 0 41 0,0 0-18 16,0 0 1-16,0 0-26 0,1 0-1 0,-1 2 3 0,0 0-2 15,0 0 4-15,0 0 2 0,0-1 6 0,2 1 3 16,0 2 1-16,0 0 10 0,0-2 34 0,0-1 1 15,0 1 14-15,0 0 26 0,0 0-26 0,0 0-5 16,0 0-10-16,0 0-37 0,0-1-7 0,0 1 2 16,0 0-5-16,0 0-5 0,0 0-3 0,0 0 0 0,0 0 0 15,0-2 6-15,0 0-6 0,0 0-2 0,0 0 0 16,0 0 6-16,-2 0-1 0,1 0 3 0,-1-2-4 16,0 0 1-16,0 0-1 0,2-2 5 0,-4-9-5 15,1-5-3-15,-1-1-1 0,2-1-4 0,2-3 3 16,0-3-3-16,0 2-1 0,0 4 5 0,2-4-4 15,0 1-1-15,0 7 4 0,1-7-4 0,1 7 5 0,0-1 1 16,1-2 0-16,1 3-3 0,-1 1 1 0,3-2-9 16,1-1 10-16,0 3-3 0,3-4 5 0,-3 3-9 15,2-1 8-15,-2 2-4 0,-7 2 5 0,17 4-7 0,-4-1-2 16,-1 1 2-16,1 2-1 0,0-1 1 0,-2-1 19 16,0 3-7-16,0 1 10 0,2 1-10 0,-2-1-4 15,2 1-2-15,-4 0 0 0,8 0 4 0,-1 1-12 16,1 1 8-16,1-13-9 0,1 6 10 0,-1 1-4 15,2 3-3-15,2-1 1 0,-5 4 0 0,5 0-1 16,0 1 0-16,2-1 0 0,2 0-1 0,0 0-4 16,0 0 6-16,1 0-3 0,-1 0 8 0,0 1-10 0,0-1 1 15,2 0-3-15,-1 0 12 0,1 0-3 0,2 2-1 16,-6 0-2-16,11 0-3 0,-7 0 4 0,1 2-1 16,1 0 2-16,-8 0-8 0,9 3 8 0,-7-1-1 15,2 2 5-15,0-1-8 0,-6-1 3 0,0 0-5 0,-1-1 5 16,-4 1 0-16,-3-2-2 0,-1 0 7 0,-1 0-6 15,-1-1 11-15,-2-1-13 0,0 0 3 0,-3 0-5 16,-1 0 3-16,-3 0 7 0,2 0-10 0,-2 0 11 16,0 0-6-16,1 2-2 0,1-2-2 0,0 0-5 15,0 0-29-15,-3 0-54 0,1 0-3 0,0 0-31 16,0 0-137-16</inkml:trace>
  <inkml:trace contextRef="#ctx0" brushRef="#br0" timeOffset="32328.05">9198 8121 1288 0,'-1'0'-4'0,"-1"-2"0"0,0 0-1 15,0 0-3-15,0 0 0 0,0 0-32 0,0 0 8 0,1 1 1 16,-1-1 5-16,0 2 12 0,2 0 10 0,0 0-10 15,0 0 11-15,0 0-13 0,0 0 14 0,0 2-2 16,0-1 4-16,0 1 0 0,0 0 7 0,0 0-1 16,0 0 2-16,0 0 9 0,0 0-8 0,0-1 4 0,0 1-6 15,0 0-5-15,2 0 12 0,0 0-3 0,-1 0 5 16,1 0-5-16,0-1-1 0,2 1 3 0,7 4-2 16,4 1-8-16,2 1 1 0,1-1-5 0,-1 1 3 15,1-1 3-15,-3 0-1 0,2 3-4 0,2-1 0 16,-3 0-7-16,1 1 8 0,-4-3 2 0,-2 0 1 15,-2 1-4-15,-3-4 0 0,1 1 3 0,-1 3 1 16,0-1 4-16,-5 0 1 0,1-1-3 0,2 0 2 0,-2-3 3 16,-2-1 21-16,2 2-2 0,0 0 6 0,-1 1-17 15,-1 3 0-15,0-1-2 0,-1 4 2 0,-5 2-6 0,-1 2-8 16,-5 2-2-16,9-2 0 0,-12 5-1 0,2-1-10 16,2 1 0-16,0 2-8 0,3-3-19 0,1 5-14 15,3-2-10-15,0 2-3 0,2 4-60 0,-12-7-117 16,4-5-57-16</inkml:trace>
  <inkml:trace contextRef="#ctx0" brushRef="#br0" timeOffset="32533.03">9295 9363 985 0,'0'0'-20'15,"-2"-2"3"-15,0 0-42 0,0 0-26 0,1 0-4 16,-1 0-138-16</inkml:trace>
  <inkml:trace contextRef="#ctx0" brushRef="#br0" timeOffset="32827.97">9230 9279 254 0,'0'0'84'0,"0"-2"-5"16,-2 0 49-16,0 1-7 0,0-3-11 0,-3-5-39 0,-1-4-23 15,1 2 2-15,-1-2-10 0,1 1-11 0,1 3-17 16,0-2-5-16,2 4-1 0,0-1-5 0,1 3 8 16,1 1-6-16,0-2 6 0,0 1-6 0,0 1-8 15,0 0 12-15,0 2-11 0,0 1 12 0,0-3-3 16,0 0-7-16,0 0 4 0,0 3-2 0,1-1 10 16,1 0 7-16,0 0-2 0,0 2 1 0,0 0-8 15,0 2 3-15,0 0-3 0,-1 3 7 0,5 21 3 16,0 2-6-16,-3 2 4 0,-1 1-10 0,0-1 12 0,0 5-2 15,0-1 4-15,0-6-10 0,-1 1 3 0,-1-10 1 16,2-1 2-16,-2 1 14 0,0-2-12 0,2-2 1 16,0 1-5-16,0-1 6 0,-2-6-12 0,2 8 2 0,-2-9-6 15,2 1 5-15,-1 0-9 0,-1-5 3 0,2 1-5 16,0 3 3-16,-2-4 0 0,0-3-7 0,0 3 2 16,2 0-19-16,0 0-17 0,0-1-5 0,0-1-7 15,-1 0-32-15,-1 0-39 0,0 0-6 0,0-2-22 16,2-2-119-16</inkml:trace>
  <inkml:trace contextRef="#ctx0" brushRef="#br0" timeOffset="32999.57">9308 8954 1443 0,'-2'-2'13'0,"0"1"-3"0,0-1 2 16,1 0-2-16,-1 0-5 0,0 0-16 0,0 0-24 15,0 0 10-15,0 1-14 0,0-1 7 0,2 0-22 16,0 2-5-16,2 0-11 0,0 2-65 0,0 0-252 16</inkml:trace>
  <inkml:trace contextRef="#ctx0" brushRef="#br0" timeOffset="33393.15">9739 9179 1095 0,'0'0'15'16,"0"0"2"-16,0 0 19 0,0-2-13 0,0 0 9 15,-2 0-11-15,0 1-1 0,0-1 5 0,0 0-2 16,1 0 14-16,-1 0-10 0,0 0 0 0,0 2-5 16,0 0-5-16,-2 0 2 0,1 0-5 0,-8-2 3 0,-4 2-11 15,0 0 6-15,2 0-3 0,0 0 3 0,4 2-10 16,-1 0 6-16,1 2-8 0,2 0 6 0,-3-1-10 15,8-3-3-15,-3 4 8 0,5-2-6 0,-8 9 5 0,3-2 0 16,-1 2-3-16,4-1 2 0,1-1 7 0,1 0-1 16,1 2-1-16,1-3-2 0,4 3-5 0,-1-2 3 15,7 0-2-15,10 1 2 0,2-5-2 0,2 1 6 16,-4 5-2-16,6 4 3 0,2 3-6 0,-2-1 0 16,-6-2 2-16,0 0-1 0,-1 0 0 0,-3 0 0 15,-1 1 0-15,-4 3 0 0,0 1-3 0,-6 1 7 0,-1 1 0 16,-4-3 3-16,9-5 10 0,-4-1 5 0,-3-1 2 15,-2-1 2-15,-2 2 8 0,-2-2 2 0,-4 2-6 16,-1-4 2-16,-12 0-12 0,-16-1-7 0,-4-4 4 16,4-1-8-16,0 1-9 0,-6 18-3 0,2-9-13 15,2-5 5-15,-2-3-40 0,11-1-50 0,2-2-27 0,5-2-20 16,3 2-210-16</inkml:trace>
  <inkml:trace contextRef="#ctx0" brushRef="#br0" timeOffset="35467.37">12166 9892 161 0,'0'0'81'0,"0"0"-30"0,0-2 24 16,0 0-2-16,0 0-57 0,0 1-9 0,0-1-7 16,0-2 5-16,0 0-7 0,0 2-4 0,0-3 0 15,0-1 2-15,0 1 1 0,0-1-2 0,0 1 6 16,0-1-16-16,0-1 13 0,0 3-19 0,0-2 30 0,-2-1 3 15,0 1 10-15,-2-1 24 0,2 1-11 0,0 3 5 16,1-3-11-16,-1 2-13 0,0 1 6 0,0-3-8 16,2 4 6-16,-2-2-7 0,2 3-2 0,-2-3 7 15,0 0-6-15,1-1 3 0,1 3-11 0,0 0 3 16,-2-2-4-16,2 2 10 0,-2-5-4 0,0 1 5 0,0 1-3 16,0-3 21-16,0 3-4 0,1-3-6 0,-1 1 1 15,0-1-5-15,2 5 3 0,0-1 0 0,0-2-2 16,-2-3-10-16,0 2-3 0,2 1-1 0,0-1 0 15,0 3-9-15,0 0 10 0,0 1 0 0,0-1 5 16,0 0 1-16,0 0-2 0,0 1 0 0,0-1 3 16,0 0 17-16,0 1-3 0,0-1 4 0,0 0-4 0,0 2 3 15,0 0-21-15,0 1 3 0,0-1-10 0,0 0-2 16,0 0 5-16,0 2 1 0,0 0 1 0,0 0 1 16,0 0-1-16,0 2 1 0,0 0-1 0,0 1-4 0,-2 9 1 15,-1 8-1-15,-1 6 2 0,-2 0 3 0,1 2-2 16,-1 0-2-16,1 1 2 0,-1 5 3 0,0 1 0 15,3 2 0-15,-1 2 0 0,-2 6 6 0,3 1-4 16,-1 6 3-16,0 0-5 0,-1 4 1 0,1 3 2 16,-2-1-2-16,3-2-1 0,1-6-8 0,-2-9-2 15,0-1 5-15,3-4-4 0,1-9-1 0,0-2 6 16,0-7-7-16,0-5 7 0,0-2-5 0,0-1 0 0,0-5 2 16,0 1 1-16,0-4 7 0,0-1-11 0,0 3 5 15,0 0-7-15,0 0 4 0,0-1-24 0,0-1-3 16,0 0-11-16,0 0-37 0,0 0-32 0,0 0-12 15,0-1-8-15,-2-1-71 0</inkml:trace>
  <inkml:trace contextRef="#ctx0" brushRef="#br0" timeOffset="35860.87">11915 9747 1160 0,'-2'-2'27'15,"0"0"-34"-15,0 1 28 0,-1-1-16 0,-1 0-6 0,0 0-25 16,0 0 11-16,1 0-13 0,1 0 24 0,0 2 3 16,0 0-6-16,0 0 4 0,0 0-5 0,2 0 4 15,0 0-2-15,0 2 3 0,0 0 5 0,2 0 6 16,0-2 5-16,0 0-2 0,0 0 11 0,0 0 1 0,1 0 1 15,1-2-2-15,9-5-11 0,2-4-2 0,0 3 0 16,0-14-1-16,1 0-7 0,-4-4 1 0,1 1-1 16,1 1 2-16,-6 0 4 0,7 2-7 0,-8 5 1 15,1 0-2-15,3 8 7 0,-6 2-2 0,5-3-4 16,-9 7 0-16,7-1-2 0,-3 0 2 0,1 1 1 0,5-5 1 16,-7 6 11-16,5-3-6 0,-1 3 9 0,1 0-7 15,-2 2 13-15,3 0-1 0,-3 2-5 0,0 2 3 16,6-3-9-16,-3 20 2 0,-3 5-7 0,1-4 4 15,-3 2-12-15,1-5 3 0,1 1 1 0,-3-1 0 16,1 1-15-16,1-1-5 0,0-4-14 0,1 1 5 16,-1-3-35-16,1 2-67 0,0-2-40 0</inkml:trace>
  <inkml:trace contextRef="#ctx0" brushRef="#br0" timeOffset="36734.28">11623 9496 658 0,'0'0'7'0,"0"-1"-4"0,-1-1 12 16,-1 0-4-16,0 0 2 0,0-2-16 0,0 2 13 0,0 1 7 15,0-1 0-15,1 0 4 0,-1 0-17 0,0 0 0 16,0 0-4-16,0 0 0 0,2 1 13 0,0-1 1 16,0 0 5-16,0 0 23 0,0 0-1 0,0 0 0 15,0 0 0-15,0 2-5 0,0 0-8 0,0 0-3 16,0 0-2-16,0 0-7 0,0 0-4 0,0 0 2 0,0 2-3 16,0 0-5-16,0 2 0 0,0 7 0 0,-2 17 0 15,0-4 2-15,1 4-4 0,1-8 0 0,0 6-1 16,0 2-3-16,0-2 5 0,-2 2-5 0,0-2 4 15,0-2-3-15,-2 4-1 0,2-2 5 0,1 0-5 16,-1-2 4-16,-2-2-4 0,2-1-2 0,-2-4 0 16,1-1-2-16,-1 1 8 0,2-4-5 0,0-4 5 0,0 2-1 15,1-1-8-15,-3-1 10 0,0 0-9 0,0-1 8 16,-1 1 0-16,1-2-4 0,-1 3 2 0,-3 1-2 0,6-2 1 16,-9-2 1-16,-2 1 0 0,0-3-2 0,6-1 1 15,-6 4 5-15,-2-5-3 0,2 1 5 0,5 0-1 16,3-2-4-16,1 1 3 0,2-1 3 0,-3 2-5 15,1 0 3-15,0-1-3 0,1-1 7 0,1 0-3 16,0 0-1-16,0 0 0 0,0 0 2 0,0-1-3 16,2 1 5-16,0 0-5 0,0-2 8 0,0 0-2 15,2 0 0-15,0 0-1 0,2 0-4 0,1 0-2 16,10-4-1-16,-2 1 0 0,-2 1-7 0,2-2 4 0,-2 0-3 16,2 1 4-16,0-1 0 0,-3 0-2 0,-1 1 2 15,2-1-2-15,-2 0 0 0,1 0 2 0,1-1-1 16,-4 1 1-16,3-3-12 0,-1 3-11 0,-2-13-6 15,4 1-1-15,1-3-19 0,-3-1-15 0,0-1-1 0,0-1-7 16,-3 0-22-16,-2-2-25 0,-1 1-18 0,12 1-2 16,-4 0-64-16</inkml:trace>
  <inkml:trace contextRef="#ctx0" brushRef="#br0" timeOffset="36924.99">11527 9506 129 0,'0'0'76'0,"-2"0"-9"15,0 0 62-15,0 0-14 0,-1-2-2 0,-1 0-43 16,0 0-5-16,2 2 0 0,0 0-6 0,-5-2-17 15,3 0-13-15,1 1-5 0,-1 1-3 0,2 0-16 0,0 0 3 16,0 0 9-16,0 0-4 0,1 0 20 0,1 0-15 16,0 0 4-16,0 0-8 0,1 0-2 0,1 0-5 15,2 0-2-15,0 0-1 0,12-2-14 0,7 0-39 16,1 0-4-16,2 0-17 0,2 0-54 0,-2 2-152 16</inkml:trace>
  <inkml:trace contextRef="#ctx0" brushRef="#br0" timeOffset="37236">11915 9764 1386 0,'-2'0'49'0,"0"-2"7"0,-2 0-28 0,1 0-17 0,-5-1-14 15,3 1-16-15,3 2-2 0,0 0 1 0,0 0 2 16,-2 0 14-16,1 2 0 0,-1-1 2 0,0 3 0 15,4-2 0-15,-11 17 2 0,2 1-3 0,1 0 1 16,3 1-3-16,1-1 2 0,0-1 2 0,1-1 0 16,1 1 0-16,0-1 3 0,2 3 1 0,0-3 1 15,0 1 0-15,0 1-2 0,2 3-2 0,2 1 1 0,-1 2-1 16,3-2 2-16,3 8 2 0,0-1 0 0,1-1 8 0,-3-2-2 16,1-2 0-16,-5-4 0 0,3 4 1 0,-1-2-1 15,-1-5 3-15,0-3-4 0,-2-1-7 0,0 0 5 16,-1 0-3-16,-1 0 3 0,0 0-7 0,0 0-8 15,0-6-1-15,0 0-3 0,-1-1-18 0,-1-1-19 16,-2-1-11-16,2-3-2 0,-11-1-43 0,-7 13-60 16,-3-6-20-16,3-5-22 0,-4-4-146 0</inkml:trace>
  <inkml:trace contextRef="#ctx0" brushRef="#br0" timeOffset="37394.28">11599 10039 604 0,'0'0'101'0,"0"0"-110"0,0 0 120 15,0 0-55-15,0 0 23 0,2 0 3 0,0 0 2 0,0 0-4 16,2 0-17-16,14 0-24 0,10-2 1 0,3-2-10 16,8-3-16-16,6-3 1 0,3-1-11 0,6-2 8 15,-4 0-22-15,4 0-7 0,-4 2-10 0,-1 2-1 16,-3-1-53-16,-3 1-82 0,-4-2-49 0</inkml:trace>
  <inkml:trace contextRef="#ctx0" brushRef="#br0" timeOffset="38065.96">8770 9214 376 0,'-2'0'-20'15,"0"0"-22"-15,0 0-20 0,0 0-11 0,0 0-36 16</inkml:trace>
  <inkml:trace contextRef="#ctx0" brushRef="#br0" timeOffset="38830.17">12938 8126 37 0,'0'0'33'0,"0"0"-4"0,0 0 51 0,0-2-4 15,0 0 6-15,0 1-17 0,0-1 1 0,0 0-1 16,0 0 1-16,0 0-5 0,0-2-2 0,0 1-4 16,0 1 2-16,-2-7-10 0,0 1-8 0,-2 1 2 0,3 3-4 15,-1 0 1-15,2 2-15 0,0 1 4 0,0-1-9 16,-2 0-6-16,-2 0 4 0,-1-2-9 0,-6-3 8 15,5 3-14-15,-1 0 6 0,-3 1 0 0,1 1 3 16,-6 0 14-16,0 2-8 0,2 0 4 0,-2 0-6 16,4 0 4-16,2 0 0 0,-2 0 1 0,7 0-1 15,-1 0-2-15,-1 0-7 0,2 0-6 0,1 0 1 16,-1 0-3-16,2 2-1 0,0 0 1 0,0 0-1 0,0-1 2 16,1 1-1-16,1 0 7 0,0 0-7 0,1 2 3 15,1-1-2-15,2 1 0 0,3-2 1 0,19 4 2 0,-1-1 1 16,4-1-2-16,-1 0 2 0,4-3-1 0,1 1-5 15,-1 0 6-15,-1 0-5 0,-1 17 4 0,0-8 3 16,-1-4-7-16,-1-3 7 0,0-2 0 0,0 0-5 16,-2-2 0-16,0 0-2 0,-2 0-1 0,-2 0 2 15,-3 0 4-15,-2 0-2 0,-3 0-2 0,-1 0-2 16,-3 0 1-16,-1 0 1 0,-7 0 3 0,3 0-5 16,-1 0 0-16,-2 0 0 0,2 0 9 0,-1 0-10 15,1 0 4-15,0 0-5 0,0 0 3 0,-3 0-15 0,1 0 0 16,0 0-8-16,0 0-25 0,0 0-59 0,0 0-1 15,0 0-23-15,-1-2-30 0,1 0-88 0</inkml:trace>
  <inkml:trace contextRef="#ctx0" brushRef="#br0" timeOffset="39235.43">13198 7926 621 0,'0'0'50'0,"0"-2"5"15,-2 0 30-15,0 0-20 0,0 0 7 0,0 0-23 16,1 1-8-16,-1-1 1 0,0 0-3 0,0 0-6 16,0 0-7-16,0 0-7 0,0 0 2 0,1 1-18 0,-1-1-3 15,0 0-4-15,0 0-1 0,0 0-2 0,2 2 13 16,0 0-1-16,0 0 3 0,0 0-9 0,2 0 4 16,0 0-2-16,0 2 4 0,1 0-5 0,3 0 1 15,13 5 0-15,3 2 1 0,0 1 7 0,0 1-2 16,1-2-3-16,1 0-1 0,7 4-6 0,-1-1 3 15,0-1 2-15,0 0 0 0,-3-2 0 0,3 0-1 16,4 2 3-16,-7-1-2 0,1-1 3 0,-4-3-3 16,-3-1 0-16,-1 1-1 0,-7-3 3 0,2 3-3 15,-8-4 1-15,-1 0-2 0,-2 0 4 0,-1-1 15 0,1 1-3 16,0 0 8-16,-2 2 6 0,0 0-13 0,-1-1 0 16,-1 8-7-16,-5 4-13 0,-4 2 7 0,-30 0 4 0,-4-1 1 15,-2 3-1-15,8-4 4 0,0 0-6 0,4-2 5 16,3-4-15-16,4-2 5 0,4 1-3 0,5-3 3 15,2 1-3-15,0-2-12 0,2-1 1 0,0-1-6 16,6 0-10-16,3 0-27 0,0 0-5 0,3-2-12 16,-1 0-60-16,-2 4-97 0,0-3-19 0</inkml:trace>
  <inkml:trace contextRef="#ctx0" brushRef="#br0" timeOffset="39766.37">14245 7254 1050 0,'-2'-2'2'0,"0"0"0"0,0 0 1 0,1-2-3 15,-1 1 0-15,0-1-14 0,0 2-4 0,0 0 0 16,-2 0 0-16,3 0 11 0,-3 2 15 0,0 0 1 16,0 2 5-16,1 0 4 0,-1 2 9 0,4-2-2 0,-2 16 5 15,-2-1 8-15,-3-2-6 0,2 2 2 0,-3-3-4 16,3 1 2-16,-3 0-7 0,4 0 4 0,-1 2-8 16,3-1-9-16,0 3-12 0,-11-1 2 0,2 7-3 15,4-1 2-15,1 2-1 0,2 0 0 0,2-2-1 16,1 2 3-16,-1 0-6 0,0 2-4 0,2-8 1 15,0 2-3-15,-2-1-3 0,0-3 1 0,0 1-3 16,0-4 4-16,-1-2 11 0,-1-2 1 0,-2 0 1 0,1-3-10 16,-3 3 14-16,-6 0-8 0,-3-4 11 0,2 1-4 15,4-6 5-15,0 1 3 0,1 1-1 0,3-2 5 0,0 0-9 16,3 0 4-16,2-2-6 0,0 7 3 0,2-5-10 16,-2 0 1-16,-1 1-3 0,-1 1 4 0,0 0 4 15,2-2-1-15,0 1 4 0,1 1 8 0,1 0-6 16,0-2 3-16,1 0-5 0,1-1 3 0,0-1 0 15,22 2-3-15,0-2 2 0,4-2-10 0,6-3-1 16,-5-1-2-16,5-5 0 0,-1 0 2 0,-1-2-16 16,5-4 2-16,-6 2-8 0,1-1-14 0,-2-1-22 0,-4 15 3 15,2-20-11-15,-1 1-15 0,-6-5-64 0,-3 2-14 16,-6 0-29-16,-9-2-183 0</inkml:trace>
  <inkml:trace contextRef="#ctx0" brushRef="#br0" timeOffset="39986.28">13976 7248 850 0,'-2'-2'179'0,"0"0"-242"0,0-1 223 0,0-1-122 15,-3-5 8-15,3 5-25 0,2 2-1 0,-2-2-8 16,0 1-9-16,0 1 6 0,1 0 1 0,1 0 2 0,0 0 2 16,1 0-10-16,3 0 1 0,28-9-3 0,5 2-2 15,7 3-8-15,3 3-4 0,1 1-2 0,0 2-14 16,-3-2-28-16,1 0 4 0,-3 2-15 0,3 0-21 0,-1 0-49 15,-8 0-10-15,-2 0-20 0,-5 0-99 0</inkml:trace>
  <inkml:trace contextRef="#ctx0" brushRef="#br0" timeOffset="40330.21">14951 7385 1016 0,'-2'0'27'0,"0"0"1"0,-2-2 25 15,-9 1-2-15,-4-3-9 0,-3 2-19 0,-2 2 5 16,-2 2-8-16,-4 3 12 0,-4 5-12 0,1 1 3 16,1 2-7-16,2 2-1 0,4-2-14 0,0 2 1 15,5-14-5-15,3 18 2 0,3-2-5 0,3-1 5 0,5-1-6 16,1-2 5-16,-3-3-12 0,1-3 4 0,2-1-5 16,2-1 2-16,2 1 4 0,0 1 0 0,0-1 2 15,2-1 7-15,4-3 2 0,24 17-1 0,-1-8 3 16,7-2-2-16,-1-1-2 0,2-3 3 0,-4 1-3 15,1 1 7-15,-3 2-3 0,-1 3-4 0,-4-1 2 16,-2 0-2-16,-5 0 6 0,1-5 4 0,-9 12 0 0,-3-5 15 16,-5 0-4-16,5-4 7 0,1 6-6 0,-3-2 13 15,-4-3-5-15,-2 1-3 0,-2-6 0 0,-2 3-18 16,-5 1-3-16,-21 2 3 0,2-2-2 0,-2 3-1 0,-1-5-5 16,-3-3-1-16,1-2 0 0,2 1-9 0,3-1-5 15,0 17-2-15,4-8-1 0,3-6-21 0,1-1-7 16,3-2-13-16,2-2 5 0,0 0-32 0,6 0-38 15,2 0-11-15,5 0-18 0,-2-2-124 0</inkml:trace>
  <inkml:trace contextRef="#ctx0" brushRef="#br0" timeOffset="40549.08">15378 7525 1551 0,'0'-2'11'0,"-2"0"20"16,0-2-24-16,0 0-31 0,2 1 11 0,0 1-15 15,2 0 26-15,0 0-8 0,2 0-6 0,18 0-1 16,2 2-26-16,0 4-11 0,-2 0-8 0,2 1-3 16,-3 1-31-16,3 0-14 0,-7-3 6 0,-1-1-10 0,-3-2-1 15,-3 0-26-15,-1-2-34 0</inkml:trace>
  <inkml:trace contextRef="#ctx0" brushRef="#br0" timeOffset="41001.44">16016 7309 704 0,'-1'-2'167'0,"-1"1"384"0,2-1-521 0,-6-8-7 0,4 9-2 15,-1-3-6-15,-1 0-26 0,0 2 0 0,0 0 3 16,1 1 2-16,-1 1 10 0,0 1-7 0,1 3 0 16,-14 22-3-16,0 9 2 0,0 6-8 0,3 0 1 0,2 5-3 15,1 1-4-15,2-6 7 0,0 3-1 0,-1-8 5 16,5-5 7-16,-1-9 4 0,4-10 1 0,1-7 0 16,-1-1-5-16,0 0 10 0,0-1-9 0,-2 1 10 15,1 0-14-15,-1-1 3 0,0 1 0 0,0 0 1 16,3-4 5-16,-12 7-5 0,3-1 4 0,-3-1-5 15,-2-1-1-15,2-2 1 0,-1-2-1 0,1 0 1 16,0 0 4-16,1 0 4 0,1-2-5 0,2 0 5 0,2 0 0 16,1 1-4-16,4 1 5 0,0 0-5 0,-1-2 8 0,-1 0-8 15,0 0-2-15,2-2-2 0,0 1-7 16,1-1 4-16,1 0 1 0,1-7 1 0,5-2 9 0,3 0 0 16,1 0-2-16,21 0 1 0,4 0 4 0,1 2-4 15,1-2 1-15,0 2-4 0,0-2-6 0,0 0 2 16,2 0 2-16,-3 3 1 0,-3 1 1 0,-1 0-11 15,-5 1-3-15,-6 3-3 0,-3-3-2 0,-3 1-15 16,-2 0-2-16,-2-1-7 0,-5-1-25 0,-2-2-10 16,5 0-12-16,0-4-1 0,-3-2-64 0,-4-2-10 15,-2-1-15-15,-6 0 3 0,-5-3-51 0</inkml:trace>
  <inkml:trace contextRef="#ctx0" brushRef="#br0" timeOffset="41179.01">15764 7099 158 0,'-2'0'69'0,"0"-1"-9"0,-9-3 24 0,-15-5 16 16,6 1-26-16,3 3 20 0,8 3-10 0,-1 0 2 0,7 2-5 15,1 0-4-15,-2-2-22 0,0 0-11 0,1 0-2 16,1 0-23-16,0 2 21 0,0 0-2 0,2 0 7 16,0 0-4-16,2 0-17 0,2 0 2 0,12 0-9 15,20 0-8-15,8 0-2 0,-1-1-2 0,3-3-2 16,4 2-15-16,-5-2-35 0,3 2-3 0,-3 2-15 0,-6 0-43 16,0 0-115-16</inkml:trace>
  <inkml:trace contextRef="#ctx0" brushRef="#br0" timeOffset="41521.07">16774 7252 1795 0,'-2'-2'13'0,"-5"-7"-39"0,-14-25 19 15,-3 14-20-15,13 9-1 0,-2 1-47 0,0 3 12 16,-4 3-20-16,-5 4 41 0,0 8 20 0,-1 6-1 16,1-1 6-16,-2 19 2 0,4 0 13 0,-3-1-2 0,7-1 4 15,-3 0-3-15,6-3 8 0,-2-1-2 0,4 0 3 16,2-3-9-16,-1-3 13 0,3 0 3 0,1-1 3 16,3 0-2-16,1-3 6 0,0 5-5 0,-13-1 5 15,6 1-10-15,1 5-1 0,5-2-1 0,1 4 0 16,2 3-4-16,2-3 1 0,1 4-2 0,3-5 1 15,-2-2-5-15,1 2 4 0,-1-2-2 0,0-3 3 0,-1 2-5 16,-1-4 3-16,0 1 0 0,-2-3 3 0,0-1-2 16,0-4-6-16,-2-2 1 0,-1 2-5 0,-1-4-12 15,0 1-26-15,-1-1-6 0,1-3-7 0,0-1-33 16,-5-1-24-16,-8-2-11 0,0 9-9 0,-1-2-81 0</inkml:trace>
  <inkml:trace contextRef="#ctx0" brushRef="#br0" timeOffset="41705.28">16107 7734 1022 0,'0'0'57'0,"0"-1"139"0,2-1-184 0,0 0 7 0,2 0 4 16,12-4-2-16,18-1 1 0,3 1-12 0,4 1-1 16,3-1-5-16,1 3-3 0,1 1-8 0,-1 0-2 15,-2 2-3-15,-1 0-13 0,-3 0-13 0,-1 0-12 0,-9-2-2 16,-3 0-51-16,-3-2-39 0,-1-3-10 0,-2 0-24 15,-1-3-172-15</inkml:trace>
  <inkml:trace contextRef="#ctx0" brushRef="#br0" timeOffset="42113.2">17036 7437 1730 0,'-2'-2'3'0,"0"-1"17"16,2 1-33-16,0 0-74 0,-2-2 24 0,0 1-34 16,0 1 62-16,2 0 11 0,0 0-2 0,2 2 2 15,2 0-13-15,7 0 7 0,13 0 1 0,2 2 3 16,-2 0 12-16,-1 0 7 0,1-1 3 0,-9-1 1 15,0 0 1-15,-1 0 10 0,-2-1-8 0,1-1 9 0,-2-2-8 16,0 0-37-16,2 1-4 0,0-3-16 0,0 0-47 16,-2 3-70-16,2-3-65 0</inkml:trace>
  <inkml:trace contextRef="#ctx0" brushRef="#br0" timeOffset="42331.38">17054 7714 1565 0,'-2'-2'31'0,"1"-2"72"0,-9-10-101 0,10 12-36 0,-2-2-3 16,1 0-11-16,-1 2 3 0,0 1 25 0,2-1 1 16,0 2 5-16,2 0-13 0,1 0-7 0,10 0 9 15,15 2-8-15,2-1 2 0,3-1-3 0,5 0-3 16,-3-1 3-16,0-7-10 0,2-1-18 0,-3-2-4 15,3-4-3-15,-2-2-8 0,2-1-70 0,4-3-22 0</inkml:trace>
  <inkml:trace contextRef="#ctx0" brushRef="#br0" timeOffset="42780.08">18042 7170 1054 0,'-2'-4'123'0,"-15"-24"311"0,14-3-449 0,-12 16-5 15,4 6-4-15,7 5-2 0,0 2-33 0,3 2 24 16,-3-2 0-16,0 2 10 0,-1 0 23 0,-1 0 2 16,-1 4-3-16,-3 3 3 0,3 10 0 0,1 7 1 15,-1 0 9-15,-1 2-7 0,3 0 12 0,-1 0 5 16,1-3-4-16,-1 1 3 0,2 2-8 0,1-2-3 0,-1 4-1 15,2 1-1-15,0 1-5 0,-16 2 1 0,5-1-3 16,5-1 1-16,3-2-6 0,1-4 9 0,2-2-2 16,0-3 3-16,2-4-9 0,0-4-6 0,0-2 2 0,0-3-2 15,0-1 12-15,0 1-1 0,0-4 3 0,0 0-4 16,0-1-1-16,-2 3 5 0,1 0 0 0,-1 0 3 16,-2-3-4-16,0 1 1 0,1 0 6 0,-1 0-2 15,0 0 8-15,0 0-5 0,1 0-2 0,-1-1 1 16,2 1 4-16,0 0-12 0,0 0 5 0,1 0-7 15,-1 0-1-15,0-2 10 0,2 0-8 0,0 0 9 0,2 0-7 16,0 0-2-16,1 0 1 0,12-4-2 0,9-5 2 16,4-2-6-16,0-1-2 0,2-1-3 0,-2 0-20 15,-2 0-19-15,0 0 2 0,-2 0-8 0,-6 2 5 0,-1 0-21 16,-8 2-9-16,-5-15-7 0,1 0-63 0,12-4-42 16,-8 0-31-16</inkml:trace>
  <inkml:trace contextRef="#ctx0" brushRef="#br0" timeOffset="42952.65">17866 7098 228 0,'-2'-2'82'0,"-7"0"103"0,-14-17-71 0,7 3-25 16,1 3-14-16,4 1 0 0,3 5-16 0,3 1-6 16,3 5 8-16,-2-1-11 0,2 2-14 0,-2-4-17 0,1 0-6 15,-1 2-1-15,2 1-10 0,0-1 9 0,2 0-1 16,0 0 2-16,2 0-11 0,0 2-2 16,0 0-8-16,24-2 1 0,0 2-20 0,4 0-31 0,-1 2 0 15,3 2-13-15,-1 0-30 0,5 1-55 0,1 1-51 0</inkml:trace>
  <inkml:trace contextRef="#ctx0" brushRef="#br0" timeOffset="43153.03">18616 7367 986 0,'0'0'52'0,"0"0"118"0,0 0-174 15,0 2 16-15,-2-1-4 0,0 3 9 0,-5 17-9 16,-3 8 3-16,1 5 1 0,0 1 1 0,0 2-2 0,-1-2-8 15,1 4-1-15,0-3-2 0,1-3 2 0,3-1-3 16,1-10 1-16,2-9-2 0,0-2 6 0,2-7-3 16,0 0 2-16,0-3-3 0,-2 3 4 0,1 0-43 15,-1-2-15-15,0 0-17 0,0-2-99 0,0-2-135 16</inkml:trace>
  <inkml:trace contextRef="#ctx0" brushRef="#br0" timeOffset="43276.23">18594 7129 1177 0,'0'-2'41'0,"0"0"-2"0,0 1 35 0,0-3-14 16,0-2 3-16,0-1-47 0,1 1-16 0,-1 4 0 0,2 2-10 15,19-14-29-15,1 2-82 0,-2 9-34 0</inkml:trace>
  <inkml:trace contextRef="#ctx0" brushRef="#br0" timeOffset="45590.44">12349 8995 204 0,'0'0'54'0,"0"0"-1"16,2-2-3-16,0 0-6 0,0 1-17 0,0-1-8 0,1-2-12 15,9-3 7-15,4-8-8 0,1 0 6 0,0 2-11 16,-1 0 6-16,-1-2-7 0,0 4 9 0,-2 0 19 15,0 0 1-15,-5-2 9 0,-1-2 20 0,-1 4 4 16,-3-4 0-16,1 4 2 0,0-1 6 0,5-1-16 16,-3 4 0-16,-1 0-5 0,1-4 2 0,-3 0-16 15,-1 4 9-15,-2-6-13 0,0 5 1 0,0 1-4 16,-2 0 0-16,2 5-1 0,-1-1 1 0,-1-3 9 0,2 4-8 16,0 3 7-16,-2-3-14 0,0 0-4 0,-2 0-5 15,1 3 0-15,-1-1-5 0,0 0-8 0,-5 0 6 16,1 2-6-16,-1 0 5 0,-2 2-5 0,0 3 6 15,0 5-5-15,0 3 9 0,-1 16-2 0,3 1-4 16,0-6 2-16,0 8-3 0,3-6-1 0,0-2 1 0,5-2-1 16,-11-5 0-16,3-2 4 0,4-2 3 0,1-4 1 15,2 0 6-15,2 1-4 0,0-3-4 0,0-1 3 16,0-1 12-16,2-1-6 0,-2-2 4 0,0 0-7 16,15 9-2-16,1-2-4 0,3-1 3 0,3-5-3 15,-1-1 0-15,3-2 4 0,0-2-5 0,0-3 4 16,4-3-10-16,-4-1 2 0,-2-2-3 0,1 0 2 15,3-4-1-15,-10 4 3 0,1 0 2 0,-6 7-1 0,-5-18-6 16,3-3 4-16,-7 3-1 0,15-2 3 0,-8 4-5 16,-2-6 0-16,-3 0 2 0,-4 0 0 0,-2 0 8 0,-3 1-3 15,-5 3-3-15,-1 4 1 0,0 1-8 0,4 4 6 16,-14 6-3-16,-1-1 5 0,-2 1-5 0,3-8-6 16,-1 4 6-16,0 1-4 0,1 7 4 0,-1 3 0 15,2 0-6-15,-1 3 6 0,3 5-4 0,1 1-1 16,-2-5 6-16,5 20-4 0,-3-2 2 0,6 2-2 15,0 0 1-15,-1 2-1 0,7 2 0 0,-1 0 3 16,3-2 1-16,-16 2 1 0,8-4 2 0,3-2 3 16,5 1-5-16,3-7 5 0,0 1 2 0,0-4-7 0,2 0 2 15,3 0-4-15,1-2 3 0,3 0-3 0,2-1 6 16,11-5-5-16,4-1 3 0,0 0-3 0,6 14-1 16,0-5 1-16,3-3-1 0,0-7-3 0,4-3 2 0,-2-2-2 15,-5-1 8-15,1-3 0 0,-10 1-4 0,1-3 2 16,-4 1 1-16,-5-1-1 0,4-1 9 0,-12 5-8 15,2-3 7-15,-3-1-5 0,-2-8-3 0,1 3 2 16,6-4 6-16,0-2-7 0,-7 5 3 0,-2-7-5 16,-2 4 2-16,-2 1-4 0,-2 1 3 0,1 2-3 15,-5-2 8-15,5 6-3 0,-7-6 3 0,7 6-4 16,-14-3-4-16,2 5 7 0,0 5-9 0,2 0 7 16,-2-9-8-16,-1 2-1 0,3 3 4 0,1 4-5 0,-4 1-1 15,-1 1 5-15,4 0-5 0,0 1 5 0,6 1-1 16,-1 2-1-16,1 7 0 0,-1 11-1 0,3 3-2 0,1-1 9 15,2-2-2-15,-15 2 3 0,8 0-15 0,5-5 11 16,3 1-1-16,1-3 4 0,1 2 1 0,3-5-2 16,2 1 1-16,1-2-2 0,1-2-4 0,-1 1 7 15,-5-5-2-15,18 0 4 0,-7-1-10 0,4-2 4 16,3-2-2-16,-7-1 3 0,6 12 0 0,0-3 0 16,-8-7 2-16,4 1-2 0,-2-2 1 0,1-2 3 15,-1 0-2-15,0-2 3 0,0-3 0 0,-1-1 2 0,-3 0-4 16,-4 1 2-16,-3-14-6 0,13-3 6 0,-6 3-1 15,-3-5 1-15,-4 2-8 0,-2 0 3 0,-4-1 3 16,-3-3 0-16,-3 0-6 0,-3 0 0 0,-3-3-3 0,3 10 3 16,3 4 0-16,-14 0 2 0,-2 6 0 0,-5-4 0 15,5 4 0-15,-2 3 1 0,4 4-3 0,1-11 1 16,3 6-11-16,-2 3 6 0,1 4 2 0,-1 2 1 16,2 4 3-16,1 3-3 0,2-7-3 0,2 26 0 15,1-2 5-15,2 0 1 0,3 0 4 0,4-2-3 16,1-2 1-16,2-1 4 0,-13-1-1 0,6-1 1 15,3-1-2-15,4-3-3 0,1 0 4 0,1-2-3 0,1-2 8 16,3 0-6-16,0-2 4 0,0-1-5 0,1-3 3 16,12-1-5-16,3-2 0 0,1 13 0 0,1-4 0 0,-2-7 2 15,5-2 0-15,-1-2 1 0,-4-4 4 0,2-4-1 16,-3-1 1-16,0-2-1 0,1 7-3 0,-3-18 1 16,-1 0-3-16,-4-6 3 0,-5-6-3 0,-5 1 1 15,16 0 3-15,-6-3-1 0,-9 8 0 0,-3-1-2 16,-2-3 0-16,-1 6 0 0,-3 0-1 0,-3 2-2 15,0 7 3-15,-4-1-2 0,5 3 5 0,-14 8-9 16,-2-3 1-16,1 7-4 0,-1 1 5 0,2-11-9 16,0 5 8-16,1 8-7 0,1 6 4 0,-1 7-2 15,3 7-3-15,-1 27 3 0,3-1 11 0,3 4-8 16,0-2 4-16,5 3-5 0,3-7 2 0,-18-3 6 0,12-6-1 16,7-5 4-16,4-4-5 0,4-6 11 0,4 1-8 15,-1-6 8-15,-5-4-9 0,24-2-4 0,2-3 1 0,3-4-4 16,3 18 3-16,5-9 1 0,-4-9 5 15,6-4-2-15,2-7 4 0,-8-2-3 0,-4-4 3 0,-14 4-3 16,0 1 8-16,-6-16-4 0,0-1 2 0,2-1-2 16,6-2 6-16,-8 2 2 0,-6-2-6 0,-5 1 4 15,-3 1-9-15,-5 0 13 0,-3 4-6 0,0 5 8 16,-6-7-4-16,-16 10-14 0,-1-1 4 0,-6 4-7 16,4 9 3-16,1 0-11 0,3-14 2 0,1 7-7 0,3 5 4 15,8 4-18-15,3 2-6 0,6 0-9 0,5 0-56 16,2 2-59-16,1 0-43 0,1 2-18 0,2 1-258 0</inkml:trace>
  <inkml:trace contextRef="#ctx0" brushRef="#br0" timeOffset="57282.39">13371 13316 256 0,'-2'0'67'0,"0"0"-26"0,0 0 24 0,-2 0-3 0,2 0-49 16,-11 0-9-16,-1 0 2 0,2 0 2 0,-1 0 1 15,4 0-3-15,-2 2-6 0,2-1-1 0,-1 1-1 16,-1 2 5-16,2 0-8 0,-2 1 8 0,-2 3-9 15,0 1 11-15,-2-2 5 0,0 10 6 0,2 4 0 16,0-1 14-16,2 0 13 0,-2-1-17 0,2 3 14 0,-4 2-40 16,0 2 3-16,4 4 0 0,-4-2 4 0,0 4 12 15,4-1 0-15,0-1 0 0,5 3-2 0,1-3-13 0,1 1 3 16,2 3 1-16,0-4 2 0,-16 1 5 0,7-3-8 16,5-2-2-16,4 0 0 0,2 0 0 0,4 2-5 15,3-4 3-15,3 2-4 0,1-2 2 0,2 0-1 16,2 0-1-16,0-1 0 0,-14 1 1 0,20-2-5 15,-1-3 7-15,1-1-6 0,1-3 2 0,-3 4 4 16,5-1-3-16,2-3 6 0,-2-2 3 0,0-5 2 16,0-1-3-16,4-3 3 0,0-2 3 0,3-1 5 15,3 20 1-15,-3-12 0 0,-3-5 0 0,0-4-3 16,2-4 4-16,-4-3-4 0,7-5 0 0,-3 1 13 0,-8-2-9 16,4 12 9-16,-5-25-10 0,-1-2-1 0,2 2 1 15,-5-8-1-15,0-1 8 0,-2 0-7 0,-2-6 3 16,-2 0-4-16,0-2 5 0,-4 1-7 0,1-3-3 15,-6 0-2-15,-1-3-1 0,25-4 6 0,-14 0-2 0,-7-3 1 16,-5 3-6-16,-5-4-3 0,-3 4 1 0,-1 4-2 16,0 3 0-16,-3 8 0 0,1 3 4 0,-2 5-3 15,0 5 1-15,-2 1 10 0,12 3-10 0,-23 3 8 16,-2 2-14-16,-2 2-19 0,0 4-5 0,3 2-9 16,-1 3-29-16,-4 0-78 0,4-14-26 0</inkml:trace>
  <inkml:trace contextRef="#ctx0" brushRef="#br0" timeOffset="58346">12255 10622 381 0,'0'-2'45'0,"-2"0"61"0,0-2-50 16,-2-9-18-16,-1-7-1 0,1 1-6 0,0-1-10 0,2 3-2 16,2-1-6-16,0 3 3 0,2 0-8 0,0 4 0 15,0 1 1-15,-2 7-1 0,0-1-1 0,0 2 15 16,0 0-2-16,0 0 7 0,0 1-5 0,0-3 11 15,2 0-7-15,0 0 7 0,0 1-6 0,-1 1 7 16,1 0-4-16,-2 0 3 0,2 2-16 0,0 2-8 16,0 0 2-16,0 9-4 0,3 19-8 0,1 3 7 15,-2 2-4-15,-1 2 6 0,-1 1-4 0,0 2-3 16,0-1 5-16,-2 4-4 0,0-2 1 0,0 0 2 0,0 2-5 16,-2-4 5-16,0-4 4 0,-2-4-4 0,1-3 1 15,1-2-3-15,0 0-4 0,0-5 6 0,0-3-4 16,0-5 5-16,2 0 0 0,0-3-7 0,0-3 4 15,0 0-6-15,0-5 1 0,0 0-13 0,0 2 1 0,0 0-6 16,0-3-20-16,0 1-94 0,0-2-32 0</inkml:trace>
  <inkml:trace contextRef="#ctx0" brushRef="#br0" timeOffset="58703.05">12032 10794 722 0,'-2'0'125'0,"0"0"32"0,-2 0-53 16,1 0-71-16,-1 0-3 0,-5-2-23 0,5 2-10 15,0 0 3-15,1 0-4 0,1 0 4 0,0 0 9 16,0 0-9-16,2-1 10 0,0-1-7 0,0 0 1 16,0 0 2-16,2 0-2 0,0 0-2 0,0-1 8 15,5-9 3-15,-5-8 1 0,7-2 4 0,4-2 1 16,-4-6-1-16,-1-2 1 0,5-1-2 0,0-4-10 0,-2-2 5 15,2-4-6-15,-2 4 3 0,-2 0-2 0,4 0-6 16,-5 6 5-16,3-1-9 0,0 3 4 0,2 5-2 16,2 5 2-16,-4 5-7 0,2 1 0 0,-4 4 0 15,1 7 0-15,1-4 3 0,-2 1 4 0,0 1-1 0,4 1 3 16,2 1 4-16,0 4 7 0,0 0-4 0,2 6 3 16,-3 1-8-16,3-3 3 0,2 20 2 0,-1 0 0 15,1 4 5-15,-1 0-5 0,3-2-3 0,-1 0 1 16,4 2-6-16,1-2-6 0,2 0 2 0,9 2-9 15,-3-6-38-15,8 0-111 0,2-1-83 0</inkml:trace>
  <inkml:trace contextRef="#ctx0" brushRef="#br0" timeOffset="65452.92">12730 8490 256 0,'0'0'90'0,"0"0"-41"0,0-2 18 16,0 0-16-16,0 1-90 0,0-1-20 0,0 0-6 15,0 0 10-15,0 0 3 0,0 0 27 0,2 0 7 16,0 1-3-16,0-1 7 0,-1 0 16 0,3 0 7 16,-2 0 15-16,0 0-1 0,0 0 66 0,0 1 0 15,-1-1 0-15,1 0-4 0,0 0-21 0,0-2-11 16,0 1 3-16,-2 1-5 0,0-6-9 0,0 3 4 16,0-1-17-16,0-1 10 0,0 1-33 0,0 2 2 0,0-1 0 15,0 3-1-15,0 0-5 0,0-2 1 0,0 1 3 16,0-1-1-16,0 0 8 0,0 1 9 0,0-1-1 15,0 0 5-15,0 0 4 0,0-1 2 0,0-3-1 16,-2 1 2-16,-2-2 2 0,1 1-10 0,-3-1-1 0,2 2-4 16,-1-3-1-16,1 3-2 0,-2-1 5 0,1 1-5 15,-6 1 0-15,0-1-1 0,-2 0-3 0,1 3 0 16,1-2-12-16,0 3 10 0,4-1-8 0,-4-2 10 16,-1 3-9-16,1-1-4 0,2 2 4 0,-2-2-4 15,0 2 3-15,0 1 2 0,-1-3-3 0,1-5 2 16,2 3-3-16,0 0 7 0,-1 3-3 0,1-1 5 0,0 0-9 15,1 2-3-15,3 1 2 0,-3 1-2 0,1 0 10 16,0 0-7-16,-1 0 1 0,1 0-2 0,-3 0 10 0,3 0-9 16,-2 1 4-16,1 1-5 0,3 0-3 0,-3 0 3 15,3 0-1-15,-3 2 1 0,3-1 8 0,-1 1-11 16,1 0 5-16,-1 1-7 0,0 6 8 0,-1-1-2 16,0 1-1-16,-3 0 1 0,1 0 4 0,2-2-3 15,-3 3-2-15,-1-1 0 0,4 2-3 0,-2-2 3 16,-1 4 4-16,1-2-1 0,-2 0-5 0,2 2 1 15,-1-1-3-15,1 1 4 0,0 4 6 0,-2-1-6 16,-4 1 4-16,4 1-4 0,-2 3 0 0,1-3 4 0,5 2-6 16,-6 1 2-16,6-5-4 0,1 3 3 0,0-6 1 15,-1 3 0-15,3-1 2 0,-1-1 3 0,3 3-3 16,0-2 3-16,0 1-6 0,-7-5-2 0,0 2 1 16,3-2-1-16,2-2 4 0,1 6 3 0,1-6-2 0,0 0 1 15,2 0-2-15,0 1-3 0,0-1 0 0,0 4-2 16,0-2 5-16,0 0-4 0,0 0 1 0,2 0-3 15,0-4 4-15,-1 4 1 0,1 0 1 0,0 0 1 16,2 2-3-16,1 1 1 0,1-3 0 0,0 2 2 16,-1-2-3-16,1 0 0 0,1 0 1 0,1-2 0 0,-1 1 4 15,0-1-7-15,-5 0 1 0,8-2-3 16,3 2 7-16,-4-1 1 0,6-1 0 0,-2 0 0 0,-2-1-6 16,4 1 3-16,-4-2-4 0,4 1 5 0,-2 1 1 0,2 0-5 15,-1-1 3-15,1 1-3 0,0 0 9 0,0 1-5 16,2-1 2-16,-1 0-3 0,3-3-3 0,-2 1 2 15,-1-1-1-15,1 1 2 0,2-3 0 0,-1-1 1 16,1 1 2-16,3 0 1 0,-2-2-5 0,3 13 8 16,-3-6-10-16,1-2 9 0,-3-3-6 0,1-2 5 15,1 0 0-15,-1-2 1 0,3 0-7 0,0 0 5 16,-3 0-4-16,-2-2 5 0,-3 0-7 0,-2 0 6 16,1-2 0-16,-2 1 2 0,4-5-4 0,-1 1 3 0,-1 1 1 15,6-3-1-15,-6 2-8 0,0-1 3 0,2-1 0 16,-6 3 2-16,2-1-1 0,-2-1 8 0,3 5-7 15,-5-10 6-15,0 0-13 0,1 2 11 0,-1-2-2 0,1 0 5 16,-1 2-10-16,-3-2 6 0,0-2-3 16,-3 2 6-16,11-2 4 0,-5 4-8 0,0-2 3 0,-1 2-4 15,0-2 5-15,-3 0 6 0,1 0-3 0,-2 1 3 16,0 1-14-16,0-2 9 0,-1-2-2 0,1 1 5 16,-2-3-4-16,0 0 3 0,0 0 0 0,0-3 2 15,0 1 7-15,0-3-3 0,-2 2-2 0,1-1 0 16,-1-1-5-16,-2 0-3 0,2 1 4 0,-2 1-5 0,1-2-5 15,-1 1 4-15,-2 1-4 0,3 3 4 0,-1 0-5 16,0 2-3-16,1 1 3 0,-3-7-3 0,0 5 13 0,1-1-11 16,-1 2 4-16,1 2-4 0,-3-2 13 0,5 6-10 15,-7-6 4-15,3 2-5 0,-1 0 11 0,1 0-9 16,1 2 6-16,-1 0-6 0,0 0 6 0,3 1-3 16,-5 1-3-16,-1 0 0 0,3 1-3 0,0-1 1 15,-6 2 1-15,3 1 1 0,-1-3-2 0,-2 3-3 16,-4 1 0-16,4-1 0 0,-3-1 5 0,1 1 1 15,2 0 1-15,-6-1-1 0,4 1 0 0,-1 3 1 16,-1-1-1-16,0-2 0 0,1 3-5 0,1-1 1 0,0 2 3 16,2-7 0-16,0 1 4 0,2 3 2 0,1 1-6 15,1 0 6-15,0 1-8 0,-2 1-6 0,-2 0 2 16,0 2-4-16,0 0 3 0,0 2-1 0,-2 2 5 16,0-1-3-16,0 3 5 0,0 1-3 0,-1 1 1 0,-1-1 0 15,0 2 1-15,4-1-1 0,0-1 0 0,0 1 0 16,0-1 5-16,2 1-6 0,-2 1 1 0,2-2-1 15,0 1 1-15,-2 1 2 0,2 0-2 0,1-7 1 16,-1 9-3-16,6 0-4 0,-1 4 1 0,-3 4-1 16,3-2 4-16,-1 1 0 0,-4 1 2 0,5 3-1 15,1 6-2-15,-1 0-1 0,4-2-3 0,-5 0 4 16,3-2 11-16,0 2-14 0,-14 3 6 0,7-3-9 0,3-1 9 16,4 1 5-16,3-4-3 0,-1-4 2 0,2 5-7 15,0-7 3-15,0 3 0 0,2-4 2 0,1 2-3 0,3-3 1 16,-1 1 0-16,1-2 0 0,1 2-8 0,1-2 9 15,-1 2-6-15,1-2 6 0,-1 0-6 0,2 0 4 16,-7 2 1-16,13-2 0 0,0 0 5 0,-2 0-8 16,2 0 3-16,-2 0-4 0,2-2 6 0,-1 0-3 15,3 0-1-15,0 0-2 0,1 1 0 0,1-3 4 16,0 2-1-16,-1 0 1 0,3 0-1 0,-1-1 1 16,0-3-1-16,3 0 1 0,-3-1-1 0,1 0-2 0,-1-1 0 15,0-3-1-15,-1 2-3 0,0 9 7 0,-3-4 0 16,7 0 1-16,-7-3 1 0,5-3 2 0,-5-1-4 15,-6-2 1-15,8 0-3 0,-5 0 3 0,6-2 2 16,-6 1 0-16,0-1-7 0,-2 0 8 0,0-2-3 16,6-3 5-16,-4 1-3 0,-2 1 0 0,2-5 2 0,-7 7-1 15,7-12 5-15,-2-4-6 0,-4-1 3 0,2-2-5 16,-3-3 3-16,-2 1-1 0,3 0 3 0,0-2-3 16,1 2 0-16,-1-2-1 0,-1-2 0 0,-2 0 0 15,-1 0 4-15,-1-1-3 0,2 1 3 0,-2 0-4 16,18-5-3-16,-9 3 1 0,-5 0 0 0,-4-3 4 0,-2 5 1 15,-2-4 0-15,-4-5-1 0,1 6 2 0,-1-5 0 16,1 5-6-16,-3 1 5 0,-1-1-5 0,0 3 4 16,-1 2-2-16,1 0 0 0,0 3-1 0,-2 1-1 0,1 2 3 15,1 3-3-15,2 0 4 0,-3 1 0 16,3 3-1-16,-2 0-1 0,1 3 0 0,5 1-4 0,-16 2 4 16,2-1-2-16,-1 3 2 0,-8-1-3 0,7 4 1 15,-5 0 0-15,0 0 2 0,7-9 0 0,-7-2-3 16,4 6 0-16,-3 3-3 0,1 2-2 0,0 2 2 15,-2 2 6-15,1 2-2 0,1 1-6 0,3 1 8 16,1 3-7-16,-3 2 7 0,3 1-8 0,-1-11 3 16,3 20-2-16,1 3 3 0,0 2 2 0,0 0-4 15,0 4 1-15,0 1-3 0,6 3 0 0,-6 1 6 0,2-2-2 16,-2 6 2-16,-3-5 5 0,7 1-9 0,1 0 3 16,1-1-6-16,0 1 7 0,1 0 1 0,-1-1 0 0,4-3 0 15,-16 3 3-15,8-5-9 0,4 3 5 0,3 0-8 16,1-1 9-16,1 4-3 0,4 1 3 0,2-3-2 15,3 2 4-15,3-3-2 0,1 0-2 0,2-1-1 16,2-3-7-16,2 0 9 0,4 0 1 0,-14-6 2 16,19 0-2-16,2 0-3 0,2-3-2 0,0 0 0 15,4-1 3-15,-1-7-4 0,4-1 0 0,3 1-2 16,1-2-3-16,1-3 6 0,1-3-3 0,6 1 4 0,-5 20-5 16,-3-11 6-16,0-7-3 0,-5-4 5 0,3-2 1 15,-2 0-1-15,-1-4 4 0,3-5-4 0,-9-1 1 16,-1-3 6-16,-2 0-6 0,-5-2 5 0,0 4-9 0,1-11 4 15,-3-2 6-15,-1-4 0 0,2 0-1 0,-6-3 3 16,0-3-5-16,-2-3 5 0,0 0-4 0,-2-2-1 16,-3 0 0-16,-1-2 0 0,-3-2-4 0,22-3 8 15,-11 1-5-15,-9-8 7 0,-4 1-1 0,-5-2-9 16,-7-4 5-16,-1 6-5 0,-3-2 11 0,-3 1-6 16,1 6 7-16,-5 4-5 0,21 3 11 0,-31 8-3 15,1 6-3-15,-7 2 0 0,-5 7-12 0,1 4-7 16,-11 6-8-16,-1-21-3 0,-10 17-48 0,-10 14-71 0,-1 20-16 15,-13-7-30-15,-4 55-168 0</inkml:trace>
  <inkml:trace contextRef="#ctx0" brushRef="#br0" timeOffset="78549.92">16482 3806 256 0,'0'0'-27'0,"0"0"25"16,0-2 18-16,0 0 8 0,2 0 30 0,0 0-5 15,0 0-34-15,0 0 6 0,0 1-11 0,0-1-12 0,-1 0 5 16,1 0 1-16,0 0 7 0,0 0 34 0,0 0 11 16,0 1 0-16,0-1 2 0,-2-2-11 0,0 0-7 15,0 1 2-15,0-1-2 0,0 0 15 0,0 0-17 16,0 1 5-16,0-1-11 0,0 0-14 0,0 1 13 16,-2-1-13-16,0 0 12 0,0 0-19 0,0 1 6 15,0-1-8-15,0 0 7 0,1 1-4 0,-3 1-6 0,0 0 14 16,0-2-13-16,1 0 8 0,-1 3-7 0,0-1 3 15,1 0-3-15,1 2 9 0,-2-2-4 0,-2-2-4 16,1 1 3-16,-1-1 4 0,1 0-3 0,1 2 1 16,0 0-3-16,-1-1 0 0,3 3 14 0,-2-2 0 0,0 0 2 15,1 0-17-15,1 2 1 0,0 0-6 0,-2-2 6 16,1 0-8-16,-1 1 0 0,2-1-1 0,0 0 1 16,0 0 6-16,0 0 0 0,1 0-5 0,-1 0 3 15,0 1 3-15,0-1-8 0,0 0 15 0,2 0-14 16,0 2 5-16,0 0 0 0,2 0-2 0,0 0 3 15,2 0 1-15,1 0-6 0,14 4-4 0,1-1 1 0,4 1-1 16,4 0-1-16,-6 0 1 0,8-1-2 0,2 1 2 16,-4 2 4-16,5-1-5 0,-1-1 4 0,1 1-2 0,4-1-1 15,-2-2 7-15,4 2-7 0,-3-2 3 16,-1-1-1-16,2 3-3 0,0 2 1 0,2-1 1 0,0-1 0 16,2 0 0-16,2-1-1 0,5 3 0 0,4-2 2 15,4-1-1-15,5 1 2 0,-7-2 2 0,9 2-4 16,0 1-1-16,-2-1 0 0,8 0 4 0,-8-1-7 15,1 1 4-15,1 2-5 0,2-3 8 0,3 1-5 16,7 0 2-16,4 1-4 0,-2 3 3 0,4-4-5 16,-5 1 5-16,-3-3-5 0,1-2 2 0,-3 2 5 0,3 0-3 15,6 0 4-15,3-2-10 0,5 0 7 0,-3 0-6 16,-1 0 6-16,-3 0-2 0,-1 0-2 0,-2 0 6 16,2 1-4-16,0 1 0 0,3 0 2 0,6 0-2 15,-3-2 3-15,3 0 4 0,-2 0-5 0,-3-2-2 16,-1 2 0-16,-5-2 4 0,8 0-3 0,1 2 1 15,4 0-2-15,-2 0 5 0,-2 0-1 0,-1 2-2 0,-6 0-1 16,3 4 1-16,-3-3-2 0,0 1 2 0,3 2-2 16,-1-3 3-16,-2-1-4 0,3 4 3 0,-10-4-2 15,-3 1 8-15,-6 1-4 0,-7-2-2 0,-3-2 0 16,-6 2 2-16,-1 0-6 0,-3 0 6 0,-1-1-6 16,3 1 8-16,-3 0-1 0,-4 2 1 0,-4 0-1 15,-3-1-2-15,3 1 3 0,-5-2-4 0,-4 0 3 0,-4 0-3 16,-7-1-4-16,-2-1 3 0,-2 0-3 0,-5 0 5 15,-4 0 2-15,1 0 3 0,1 0 1 0,0 0 15 0,-2 0-5 16,-1 0 2-16,1 0-4 0,0 0-6 0,-2 0-3 16,0-1 0-16,-2-1 0 0,0 0 4 0,-1 0-7 15,-10-4 2-15,-11-3-5 0,-2 0-4 0,-2 0 0 16,-6-1 1-16,-7 3 1 0,2-1 7 0,-5 1-12 16,1 0 7-16,2-1-8 0,-1 3 6 0,1-1 5 15,-6-1-4-15,1-1 5 0,-2 3-8 0,-4-1 7 16,-6 0-6-16,1 3 5 0,-7-3-5 0,-4 2-3 15,1 1 1-15,-6-3-3 0,5 2 7 0,1 1-2 0,0 1 6 16,-3 2-3-16,-1 0 1 0,-5 0 1 0,-2 0-1 16,0 2 2-16,-2-2 1 0,-2 0-3 0,3 0 1 15,1-2-2-15,5 2-1 0,4 0 4 0,-3-2 1 0,-6 0 4 16,-2 2 4-16,-3 0-12 0,-1 0 3 0,6 0-4 16,-2 0 3-16,4 0 6 0,0 0-4 0,2 2 5 15,-4 2-3-15,-4-4-3 0,0 2-1 0,-5-1 1 16,2 1 6-16,3 2-9 0,0-2 5 0,2 0-5 15,6 0 3-15,-2-2 1 0,-4 1 2 0,2 1-1 16,-2 0 2-16,1-2 1 0,2 2-6 0,3-2 2 16,2 0-8-16,7 0 7 0,0 0 0 0,5-2 2 0,-1 2-9 15,-2 0 8-15,2 4-1 0,-6-2 5 0,2 0 0 16,4-2-3-16,-1-2 1 0,3 0-4 0,3 0 3 0,1 0-5 16,3 2 3-16,3 2-4 0,5-2 5 0,1 2 3 15,0 2-5-15,4-3 3 0,-3 3-8 0,4-2 9 16,-1 0 2-16,0-2 2 0,8 0-8 0,1-2 7 15,6 0-4-15,6 0 7 0,-1 0 7 0,2 1-8 16,1-1 1-16,3 0-5 0,3 0 4 0,1 0-7 16,3 0 4-16,5 2-6 0,-1 0-2 0,-2-2-5 15,0 1-2-15,1-1-1 0,1 0-5 0,0 2 6 0,0 0 0 16,0 0 3-16,2 0 13 0,0 0-7 0,2 0 2 16,13 0-4-16,22 0 5 0,8 2-5 0,5 0 0 15,7 1-2-15,3-1-2 0,1-2 0 0,4-2 6 16,4 2-3-16,9 0 0 0,5 0-1 0,8 0-4 0,6-2 4 15,1 1-2-15,-1-1 4 0,-3 0-4 0,7 0 4 16,1-2 0-16,9 1-3 0,2-1 5 0,6-4-4 16,0 5-2-16,-4-3 5 0,4 2-2 0,3 3 2 15,1-3 0-15,9 4 0 0,0 0-2 0,-6 0 1 16,4 2 0-16,-2 1 0 0,8 5 0 0,1-4 0 16,-1-3 0-16,-5 3-6 0,-3 0 6 0,2 0-4 0,0-1 9 15,4-3-9-15,-4 0 4 0,-11-5-6 0,-4 1 3 16,-5 0 7-16,-3 1-8 0,-3 1 8 0,-4-4-7 15,-10-1 0-15,-9-1 3 0,-8 5 0 0,-6-1 5 16,-12 2-5-16,-6 2 1 0,-5-2-3 0,-7 0 1 0,-5 0 0 16,-4 1 6-16,-8 1-4 0,-5 0 7 0,-10 0-11 15,3 0 3-15,-4 0-4 0,-1 0 7 0,1 0 11 16,-2 0-11-16,0 0 10 0,-2 0-20 0,0 0-4 16,-4 0 7-16,-20 0-5 0,-17-4 6 0,-5 0-1 15,-6 2 1-15,-6-1 1 0,-5-1 7 0,-6 0-5 16,-3 0 0-16,-6 1 0 0,-6-3 2 0,-1 4 1 0,0 0-3 15,-1 1 1-15,1 1-2 0,-4 1 3 0,-8 5-2 16,-5 7 1-16,-8-4-3 0,-5 4-2 0,-2 2 3 16,-2-4-4-16,1 4 1 0,-5 0 0 0,-5 0 5 15,-4-2-2-15,-3 0 4 0,5-2 1 0,-2 2-7 16,-7-4 3-16,-6-3-5 0,-6-1 5 0,3-1 1 0,3 2 2 16,2 3 6-16,-6-5-3 0,-1-1-3 0,0 1-1 15,1 0-8-15,1 5 11 0,-7-3 0 0,-1-3 4 16,4 1-3-16,2-4 0 0,9 6 2 0,5-1-1 15,3 1-4-15,6-2 1 0,12-3-3 0,9 1 3 16,8 4 2-16,7-2-4 0,2 1 2 0,5-3-4 16,4-2-2-16,14 2 6 0,10-2-2 0,15 0 4 0,8 0-3 15,8 0 6-15,11 0-3 0,6 0 0 0,6 0-27 16,-1 0-10-16,1 0 3 0,0 0-2 0,2 0 24 0,2 0 0 16,63 5 5-16,13-1-3 0,13-4 1 0,11 0-8 15,7-2 0-15,14-3-1 0,9-1 11 0,11 1-6 16,13 1 1-16,1-2-2 0,7 3 8 0,7-1-5 15,3 2 7-15,4 2-5 0,3-2 3 0,1 2-3 16,1 0 0-16,5 0 0 0,-2 2 9 0,-1 0-2 16,5-2-3-16,-3 2 1 0,3 0-1 0,-7-1-3 15,-1-1 5-15,-3 0-4 0,-3 0 4 0,-5 0 1 16,-8-1-5-16,-1 1 1 0,-6-4-4 0,-10 2 9 0,-12-2-3 16,-10 1 6-16,-7-3-8 0,-3-1 1 0,-5 5 3 15,-14 0-2-15,-10-2 7 0,-14 2-8 0,-14-3 4 16,-10 1-5-16,-8 2 11 0,-9 2-5 0,-12 0 2 15,-7 0-3-15,-5 0 4 0,-2 0 32 0,-1 0-15 0,-1 0 18 16,0-2-35-16,0 0-13 0,-2 1 4 0,-4-1-7 16,-37-21 7-16,-20 1-3 0,-10 7 0 0,-18 2-2 15,-11 6 0-15,-13-1 4 0,-6 5-5 0,-5-1 5 16,-8 4-5-16,-8 0 3 0,-12 0 6 0,0 4-3 16,-6 1 0-16,-3 5-4 0,-3-1-1 0,-14 4-1 15,-2-2-7-15,-4 0 3 0,-9 4-2 0,-2-2 5 0,-6 2-4 16,-3 2 7-16,0-6-2 0,3-4 4 0,5-1 6 15,10-3-4-15,8 3 5 0,5-4-5 0,2 2 0 16,10-1 0-16,3 1-4 0,7 2 4 0,3-3 8 0,7-1-7 16,11-2 0-16,20 0-1 0,8 0 0 0,11 0 4 15,10 0 4-15,14-4-2 0,11 1-4 0,8-1 6 16,16 0 2-16,8 2 2 0,7 1 2 0,12 1-30 16,1 0-3-16,0-2-8 0,2 0 1 0,2 2 15 15,6 0 6-15,66-4 2 0,10 2 6 0,13 0-8 16,12 1 4-16,16-3-5 0,18-2 1 0,13-1 7 15,10-2-4-15,8-1 4 0,1 3-10 0,16 3 8 0,4 4-2 16,4 0 2-16,6 2-5 0,-3 4 5 0,6 5-3 16,4-4 4-16,-4 2-5 0,4 1 4 0,-2-5 0 15,0 6 2-15,2-1 1 0,-12-3 4 0,-1 2-1 0,-7-1 1 16,-8-3-3-16,-6 3-4 0,-3-4 0 0,-17-1 0 16,-6-1 0-16,-5 0 2 0,-12-2-6 0,-10 0 1 15,-12 0-41-15,-18-6-119 0,-9-1-51 0</inkml:trace>
  <inkml:trace contextRef="#ctx0" brushRef="#br0" timeOffset="101454.45">22610 11654 217 0,'0'0'0'0,"0"0"30"16,0 0 1-16,0-2 5 0,0 2 2 0,0-2-32 15,0 0 2-15,0 1-12 0,0-1 3 0,0 0-4 16,0 0-1-16,0 0-38 0,0 0-3 0,0 0-8 16,0 1 16-16,0 1 26 0,0 0 12 0,0 0 0 15,0 0 15-15,-2 0 16 0,0 0 6 0,0 0 5 0,0 1 24 16,-2 1-24-16,1 0 5 0,-1 0-13 0,2-2-18 15,0 0 2-15,-1 0-15 0,1 0 11 0,-2 2-22 0,0 0 8 16,1 0-1-16,-1-1 4 0,2 1 4 0,0 0-10 16,0 0 7-16,0 0-7 0,1 0 9 0,1 0-6 15,0-1-8-15,0 1 2 0,0 0 0 0,0 0-13 16,0 0 7-16,0 0-9 0,0 0 10 0,0-1-8 16,0 1 0-16,0 0-3 0,0 0 4 0,0 0 3 15,0-2 11-15,0 0-7 0,0 2 10 0,0 0-39 16,0-1-34-16</inkml:trace>
  <inkml:trace contextRef="#ctx0" brushRef="#br0" timeOffset="114202.84">6922 3774 136 0,'0'0'0'16,"0"0"88"-16,-2-2 1 0,0 0 5 0,1 0 0 15,-1 1-91-15,0-1 0 0,0 0-1 0,0 0-2 0,0 0 2 16,0 0-2-16,1 0 4 0,-1 1-4 0,2-1 3 15,0 2 4-15,-2 0 13 0,0 0 0 0,0 0 3 16,0 0 7-16,2 0 4 0,-2 0 4 0,1 0-2 16,-1 0 8-16,0-2-11 0,0 2-2 0,0 0-6 15,0 0-12-15,0 0 8 0,1 0-3 0,-1 0 5 16,0-2 3-16,0 2-14 0,0 0 8 0,0 0-11 16,0 0 6-16,1 0-3 0,-1 0 1 0,0 0-2 0,0 0 2 15,0 0-3-15,0 0 4 0,0 0-4 0,1 0-1 16,1 0-2-16,0 0-1 0,0 0 1 0,0 0 10 0,0 0-1 15,0 0 0-15,0 0 0 0,0 2-2 0,1 0 11 16,1 0-6-16,0-1 6 0,0 1-10 0,0 0 0 16,2 0 5-16,-3-2-2 0,9 4 2 0,1-1-9 15,0 1 1-15,2 2-3 0,2-1 7 0,2 1-3 16,-1-1-4-16,3-1 1 0,1 2 1 0,1-3-2 16,1 1 2-16,4 0-4 0,0 0-8 0,0-3 8 15,6 3-3-15,1 0 6 0,-2 0-8 0,8 1 2 16,4 1-1-16,-4-3 2 0,4 3-1 0,1 0 0 0,-6-1 0 15,8 3-1-15,0-3 4 0,-5-1-2 0,4 0 3 16,-2-3-2-16,-1 1 5 0,3 0-5 0,-1-2 4 16,5-2-4-16,6-1 6 0,3 1 0 0,-2-2-4 0,9 0 3 15,-2 2-9-15,-2 1 7 0,6-1-5 0,-10 2 5 16,-1-4-12-16,0 2 9 0,-2 2-4 0,1 0 7 16,5 2-11-16,-3 0 2 0,3 2 1 0,5-3 1 15,2 1 4-15,5 2 1 0,-1-2-3 0,-5-2 2 16,-1 0-9-16,-3-2 13 0,3 0-4 0,0 0 7 15,1 0-13-15,11 2 1 0,1-1 2 0,1-3-2 0,7-2 3 16,-10-1 1-16,0-2-3 0,-5 1 2 0,-3 3-8 16,-1-1 8-16,4 2-3 0,5 1 5 0,4-3-6 15,5 0 4-15,-3 3 0 0,-1-3 1 0,-4 2-8 16,-9 1 5-16,3-1-2 0,-2 2 3 0,-1 0-3 0,3 2 0 16,9 2 2-16,-4 0-1 0,5-2 3 0,-4 0-3 15,-7 0-2-15,3 0 0 0,-7 0-4 0,-1-2 5 16,2 0 2-16,2-1 1 0,0-3 0 0,5-1 3 15,-2 1-5-15,1 0 3 0,-5-1-7 0,-1 0 7 16,-4-3-1-16,-3-1 4 0,-1 0 4 0,-5 4-12 16,2-3 7-16,-2 3-9 0,3 1 8 0,1-1-1 15,1 1 0-15,-1-1-1 0,-4 3 0 0,-1 0 0 0,-4 1-2 16,-5 1 1-16,-1-2-5 0,-8 2 2 0,-1 0 0 16,-5 1 1-16,-1 1-2 0,-4 0 7 0,0 0-1 15,-1 0 2-15,-3-2-10 0,1 2 6 0,-5 0-3 16,3-2 4-16,-4 2-3 0,-4 0 1 0,-2 0 1 0,-3 0-1 15,-3 0 1-15,1 0 6 0,-2 0-5 0,2 0 6 16,-1 0 2-16,1 0-9 0,0 0 10 0,-2 0-10 16,0 0 15-16,-1 0-7 0,1 0-2 0,0 0-3 15,0 0-7-15,-2 0-1 0,0 0 4 0,-2-2-1 16,0 0 0-16,-1 0 4 0,-10-1-7 0,-8-1 6 16,-5 0-6-16,2 0 4 0,-4 1 5 0,-2-3-1 0,-1 1-4 15,-3-1 2-15,-3-1-4 0,-2 1 4 0,-5-1 3 16,1 1-4-16,-1 0-2 0,-7 3 0 0,5-1-4 15,-6 0 2-15,0 2 2 0,0 2-2 0,-2 0-3 0,0 2-1 16,-3 0 2-16,-1 0-2 0,-1 0 9 0,-4 0 0 16,-4 0-2-16,-6-1 1 0,-1-1 2 0,-6 0-4 15,4 0 4-15,2 0-4 0,1-1 0 0,8 1-1 16,-7-2-4-16,0 0 2 0,-4 2 4 0,-8 0-5 16,6 2 3-16,-9 1-5 0,3 1 9 0,2 0-4 15,-1 0 1-15,5-1-1 0,0 1 1 0,-7 2 0 16,-1-3 0-16,-5-1-1 0,-2 2-3 0,1 1 7 0,1-1-2 15,3 2 3-15,5 1-6 0,-5-1 2 0,1 1 1 16,-4 2 0-16,-5-1-5 0,3 1 2 0,2-1 1 16,4-1 2-16,5 0 5 0,-2 1-4 0,-3-1-4 15,-4 4 1-15,-9-1-1 0,0 1 3 0,3-2 3 0,0-3-1 16,6 1-5-16,2 2 3 0,-7 1 2 0,-4-1 2 16,-8-3 2-16,-2-3-7 0,4-1 3 0,4-2-3 15,6 0 1-15,-8-2 1 0,2-1-1 0,-12-5 1 16,-3-3 1-16,2-2-3 0,-3 0-11 0,2 0-4 15,-6 2-103-15,-19 7-387 0</inkml:trace>
  <inkml:trace contextRef="#ctx0" brushRef="#br0" timeOffset="128126.01">23271 8173 88 0,'0'0'0'0,"0"0"41"0,-2 0 9 0,0 0 16 0,0 0 4 15,0-2-27-15,0 0-2 0,0 0-23 0,1 0 10 16,-1 0-13-16,0 0 18 0,0 1-16 0,0-1 8 16,-2 0-10-16,1 0 20 0,-1 0-10 0,0 0 2 15,1 0-5-15,-1 2 5 0,-4-1-7 0,1-1 2 0,0 0-5 16,1 0-10-16,-1 0 16 0,-1 0-5 0,1 0 7 15,-3-1-13-15,3 1 7 0,-2-2-4 0,3 2 6 16,-1 0-4-16,1 1-9 0,1-1 3 0,-1 0-3 16,-1 0-1-16,3 2 2 0,-2-2-3 0,3 2 3 15,-3-2-11-15,2 2 4 0,-1-2-4 0,1 2 5 16,-3 0-3-16,1 0 1 0,1 0 0 0,-7 0 0 16,7 0 4-16,-1 0-2 0,-5 0-2 0,9 0-1 0,-5 0-5 15,-2 0 5-15,5 0 1 0,-2 0 2 0,-1 2 3 16,1 0-8-16,-1 0 2 0,1 0-5 0,-1 0 9 0,-1 1 0 15,-6 3-5-15,2-2 1 0,-4 3 0 0,3-1-2 16,-2-1 5-16,-2 1-3 0,4-1 3 0,-2 1-5 16,2 0 5-16,-3 1-5 0,-5 2 6 0,-1 2 5 15,-2 1-4-15,5-1 4 0,2-2-8 0,1 2-2 16,3-2 1-16,-2 3 0 0,0-1 7 0,2-2-6 16,0-7-1-16,2 9 0 0,0 0 5 0,1 2-5 15,-1 2 1-15,2-2-2 0,0 0 2 0,-1 2 3 0,1 0-3 16,-2 0 2-16,2 3-6 0,-1-1 2 15,3 1 2-15,-2 1-1 0,1-2-1 0,1-1-1 0,1-3 2 16,1 2 0-16,1 0 2 0,0 2 2 0,2 1-4 16,-1 1 3-16,-1-4-6 0,2 1 2 0,0-3 1 15,0 4 1-15,-1 0 7 0,1 1-7 0,0 1 4 16,0-4-5-16,0 3 3 0,1-6 1 0,-1 1-3 0,-9 1 3 16,1 3 2-16,3 0-2 0,1-2 0 0,3 0-2 15,-1-2-7-15,2 1 4 0,0 1 2 0,2 0 1 16,0 0 5-16,0 0-3 0,0 0 2 0,0 0-2 15,0-1 6-15,0-1-4 0,0 0-5 0,2 2 2 0,0 0 1 16,0-2-2-16,0 2 5 0,-1-2-6 16,3 0-2-16,0 2 4 0,0 0-5 0,1-2 5 0,1 2-6 15,-1-1 9-15,1 1-3 0,1 0 5 0,1 0-8 0,-3-2-4 16,3 2 3-16,-3-2-2 0,3 2 5 0,-1 1 7 16,-1-3-9-16,5 10 6 0,-4-9-12 0,1 3 4 15,1 5 5-15,-4-9-2 0,7 8 6 0,-1-3-6 16,-2-3-1-16,-7 2 0 0,15-4-1 0,-1 0 8 15,5 0-4-15,-3 2 6 0,5 0-6 0,-5-4 3 16,3 4-1-16,-3-8 0 0,-5 2 0 0,4-1 3 16,3-1 1-16,4 1-2 0,1-1-9 0,-3 2 2 15,-2-3 1-15,-3-2 2 0,3-2 8 0,-1 11-9 0,1-2 5 16,1-4-4-16,-1 1 13 0,-1-5-9 0,-1-1 5 16,1-2-7-16,0 0 2 0,-1-2 3 0,1 0-9 15,-1-1 5-15,3-1-5 0,-3-2 6 0,1 1 0 16,1-3 0-16,-1 1-2 0,-1-2-4 0,1-1 7 0,3-3-6 15,0 0 7-15,3-1-10 0,-1-1 1 0,2-2-4 16,-4 2 3-16,8-3 3 0,-6 3 2 0,-2 2-1 16,0 9-2-16,-3-13 0 0,-2-3 0 0,-1 3 1 15,-3 0 0-15,0 1 1 0,4-3-5 0,-4 2 3 16,4 1 8-16,0-3-5 0,-4 2-1 0,-2-3-2 16,0 0-1-16,4-1-4 0,0 1 8 0,-1 3-6 0,1-1 1 15,-5 1 7-15,-3 0-8 0,2-1 8 0,-1 3-6 16,-1-2 3-16,0 2 2 0,-1 0-2 0,0-1-2 15,-3 1 6-15,1 0-3 0,-2 2 4 0,0-4 0 0,0 2-1 16,9-1 4-16,-2-1-3 0,0-2 6 0,-3-1-3 16,-2-1-3-16,-1-1 1 0,-1 0-5 0,-2 1 9 15,0-3-7-15,0-2 6 0,0 4-12 0,0 0 5 16,0-2 0-16,-2 1 3 0,0-1 0 0,1 0-6 16,-1 2 2-16,-2 0-4 0,0-1 8 0,-1-3-4 15,-1 2 1-15,1 4-2 0,-1-1 5 0,0 1-4 16,1-1 2-16,-1 1-4 0,-1 1-1 0,1 3 3 0,-1-1-1 15,-1 2 3-15,1-2 2 0,0 3-1 0,-3-1 0 16,1 0-1-16,7 2-2 0,-11 0 11 0,-2 2-10 16,1 0 9-16,1-1-13 0,-6 1 6 0,0-2 0 0,3 2 0 15,-3 0 1-15,2 2-4 0,1-2 2 0,1-1-3 16,0 3-3-16,-4 0 7 0,1 0-5 0,-1 3 4 16,-3-5-1-16,5 2-6 0,2 3 4 0,-5-3-4 15,5 3 4-15,-2-1-2 0,-1-3 4 0,1 9-3 16,0-5 6-16,-1 2-7 0,-1 2 1 0,-1-3 0 15,-1 3 6-15,3 0-5 0,-3 0 0 0,3 0-2 16,-1-1-1-16,1 1 6 0,-1-11-6 0,-1 2 5 16,-2 3-13-16,-1 8-22 0,-5 2-10 0,-3 9-9 15,-12 12-86-15,-16-9-152 0,-12 38-103 0</inkml:trace>
  <inkml:trace contextRef="#ctx0" brushRef="#br0" timeOffset="129505.88">27508 9218 607 0,'0'-2'0'0,"-2"0"10"15,-2-5 22-15,-3-14 28 0,1 3 11 0,2-1 5 0,1 3-11 16,1 1-42-16,0 2 8 0,0 2-16 0,0-1 1 15,2 3-12-15,-2 0 2 0,2 3-1 0,0 1 16 16,0 1 7-16,0 2 1 0,0-2 1 0,0 1-6 0,0-1 0 16,0 0-13-16,0 1 7 0,0 1-25 0,-1 0 4 15,-1 0-5-15,0 2 4 0,-2 0-5 0,-9 7 8 16,-11 12 5-16,-8 29-1 0,-1 10-3 0,-6 7 5 16,-2 9-9-16,2 8 9 0,-2 7-3 0,2-2-2 15,-2-3 5-15,-1-6-5 0,-1-4 6 0,6-2-5 16,0-3-1-16,7 0-1 0,-2-4 7 0,1-13-2 15,9-4 4-15,1-13-5 0,5-3-2 0,4-4 1 16,1-8 1-16,2-7-1 0,0-4 3 0,7-1 13 0,0-8 2 16,-2 4 7-16,1-1 33 0,-1 1-11 0,0-2-2 15,2 0-6-15,0-2-26 0,1-2-12 0,-1-2 3 16,2-39-4-16,3-7 8 0,7-7-8 0,3-1 4 16,3 2-4-16,3-5 6 0,1 2-5 0,3-2-3 0,-1-4 0 15,4-2-5-15,2-11 5 0,-2 0 0 0,3-8 1 16,1 3-7-16,-2 7 0 0,2 5 0 0,-2 10 3 15,-27 3 6-15,29 8-3 0,0 6 1 0,-2 5-2 16,-2 1-2-16,-2 3 5 0,-4 5-2 0,-1-1 3 16,-1 9-4-16,-6-1 3 0,-3 7-3 0,0 6 2 0,-3 1-4 15,-3 7 6-15,1-2 0 0,0 1 1 0,0-1-19 16,-1 2 10-16,1 0-2 0,0 2 7 0,-1 0 6 16,-1 0-4-16,6 2 2 0,-3 0-2 0,5 2-3 0,-3 20 4 15,0 4-3-15,12 0 5 0,-6-1-3 0,-2 5-2 16,-2 0 0-16,1 5 0 0,-5 2-3 0,-1 5 3 15,0 5 1-15,-2 3 1 0,-1 3-2 0,1 5 1 16,2 1-1-16,2 2 2 0,-1 0 4 0,1-5-6 16,-3-1 2-16,-1-7-2 0,2-1 2 0,0-7 1 15,-1 1-2-15,1-2 1 0,0-2-4 0,1-2 6 16,-1-2-5-16,0-1 6 0,0-5-6 0,-3-3 4 16,3-1 1-16,-2-7 0 0,2 3-3 0,-1-3-3 0,1-3 2 15,-2-4-3-15,0-3 4 0,-2-5 4 0,0 3-3 16,2-1 2-16,-2-3-5 0,1 2-1 0,1 0-3 15,0-1 1-15,0-1-10 0,-2 0-15 0,0 0-2 0,0 0-10 16,0 0-48-16,0-2-55 0,0 0-10 0,0 0-14 16,0-2-52-16</inkml:trace>
  <inkml:trace contextRef="#ctx0" brushRef="#br0" timeOffset="129708.22">27168 9797 246 0,'-2'0'65'0,"-2"0"72"0,-5 0-48 16,-8 0-9-16,2-2-12 0,2 1 7 0,4 1-11 0,2 0-16 16,3 0 6-16,2 0-10 0,0 0 1 0,-1-2-12 15,-1 2-2-15,0 0-4 0,2 0-15 0,0-2-5 16,1 2 5-16,-1-2-5 0,2 0 3 0,0 0-10 16,2 2 0-16,1-2-1 0,5 1 12 0,18-3-8 15,3 0 3-15,3 2-6 0,3 0-1 0,6 2-6 16,-6 0-3-16,6 0 1 0,-5 2-19 0,6 2-57 15,7 2-13-15,-5 1-25 0,1 0-136 0</inkml:trace>
  <inkml:trace contextRef="#ctx0" brushRef="#br0" timeOffset="130501.13">28002 9923 63 0,'0'0'19'0,"0"0"22"0,0 0-1 0,0 0-19 0,0 0 0 15,0 0-4-15,0 0 28 0,0 0 13 0,0 0 9 16,0 0-3-16,0 0 2 0,0 0-4 0,0 0-2 0,0 0 1 15,0 0-7-15,0 0 2 0,0 0-4 0,0 0 2 16,0 0-11-16,0 0-10 0,0 0 6 0,0 0-8 16,-2 0 0-16,0-1-6 0,0 1-2 0,0 0-2 15,0 0-13-15,0 0 4 0,1 0-6 0,1 0 6 16,0 0-6-16,0 0 2 0,-2 0-3 0,0 0 2 16,0 0-5-16,0 0-2 0,0 0 4 0,0 1-3 0,1 1 5 15,-3 2-1-15,-7 13-5 0,-4 7 2 16,0 4-2-16,4-4 2 0,2 2 2 0,-1-2-1 0,3 4-9 15,1 3 5-15,3-5-1 0,1-1 2 0,0 1 1 16,2-8 2-16,0 4-1 0,0 3 0 0,2-5-2 0,0 0 3 16,1-1-4-16,1-6 4 0,0 2-4 0,-1-6 3 15,5 8 0-15,-3-6 0 0,3 0-5 0,1 2 3 16,-3-5 4-16,10-1 0 0,3-3 9 0,-2-2-4 16,3 12-2-16,1-4 1 0,-1-5-2 0,2-3 1 15,-1-2 0-15,-5-2 1 0,7-5-1 0,-3-1 8 16,2-5-1-16,-1 6 3 0,1-23-5 0,-3 1-3 15,1 1 0-15,2 0-1 0,-7-2 2 0,2-1-2 16,-2-7 0-16,-4 5-1 0,2 0 0 0,-4-3 2 0,0 8-2 16,-1 2 2-16,-3 0 0 0,3 4 0 0,-4 0 4 15,-1 1-2-15,10 3 13 0,-3 1-15 0,-5 0 9 16,-1 1-10-16,-2 1 10 0,-2 0-12 0,0 2-2 0,0 2-2 16,-2 4 6-16,0-1-11 0,-2 1 5 0,1 1-8 15,1 1-2-15,-17 1-3 0,1-9-7 16,-5 2 4-16,10 5-13 0,0 2-1 0,-3 1 2 0,6 1-2 15,-10 0-12-15,11 2-6 0,1 0-5 0,3 0 0 16,1 0-12-16,2 0-22 0,-2 0-12 0,1 0-4 16,-1 0-40-16,2 0-61 0</inkml:trace>
  <inkml:trace contextRef="#ctx0" brushRef="#br0" timeOffset="130782.58">28943 9270 1123 0,'-2'-2'6'0,"0"0"24"16,0 0 2-16,-1 0 8 0,-1 1-21 0,2-1-21 16,0 0-2-16,0 0-5 0,0 0-1 0,1 0 9 0,-1 2-1 15,2 0 3-15,0 0 3 0,2 0-4 0,-1 2 5 16,1-2-5-16,17 9 6 0,-2-3-3 0,1 0 2 15,-5-3-2-15,2 1 7 0,-4-2 6 0,-2 0-7 0,3 0 7 16,1-1-5-16,-2 1-1 0,2-2 1 0,-4 0-2 16,0 0-8-16,2 0 1 0,-1 0 0 0,-3-2 0 15,4-1-2-15,-1 1-20 0,1-2 0 0,0 0-9 16,0 1-17-16,0-1-41 0,0 0-2 0,0 1-15 16,-1 1-32-16,-3 0-81 0</inkml:trace>
  <inkml:trace contextRef="#ctx0" brushRef="#br0" timeOffset="131000.13">29145 9524 519 0,'0'0'78'0,"0"0"-2"0,-2 0 13 16,1 0-15-16,1 0-16 0,0 0-45 0,0 0-4 16,0 0 0-16,0 0-1 0,0 0 3 0,1 0-1 15,1 0 6-15,2 2-4 0,5 0 10 0,12 4 0 16,3-1-9-16,0-1 6 0,4-2-12 0,0-2 2 15,1 0-2-15,3 0 0 0,3-2-4 0,4-2-18 0,4-3 0 16,7-3-11-16,2-1-28 0,6-4-65 0,-1-3-21 16</inkml:trace>
  <inkml:trace contextRef="#ctx0" brushRef="#br0" timeOffset="131596.23">30844 8243 1054 0,'0'-2'10'0,"-2"0"-4"0,0-3 9 15,-5-14 8-15,1 4-7 0,1 2-6 0,1 4-4 16,2 0-6-16,0 3 3 0,2 3-7 0,0 1-5 15,-1-2 4-15,-1 0-3 0,2 1 11 0,0-1 2 16,0 2-1-16,0 0 1 0,-2 0 10 0,2 0 16 16,0 1 0-16,-2-1 5 0,2 0-2 0,-2 0-4 15,0 0-4-15,0 0 0 0,1 0-21 0,-1 1-3 16,0 1-4-16,0 0 2 0,0 1 5 0,0 1-11 0,-5 9 10 16,-10 21-11-16,0 1 7 0,3 5 5 0,1-1-4 15,1 4 4-15,3-1-5 0,0 1 4 0,0 0-8 16,5 0 6-16,-2 0-3 0,3-6 2 0,-1-1 3 15,0-10-2-15,1 3-7 0,1-1 5 0,0-1-3 16,2-1 4-16,-2-6 8 0,0-5-9 0,0 0 4 0,0-2-5 16,-1 1 3-16,-1-3 1 0,-2 2 6 0,3-4-4 15,-1-1 1-15,2 0-5 0,-16-3 2 0,-5-1 0 16,-5 0 11-16,10 0-7 0,-3 2-4 0,1 1-1 16,3-1 1-16,-1-2-3 0,1 9 6 0,-2 0-5 15,5-5 3-15,1-3-3 0,0 1 0 0,7-2 0 0,-3 0 5 16,7-2 4-16,-4 0-5 0,3 0 3 15,-1 0-8-15,0 0 1 0,2 0 1 0,0 0 1 0,1 0 0 16,-1 0 4-16,0 0 1 0,2 0 0 0,2 0 0 0,0 0-6 16,7 0 4-16,19 0-5 0,-4 0 7 0,4 0 3 15,0 0-2-15,-2 0 2 0,1 0-10 0,-1 0 5 16,-1 0-2-16,-1 0 3 0,4 0-2 0,-2 0-2 16,0 0 2-16,-4 0-1 0,-2-2 4 0,-1 0-6 15,-3 0-2-15,-1 0 0 0,-2 0-4 0,-2-1 1 16,-1-1 0-16,-1 0 0 0,-2 1-11 0,1-1-26 15,-3 2-4-15,3-17-8 0,-4-5-26 0,-1-4-25 0,16-3-1 16,-6-4-12-16,-6 1-30 0,-5-1-76 0</inkml:trace>
  <inkml:trace contextRef="#ctx0" brushRef="#br0" timeOffset="131822.67">30618 8100 345 0,'0'0'68'15,"-2"-2"-6"-15,0 0 44 0,0-1 4 0,0-1-12 16,-5-7-12-16,-1 0-15 0,1 0 0 0,1 1-5 15,5 5-9-15,-1-1-6 0,0 2-3 0,0 1-2 16,2 1-21-16,0-2-10 0,0-1-7 0,0-1 2 16,0-3-5-16,2 3 3 0,3-1 6 0,10-2-3 15,13 5-4-15,-4-7 1 0,0 5-6 0,1 1 5 0,-1-1-4 16,0-11-5-16,4 4 1 0,-2 4-3 0,0 3-1 16,1 3-34-16,1 3-2 0,0 2-16 0,2-1-43 0,-4 3-45 15,0 2-16-15,-2 1-20 0,-2 4-160 0</inkml:trace>
  <inkml:trace contextRef="#ctx0" brushRef="#br0" timeOffset="132225.34">31364 8726 492 0,'0'0'127'0,"-2"0"30"0,0 0-51 0,0 0-64 15,1 0-9-15,-1 0-23 0,-2 0 4 0,-1 2-2 0,-7 3 5 16,-1 5-7-16,6 1 4 0,1 15-9 0,-3-6 7 16,4 4-3-16,-1-5-8 0,2-1 3 0,2 1-5 15,-11 0 5-15,6-5 0 0,1 1 3 0,5-4-3 16,-1-1 0-16,2-3 10 0,0 1-5 0,0-1 7 16,0-3 1-16,0-1 6 0,0-1 3 0,3 2 0 15,3 0-1-15,9 5 0 0,0-3-4 0,3-1 2 0,-1-3-12 16,2-2 5-16,1-2-1 0,-2-2 3 0,1 1-4 15,-4-3-6-15,2-1 3 0,-4 1-4 0,1-3 5 16,-2 1 1-16,-3 1-4 0,0-2 3 0,0-4-4 0,1-4 9 16,-1-2 1-16,-3-1 1 0,-3-4-4 0,-1-6 9 15,0 0-9-15,17 1 8 0,-8-3-4 0,-6 1-6 16,-5 1 10-16,-2-5-10 0,-3 1 8 0,-3 8-12 16,-3 0-1-16,0 6-3 0,7 1-6 0,-23 4-33 15,-7 6-1-15,-5 4-12 0,-5 3-23 0,-5-21-5 16,-1 16-3-16,-4 9-3 0,-3 9-34 0,-1 8-107 15,3 3-47-15</inkml:trace>
  <inkml:trace contextRef="#ctx0" brushRef="#br0" timeOffset="132517.99">30306 9571 1090 0,'-2'-2'106'0,"0"0"-144"0,-5-9 123 0,-5-6-67 15,5 8-2-15,5 5-9 0,2 2-9 0,-4-1-2 0,3-1-40 16,-1 2 31-16,2 0-4 0,0 0 13 0,2 0 2 0,7 2 0 16,28 0 2-16,-4 0-2 0,5 0 4 0,1 0 13 15,3 0 7-15,7 2 0 0,-3 0 17 0,0-2 0 16,-1 0 0-16,0 0 3 0,1-4 11 0,-3-1-4 15,5-1-4-15,0 3 0 0,8-3-16 0,1 2-10 16,3-1 2-16,-1 1-6 0,-1 0-15 0,-1 1 10 16,3 1-10-16,-6 2 9 0,-4-2-8 0,-4 0-2 15,-3 0 1-15,-4 0-2 0,-2 2-5 0,-5 0-47 16,-3 0-6-16,-8 0-19 0,-3-2-71 0</inkml:trace>
  <inkml:trace contextRef="#ctx0" brushRef="#br0" timeOffset="134679.12">13174 9513 41 0,'0'-2'22'0,"0"0"-8"0,0 1 17 0,0-1-2 16,-2 0-11-16,0 0 11 0,0 0-3 0,0-2 4 0,0 1 3 16,2 1 15-16,-3-7 3 0,1 3 1 0,-4-5-8 15,1 0-12-15,1 3-3 0,0 1-2 0,2 3 7 16,1-1-16-16,-1-3 13 0,0 1-15 0,-2-4 3 15,2 5 3-15,2 2-4 0,0 1 6 0,0 1-5 0,-2-4 6 16,2 2 2-16,-1 1 2 0,1 1-1 0,0 0-3 16,0 0-8-16,0-2 7 0,-2 1 3 0,0-1 2 15,0 0 1-15,0 1-2 0,2 1-16 0,0 0 3 16,0 0-7-16,0 0 5 0,0 0-9 0,0 0-4 16,0 1 3-16,0-1-3 0,0 0-2 0,0 0 4 15,0 0 2-15,0 0 2 0,0 2 2 0,0 0-5 16,0 0 2-16,0 0-1 0,0 2 3 0,0 0-2 0,0 2 0 15,-2 7 1-15,-1 22-1 0,-1 4-6 0,0 4 1 16,-3 4-2-16,1 3 12 0,1-1-9 0,-3-3-2 16,3-5-2-16,1-4-1 0,-2-1 4 0,3-1-2 0,1-3 2 15,2-4-3-15,0-4 3 0,0-3 2 0,0-2-1 16,0-3-4-16,-2 1-2 0,2-2 3 0,0-4-2 16,0 1-1-16,0-1-15 0,0-2 0 0,0 3-5 15,0-3-15-15,0-1-5 0,0-1-7 0,0 1 4 16,0-4 4-16,0 1 15 0,0 1 12 0,0 0-2 15,-2 0 19-15,0-1 1 0,0 1-1 0,0-2 1 16,-1 0 0-16,-1 0 9 0,0-2-5 0,-1 1 6 0,-3-1-2 16,1 0-3-16,1 0 5 0,1 0-4 0,-1 0 11 15,1 0-3-15,1 0-5 0,0 0 1 0,0 0-9 16,1 0 7-16,-1 0 0 0,0 0 1 0,1 0 3 0,1 0-8 16,0 0 3-16,-2 0-5 0,2 0 1 0,0 0 15 15,1 0-2-15,1 0 7 0,0 0 10 0,0 0-15 16,1-1 4-16,1-1-9 0,2 0-4 0,0 2-5 15,12-8-3-15,1 3 0 0,0-3 3 0,0 3-5 16,-1-1 5-16,1 1-5 0,0-1 6 0,-1 1-7 16,-1 1 3-16,-2 0-4 0,0 0 2 0,-2 3 1 15,2-3 0-15,-3 2 1 0,1 0-1 0,0 0 0 0,-2 0-9 16,-1 1 5-16,-1-1-15 0,-1 0-8 0,-3 2-2 16,3-2-6-16,-4 2-34 0,3-2-80 0,-1 0-24 15</inkml:trace>
  <inkml:trace contextRef="#ctx0" brushRef="#br0" timeOffset="134899.94">13027 9515 657 0,'0'0'18'0,"-2"-2"0"0,0 0-2 15,0 0-2-15,1 1-6 0,-1-1-3 0,0 0-8 16,0 0-1-16,0 0-4 0,2 0-4 0,0 0 6 16,0 1 1-16,2-3 2 0,0 0 3 0,7-11-26 15,-3 2-15-15,14-3-6 0,2 1-70 0</inkml:trace>
  <inkml:trace contextRef="#ctx0" brushRef="#br0" timeOffset="136929.07">18879 6784 450 0,'-1'0'7'0,"-1"-2"-1"0,0 0 44 16,-2-2-2-16,-3-1 14 0,-3-5 1 0,-4-3-23 16,2 2 5-16,-1-2-12 0,2 0-16 0,0-1 3 15,-2-1-5-15,2 2 7 0,-2-2-7 0,2 2 9 16,-4-2-11-16,-2-2 10 0,-1 2-10 0,-1-1 7 15,1-1 7-15,-5 2-4 0,-1 0 6 0,-2 2-3 0,-5-2-6 16,-1 2 4-16,2 2-4 0,-5-4-5 0,2 4 6 16,-10-2-7-16,-2 2 7 0,-1 4-8 0,0 1 1 15,1 2-4-15,-1 3-8 0,-3-24 3 0,3 14 3 16,-4 8-1-16,3 4-1 0,1 7 1 0,1 3-6 0,1 4 5 16,-4 3-12-16,1 3 5 0,-3 3-2 0,0-18 3 15,0 29 0-15,-4 4 4 0,0 4-6 0,0 5 4 16,2 6-4-16,0 9 1 0,6 5 1 0,1 5-1 15,6 3-3-15,6-2 3 0,3-3 1 0,2-4 0 16,6-6-2-16,2-7 1 0,7-2-4 0,3-6 4 16,5-1-1-16,-19 1 0 0,14-1 3 0,8 1-1 0,6 2 0 15,7 1 2-15,6 1 2 0,2 0 0 0,7 4-4 16,-23-2 2-16,34-2-4 0,2-7 3 0,6-1 7 16,11-1-4-16,-2-7 0 0,11-1-3 0,-1-1-6 0,0-3 7 15,1 1-2-15,-6-4 4 0,2 2-5 0,-1-4 1 16,3 0 2-16,6-2 1 0,-1-3 1 0,6-2 3 15,3-4-5-15,-3-10 5 0,4 29 2 0,-8-23 2 16,3-9 4-16,-6-9-3 0,-4-4 0 0,4-6-3 16,1-3 2-16,3 0-2 0,1-4 0 0,-3-2 1 15,-2-2-3-15,-4 28 2 0,-5-33 1 0,-8-2 0 16,-8-6 7-16,-8-5-5 0,-3 2 2 0,-6-10 1 0,-5 0-1 16,-3-3 3-16,-6-10 1 0,-4 2-5 0,-3-5 0 15,26 1-1-15,-17 6-2 0,-10 2 2 0,-5 2-1 16,-5 1 1-16,-6-1 2 0,-4-4 4 0,-5 2 1 15,-6-7 1-15,26 1-2 0,-38 2-1 0,-3 4-7 16,-7 2 4-16,3 7-4 0,-8 4-2 0,1 3 0 0,-6 6-2 16,-5 4-6-16,2 0-4 0,-4 6 1 0,1 5-4 15,-3 1 1-15,-9 11-10 0,-8 1 4 0,-16 3-8 16,-9 8-3-16,-6-29-8 0,-4 31 2 0,-1 22-2 16,-5 12 6-16,-8-31 3 0,-6 46-3 0,9 3 3 15,11 3-17-15,23 10-64 0,7 9-25 0,4 17-26 0,-4 13-201 16</inkml:trace>
  <inkml:trace contextRef="#ctx0" brushRef="#br0" timeOffset="138158.04">30618 10152 259 0,'0'0'0'0,"0"-2"112"0,0 0 8 15,-2-2 27-15,0-3 7 0,-2-4-95 0,1 0 3 0,-1 0-25 16,-2-1 11-16,1-1-11 0,1 2 5 0,0-4-14 15,1 1 3-15,-1 2-6 0,0-1 1 0,0 0 1 16,1 0 0-16,-1 2 3 0,0-2 4 0,2 4 10 16,1 0-8-16,-3-1 7 0,2 3-19 0,0 1-3 0,0 1-4 15,2 1 1-15,0 0-6 0,0 1 3 0,0 1-2 16,-2-2 1-16,1 1-12 0,-1-1 1 0,0 0 0 16,0 2 0-16,2 0-3 0,0 1 0 0,-2-1-3 15,0 2 3-15,0 0 1 0,1 2-3 0,-1-1 3 0,0 5-3 16,-13 24 3-16,0 9 1 0,2 1-2 0,0 11 0 15,4-1 1-15,3 4-3 0,1 1 1 0,1-5-2 16,0 4 6-16,1-4-1 0,-3-3-1 0,2-3-1 16,1-6-3-16,1-9-1 0,0-1 0 0,2-6 1 15,0-3 3-15,0-2-1 0,0-4 2 0,0-4-1 16,0 0 5-16,0-1-4 0,0-5 3 0,0 3-3 0,0-4 3 16,0 1-1-16,0-1-2 0,0 0 2 0,0 0-1 15,0 0 2-15,0 0-1 0,0 0 0 0,-2 1-2 16,2-1-3-16,0 0 4 0,-15 9-3 0,4-3 3 15,0-3 7-15,-2 1-7 0,7-4 7 0,-3-1-5 16,2 1 11-16,5-2-5 0,-6 0 6 0,5 0-8 0,-1 0-1 16,0 0 4-16,0 0-3 0,1 0 11 0,1 0-14 15,0 0 2-15,0 0-6 0,0 0 4 0,0 0-2 16,2 0-1-16,0 0 1 0,2 0 6 0,0 0-6 16,4 0 6-16,14-2-7 0,8 1 2 0,-6-1 2 15,1 2-5-15,-3 0 5 0,0 0-6 0,3 0-1 16,-5 0 2-16,8 0-1 0,-2 0 1 0,1 0 2 15,2-2-2-15,-6 0 2 0,5 0-5 0,-6 0 3 0,1 0-2 16,-1-1 1-16,-5-1-7 0,2-2-1 0,-4 3 2 16,1-3 0-16,-1 1-3 0,-1-1 4 0,-3 0-8 15,0-1 6-15,-1 3-7 0,-3-9-6 0,1 0-1 16,-4 0-4-16,-1-2-15 0,11 1-18 0,-5-1-11 0,-1 0-6 16,-5 4-69-16,-1 0-85 0,-1 1-61 0</inkml:trace>
  <inkml:trace contextRef="#ctx0" brushRef="#br0" timeOffset="138384.91">30022 9790 1278 0,'0'-2'231'16,"-2"0"-319"-16,-4-9 276 0,-5-13-154 0,2 5-11 0,5 10-12 15,4 5 0-15,0 1-5 0,0-1-11 0,0 2-3 16,2-4 2-16,2 3-1 0,22 1 7 0,11 0-5 15,5-22 2-15,3 9-2 0,5 9 5 0,6 6-21 16,1 0-1-16,-1 4-9 0,2 0-19 0,-4 0-13 16,-1 1-11-16,1 1 0 0,-4 1-33 0,1 1-41 15,-7-3-32-15</inkml:trace>
  <inkml:trace contextRef="#ctx0" brushRef="#br0" timeOffset="138679.81">31537 10479 1470 0,'0'-2'38'0,"-21"-35"77"16,3 3-100-16,8 18 2 0,3 1-4 0,5 9 2 0,-2 1-15 15,3 1-33-15,-1 0-7 0,0 0-8 0,0 3-10 16,0 1 27-16,0 0 1 0,0 3 7 0,-3 16 4 0,-6 20 4 15,3 0 3-15,1-2 0 0,-1-2 12 0,1-3 2 16,-2-1 2-16,1-3-3 0,1 0-1 0,-1-2 0 16,1 0 0-16,1-4 0 0,1-1 1 0,1-5 2 15,0 1 0-15,3-4 1 0,-1-2 4 0,0 0-9 16,0-3 4-16,0-1-5 0,2 1 1 0,0-3 1 16,0 1-14-16,0-4 6 0,0 1-48 0,2 1-41 15,0 0-18-15,0-2-19 0,1 0-169 0</inkml:trace>
  <inkml:trace contextRef="#ctx0" brushRef="#br0" timeOffset="138847.06">31743 9855 1799 0,'-2'-2'64'0,"-9"-15"113"16,-6-9-141-16,10 13-30 0,3 8-11 0,2 1-8 15,0 0-57-15,0 2 7 0,2 1-8 0,0 1 5 16,2 1-35-16,0 1-75 0,-2 0-142 0</inkml:trace>
  <inkml:trace contextRef="#ctx0" brushRef="#br0" timeOffset="139483.17">26615 8635 1070 0,'-2'-4'-3'0,"-15"-24"-8"15,6-33 6-15,-21 4 8 0,14 8-4 0,7 3-12 0,3 5-11 16,3 4-4-16,-16 3-4 0,10 3-31 0,7 5 22 16,4 2-1-16,0 3 11 0,2 3 25 0,-2 3 5 15,2 0 6-15,-2 2-3 0,0-2 16 0,0-2 38 16,0 3 1-16,0-5 13 0,0 2 12 0,0 1-23 16,-2-3 4-16,-2 2-10 0,1 3-6 0,-3 1-9 15,2 1-4-15,1 5 0 0,1 1-12 0,0 3-16 0,0-1 0 16,0 2-6-16,-1 0-8 0,-1 0 2 0,0 2 2 15,0 2 0-15,-5 13 2 0,-4 24 3 0,0 6-1 16,-2 5 3-16,0 5 1 0,-1 10-6 0,-3 10 0 16,2 12-2-16,-3 13 7 0,1 12-1 0,-3 5-2 0,0 1 1 15,0-1 2-15,-2 0-7 0,-1 6 5 0,3 9-6 16,-2 1 5-16,2-4 3 0,-1-12 0 0,10-12 0 16,2-4 0-16,2-5-3 0,3 4 0 0,-1-1 0 15,3-3 3-15,2-6-1 0,-1-16-3 0,-25-11 1 16,17-9-4-16,3-4 8 0,5-6-2 0,-1-5 2 15,0-1-9-15,2-5 7 0,0-3-9 0,1-4 5 16,-1-4-42-16,0-2-64 0,0-3 2 0,0-2-30 0,0-6-64 16</inkml:trace>
  <inkml:trace contextRef="#ctx0" brushRef="#br0" timeOffset="140517.54">26624 7967 1068 0,'0'-2'17'15,"-2"-8"19"-15,-2-14-11 0,2 11-21 0,1 2 4 0,1 9-8 16,0-1 5-16,0-1-5 0,1 2 0 15,1 0-1-15,2 0 6 0,13-5-5 0,5 1 7 0,-2 3-5 16,6 3 15-16,-3 0-3 0,-5 0-2 0,6 1 1 16,-1-1-5-16,5 2 5 0,1 0-1 0,5-2 2 15,5 0-4-15,7-2 7 0,2-1-6 0,10-3 6 0,7 0-4 16,9-1-5-16,6-2 3 0,13-1-5 0,-2 1-4 16,2-2 1-16,-1 2-2 0,1-1 3 0,9 5-4 15,12-3 4-15,6 3 1 0,7-1 0 0,-1-1-3 16,-2 3 0-16,6-1-1 0,8 1 0 0,1 2-5 0,9-2 7 15,-8 1-6-15,-1-1 7 0,4 0-7 0,7 0 9 16,1-1-6-16,-3-4 6 0,-5-3-13 0,6-1 9 16,-1-1-2-16,6-1 4 0,-1 2-2 0,-14 0-1 15,6-2 3-15,-2 2-4 0,-2 2 2 0,0 3 0 16,-17 3-1-16,-7 1 1 0,0 4-2 0,0-2 2 16,-2 2 3-16,-1 0-1 0,-9 2 9 0,-8 0-13 15,-4 2 10-15,-8 1-10 0,3 3 5 0,-1-1-5 0,-9 0 2 16,0 3-1-16,-8-1 7 0,-7-2-6 0,-3-1-1 15,-14 0-1-15,-5-1 4 0,-7 1-2 0,-5-1 6 16,-6-1-4-16,-3 0 11 0,-5-2-2 0,-4-1 0 16,-4 1 0-16,1 0-2 0,-3 0 4 0,-1-2-5 15,0 0 5-15,-2 0-14 0,1 2 8 0,1 2-7 0,0-1 6 16,-2 1-3-16,3 7-5 0,1 2 7 0,-2 4-7 16,-3 1-5-16,-1 7 2 0,-1-1-1 0,-5 7 2 15,-5 6 0-15,-2 2 1 0,-4 4-7 0,-1 0 6 16,-3 3-1-16,-1 2-4 0,-2 4 9 0,0 4-6 15,-1 4 6-15,1 8-1 0,0 3-3 0,-2 9 2 0,2 3-2 16,4 1 2-16,-1 1 0 0,6-5 0 0,-1-6 1 16,-1 1-4-16,0 1 5 0,0 2-4 0,1 5 6 15,3 10-2-15,3 4-6 0,-3 1 3 0,4-3-3 16,-2-8 1-16,2-3 6 0,3-5-3 0,1 7 5 0,-1-3-7 16,4 5 2-16,0-3-2 0,-1-3 2 0,1-4 2 15,0-13-2-15,2-6 2 0,0-9 4 0,0 0-8 16,0-3 2-16,2-1-3 0,-2-1 10 0,2-1-7 15,-1 1 2-15,-1-2-3 0,0 3 4 0,0-5-1 16,-1 2 0-16,-3-8 0 0,-2 0 7 0,-1-7-5 16,-1-2 4-16,-1-6-5 0,-2 3 7 0,0-5 6 0,-2 1-2 15,7 1 2-15,-18-5-7 0,-2 0 8 0,-2-6-8 16,-1 0 6-16,-5 1-11 0,-1-1 1 0,0 2 3 16,-8-2-3-16,-2-3 0 0,-3-2 1 0,-6-1-3 15,-7 25 2-15,3-15-2 0,-8-5 2 0,-3-6 3 16,0-4 0-16,-7-6 3 0,4-1 1 0,-1-2-3 0,-1 2 1 15,-10-3-3-15,-1 1 1 0,-4 0 0 0,-8-6 1 16,5 3-1-16,-7-1-8 0,6 4 0 0,-1-1-1 16,-7 3 4-16,-3 0 2 0,-9-2-3 0,-4 3 1 15,0 1-4-15,-4-4 1 0,4 0 0 0,-1 0 1 16,-7-4 3-16,1 0 0 0,-1-6 5 0,8 3-4 0,8-1 3 16,3 3-3-16,-2-1 3 0,-7 2-2 0,0 0 2 15,2 2-1-15,3 4-4 0,8 3 4 0,-2 1-3 16,-3 3-4-16,-1 2 3 0,2 0-3 0,2 5 4 15,8 5-3-15,6-1 0 0,1 4-1 0,4 0-6 0,-1 2 5 16,1 2-4-16,3-3 6 0,-1 1 4 0,7-2-8 16,7-2 6-16,4-1-8 0,7 1-7 0,5 0-14 15,4 0-18-15,3 2-2 0,-2 2-100 0,3 4-170 16,-5 3-100-16</inkml:trace>
  <inkml:trace contextRef="#ctx0" brushRef="#br0" timeOffset="142189.01">15474 11602 346 0,'0'0'47'0,"-2"-2"50"0,0 0-27 0,1 0-27 15,-1 1-5-15,0-1-5 0,0 0-6 0,0 0-11 16,0 0 2-16,1 0-6 0,-1 0-9 0,0 1 7 16,0-1-10-16,0 2 7 0,0 0-7 0,0 0-2 15,1 0 12-15,-1 0-7 0,0 0 19 0,0 0-7 16,0 0-2-16,0 0 1 0,0 0 9 0,1 0-6 15,-1 0 4-15,0 0-6 0,0 0 2 0,0 0 2 16,0 0-3-16,0 0 2 0,1 0-11 0,-1 0-8 0,0 0 1 16,0 0-2-16,0 0 5 0,0 0-3 0,0 0-1 15,1 0-2-15,-1 0 7 0,0 0-7 0,2 0 9 16,0 0-8-16,0 0 6 0,0 0 4 0,0 0-1 0,0 0 2 16,0 0 7-16,0 0-6 0,0 0 1 0,0 0-4 15,0 0-4-15,0 0-1 0,0 0-2 0,0 0 1 16,0 0-1-16,0 0 7 0,0 0-1 0,0 0 2 15,0 0-8-15,0 0-1 0,0 0 3 0,0 0-2 16,0 0 13-16,0 0-7 0,0 0-2 0,2 0-2 16,0 0 1-16,-1 0-2 0,1 0 1 0,0 0-1 15,0 0 3-15,0 0 4 0,2 0 0 0,-1 0 1 0,1 0-7 16,3 0 3-16,5 0-1 0,-3 0 2 0,2 2-6 16,2-1 1-16,0 1-3 0,4 2 4 0,-1 0 4 15,3-1-3-15,-1 1 1 0,1 0-1 0,3 0 3 0,2 1-6 16,2-1 4-16,2 1-5 0,-2-1 6 0,2 0 3 15,2-2 3-15,-2 0-2 0,5-1-3 0,1 1-4 16,-1-2-1-16,2 0-1 0,4 0 5 0,-2 0 4 16,-1 0-1-16,-3-2 2 0,0 1-9 0,3-1 3 15,-1-2-4-15,0 0 2 0,2 1 2 0,1-1-4 16,-1 0 7-16,5 2-7 0,1 0-1 0,2 1 2 0,-4 1-2 16,1 0 3-16,3 0-5 0,-2 0 9 15,5 1-6-15,-5 1 6 0,-1 0-13 0,-1 2 6 0,0-2 1 16,0 0 2-16,0-1-2 0,-1 1 6 0,3-2-8 15,2 0 7-15,5 0-11 0,2 0 12 0,2 0-7 16,7 2 7-16,-3-2-5 0,5 0-6 0,-2 0 9 0,-4 0-8 16,3 0 7-16,-8 0-1 0,0 0-3 0,-2 0 2 15,0 0 4-15,2 0-1 0,0 0-2 0,4 0-1 16,3 0-7-16,1 0 7 0,-1 0-1 0,6 2 3 16,-7-2 2-16,-1 0-4 0,-1 2 5 0,-8-2-6 15,4 2-3-15,-4 0 1 0,3-2 2 0,1 1 1 16,-1-1 5-16,7 2-8 0,-2-2 3 0,1 0-3 0,-1 0 4 15,0 0 5-15,-4 0-3 0,-6-2 4 0,1 1-5 16,-10-1 3-16,2 0-2 0,-6 0 3 0,1 2-1 16,-5-2 1-16,1 2-5 0,-2-2 4 0,-2 2-9 0,0 0 4 15,-2 0 0-15,-2-2 1 0,0 1 3 0,-1-1-5 16,-4 0 4-16,-1-2-4 0,-1 0 5 0,0 1-7 16,-2-1 2-16,2 0-5 0,-4 1-11 0,-2-1-12 15,-3 2-10-15,-2 0 0 0,-3 2-31 0,3-2-50 16,0 0-24-16,-2 1-18 0,0-1-163 0</inkml:trace>
  <inkml:trace contextRef="#ctx0" brushRef="#br0" timeOffset="142845.1">14817 12124 386 0,'0'0'62'0,"0"0"-82"0,0-2 72 16,0 0-40-16,0 0-3 0,0 0 13 0,0 0-8 15,2 1 8-15,0-1-11 0,0 0 6 0,1 0-4 16,5-2 3-16,6-1-18 0,3-1 5 0,2 1-2 15,-3 1 4-15,5 0-2 0,-4 2 18 0,-3 0-1 0,3 1 5 16,-9 1 0-16,-1-2 6 0,6 0 2 0,-9 2 1 16,11-4-6-16,-2 2 2 0,-2 0-6 0,4 1 5 15,-2-1-12-15,1 0-8 0,3-2 5 0,7 0-6 16,2 1-4-16,4-1 5 0,2 0-5 0,3 1 5 16,2-1-9-16,6 0 2 0,1 0 0 0,1 1 1 15,7-3-1-15,3 1 0 0,7-1 0 0,10 0 1 0,4 3 3 16,12 1-2-16,-1-4 1 0,-2 3-2 0,-1-1-3 15,-4-2 5-15,3 3 3 0,8-5-1 0,6 1-2 16,10-1 7-16,5-5-5 0,-5 0 7 0,3 0 3 0,-10-5-1 16,6 1 0-16,7 2-1 0,3 0-14 0,6 4 17 15,-7 0-6-15,-7 0 9 0,-4 2-19 0,0-1 15 16,4 1-6-16,5 2 9 0,0 3-13 0,-9 2 11 16,-4 0-5-16,-12 2 7 0,-1 0-7 0,0 2 4 15,-2 0-5-15,3 4 4 0,-5-3-7 0,-5 3 4 16,-5-2-3-16,-12-1 2 0,-5 1-3 0,-10-2 0 15,1 1 2-15,-3 1-2 0,-3-2-8 0,-2 0-6 0,-2-2-13 16,-2 0-6-16,1 2-107 0</inkml:trace>
  <inkml:trace contextRef="#ctx0" brushRef="#br0" timeOffset="148050.81">24037 7983 20 0,'0'0'0'16,"0"0"6"-16,-1-2 73 0,-1 1-6 0,0 1 15 15,0 0-14-15,0 0-1 0,0-2-20 0,0 0 2 0,1 0-7 16,-1 0 6-16,0 0-11 0,0 0 6 0,0 1-9 16,0-1-6-16,0 0-25 0,1 0-1 0,-1 2-7 15,0 0-1-15,0 0 1 0,2 0 1 0,0 0-1 16,0 0 8-16,0 0-7 0,0 0 4 0,0 0-5 15,0 0 0-15,0 0 4 0,0 0-2 0,0 0 4 0,0 0-1 16,0 0 4-16,0 0 0 0,0 0 0 0,0 0-8 16,0 0 2-16,0 0-6 0,0 0 3 0,0 0-4 0,0 0 3 15,0 0 2-15,0 0 2 0,0 0 6 0,0 2-10 16,0 0 8-16,0 0-9 0,0 1 4 0,0 1 0 16,0 5-1-16,0 4 3 0,2 4 8 0,0 0-12 15,0-1 4-15,-2 1-5 0,1 0 14 0,-1-2-9 16,0-2 2-16,2 1-4 0,-2-1 8 0,0-1-5 15,0 1 4-15,2 0-4 0,0-2 1 0,0 0 3 16,0 0 4-16,-2-4-1 0,0 1 1 0,0-1-3 16,0-1-1-16,0-1 1 0,0 1-1 0,0-2 1 15,0-1-2-15,0 1 1 0,0 0-8 0,0-2 4 0,0 0 1 16,0 1 2-16,0-1 10 0,0 2-11 0,0 0 7 16,0-1-5-16,0 1 19 0,0-2-4 0,0 0-6 15,0 0 2-15,0-1-4 0,0 1 7 0,0 0 6 0,2 0-2 16,-1 0 0-16,1 0-5 0,0-2 5 0,0 0-4 15,2 0 5-15,14-6-1 0,10-7-7 0,9-7 4 16,2 16-19-16,6-26 4 0,5-5 0 0,4-2 2 16,1-6 6-16,1-13-10 0,-2 3 5 0,-2-9-6 15,2 3 0-15,-4 1-2 0,0 1-4 0,0 3 1 16,0 4-8-16,1 7-65 0,1 4-9 0,0 8-38 0,3 1-230 16</inkml:trace>
  <inkml:trace contextRef="#ctx0" brushRef="#br0" timeOffset="158392.5">17069 9431 510 0,'0'0'0'15,"0"0"44"-15,-2 0 9 0,0 0 6 0,1 0 2 16,-1 0-41-16,0 0-6 0,0 0-13 0,2 0 1 0,0 0-3 16,0 0-1-16,0 0 18 0,0 0-2 0,0 0 9 15,0 0 4-15,0 0 27 0,0 0-2 0,0 0 7 16,0 0-18-16,0 0-6 0,2 2-6 0,0 0 2 15,0 0-14-15,-1 0 6 0,1 0-3 0,-2 1 4 0,0 1-4 16,2 5-2-16,0 8 0 0,0 2-2 16,-2-3-4-16,0 3-7 0,0 1 2 0,0-1-3 0,0-4 3 15,0-2-3-15,0 2 1 0,0-4-2 0,0-2 3 16,0 0-1-16,0-1 1 0,0-1-2 0,0 1-4 0,0-3-1 16,0 1 0-16,0-2-1 0,0 1 0 0,0-1 7 15,0 0-6-15,0-3 6 0,0 1 0 0,4 2 4 16,3 2 5-16,8 3-4 0,2-4-2 0,7-1 4 15,4-4-5-15,3-9 5 0,12-8 2 0,9 10-11 16,2-36 2-16,7-15-5 0,2-3-7 0,-4-6-1 16,5-3 0-16,-1 5-1 0,-2 0-2 0,-2 5-23 15,3 7-6-15,-1 6-7 0,-3 6-40 0,3 6-16 16,-6 3-16-16,-3 1-8 0,4 5-143 0</inkml:trace>
  <inkml:trace contextRef="#ctx0" brushRef="#br0" timeOffset="167204.54">17845 14129 256 0,'0'0'19'16,"0"0"2"-16,0-2 16 0,0 0 3 0,0 0-12 0,0 1-9 16,0-1-3-16,0 0-3 0,0 0 3 0,0 0-5 15,0 0-12-15,0 0 4 0,0 1-4 0,0-1 21 16,0 0 3-16,0 0 11 0,0 0-6 0,0 0 15 0,0 0-10 15,0 1 2-15,0-1-2 0,2 0 4 0,0 2-6 16,0 0-6-16,0 0 4 0,0 0 8 0,-1 0 7 16,1 2-4-16,0 0 1 0,0-1-22 0,0 3 2 15,3 9 1-15,1 4-2 0,-2-2-6 0,1-2 3 16,1 0 1-16,-1 0 1 0,3 0 6 0,-4-6 29 16,3 2-8-16,-5-5 14 0,15 0-15 0,5 11-22 15,2-4 8-15,15-4-13 0,-2-7 4 0,6-11-6 16,5-9-6-16,2 12 2 0,11-34-7 0,12-14-20 0,5-5-9 15,9-10-10-15,8-5-69 0,24-17-203 0</inkml:trace>
  <inkml:trace contextRef="#ctx0" brushRef="#br0" timeOffset="169837.27">27016 13650 256 0,'0'0'203'15,"0"-2"-98"-15,-2 0 56 0,0 0-2 0,0-1-155 16,0-1-4-16,0 0 3 0,2 1 4 0,-2-3 0 15,1 0-4-15,1 5 4 0,-2-3-7 0,0-2 8 16,2 4-8-16,-2-3-1 0,0 1 2 0,0 0 0 16,0 1 17-16,1-1 6 0,1 2 0 0,0-2 2 0,0-1 10 15,-2-3 1-15,2 5 1 0,-2-1-1 0,0 0-6 16,2 2-18-16,0 1 4 0,0-1-10 0,0 0-17 0,0 0 7 16,0 0-5-16,0 2 8 0,0 2 8 0,0 0-7 15,0 13 1-15,0 22-2 0,0 7 1 0,0 7 1 16,0 2 0-16,0 7 0 0,-2 1-2 0,-2 6 1 15,1 5 1-15,-7 10 1 0,-1 5 7 0,0 4-6 16,-4 4-1-16,0-6-1 0,2-4 7 0,1-12-5 16,-3-12 10-16,2-5-9 0,0-2 9 0,0-6 5 15,-2-2-5-15,2-3 6 0,-2-2 5 0,0-2-13 16,2-2 4-16,0-2-8 0,2-3-6 0,0-4 3 0,2-4-9 16,1-4 5-16,3-5-3 0,-1-4-5 0,0 2-1 15,5-9-6-15,-3 3-36 0,4-5-40 0,-2 2-1 16,0 0-17-16,0-2-57 0</inkml:trace>
  <inkml:trace contextRef="#ctx0" brushRef="#br0" timeOffset="170454.87">27038 13691 1159 0,'0'-2'12'0,"-2"0"21"0,2 0-29 0,-4-7-16 16,2 0-2-16,1 1-3 0,-1 1 6 0,2-1-6 16,0 3 8-16,0-4-8 0,0 3 13 0,3-7 4 15,3 0 1-15,1 4 3 0,3-4-2 0,8 7 5 16,5-1-5-16,1-3 7 0,2 5-5 0,-4-6 18 15,4 0 0-15,0 1 5 0,2 1-9 0,2 7-12 0,-3-16 1 16,-2 8-4-16,1 7 3 0,0 3 0 0,1 1-5 16,-2 5 3-16,1 7-4 0,-6 0-8 0,-1 4-3 15,-1 16-3-15,-5 2-2 0,-4 6 14 0,-5-2-3 16,18 2 5-16,-14-4-8 0,-8-2 8 0,-6-5 1 0,-5-2 1 16,-4-2 2-16,8-2-4 0,-23 0 4 0,-9-3-2 15,4-1 23-15,1-3-1 0,-1 0 2 0,9-3-1 16,-4-2 5-16,3-1 0 0,1-4-1 0,1-1-1 15,9-1-12-15,-1-1-2 0,4-2-3 0,0 0 3 16,4 0 5-16,1 3-11 0,3-1 4 0,1-2-7 16,0 1 5-16,1-1-14 0,-1 0 2 0,2 0-8 0,0 0 0 15,0 0 9-15,2 0-2 0,0-1 3 16,2 1 5-16,4 0-10 0,23 7 5 0,12 1-5 0,2-3 5 16,0 1 3-16,-1-1-1 0,5 2 2 0,-6 2-4 0,3 4-3 15,-3 0 0-15,-6 0-1 0,4 2 2 0,-5-1 0 16,-3 3 0-16,-5-12 1 0,-2 18 4 0,-5-3-1 15,-4 6-2-15,-4-6-1 0,-5 0-3 0,-5 4 8 16,11-9-2-16,-3 5 4 0,-5-1 3 0,-4-1 7 16,-6-3 8-16,-1-2-3 0,3-1 9 0,-26 1-8 15,-7-2-3-15,-2-3 0 0,-9-5-4 0,-2-3 11 16,5 22 1-16,-7-9 3 0,8-8-7 0,-1-5-8 0,-3-2-4 16,9-2 0-16,-2-1-10 0,9-3-1 0,4-1 1 15,1-1 0-15,4 3 3 0,3-1-19 0,1 1-12 16,4-1-2-16,4 2-35 0,2 1-24 0,2-1-10 15,3 2-11-15,0 0-73 0,0 0-128 0</inkml:trace>
  <inkml:trace contextRef="#ctx0" brushRef="#br0" timeOffset="170826">28547 13706 1040 0,'0'-2'210'0,"-1"0"-298"16,-1 0 238-16,-2-2-139 0,4 3-59 0,-7-1 7 16,-1 0-3-16,3-2 3 0,-1 0 3 0,-1 1 9 15,1 1 7-15,0 0 1 0,1 2 24 0,3 0-4 16,0 0 3-16,-2 0-3 0,3 0 11 0,-3 2 0 15,0 0 7-15,0 0-2 0,3-1 26 0,-1 1 6 16,0 0-9-16,0 0 7 0,2 0-11 0,0 0 13 0,0 0 0 16,2-1 1-16,2 1-22 0,7 0-22 0,15 0 4 15,2 0-8-15,1-2 6 0,1 0-5 0,0 0 0 16,-1 0-1-16,-1 0-2 0,2 0-6 0,-2 0-1 16,-2 2-2-16,-2 1-10 0,0 3-38 0,-4-1-14 0,-10-3-10 15,6 4-62-15,-8-2-70 0,-4-3-58 0</inkml:trace>
  <inkml:trace contextRef="#ctx0" brushRef="#br0" timeOffset="171018.97">28430 14196 1447 0,'0'0'117'0,"-1"-2"2"0,-1 0-61 15,0 0-3-15,0 0-58 0,0 1-30 0,0-1 13 16,2 0-8-16,0 0 13 0,2 0 12 0,2 0-3 16,5 0 6-16,21-3-4 0,1 3 4 0,3 2-7 15,1 0-5-15,4 0-2 0,0 0-36 0,4 2-37 16,1 0-21-16,8-2-11 0,0 0-132 0</inkml:trace>
  <inkml:trace contextRef="#ctx0" brushRef="#br0" timeOffset="175423.76">14043 13422 203 0,'0'0'25'16,"0"0"0"-16,0-2 17 0,0 0-10 0,0 0 2 16,0 0-23-16,0 0 6 0,0 0-7 0,0 1 3 15,0-1-13-15,0 0-1 0,0 0 8 0,0 0-7 0,0 0 14 16,0 0 13-16,0 1 1 0,0-1 7 0,-2-2 16 0,0 0 9 15,0 1 5-15,2 1 0 0,-4-6-3 0,1 3-14 16,-3-3-6-16,2 3 1 0,1-1-6 0,-5 2-22 16,1 1 0-16,-1-3-8 0,3 2-7 0,-3 1 4 15,1-1 0-15,0 2 1 0,-1-3-4 0,-1 1 0 16,0-2 0-16,-1 1 1 0,-1-1 3 0,0-1-4 16,-4 1-1-16,2-1 0 0,-5-3 2 0,1 1 0 15,-2 0 7-15,1 0-5 0,-5-1 4 0,3-1 7 16,-6 0-2-16,2 2 5 0,0-2 2 0,0 3-7 15,-1-1-1-15,-1 1-3 0,-1 3-5 0,1-3-7 0,2 5 3 16,-4-1-4-16,2 0-1 0,-2-14 0 0,2 7 2 16,2 3 0-16,1 4 1 0,-1 4 2 0,-2 0-5 15,0 2 4-15,4 2-9 0,0 2 5 0,-2 3 2 0,-2 4 1 16,3 0 2-16,-3-11-6 0,0 24 4 0,2 2-5 16,-6 3 4-16,3 3 6 0,-5 3-3 0,2 2 4 15,1 3-4-15,-3 3-2 0,4 1-2 0,-1 1-1 16,1-3 4-16,5 3 4 0,7-3-2 0,-1-1 4 15,0 2-3-15,4-6-1 0,-3-2 3 0,8-2-3 16,3 2-1-16,1 0-6 0,-18 0 3 0,9 4-4 16,9-2 7-16,4 4 0 0,5 0-2 0,5-1 2 0,3 5 0 15,3-1 2-15,3 3-3 0,5-1 1 0,-22-2-8 16,30 1 2-16,1-3 4 0,2 1-2 0,2-4 1 0,0-2 1 16,2-4 0-16,-3-4 0 0,-1-1-2 0,2-2 9 15,2-2-9-15,4-4 10 0,1-3-8 0,5-4 12 16,1-8-2-16,2 1 6 0,2-7-3 0,0 1 0 15,1 24 0-15,1-16-2 0,-6-10-4 0,0-2 2 16,-2-6-4-16,-5-3 3 0,4-4-3 0,-7-1-3 16,-1-3 9-16,2-3-7 0,0 18 18 0,-2-26-11 15,0-3 1-15,0-2-5 0,-2-6 6 0,2-8-1 16,-4-3 0-16,-1-3-1 0,-6-5-9 0,-4-1 5 0,-4-2-2 16,-7 0 3-16,4 2-6 0,-11 1 6 0,1-1-4 15,-1 1 5-15,21 1-3 0,-14-4-4 0,-11 0 8 16,-5-6-6-16,-7-1 7 0,-3-1-3 0,-2 0-2 15,-3 3 1-15,-3 6 10 0,-3 7-4 0,0 5 5 16,17 3-5-16,-30 6 9 0,-1 4 8 0,-2 2-3 0,-1 3 3 16,0 3-11-16,-2 5-15 0,-3-1 2 0,-4 9-5 15,-6-1-1-15,-3 6 1 0,-5 7-14 0,-10-27 8 16,-8 21-28-16,-10 12 8 0,-5 13 11 0,4 7-4 16,6 6 15-16,13 2 6 0,3-25-11 0,4 32 5 15,6 4-64-15,4 6-120 0,6 7-24 0</inkml:trace>
  <inkml:trace contextRef="#ctx0" brushRef="#br0" timeOffset="176342.34">30109 13163 986 0,'0'-1'63'0,"0"-1"-84"15,0 0 74-15,0-2-41 0,-2-13-10 0,0-1-8 16,2-1 5-16,0-1-4 0,2-2 14 0,2-1-7 16,-1 1-1-16,1 2-1 0,0-6 4 0,0 3 8 15,-1-1 0-15,-1 2 5 0,0 3 18 0,0 1 15 16,-2 1-2-16,0-3 3 0,0 7-16 0,0-2-8 16,0 4 1-16,0 1-4 0,0-1-6 0,0 4-6 15,0 1-3-15,0 1 1 0,0 1-4 0,0 2 2 0,0 0-4 16,0-1 1-16,0-1-17 0,0 0-7 0,0 0 7 15,0 3-5-15,0-1 18 0,0 0-5 0,-2 2-1 16,0 2-1-16,0 1 1 0,-9 18 9 0,-6 10-5 16,-3 8 7-16,2 0-3 0,-1 4-3 0,2 0-1 0,1 0 0 15,-1-1 7-15,2 1-10 0,0 0 6 0,0 3-7 16,4 0 10-16,0 1-2 0,2 1-3 0,1-5 0 16,3-2-2-16,1 0 4 0,0-2-1 0,1-2 1 15,3-4-8-15,0-3 6 0,3 0 1 0,1-1 1 16,2-1-10-16,1 0-12 0,-1-9-4 0,1-1-1 0,0-1-3 15,1-4-24-15,3 2-10 0,-5-8-9 0,10 2-63 16,5-3 10-16,-3-1-43 0</inkml:trace>
  <inkml:trace contextRef="#ctx0" brushRef="#br0" timeOffset="176746.26">30547 13297 1303 0,'-2'-2'37'0,"-1"-1"90"0,-3-5-138 0,-5-1-7 0,2 1-7 16,5 7 1-16,-5-1-13 0,3-2 15 0,-1 0 1 0,-8-3 5 16,5 5 8-16,-10 2 8 0,-6 6-2 0,4 3 2 15,-2 6-8-15,1-8 8 0,7 21-4 0,-1 2 5 16,0 1 5-16,6 1-3 0,-2-1 1 0,6 1-2 15,-1 0 7-15,3-1-9 0,1 1 10 0,2-1-9 16,-18 3 16-16,7-1-2 0,7 2 2 0,4-3 0 16,2-1 2-16,2 1 3 0,2-2-5 0,1-1 4 15,1-1-10-15,-1 0-2 0,1 0-4 0,1 2 2 0,1-1-3 16,-3-1-1-16,1 2 3 0,0-4-4 0,-1 2-3 16,-1-4 5-16,0-2-5 0,-3 1 6 0,-1-7-3 15,0-1-2-15,-1 0 0 0,-1-4-3 0,-2 0 5 0,-2-1-10 16,3-5 2-16,-12-1-8 0,-6 0-5 0,1 9-27 15,-2-6 2-15,1-5-12 0,-1-2-8 0,3-4-27 16,1-3-2-16,3-3-13 0,-2 1-47 0,4-21-121 16</inkml:trace>
  <inkml:trace contextRef="#ctx0" brushRef="#br0" timeOffset="176890.66">30014 13782 984 0,'0'0'43'16,"0"0"88"-16,0 0-125 0,2 0 9 0,0 0-2 15,2-2 9-15,1 2 24 0,18-6 3 0,3 1 0 16,3 1-1-16,3 0-12 0,5 1-5 0,2-1-7 16,5-4 1-16,5 3-22 0,5-3 1 0,-6 1-6 15,-4 1 1-15,-1 1-42 0,-8-1-27 0,-1 1-17 0,-3-3-12 16,-3-1-156-16</inkml:trace>
  <inkml:trace contextRef="#ctx0" brushRef="#br0" timeOffset="177130.3">30410 12352 2014 0,'-2'-4'59'0,"-17"-31"138"0,1 0-192 0,8 14-20 15,5 10-2-15,3 8-10 0,0-1-29 0,0 0-2 16,2 0-2-16,0 3 0 0,2-1-6 0,2 2-17 0,14 0-4 16,5 2-4-16,-5 3-21 0,5 4-50 0,-5 1-18 15,-5-3-20-15,0 2-155 0</inkml:trace>
  <inkml:trace contextRef="#ctx0" brushRef="#br0" timeOffset="177637.18">29181 14461 1452 0,'-2'-2'32'15,"0"1"75"-15,0-1-127 0,0 0-50 0,0 0 14 16,2 0-19-16,2 0 54 0,0 0 9 0,11 2 1 0,20 0 3 16,6 4 8-16,4 5-3 0,7 3 7 0,8 1-4 15,7 0 12-15,7-2 3 0,2-4 1 0,6-3 1 16,-4-4 9-16,2 0 15 0,0-4-3 0,-1-1 6 16,-1 1-9-16,0-4-3 0,0 1-6 0,0 0 2 15,-2-3-18-15,-5 5 0 0,-4-1 5 0,-11 4-2 16,-4 0 21-16,-7-1-10 0,-4 1 3 0,-8 2-7 0,-1 0-3 15,-6 0-7-15,-7 0-2 0,-4 0-2 0,-4 0-9 16,-3 0 7-16,-3 0-3 0,1 0 5 0,0 0-9 16,-1 0-60-16,-1 0-17 0,0 0-27 0,0 0-171 15</inkml:trace>
  <inkml:trace contextRef="#ctx0" brushRef="#br0" timeOffset="178924.97">23254 12625 796 0,'0'-2'50'0,"-2"0"-65"0,0-1 57 0,-5-12-30 0,-3-2-6 16,3 0-2-16,1 4-1 0,1 2 0 0,1 2 2 15,-1-4-4-15,1 4 1 0,0-4-2 0,0 0 2 16,1 0-2-16,-3 0 5 0,1 0-4 0,-1 1 5 0,0 3 19 16,-1-2-1-16,0 0 10 0,1 2 19 0,-3-4-16 15,5 5 8-15,-11 3-11 0,0-3-8 0,-5 3-12 16,1 1-5-16,1 2 1 0,-4 0-1 0,-1-13-4 15,-3 4 4-15,-3 4-3 0,3 3 1 0,-2 4-7 16,0 4 0-16,0 3-1 0,2 3 10 0,-7 6-14 16,1 3 4-16,0-10-7 0,-5 23 11 0,8-1-4 15,-1 4 4-15,4 4-4 0,2 4 4 0,3-2 1 16,1 9-7-16,3-11 3 0,2 4-8 0,4-4 10 0,2-6-1 16,5 4 4-16,-1-1-4 0,3-3 0 0,-17-1 3 15,6 1-2-15,8-1-3 0,3 3-4 0,4 0 5 16,3 2-2-16,5 0 6 0,4 4-5 0,3-2 1 15,5 4-3-15,-18-4 6 0,28 2-2 0,7 2-3 0,1-3 0 16,9-1 2-16,1-1 1 0,0-5 3 0,2-7-4 16,-2-2-9-16,4-5 13 0,-4-3-8 0,0-4 9 15,-1-1-7-15,-1-9 13 0,2-1-4 0,2 25 6 16,-4-14-6-16,0-5 5 0,3-7 4 0,-5-6-2 16,2-5 1-16,-1-4 8 0,-5-1-4 0,-1-5 5 0,-4 1-3 15,-3 12 12-15,-8-21-7 0,-6-5 7 0,1-3-17 16,-5 2 9-16,-3-4-9 0,-3-2 8 0,-3-2-7 15,-3 1-5-15,-2-3 3 0,22 0-7 0,-13 1-7 16,-9 1 3-16,-4-3 0 0,-6-1 1 0,-5-1 4 0,-5-4-4 16,-3 4-9-16,-1 3 1 0,15-1-36 0,-32 5 3 15,-4 4 0-15,-3 3 0 0,-3 10-6 0,5 6-31 16,-3 1-8-16,8 10-14 0,0 3-88 0,4-17-201 16</inkml:trace>
  <inkml:trace contextRef="#ctx0" brushRef="#br0" timeOffset="179090.37">22901 13347 75 0</inkml:trace>
  <inkml:trace contextRef="#ctx0" brushRef="#br0" timeOffset="179222.15">22842 14413 367 0,'-2'2'86'0,"0"0"-9"16,-2 3 39-16,-20 16 0 0,-6-6-22 0,-7-2-39 0,0-2-32 15,4-4-2-15,-1 4-10 0,5-1-11 0,1-1-11 16,2-5-15-16,2-1-3 0,1 1-99 0</inkml:trace>
  <inkml:trace contextRef="#ctx0" brushRef="#br0" timeOffset="180004.93">29903 14994 1125 0,'0'0'32'0,"0"0"5"0,0-2-14 16,0 0-9-16,0 1-8 0,0-1-4 0,0 0 5 15,0 0-2-15,0 0 3 0,0 0-1 0,0 0 0 16,0 1 6-16,0-1-3 0,0 0 15 0,0 0 10 15,0 0 2-15,0 0 3 0,0 1 4 0,0-1 9 16,0 0-8-16,0 0 7 0,0 2-20 0,0 0 3 16,0 0-7-16,0 0 4 0,0 0-24 0,0 0-8 0,0 0 0 15,0 0-2-15,0 2-8 0,0 0 10 0,0 1 0 16,-2 16 3-16,-4 14-7 0,3 4 1 0,-1 4 0 16,4 4 3-16,0-4 5 0,2 3-4 0,2 1-1 15,1-1 0-15,3 1 3 0,-1-6-1 0,0-4-1 0,1-5 0 16,1 0 4-16,0-4-5 0,1-2 0 0,-1-2-3 15,0-3-3-15,-1-4 4 0,-1-1-3 0,1-3 2 16,-1-1-10-16,-3-3-15 0,9-3-3 0,-2-2-5 16,0 0-22-16,-2 5-16 0,2-1 16 0,-3-5-14 15,3 1 8-15,-2-2-120 0,2-5-43 0</inkml:trace>
  <inkml:trace contextRef="#ctx0" brushRef="#br0" timeOffset="180158.93">30146 14615 1738 0,'0'-1'16'0,"0"-1"3"0,-2 0-34 15,0 0-16-15,0 0-11 0,1 0-46 0,1 0 37 16,0 2-6-16,0 0 17 0,1 0-9 0,1 2-47 16,0 2-7-16,0-2-20 0,17 18-95 0</inkml:trace>
  <inkml:trace contextRef="#ctx0" brushRef="#br0" timeOffset="180491.69">30714 15477 1809 0,'0'0'17'15,"0"0"5"-15,0 0-32 0,-2 0-3 0,0 0-12 16,1 2 22-16,-1 0 0 0,2 1 0 0,-6 20 0 15,3-1 2-15,-1-2 1 0,2 1 1 0,0-3 0 0,2-1-1 16,0-2-3-16,0 0 0 0,0-4-1 0,2 2 2 16,0-2-1-16,0-4 2 0,1 1 0 0,-1-4 14 15,0-1 9-15,-2-1 3 0,4 0 0 0,11 9-6 0,1-2 0 16,3 1-9-16,1-5 7 0,3-1-3 0,-3-4 18 16,0 0-1-16,1-2 4 0,-3-2-15 0,1-1 13 15,-6 1-1-15,0-1 8 0,-6 1 19 0,-1 0 5 16,0 0-6-16,-5 4 3 0,1-16-31 0,13-5-20 15,-4-3 2-15,-1-6-8 0,-7-3-2 0,-3-4-17 16,-5-6-6-16,-6-1-8 0,-6-8-41 0,-5-2-42 16,-4-2-4-16,22 0-11 0,-31 3-17 0,-8 1-45 15,-11 3-30-15</inkml:trace>
  <inkml:trace contextRef="#ctx0" brushRef="#br0" timeOffset="181127.89">26676 13104 1216 0,'-2'-2'4'0,"0"0"4"0,-2-5-22 0,-7-17-4 16,4 5-7-16,1 1-4 0,4 5 4 0,1 3 0 16,1 5 2-16,0 1 2 0,0 0-18 0,0 1 4 0,0-1-9 15,0 0 0-15,0 2 40 0,0 1-10 0,0-1 23 16,0 0 19-16,0 2 33 0,-2 0-12 0,2 0 12 16,-2 0-45-16,0 2 21 0,0 0-5 0,0-1 10 15,0 1-2-15,-1 2-15 0,-3 0 5 0,-11 5-8 16,6 10 1-16,2 5-9 0,2 3 3 0,-14 7-6 15,4 5-2-15,4 4-9 0,2 5 5 0,4 6-5 0,3 7 8 16,0 8-2-16,3 5-3 0,1 4 2 0,-2 0-3 16,0 4-5-16,-4 1 3 0,1 6-5 0,-1 6 12 15,-3 11-3-15,-2 7-4 0,-4 8 0 0,0 1-2 0,0-5 1 16,-2-5 4-16,3-8-3 0,-3 0 0 0,4 1 12 16,0-4-6-16,0-1 9 0,2-9-5 0,0-9 2 15,1-8 4-15,5-13-3 0,-1-5 4 0,4-6-6 16,0-7 3-16,1-2-2 0,-1-4 13 0,0-6-16 15,0-3 0-15,2-4-4 0,-2-3 0 0,2-6-3 16,0-4 3-16,0-4-4 0,0 1-2 0,0-7-7 16,0 1-6-16,-2 2-1 0,1 0-35 0,-1-1-64 15,0-1-18-15,0 0-22 0,0-2-130 0</inkml:trace>
  <inkml:trace contextRef="#ctx0" brushRef="#br0" timeOffset="182548.09">26750 13013 603 0,'0'0'94'15,"0"0"-126"-15,0-2 102 0,-2 0-57 0,0 1-9 0,1-1-4 16,-1 0 4-16,0 0-4 0,0 0 10 0,0 0 23 16,0 0-1-16,0 1 8 0,1-1 8 0,-1 0 8 15,0 0-1-15,0 0 1 0,0 0-5 0,0 0-9 16,0 1-1-16,1-1-5 0,-1 0-23 0,0 0-7 16,0 0-1-16,0 0-1 0,2 0-3 0,0 1 5 15,0-1-1-15,0 2 2 0,0 0-5 0,0 0 7 16,2 0-3-16,0 0 6 0,0 0 0 0,1 0 0 0,1 0-1 15,20-4 1-15,0 2 5 0,1-2 16 0,4 1-6 16,-1-1 7-16,2-2-13 0,1 1-11 0,5-1 5 16,3-1-7-16,0-1 7 0,1-1-10 0,5-2 3 0,1 0-5 15,8-2 3-15,2-2-1 0,3 2-3 0,3 0 2 16,-7 0-9-16,5 0 5 0,-8 0 1 0,-2 2 1 16,0 0 1-16,-4 1 4 0,1-1-6 0,-3 2 5 15,1 2-15-15,5 1 11 0,-3 2-6 0,10-1 9 16,-1-1 0-16,1 2-12 0,8 3 12 0,-3 1-12 15,4 0 12-15,1 0-1 0,-2-2-5 0,2 0 2 0,0-2-3 16,4-1 3-16,5-1-3 0,4-1 2 0,3-1 0 16,2 1 0-16,-7-1 5 0,0 1-4 0,-5 3-2 15,-1-1-1-15,1-1 0 0,1 2 0 0,4 1 4 16,4 1-2-16,-4 0 2 0,0 0-2 0,-2 2 6 0,-4 0-9 16,1 0 3-16,-3 2-3 0,-3-2 10 0,7 0-10 15,-1-2 2-15,5 0-5 0,3-2 7 0,3-3 0 16,-1 0-2-16,-1-3 1 0,-2 1-2 0,-6 0 1 15,0-2 3-15,6-1-1 0,0-1 2 0,6 2-7 16,-7 4 4-16,-4-1-6 0,-1 5 4 0,-11 1 6 16,-2 0-8-16,-5 0 7 0,-6 2-3 0,-2 0-3 0,-1 4 4 15,-1 1-4-15,-1 1 1 0,-2 1 0 0,1 1 2 16,-9-1 0-16,4 3 8 0,-5-3-6 0,-6-1-2 16,1-1 0-16,-3 1 1 0,-2-1-1 0,1 1 2 15,-9-2-2-15,1-1 4 0,-2 1 5 0,-2-2-5 0,-2 0 4 16,-2 0-12-16,-3-1 5 0,-1 1 3 0,-3-2 2 15,4 2 4-15,-2 0-2 0,-1 0 4 0,1 0-3 16,0 0 1-16,-2-2-2 0,-1 1-5 0,1 1 2 16,0 0-3-16,0 0 3 0,0-2 0 0,0 2 0 15,0 0-9-15,-1 0 5 0,1-1-4 0,0 1 4 16,0 2-4-16,2 9 2 0,1 11 3 0,1 0-2 16,-1 2 0-16,1 4 1 0,-2-2-4 0,-2 2 3 0,1 3 3 15,1 2-3-15,0-1 1 0,-1-1-2 0,-1 2 1 16,2 1-1-16,0-1 1 0,1 6-1 0,1 0 1 15,1 5 0-15,-1 0 0 0,-1 5-1 0,5 4-3 0,-1 5 5 16,0-3-1-16,1 5 3 0,1 1 1 0,0-4-6 16,2 1 2-16,0-5-3 0,-2-3 3 0,4 0 4 15,0 2-1-15,1-2 1 0,1 2-8 0,0 0 1 16,0 3 1-16,-3-1 2 0,-1 5 0 0,-1 1 0 16,-1-1 2-16,0 4-1 0,-2-4 3 0,-1 0-4 15,-3-5-1-15,-1-4 0 0,-2-2 0 0,0 0 6 0,-2-1-4 16,0-3 5-16,0-1-6 0,0-5 0 15,-2 1 1-15,0 0 1 0,-2-4 3 0,0 2 3 0,1-2-1 16,-1-1 1-16,-2 1-8 0,1-2 1 0,-1-2 0 16,1 3 1-16,1-5-2 0,0-3 0 0,1 0 4 15,1-4-3-15,0-2 0 0,0-1-1 0,2-4 0 16,0-3 1-16,0 1 10 0,0-4-11 0,0 2 2 0,0-1-3 16,0-1-2-16,0-2 4 0,0 0-2 0,0-1 2 15,-2 1-1-15,2-2-2 0,-2 3 5 0,2-3-3 16,-2 2 3-16,1 1 1 0,-1-1-5 0,-4 4 2 15,1-2-4-15,-3 2 4 0,1 0 2 0,-3 2 2 16,9-2-5-16,-14 4 3 0,0-4-4 0,-2 0 2 0,2-4 4 16,0-4-4-16,-3 3 6 0,1-3-6 0,-3 1-1 15,-1 1 7-15,-1-5-2 0,-4 0 7 0,0 2 3 16,-4 14-2-16,-3-3-2 0,-1-5 1 0,-5-3-2 0,-5-3-10 16,1-2 7-16,-3-2-8 0,-4 0 4 0,1 0 4 15,-3 0-5-15,2 0 4 0,-2 1-3 0,0 1-2 16,-5 0 1-16,-5 0 0 0,-3 0 3 0,-5 0-1 15,-3 0-2-15,-1-2 1 0,-6-2-3 0,1-2 8 16,-3 0-4-16,2 1 5 0,2-1 1 0,-2-2-1 16,-7 1 6-16,-6-1-5 0,-2 1-2 0,-7-1-1 15,4-1-2-15,-1 1 2 0,1 0 2 0,7 3-7 16,-9-1 2-16,-2 2-4 0,1 0 4 0,-4 2-3 0,10 0 3 16,4 0-2-16,-2-2 4 0,4 2-5 0,-8 0 2 15,-3-1-2-15,-2-1 6 0,-2 0-3 0,6 0 2 16,-1 2-1-16,3 0-2 0,1 2 6 0,-3 0-4 0,-6 1 5 15,0-1 1-15,2 0-6 0,7 0 3 0,8 2-3 16,1-2 5-16,6-1 0 0,-3 1 1 0,3-2-2 16,2 0-6-16,-4-2 12 0,10-1-7 0,1-3 9 15,3 1-11-15,6-3-2 0,7 1 0 0,1-3-1 16,4 1 0-16,3 0-5 0,1 0 2 0,1 1-5 16,-3-1-6-16,5 1-17 0,-7-1-12 0,6 2-5 15,1 1-76-15,-5 1-84 0,7 3-47 0</inkml:trace>
  <inkml:trace contextRef="#ctx0" brushRef="#br0" timeOffset="188438.1">19280 16383 76 0,'0'0'0'0,"0"0"17"15,0 0 159-15,0 0-42 0,0 0 12 0,0 0-81 16,0-2-1-16,0 0-39 0,-1 0 5 0,-1 1-9 15,0-1 0-15,0 0-13 0,0 2-7 0,2 0 1 0,0 0-3 16,0 0 4-16,-2 0-3 0,1 0 2 0,-1-2-6 16,0 0 8-16,0 0-3 0,0 0 4 0,0 2-12 0,0-1 15 15,1 1-3-15,-1-2 8 0,0 0 4 0,0 0 8 16,0 0 2-16,-2 0-1 0,1 0-4 0,-1 1-2 16,0 1-1-16,-3-2 2 0,-4 0 6 0,3 2-13 15,1 0 5-15,3 0-9 0,2 0 7 0,0 0-2 16,1 0-2-16,-1 0-1 0,-2 0-1 0,0 0-1 15,1 0-1-15,1 0-1 0,0 0 0 0,0 0 12 16,0 0-4-16,0 0 5 0,0 0-15 0,2 0 10 0,0 0-3 16,2 0 5-16,0 0-12 0,2 0 1 0,13 0-1 15,12 0 2-15,1 0 0 0,3-2-2 0,6 0 2 16,6 0-2-16,3 0-4 0,6-1-2 0,5-1 1 16,1 0-1-16,1 1 3 0,-1-1-3 0,-3 2 0 15,-1-2 0-15,-6 2-1 0,-4 1 4 0,-3-1-4 0,-2 2 5 16,-2-2 1-16,-4 0-4 0,-1 0 1 0,-5 2-2 15,1 0 5-15,-6 0-5 0,-2 0 2 0,-1 0-3 16,-6 0 5-16,-2 0-3 0,-4 0 7 0,-3 0-6 16,-3 0 6-16,-1 0 9 0,2 2-3 0,0-2 4 15,-1 0-6-15,1 0-1 0,-2 0-6 0,0 0 3 16,0 0-11-16,-2 0-7 0,-2 0-1 0,0 0-3 0,-6 0-11 16,-19 2 6-16,-3-2-1 0,-2 2 3 0,-3 0-1 0,-2-1 6 15,-2 3-8-15,-4-2 9 0,-1 0 8 0,-8-2 2 16,0 2 6-16,-8 0-3 0,3-2 3 0,-3 0-3 15,1 1 3-15,-1-1-2 0,5 0 4 0,1 0-1 16,2 0-2-16,7 2 2 0,1 0 6 0,3 2-9 16,4 0 2-16,0-1-4 0,0 1 0 0,1-2 8 15,1 0-2-15,5 1 3 0,4-1-2 0,4 2-8 16,0 0 5-16,7-2-5 0,4-1 10 0,7-1-1 16,2 0 0-16,0 0 1 0,-1 0 0 0,-1 0-9 15,0 0 3-15,2 0-4 0,0 0 8 0,1 0 3 0,1 2 4 16,1 0-1-16,18 0 10 0,24 2-11 0,3-2 0 15,-1-2-4-15,7 0-9 0,0 0 3 0,5-4-6 16,8 2 6-16,4-2-1 0,5 2 0 0,0 1 3 16,4-1-4-16,-3 0 0 0,-3 0 2 0,-9 0-2 0,-5 0 1 15,-8 0-1-15,-4 1-4 16,-3-3 7-16,-6 2-6 0,-3 0 1 0,-8 2 4 0,-2 0-4 0,-4 0 5 16,-3 0-1-16,-10 0 6 0,-1 0-5 0,-4 0 6 15,1 0 1-15,1 0 9 0,0 0 3 0,-2 0-1 16,0 0-11-16,-2-2-11 0,0 0-2 0,-2 1-4 15,0 1-2-15,-32-12 4 0,-5 5-4 0,-3 0 4 0,-5 1 6 16,-3 4 1-16,-7-2 5 0,-10 3-5 0,0-1-3 16,-7 0 6-16,-1 0-3 0,7 2 5 0,-3 0 4 0,4-2-6 15,8 2 6-15,1 0-7 0,4 0 3 0,4 0 0 16,0 0-6-16,6 2 4 0,-1 0-2 0,8 0-9 16,4 0 7-16,8-1-7 0,7 1 8 0,5 0-8 15,4 0-3-15,5-2-4 0,-4 2-18 0,5 0 1 16,-1 0 6-16,2-1-1 0,0 1 20 0,0 0 8 15,2 0-1-15,2 0 4 0,22 9 3 0,23 6-5 16,-3-8 1-16,8-2-3 0,4-1 1 0,0-2 3 16,7-2-4-16,4-2 4 0,3 1-2 0,5-1-1 0,-1 2 1 15,0-2-1-15,-3 0 1 0,-4 0 2 0,-8 0-3 16,-9 0 3-16,-5 0 2 0,-12 0-3 0,-3 0 2 16,-10 0-1-16,-5 0 15 0,-9 0 15 0,-5 0-4 15,3 0 6-15,0 0-22 0,-2 0-64 0,0 0-18 0,-1 0-29 16,-1 0-153-16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5:58:34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6503 16394 36 0,'0'0'0'15,"0"0"4"-15,0-2 2 0,-2 0 18 0,0 1-1 16,0-1-4-16,0 0-2 0,0 0-26 0,0 0 7 0,1 0-7 16,-1 0 15-16,2 1-9 0,0-3 4 0,0 0-2 15,0 2 14-15,0-3 10 0,0-1 5 0,0 1 3 16,0-1 37-16,0-1-8 0,0 3 5 0,0 0-9 16,-2 0-15-16,0 1-11 0,0-1-10 0,0 0 4 0,-1 2-18 15,-1 1 6-15,0-1-6 0,-3-2 5 0,-4 2-8 16,-1 0 3-16,3 2 2 0,-2 2-3 0,2 0-10 15,-1 2 8-15,3-1-3 0,0 3 6 0,1 1-1 16,2 10-10-16,-1-2 3 0,1 2-6 0,0-4 17 0,2 2-9 16,1-4 3-16,-1 2-5 0,-8-2 7 0,3 2-3 15,1 0 6-15,3 0-4 0,-1 2 5 0,2 1-9 16,2 1-1-16,0 4-3 0,2-1-4 0,0 0 11 16,2 3-3-16,1 1 4 0,3 2-10 0,-1-2 15 15,2 4-6-15,1-4 8 0,-1 0-8 0,4 2 0 16,-2-2-2-16,0-3 1 0,2-3-3 0,-4-1 12 15,16-2 2-15,-3-4 5 0,0-2 9 0,2 0 3 0,2-1-1 16,0-1 0-16,4-1-11 0,-4 11-4 0,2-4-6 16,1-6 2-16,1-1-10 0,0-5 11 0,0-1-8 15,-3-1 8-15,3-1-11 0,-2-4 1 0,0 1 5 16,0-1-6-16,0-3-2 0,-2 1 0 0,1-1 0 0,1 0 2 16,2-1 7-16,-2-1-6 0,2 2 3 0,1-2-4 15,-5-2 0-15,6-2 3 0,5-3-6 0,-4 3 5 16,6 2-2-16,-5 2 0 0,-8-1 0 0,3 1-1 15,-1 0 0-15,2-2 3 0,1 0 0 0,-1 0 1 16,4-2 3-16,-8 4-5 0,1 0 4 0,-1 0-6 16,0-2-2-16,-1 2 8 0,1-2-5 0,-4 3 6 15,0 1-6-15,0 0 0 0,3 0 5 0,-1-1-5 0,0 1-3 16,2 0 2-16,-2 3 1 0,0 1 1 0,4-3 9 0,-2 3-9 16,2-1 1-16,1 2-2 0,-3 1-2 0,0 1 2 15,0 0-4-15,-5 0 5 0,1 2 3 0,2 0-5 16,-5 0 4-16,3 0-4 0,-3 2 1 0,-1 2 8 15,1-1-6-15,-8 1 6 0,8 3-15 0,-5-1 10 16,1 1-6-16,-2 1 7 0,0-1-3 0,-3 1-1 16,-3-3 4-16,4 14-4 0,-5-4 0 0,-1 1 7 15,3 1-6-15,-5-2 6 0,1 2-12 0,0 1 8 16,-2 3 1-16,1 5 2 0,14 0-4 0,-6-4-1 0,-3 2-1 16,-5-2 1-16,-1 1-1 0,0 4 1 0,-2-4-1 15,0-3 0-15,-2 1 0 0,0-7 1 0,-1 3 5 16,-1-2-3-16,0 0 5 0,2-6-3 0,1-1-3 15,-1-1 0-15,0-3-9 0,0-1 7 0,0 1-2 0,2-2 4 16,0 0-2-16,-2 2 7 0,0-1-1 0,1 1 1 16,-1 0-8-16,0-2 4 0,0-1-8 0,0 1 7 15,0 0-2-15,0-2-2 0,1 0 7 0,-1 0-5 16,2-2-5-16,0 0 4 0,0-1-5 0,0-3 6 16,0-11 9-16,2 1-11 0,1-5 6 0,1 1-8 15,2 3 5-15,-1 0 3 0,-1 3-2 0,1 1 3 0,3-2-4 16,1-6-1-16,2 3 0 0,2-4-1 0,0 3-2 15,0 0 3-15,-5 1 0 0,12 3 3 0,-1-4-5 16,1 5 2-16,0 1-3 0,-1-2 5 0,5 2 4 16,-3 2-4-16,1-2 2 0,4 1-4 0,-6 1-6 0,3 0 7 15,-3 2-4-15,6 3 4 0,0 1-7 0,6 1 5 16,-5 0 3-16,-2 1 1 0,1 1 3 0,1-2-10 16,3 2 4-16,0-16-4 0,0 6 4 0,-3 3 4 15,3 4-5-15,-2 1 4 0,0 2-4 0,0 0 1 16,-2 2-3-16,1-2 3 0,-1 2-4 0,2-2 6 15,0 2 3-15,2 0 0 0,3 0-6 0,-1 0 0 16,1 0-5-16,1 0 4 0,5 0 0 0,2-1 7 0,1 1 1 16,1 0 0-16,-8 0-14 0,8 0 5 0,-2 0 1 15,0 0 3-15,-1 1-1 0,-1 1 4 0,-3-2-4 16,1 2 5-16,0 0-3 0,0 2-3 0,2-1 1 0,0-1-4 16,0 2 3-16,2 0 1 0,2 1 1 0,5 3 2 15,-7-3 4-15,11 3-5 0,-6-3-2 0,2 1-1 16,4-1-8-16,-5 1 13 0,3 0-5 0,-7-1 6 15,-1-1-5-15,1 0-3 0,-2-1 5 0,5 1-3 16,-1 0 9-16,-2-2-13 0,7 1 9 0,-8 1-8 16,7 0 15-16,5 1-13 0,-8 1 3 0,8-1-5 15,-6 1 12-15,-1 0-12 0,3-1 3 0,-4 3-5 0,-1-1 7 16,1 0 4-16,-1-1-5 0,-1-2 3 0,3 1-9 0,1-1 9 16,0 0-2-16,2-1 4 0,4 1-5 0,6 0 0 15,-1 0 0-15,-1-4-1 0,-1 0-8 0,-1-2 15 16,-8-2-6-16,2 0 9 0,-2 1-9 0,-1-1 1 15,-1 2 3-15,1-2-3 0,1 2 0 0,-2-1 6 16,3-3-7-16,5 1 7 0,5-1-4 0,-7 0-4 16,2 1 4-16,-8-3-6 0,-1 3 3 0,3-1 4 15,-3 1 0-15,-6 1 1 0,0-2 1 0,-4 3-2 16,2-1 3-16,0 0-3 0,-2-1-2 0,-1-1-2 16,1 2 2-16,-3 1-1 0,1 1 4 0,6-2 2 0,-2 2-5 15,0 2 4-15,-3 0-7 0,-6-2 6 0,0 1-4 16,5-1 6-16,2 0 0 0,0 0 0 0,-5 0 4 15,-2-2-2-15,-2 1 3 0,2-3 7 0,2-1 4 0,-4-1 1 16,1-1 11-16,-1 0 5 0,2-1-4 0,-4 1 4 16,2-2-7-16,0-2-14 0,0 0 5 0,0 0-9 15,0 0 5-15,0 0 1 0,0 0 0 0,0 0 1 16,-1 0 3-16,-5 2-7 0,2-4 1 0,0 2-4 16,3 0-3-16,-5 2-12 0,-1 2 3 0,-6 1-5 15,1-1-1-15,1 1-14 0,4-1-11 0,7-2-4 16,-6 4-81-16</inkml:trace>
  <inkml:trace contextRef="#ctx0" brushRef="#br0" timeOffset="10177.94">3866 2576 44 0,'0'0'1'0,"-2"0"2"0,0 0 33 0,0 0-2 15,1 0 4-15,-1 0-14 0,0 0 1 0,-2 0-4 16,0 0-2-16,-5 2 5 0,-4 0 21 0,2 0 26 16,0 0 1-16,-2-2 7 0,0 0-1 0,-2 0-14 15,-2 0-7-15,1-2-4 0,3 0-21 0,-4-2 11 0,8 3-1 16,-8-5 3-16,0 0-10 0,12 5-15 0,-10-3 8 16,7 2-11-16,1 0 8 0,-2-2-7 0,3 3-2 15,2-1 0-15,1 0 2 0,-1 0 0 0,-2 0-1 16,1 0 0-16,-1 0 5 0,1 1-2 0,-1-3 6 15,0 0-5-15,1 0-2 0,-3 1-5 0,5 1-5 0,-1 0 1 16,2 2-4-16,0 0 7 0,-1-2-2 0,1 2 2 16,0 0-4-16,-2-4-4 0,0 1 3 0,1-1-4 15,1 0-5-15,0 2-4 0,0 1-3 0,0-1 3 16,0 0 3-16,1 0 1 0,-1 0 5 0,0 0-3 16,2 0 1-16,0 1-3 0,0-1 1 0,2 0-2 0,0 0 5 15,1 0-5-15,8 0-1 0,12 0 0 0,3 1 7 16,0 1-6-16,7 0 3 0,4 0-3 0,-1 0 5 15,3 0-3-15,-6 0-2 0,2 1-2 0,2-1-6 16,2 0 9-16,4 0-4 0,2 0 5 0,3 2 1 0,2-2 1 16,-2 0-2-16,10 2 1 0,-1 0-4 0,5 2-3 15,3-1 6-15,-10 1-4 0,3 0 5 0,-4 0 1 16,-6 1-3-16,0 1 1 0,-1-1-4 0,-6-1 5 16,3 2 0-16,-3-1 3 0,2 1-1 0,-1-1 0 15,1-1-1-15,-4 0 0 0,2-1-7 0,-6-1 5 16,-1 0 0-16,-6 0 1 0,-8 0-3 0,2-2 7 15,1 0-3-15,-1 0 6 0,-2 0-2 0,-7 0-4 16,-2 0-1-16,-1 0-1 0,1 0-6 0,2-2-23 0,-2 0-4 16,4 0-10-16,-2 0-35 0,0 1-80 0,3-3-19 15,5-2-33-15,3-1-174 0</inkml:trace>
  <inkml:trace contextRef="#ctx0" brushRef="#br0" timeOffset="10872.26">7089 2472 1059 0,'-2'0'-12'0,"1"-1"3"0,-1-1-50 0,-2 0-13 16,0 2-10-16,-7-2-56 0,0 0 70 0,2 2-7 0,-2 0 32 16,-1 0 16-16,3 0 14 0,-2 0 1 0,0 0 6 15,-2 0 7-15,0 0 19 0,0 0 0 0,-4-2 11 16,0 0 34-16,-3-1 20 0,-6-3-4 0,0 1 6 16,0-3-23-16,-2 1-15 0,6 1-11 0,-2 1 1 15,3 1-27-15,-1 0 1 0,0 0-6 0,-2 1 1 16,-1-1-8-16,1 2-3 0,0 0 7 0,6 0-6 0,-3 2 4 15,-1 0 10-15,2-1-6 0,-1 1 8 0,3 0 3 16,1 0-4-16,-2-2 8 0,3 2-7 0,1-2 1 0,2 0-4 16,2 2-4-16,-1 0 1 0,5 0-8 0,1 0-2 15,1 0-1-15,1 0-1 0,0 0 0 0,1 0-3 16,-1 0-1-16,0 0 0 0,2 0 8 0,1 0-3 16,-1 2 10-16,0 0-9 0,0 0 8 0,2-1-1 15,0 1-4-15,2 0 3 0,0 0-2 0,1 0-3 16,14 7 2-16,15 4-1 0,5 2 5 0,6-2-10 15,-1-2 3-15,8 2-7 0,-3-2-2 0,8 0 10 16,7 1-2-16,-1-3 6 0,4-2 1 0,-6-3 0 0,1 0 0 16,-1-2 2-16,3-2 10 0,1-2-6 0,2-2 0 15,3 0-2-15,-1-1 3 0,0-1-4 0,-2 1 1 16,-6-1-2-16,1 0 0 0,-8 3-5 0,-6-1 8 16,-3 0-7-16,-2 1-1 0,-4 1 3 0,0 0-5 0,-4 0 5 15,-3 2 3-15,-6 0-2 0,-3 0-3 0,-3 0 0 16,-1 0 1-16,-4 0-6 0,0 0 2 0,-6 0-6 15,3 0-14-15,-3 0-50 0,1 0-50 0</inkml:trace>
  <inkml:trace contextRef="#ctx0" brushRef="#br0" timeOffset="12271.76">14596 16663 256 0,'0'0'41'0,"0"-1"-18"0,-2-1 7 15,0 0 3-15,0-2-16 0,-3-5 5 0,-4-4 58 16,1 2-12-16,1 0 17 0,-3-1-33 0,3 3-6 16,0 0-3-16,-1 0-3 0,1-3-29 0,1 3-4 15,1-2 2-15,-1 0-2 0,2 2 9 0,1-3 5 16,1 3 2-16,0 0 3 0,2 3 22 0,0-1 8 0,0 3-4 15,0 0 4-15,0 1-11 0,0 1-3 0,0-2-1 16,0 2-3-16,0 0-14 0,0 1-10 0,-2-3 5 16,0 0-7-16,0 0 3 0,0 1 3 0,2 1-4 15,0 0 3-15,0 0-15 0,0 0 4 0,0 0-6 0,0 1 6 16,0-1-7-16,0 0 5 0,0 0 4 0,0 2 0 16,0 0-4-16,0 2 4 0,2 0-1 0,0 0 2 15,0 1 0-15,0 7-8 0,2 6 2 0,1 1-1 16,1 0 13-16,-1 1-13 0,1 1 0 0,-1-2-3 15,1 1-1-15,0-1 6 0,-1 1-3 0,1-1 5 16,-3-4-5-16,1 2 3 0,0 0 0 0,0-2 1 16,-1-4-6-16,1 0-1 0,0-1 2 0,-2-3 0 0,1 3 8 15,-3-6-2-15,4 1 5 0,5 5-4 0,6-1 9 16,4-1-7-16,3-2 1 0,6-4-2 0,3-6 10 0,3-5-6 16,7-8 1-16,0 17-5 0,10-31-6 0,11-6 3 15,6-2-3-15,14-7 2 0,2-4-9 0,7-8-10 16,3-8-5-16,9-12-4 0,15-7-42 0,16-21-30 15,15-7-78-15</inkml:trace>
  <inkml:trace contextRef="#ctx0" brushRef="#br0" timeOffset="185214.66">5368 7127 84 0,'0'0'12'0,"0"0"14"0,0-2 43 16,-2 1 10-16,0-3 5 0,2 2-11 0,-3-5-37 16,-1 1-5-16,-2-3-3 0,1 1-22 0,1-3 15 15,-3 6-5-15,-5-5 9 0,5 5 7 0,0 1-20 16,-1-2 4-16,-3-1-11 0,4 3-5 0,-4-1 1 15,-1-1 0-15,3 4 1 0,-6 0-2 0,6 2 6 16,-2 2-4-16,-4 4 4 0,2-1-6 0,-4 5 9 0,1 1-4 16,3-7 5-16,-4 14-8 0,-4 1-2 0,5-1 3 15,-1-1-3-15,0 0 5 0,2 3 6 0,1 2-6 16,-1 3 5-16,0-5-11 0,2 2 11 0,4 2-8 0,-1 1 9 16,5 2-9-16,-1-1-3 0,2 2 8 0,3 2-8 15,-18 0 2-15,6 1 4 0,6 3-6 0,3-1 4 16,4 4-6-16,0 2 4 0,0 2 2 0,4 0 0 15,-1 0-2-15,3 0-5 0,1-1 2 0,1-2-2 16,-1-1 11-16,2-6-4 0,3 1 1 0,-1-3-2 16,2-1 3-16,-2 0 0 0,0-4 5 0,0 0-3 15,4 1 8-15,0-3-7 0,0 0-1 0,-12 0 0 0,16-1 1 16,5-3-7-16,2-1 3 0,0-2-2 0,2-2 16 16,-4-4 0-16,-2 1 2 0,1-5 0 0,-3 1 0 15,2-3 14-15,1-1-4 0,-3 13 8 0,2-4 5 0,-1-5-16 16,-3-2 4-16,3-4-10 0,1 0-10 0,-2-2-1 15,5-2 0-15,-3 0 1 0,-2-1 1 0,1-3 4 16,-3 1-5-16,1-2 4 0,-2-1-10 0,-1 1 8 16,1-2-3-16,0 0 4 0,-1 5 2 0,-3-11 1 15,0-5 4-15,2-2-2 0,-4-2 2 0,1-9-8 16,-1-1 0-16,-6-3-3 0,6-3-6 0,-3-1 7 16,-1-5-9-16,-3 3 8 0,20-1-10 0,-11 1 5 15,-7 4 1-15,-3-1 1 0,-3 3-6 0,-3 2 1 0,-1 1 1 16,-3 3-1-16,-1 1 9 0,-1 3-5 0,-2 1 3 15,-2-2-4-15,0 2-4 0,-4-3 9 0,13-1-4 16,-22-1 4-16,-2-3-12 0,-1-1 11 0,-1-2-4 16,-2 2 8-16,-1-2-5 0,3 8-2 0,-3-7 1 0,-1 5-2 15,1 1 9-15,-4 1-2 0,-2 3 6 0,-4 6-6 16,-3 1-9-16,-6 8-21 0,-8 8-10 0,-6-23-3 16,-7 26-40-16,-10 26-24 0,-8 10-6 0,-15 81-32 15,-22 24-297-15</inkml:trace>
  <inkml:trace contextRef="#ctx0" brushRef="#br0" timeOffset="197511.49">1513 5248 104 0,'0'0'8'0,"0"0"18"0,0-2 27 0,-1 1 7 15,-1-1 0-15,0 0-15 0,0 0-21 0,0-2-3 0,0 1 0 16,-3-9-13-16,-1-1 3 0,1 2-6 0,-3-2 5 16,1 0-3-16,1 2 21 0,1 0-1 0,-1-2 7 15,1 2 9-15,-3-2-1 0,1 0 0 0,-1 2-4 16,3 0-11-16,-1-1-7 0,1 1 3 0,1 0-4 15,0 2 3-15,2 0-9 0,0 3-2 0,2 0-3 16,0 3-9-16,0 1 2 0,0 0 0 0,0 0 2 0,0-2-1 16,0 1-5-16,0-1-3 0,0 2-1 0,0 0-10 15,0 0 12-15,0 2-3 0,2 0 6 0,0 2-5 0,0 2 14 16,2 20-5-16,-2 11 9 0,-2 4-10 0,0 2 3 16,-2 4-1-16,-2 3 1 0,2-1 2 0,-2-1 0 15,1-3-2-15,-3-2 1 0,-1-8-6 0,-1 2-1 16,3-3 2-16,1-6-2 0,2-2 2 0,0-4 1 15,2-3 1-15,0-2 2 0,0-2-1 0,0-4 1 16,0 0-3-16,0-1 3 0,0-3 0 0,0 1-4 16,0-2 5-16,0-2-4 0,0-1 13 0,0 1-6 0,0 0-3 15,0 0 1-15,0 0 0 0,-3 2 5 0,-1-1 2 16,0 1 0-16,0 0-2 0,1-1-12 0,-3 1 3 16,-5 2-6-16,4-3 5 0,-3 1 9 0,-1 2-5 15,6-4 5-15,-3-1-8 0,4 1 6 0,1-2 0 0,-8 4 1 16,5-2 2-16,2-2-11 0,1 2 6 0,-1 0-6 15,2-1 8-15,0 1 1 0,0 0 3 0,2 0 1 16,0 0 12-16,0 0-12 0,2-2 3 0,4 0-5 16,25 0 3-16,6-4-5 0,2-2-1 0,-1-3-1 15,2-4-5-15,-2-2 4 0,-1 0 0 0,0-1 1 16,0-1-7-16,-4 0 0 0,1 1-2 0,-3 1 2 0,-1 0-2 16,0 2 6-16,-2 2 0 0,-4 0 1 0,4-2-11 15,-6 1 6-15,-2 1-13 0,-5 2 7 0,2 0-39 16,-6 1-22-16,0 1-14 0,-3 1-10 0,1-9-129 15</inkml:trace>
  <inkml:trace contextRef="#ctx0" brushRef="#br0" timeOffset="197671.66">1083 5109 1040 0,'0'0'22'0,"0"-2"-4"0,-2 0 22 0,0 0 2 15,0-1-5-15,0-1-32 0,2 0-1 0,0 1-3 16,0 1 2-16,8-8-9 0,18 1 4 0,13 0-5 16,9 0 5-16,-7-1-12 0,9 5-35 0,-2 1-12 0,-5 2-12 15,3 0-78-15,-8-20-73 0</inkml:trace>
  <inkml:trace contextRef="#ctx0" brushRef="#br0" timeOffset="198038.4">2130 5287 1181 0,'-2'-2'37'0,"-7"-1"70"0,-13-10-96 0,9 5-5 15,-2-1-6-15,11 7 2 0,-2 0-10 0,3 2 3 16,-1 0-2-16,0 0 3 0,1 2 3 0,-1 0-11 15,-4 9 8-15,-8 24-9 0,5 3 9 0,5-3-9 16,0 4 2-16,3-8-3 0,-3 5 9 0,2-5 1 0,1-7 3 16,-1 2 0-16,2-5 7 0,0-5-7 0,0-1 3 15,2-4-5-15,0-1 4 0,0-3 4 0,0 1-4 16,0-3 5-16,0 1-5 0,0-1 0 0,0 1-2 0,0-2 1 16,2 1 0-16,0-1 3 0,0 0-2 0,0-1 1 15,9-1-3-15,2 0 1 0,7 13 3 0,-7-8-1 16,0-1 0-16,4-2-10 0,-2-3 0 0,7-1-5 15,-5 0-3-15,0-3-21 0,-4-3 1 0,-4 1-10 16,0-3-13-16,-1-20-51 0,1-3-1 0,-5-5-21 16,-3-4-52-16</inkml:trace>
  <inkml:trace contextRef="#ctx0" brushRef="#br0" timeOffset="198186.63">2067 4862 144 0,'0'0'62'0,"0"0"15"15,0-2 58-15,0 0 1 0,0 0-17 0,-2 1-20 16,0-1-6-16,0 0-7 0,0 0-44 0,1 0-29 16,-1 0-3-16,0 0-8 0,0 1-9 0,2-1-5 15,0 2-2-15,0 0-4 0,0 0-28 0,0 0-39 16,2 0-7-16,0 0-15 0,0 2-76 0</inkml:trace>
  <inkml:trace contextRef="#ctx0" brushRef="#br0" timeOffset="198469.81">2414 4840 1154 0,'-2'-2'113'15,"0"0"-155"-15,0 0 134 0,2 0-75 0,-5-5-16 16,3 3-26-16,0 0 2 0,0 3-7 0,0-1 25 16,2 2-3-16,0 0 4 0,2 0-4 0,0 2 3 0,2-1-16 15,9 5 5-15,11 3-9 0,-2-1-4 0,1-3-7 16,-1-1-2-16,-5-2-2 0,1 0-7 0,-3-2 6 16,-2 0-1-16,-2 0 3 0,-2 0 3 0,-3 0-9 15,-2 0-12-15,-1 0-7 0,1-2-127 0</inkml:trace>
  <inkml:trace contextRef="#ctx0" brushRef="#br0" timeOffset="198653.48">2472 5245 1329 0,'0'-2'39'0,"-2"0"-40"0,0-6 41 0,-4-12-19 16,3 0-17-16,1 3-9 0,2 0-2 0,5-1-2 15,6-3 7-15,4 1-9 0,22-3 5 0,2 3-9 16,2 1-16-16,2 5-38 0,0-1-9 0,-2 0-10 16,-6 0-44-16,6 0-153 0</inkml:trace>
  <inkml:trace contextRef="#ctx0" brushRef="#br0" timeOffset="199090.72">3322 4184 1215 0,'-2'-2'34'0,"0"1"7"0,-7-16-10 16,-8-9-22-16,6 6 1 0,6 7-16 0,3 7-5 0,0 2-11 15,0 1 2-15,0-1-31 0,0 2 3 0,0 0-3 16,1 2 1-16,-1 0-9 0,2 2 23 0,-2 0 5 0,0 2 7 15,-5 22 25-15,-1 7 0 0,-1 4 1 16,0 2-1-16,-3 4 7 0,3-1-2 0,0 1-3 0,0 4 1 16,-1 1-3-16,1 4 2 0,0 0 0 0,-1 0-1 15,1-2-2-15,0-2 0 0,0-5 5 0,3-11-3 16,0-5 0-16,3-8 4 0,1-6-3 0,0-2 3 16,0-4 3-16,0-1-1 0,2-2-1 0,0-2 1 15,0-1 0-15,0 1 1 0,0 0-4 0,-2 2 3 0,2 0-3 16,0-1 3-16,0 1 2 0,0-2-2 0,0 0-4 15,0 0 9-15,0-1-7 0,0 1 8 0,0 0-1 16,0 0 10-16,0 0 0 0,0 0 3 0,0-2 3 16,2 0-7-16,0 0-2 0,0-2-4 0,2 0-14 0,7-4 1 15,6-3-1-15,-1-2 0 0,-1 2-4 0,-2-1 0 16,0 7-4-16,-4-14-1 0,3-2-35 0,-5 3-16 16,-3-3-14-16,-1-7 1 0,1-2-45 0,-2-5-36 15,20-8-7-15,-9-2-15 0,-9-1-74 0</inkml:trace>
  <inkml:trace contextRef="#ctx0" brushRef="#br0" timeOffset="199262.5">2934 4136 452 0,'-2'0'70'16,"0"0"74"-16,0 0-21 0,0-2-77 0,1 0-1 0,-1 2-25 16,2-1-7-16,0-1-6 0,2 0 10 0,1 2-10 15,27-9 9-15,-4-1-6 0,4 1-2 0,-1 2-1 16,1-3-7-16,0 1-1 0,1 0-3 0,-1 1 2 15,4-1-4-15,-1 2-48 0,0-1-13 0,1 1-24 16,-4 1-149-16</inkml:trace>
  <inkml:trace contextRef="#ctx0" brushRef="#br0" timeOffset="199636.11">3608 4376 1323 0,'-2'-2'17'0,"0"0"-19"15,-2-2 19-15,-12-1-10 0,-3 1-8 0,6-5-16 16,0 3-1-16,0 6-4 0,4 4-9 0,-6 7-31 0,-2 37 5 16,1 0-13-16,1 4 0 0,4-1-16 0,1-5-2 15,5-3-3-15,1-6 7 0,-13-9 38 0,8-6 7 16,7-7 12-16,2-4 37 0,0-7 9 0,0-2 4 0,2 1 3 15,2 1 27-15,3 0-3 0,10 3 3 0,-2-3-7 16,5 0-14-16,6-3-6 0,-2-1-9 0,4 0 3 16,-6 0-24-16,-5 0 13 0,2 2-8 0,-6 0 10 15,0 2-8-15,2 1 6 0,-6-1 4 0,0 2-1 16,-5-5-1-16,-2 3 13 0,3 9 1 0,-3 2 6 16,-4 0 16-16,-1-2-18 0,-7 2-3 0,-3-4-5 15,-13 0-7-15,-3-2-13 0,3-1 8 0,5-3-9 0,-3-1 5 16,4-2-5-16,-3 13 3 0,7-6-3 0,1-3 8 15,0-3-21-15,6-1-8 0,-3-2-10 0,5 0-65 16,5 0-59-16,0 0-60 0</inkml:trace>
  <inkml:trace contextRef="#ctx0" brushRef="#br0" timeOffset="199826.22">3866 4435 1326 0,'0'-2'10'0,"0"0"0"0,0-1 5 0,0-1-8 16,0-2 3-16,0-1-17 0,2 1 9 0,2 1-5 15,7-1 5-15,13 2-3 0,0 1-12 0,0-1-1 0,2-13-10 16,-4 6-50-16,-3 4-56 0,-2 1-15 0,-3 1-15 16,-2 1-75-16</inkml:trace>
  <inkml:trace contextRef="#ctx0" brushRef="#br0" timeOffset="200512.3">4222 4002 104 0,'0'0'59'16,"2"2"-15"-16,0 0 59 0,0 0-13 0,0 0-31 16,0 2-13-16,0-1-4 0,-1 3-1 0,5 5-6 0,0 4 12 15,-3-2 9-15,1 2 0 0,0 3 17 0,-4 3-15 16,0-1-10-16,-2 6 0 0,-2 0-39 0,-3 2 4 15,-1 3-7-15,3 1 4 0,-1 0-15 0,4-6 6 16,-1 0 5-16,1-4 0 0,2-5-1 0,0-6 1 16,0 0-3-16,0-4 3 0,0 1-4 0,0 1 2 15,0-2-4-15,0-5 5 0,0 4-5 0,0-4 1 0,0 3 0 16,0 1-1-16,2-2 1 0,-1-1 2 0,1 1 1 16,-2 0 1-16,0-1-5 0,0-1 3 0,0 0-3 15,0 0 5-15,0 0 4 0,0 0 0 0,0 0-1 16,2-1 0-16,0 1-5 0,0 0 2 0,0-2 0 0,1 0 2 15,1-2 0-15,15-7-7 0,-1-2 3 16,-1 0-4-16,7 1 4 0,-9-10-6 0,5-2 2 0,-3 1-5 16,2 1 6-16,-6-4-5 0,0 0-1 0,-2-1-4 15,-7-1-10-15,12 2-15 0,-3-2 7 0,-5 2-10 16,-3-4-5-16,-3 2-4 0,-2 2-2 0,-4-2 3 16,1 4 17-16,-5 0 16 0,-1 1 3 0,-2 3 4 15,7-1 3-15,-18 2 3 0,1 3 0 0,-1 4 2 0,-4-1 27 16,6 0 4-16,-1-2 12 0,6 4-7 0,2-4 17 15,2 9-7-15,0-2-8 0,2 3 0 0,3-1-21 0,3 0-16 16,-1 1 6-16,0 1-10 0,2 0-1 0,0 0 4 16,1 0-2-16,1 0 3 0,0 0-8 0,1 1 6 15,1-1-6-15,9-2 6 0,12-3-1 0,1-1-5 16,-2 3 8-16,-5-1-6 0,9-3 4 0,-8 1-1 16,-1 1-1-16,2-1 0 0,-8 5 5 0,-2-1-6 15,0 0 4-15,-1 2-5 0,-3 1 1 0,5-1 2 16,-7 2-4-16,1 0 2 0,4 0-3 0,-3 2 4 15,4 3 0-15,-3 3 1 0,1 27-5 0,1 4 1 0,-3 2-2 16,5 5 2-16,-5-3 6 0,3 3-7 0,-3 1 5 16,3 3-5-16,1 4 13 0,0 1-11 0,4 3 5 15,2-2-6-15,-2-1 12 0,0-5-3 0,2-3-3 0,0-3 1 16,0-3 8-16,-1-7-3 0,1-3 6 0,-2-5-6 16,0-3 4-16,-2-3-6 0,-1-3 2 0,-1-1-4 15,-2 1 0-15,-1-2-8 0,0 0 5 0,-1 0-5 16,-1-2 1-16,-2 0-1 0,5-4-12 0,-1 0 7 15,-3-1-20-15,-3-5-30 0,0 1-4 0,0 0-14 16,-1-1-44-16,-3 1-56 0,-9 2-19 0</inkml:trace>
  <inkml:trace contextRef="#ctx0" brushRef="#br0" timeOffset="200640.02">4453 4782 109 0,'0'-2'65'0,"-2"1"-1"16,-4-16 13-16,-3-11-9 0,2 0-12 0,1 6-6 16,4 5 4-16,0 2 6 0,2 2-4 0,2 0 4 0,4 0-1 15,3-2-2-15,0-3 0 0,19-3-3 0,2 1 0 16,1 0 1-16,5-1-2 0,-1-3-14 0,10 0-20 15,1-4-3-15,10 0-6 0,3 0-13 0,12-3-37 16,5 1-40-16</inkml:trace>
  <inkml:trace contextRef="#ctx0" brushRef="#br0" timeOffset="204751.16">4189 8100 87 0,'0'0'0'0,"0"0"0"0,0 0-9 0,0 0-2 0,0 0 2 15,2 0-4-15,0 0 7 0</inkml:trace>
  <inkml:trace contextRef="#ctx0" brushRef="#br0" timeOffset="205466.28">3918 8033 92 0,'0'0'39'16,"0"0"-3"-16,0 0 8 0,0 0-5 0,-2 0-9 16,2 0-10-16,-2 0-4 0,0-2 2 0,2 1-4 15,0-1-5-15,0 0-7 0,0 2 5 0,0-2-6 0,0 0 5 16,0 0 0-16,0 0-6 0,0 1 3 0,0-1 0 0,0 2-1 16,0 0 6-16,0-2-3 0,0 0 27 15,0 0 5-15,-1 0-1 0,-1 0 1 0,0 1-3 0,0-1-7 16,0 0 8-16,0 0-9 0,0 0-4 0,1 0-16 15,-1-1 3-15,0 1-5 0,0 0 1 0,0 0 6 16,0 0-3-16,0 0 5 0,1 1 4 0,-1-1-16 16,0 0 8-16,0 0-9 0,0 0 11 0,0 2 5 15,0 0-3-15,1 0 4 0,-3 0-3 0,2 0 3 16,-7 2 0-16,-4 4 0 0,2-1-9 0,-1 2-1 0,3-1-4 16,0 1 2-16,3 3-3 0,3 6 0 0,-3 7 3 15,4 1-2-15,-2 2 0 0,1 2-5 0,-18 5 2 16,8 2-2-16,6 3 7 0,3-1-5 0,4 5-1 15,2 1-1-15,2 2 3 0,-1-1 4 0,1-1-3 16,0-2 2-16,0-4-10 0,1-2 7 0,3-1 1 0,-3-3 1 16,3-3-4-16,-1-2 6 0,-1 0-6 0,1 2 5 15,-1-4-3-15,-3-4 0 0,-1 1 3 0,0-8-3 16,0 4-1-16,-2-3-5 0,0-1 6 0,0 0-4 16,-2 0 7-16,0-1-11 0,-2-1-4 0,1-2-4 15,1-2-25-15,0 1-60 0,0-1-55 0</inkml:trace>
  <inkml:trace contextRef="#ctx0" brushRef="#br0" timeOffset="205854.36">3612 8737 509 0,'-2'0'13'0,"0"0"11"0,-2-2 5 0,-1 0-11 15,-7-1-1-15,1-1-4 0,6 2-11 0,3 2 7 0,-2-2-4 16,0 0 6-16,1 2-3 0,1 0 3 0,0 0 0 0,0 0 0 16,0 0-4-16,0 0 3 0,1 0 0 0,-1 0 2 15,0 2 2-15,0 0-6 0,0 2 0 0,-2 3-3 16,-3 14 1-16,1 5 0 0,3 0 6 0,1 0-4 15,2 0 6-15,0-4 5 0,4 2-1 0,1-2 3 16,3-1 6-16,3-3-9 0,2 1-3 0,-6-2 0 16,14-3 1-16,5-2 1 0,3-1-3 0,1-4 1 0,0-1 4 15,-2 12 0-15,-1-7 5 0,1-5-5 0,2-4 3 16,-2-4-12-16,2-4-1 0,1-5-3 0,1-2 2 16,-1-5-4-16,1 14 8 0,-6-28-7 0,-4-3 7 0,-7-8-2 15,2-7-2-15,-8-9 2 0,-4-8-5 0,-3-2-112 16,28-3-54-16</inkml:trace>
  <inkml:trace contextRef="#ctx0" brushRef="#br0" timeOffset="209127.55">3548 9795 256 0,'2'0'1'16,"0"0"31"-16,0-1 35 0,0-1 7 0,0 0 15 16,1 0-23-16,1 0-32 0,0 0-2 0,0-1-6 0,-1 1-17 15,3-2-3-15,-1 0 2 0,-3 4-2 0,8-5-1 16,1-3-4-16,0 3-2 0,4-3 0 0,3 3 1 15,5-1 1-15,-1 2 4 0,6 1-5 0,-6 1-6 0,8-2 1 16,-2 0 5-16,1 1-2 0,1-1 4 0,2 0-2 16,3 1 0-16,0-3 0 0,0 0-5 0,1 1 8 15,-3-1-7-15,6 1 8 0,0-1-3 0,4 1-8 16,3 1 12-16,-3 0-10 0,3 2 11 0,3 0-7 16,-5 1 1-16,8-1-2 0,-4 0 9 0,-3 2-8 15,1 0-4-15,1 0 1 0,-1 0 5 0,2 2-2 0,4 1 3 16,2 1-4-16,4 2 2 0,5-3 0 0,-4 1-1 15,3-2 0-15,-3 0-1 0,1 0 0 0,-1 0 1 16,-7-2-1-16,-2-2 2 0,-2 0 1 0,2-2-2 16,4 2 1-16,2-1-3 0,0 1 5 0,5 0-3 15,4 0 2-15,2-2-1 0,5 2-6 0,-3-1 11 0,-6-1-9 16,-4 0 9-16,-3-1-6 0,0 1 1 0,0 2-3 16,1 0 3-16,4 0-2 0,1 2-2 0,5-1 2 15,-1-1-2-15,3 0 0 0,-4 0 5 0,-7 0-1 16,-3 0 3-16,-5 2-1 0,-3 0-5 0,-3-2 3 15,-3 1-1-15,0-3 1 0,-4-2-1 0,4 3 1 0,0-1-3 16,-2 0 4-16,0 2 0 0,0 2 2 0,-8-2-2 16,5 1-2-16,-7-1 4 0,3 0-3 0,-4 0 7 15,-6 0-5-15,8 0-3 0,-13 0 0 0,-1 1 0 0,-1-1 1 16,-4 2 4-16,-1 0-3 0,-3 0-1 0,-1 0 3 16,-3 0-3-16,1 0 4 0,0 0-1 0,-1 0 0 15,1-2-4-15,0 0 0 0,-2 0-24 0,0 0-109 16</inkml:trace>
  <inkml:trace contextRef="#ctx0" brushRef="#br0" timeOffset="209577.45">7254 9266 923 0,'0'-2'6'16,"0"0"0"-16,0 1 7 0,0-3-3 0,-1 0 1 15,1 1-7-15,0-1-3 0,0 0-4 0,0 0 2 16,0 3-9-16,0-1 9 0,0 0-4 0,0 0 5 16,0 0 4-16,0 0-4 0,0 2 3 0,1 0-6 15,1 0-1-15,0 0 11 0,2 0-4 0,0 0 7 16,7 0-10-16,7 0 0 0,3 0 4 0,-3 0-2 0,5 0 4 16,3 0-5-16,-4 0 1 0,9-2-1 0,-1 2 1 15,0 0 0-15,5 0-3 0,-3 2 1 0,1 2-1 16,-1 0 1-16,-1 1 0 0,-1 3 2 0,0-1-2 15,-2 0 0-15,-2 3 1 0,-2-1-1 0,-2 0 3 0,0 1 3 16,0 1-8-16,-3-2 4 0,-2 0-9 0,-4-1 9 16,0-1 0-16,-2 1 3 0,-2-1-5 0,-3-3-5 15,-3-2 2-15,1 1-2 0,0 3 17 0,0-1-8 16,1 3 3-16,-1-3-5 0,-4-3-2 0,0 0 1 16,0 0 4-16,0 0 0 0,0 3 18 0,0 5-4 15,0-5-2-15,-2 3-1 0,-4 1 1 0,1-2-5 0,-16 5 5 16,-1-3-7-16,0 0 0 0,-2 2-8 0,0 2 6 15,-2 0-7-15,-2 0 8 0,0-2 0 0,-7-5 3 16,3 0 0-16,-3-1 6 0,-2 1 3 0,7 7-7 16,-9-2 4-16,7 0-18 0,-8 2 2 0,-3 0-7 15,-4 4 2-15,-3 5-37 0,-2 4-55 0,-3 7-115 0</inkml:trace>
  <inkml:trace contextRef="#ctx0" brushRef="#br0" timeOffset="212348.04">5082 7612 41 0,'0'0'0'0,"0"0"22"0,0 0 23 15,0 0 20-15,0 0 3 0,0 2-17 0,0 0-18 16,0-1-26-16,0 1 4 0,0 0-7 0,0 0-2 0,0 0-6 16,0 0-2-16,2 0 0 0,0 1-9 0</inkml:trace>
  <inkml:trace contextRef="#ctx0" brushRef="#br0" timeOffset="213105.36">20157 7941 258 0,'0'0'5'0,"0"-2"5"0,0 0-6 0,0 0 3 15,0 0-7-15,0 0 1 0,0 0-27 0,0 2-25 16,0 0-14-16</inkml:trace>
  <inkml:trace contextRef="#ctx0" brushRef="#br0" timeOffset="214420.51">20929 7046 61 0,'0'-2'17'0,"0"0"24"0,0-2-6 16,0 0 7-16,0-5-3 0,-2-6 1 0,1 2-13 0,-1 2 0 15,0 2 0-15,0 0 0 0,0-1-3 0,0 1 3 16,0 0 5-16,2 3-2 0,-1-1 4 0,-1-1-5 16,0 1-10-16,0 1 6 0,2 3-8 0,-2-3-2 15,0 2 5-15,2 2-7 0,-2-1-10 0,-1 1 9 16,-8 0-3-16,-2 0 4 0,0-7-2 0,-2 0 0 15,0 1-3-15,-4 1 3 0,6 3 1 0,-3 2-10 16,1 0 8-16,2 2-9 0,-6 0 5 0,2 2 0 16,-3 2-7-16,1 1 3 0,3 1-5 0,-1 1 3 15,2 1 0-15,-2 1 2 0,4 0 2 0,-3 3-5 0,-3-11 2 16,10 18-3-16,-4-2-4 0,6-1 10 0,-6-1-1 16,3 0 4-16,-3 2-6 0,0 5-3 0,8 0-5 15,-8 4 1-15,9 0-1 0,-3-1 5 0,1 2 2 0,2 3 0 16,-3-2 2-16,3 2-2 0,-14 1-5 0,5 1 1 15,5 1-9-15,6 2 18 0,2 3-7 0,0 1 8 16,2 0-6-16,4 3-6 0,1 5 4 0,4-3-4 16,2 6 4-16,0-1 3 0,6-3 1 0,-2 1 0 15,-3-7-9-15,1-2 8 0,0-5 0 0,0-3 4 16,2-4-3-16,-16-2-2 0,24-6 1 0,1-1-1 0,0-2-1 16,1 0 5-16,-1-6-3 0,-1 2 6 0,1-5-1 15,0-1 1-15,0 1 3 0,3-2-2 0,-1-1-4 16,-2 14 10-16,0-6-1 0,-2-3 6 0,2-5 2 0,-2-3 3 15,1 0 0-15,4-3 2 0,-5-3 1 0,1-1 0 16,-1-5 1-16,-6 3 0 0,14-9-1 0,-10 14 0 16,0-20-2-16,-7-6 4 0,-6-3 9 0,1-6-13 15,-3 2 5-15,4-8-7 0,-3-1 8 0,-1-5-11 16,-1-4 7-16,18 5-8 0,-11-1 4 0,-8 5-1 16,-3-2 0-16,-2 1 1 0,0 1 3 0,-2-1-7 15,-3 1-3-15,-6-6-1 0,0 0-1 0,-4-5 5 16,0-1-5-16,-2 0 4 0,-3 1-2 0,-1 5-11 0,-1 2 11 15,20 9-10-15,-27 2 8 0,-7 5-25 0,-1 7-3 16,-4 2-6-16,-3 5 4 0,-10 9-9 0,-7 4 2 0,-14-23-6 16,-18 21-11-16,-22 20-9 0,-18 15-20 0,-16-21 0 15,-9 62-90-15,-22 26-72 0,-15 11-17 0</inkml:trace>
  <inkml:trace contextRef="#ctx0" brushRef="#br0" timeOffset="-214593.51">17955 9883 895 0,'0'-2'49'0,"-2"0"-62"16,0 0 56-16,0 0-30 0,0-1-9 0,1 1-52 15,-1 0 7-15,0 0-21 0,2 0 13 0,0 0-9 16,2 0 1-16,0 2-4 0,3 0-6 0,25 0 10 16,9 0-25-16</inkml:trace>
  <inkml:trace contextRef="#ctx0" brushRef="#br0" timeOffset="-214390.38">20281 8765 615 0,'0'-2'454'0,"0"0"-677"0,-2-2 555 0,-3-7-328 16,-3-2-7-16,7 10-13 0,-3-3-3 0,0 2-3 15,0 2-12-15,1 1-11 0,-5 1 6 0,-7 0-9 16,-3 7-19-16,-1 6-177 0,-5 2 28 0</inkml:trace>
  <inkml:trace contextRef="#ctx0" brushRef="#br0" timeOffset="-214180.33">17856 9738 1175 0,'-1'-2'-19'0,"-1"0"25"16,-2-7-34-16,-3-8 16 0,3 8-38 0,2 3-29 0,2 1 10 16,0-1-17-16,2 1 14 0,7-3-35 0,36-1-51 15</inkml:trace>
  <inkml:trace contextRef="#ctx0" brushRef="#br0" timeOffset="-214059.54">20120 8964 1211 0,'0'-2'7'15,"0"0"-4"-15,0 0-32 0,0 0 2 0,0 0-21 0,0 0-32 16,2 1-28-16,-1 1-98 0</inkml:trace>
  <inkml:trace contextRef="#ctx0" brushRef="#br0" timeOffset="-198062.88">21412 11168 38 0,'0'0'0'0,"0"0"58"0,0 0 13 0,0 0 31 16,0 0 9-16,0-2-49 0,0 0-3 0,0 0-17 16,0 0-4-16,0 0 3 0,0 0 4 0,0 1-3 15,0 1-3-15,0 0-2 0,0-2-17 0,0 2 5 16,0 0-10-16,0 0 6 0,0 0-25 0,0 0-2 0,0 0 5 15,0 0-4-15,0 0 13 0,0 2-1 16,0-1 1-16,0 1-2 0,0 2-4 0,0 9 4 0,0 5 1 16,0-1 0-16,0 2 1 0,2-3-7 0,0-1 3 15,0 0-4-15,1 2 6 0,1-2-5 0,-2-4-1 16,2 2-1-16,-1-2 1 0,1-4 2 0,0 1 1 0,-1-1 0 16,-1-1 5-16,2 1-2 0,-2-3 2 0,0 0-2 15,1 1-4-15,-1-1 6 0,0 0-2 0,2-1 4 16,3 1 0-16,1-2-8 0,1 0 5 0,2 7-5 15,-2-3 1-15,4 1 7 0,2-1-4 0,0-3 5 16,0 1-15-16,0-2 4 0,0 0 0 0,0-2 1 16,3 0 3-16,1-2 3 0,1-2-7 0,2-1 6 0,1-3-6 15,-3 1 6-15,2-1 1 0,4-1 1 0,-1-2-12 16,0 0 5-16,9-4-1 0,1 0 4 0,2 0 0 0,-1 2 1 16,-5 2-3-16,-3 0 2 0,-2 2-4 0,0-1 3 15,-2 3-1-15,0 0 2 0,0 1-10 0,-3 0 5 16,3 1 1-16,-5-1 1 0,-1 3 5 0,1-1-7 15,-3 2 1-15,1 0-3 0,2 0 3 0,-3 2 4 16,-1 0-5-16,-2 0 4 0,0 0-8 0,-2 2 4 16,2 0 1-16,-3 0 1 0,1 2 8 0,-4-3-6 15,1 3 4-15,1 2-6 0,-3-3 8 0,-1 1-4 16,1-2 3-16,-3 7-3 0,1 2 1 0,0-1-2 0,-1 1 1 16,1-2-2-16,0-1-1 0,-2-3 3 0,0 1-4 15,1-1 5-15,-1-1-1 0,0 0-5 0,0-2 5 16,0-1-5-16,1 1 1 0,1 2 8 0,0 0-2 0,0-1 5 15,-1-1 4-15,1 0-12 0,-2 0 2 0,2-2-5 16,-1 0 6-16,1 0-7 0,0-2-2 0,-1 0-1 16,5-1 0-16,3-5 1 0,4 3-1 0,-2-16 1 15,4 4-2-15,5-3-2 0,-5 1 3 0,9 6-2 16,-6 0 2-16,2-1 0 0,2 2-3 0,1-1 3 16,4 0 3-16,3 6-5 0,1 0 3 0,3-1-5 15,-1 5 8-15,-2 1-3 0,3-19 2 0,-3 10-4 16,0 6 0-16,1 5-1 0,3 0 3 0,-2 1-2 0,2 5 4 15,-3-2 5-15,-1 1-2 0,4 1 5 0,-1-2 4 16,3-1 2-16,3 1 0 0,-5-2 1 0,-1-2 7 0,-7 0 0 16,-1 0 0-16,-2 0-1 0,2 0-7 0,0 0-10 15,-4 0-4-15,6 0 0 0,-6 0-1 0,-2 0-43 16,0 0-60-16</inkml:trace>
  <inkml:trace contextRef="#ctx0" brushRef="#br0" timeOffset="-141392.18">17975 15648 393 0,'0'-2'36'0,"-2"0"-6"0,1 0 30 15,-1-2 3-15,-2-5-27 0,-3-6-9 0,1 2 3 16,-1 0-5-16,1 4 12 0,0-2 1 0,1 2-7 15,1 1 1-15,-1 1-4 0,-1-1-19 0,2 3 22 16,-7-3-11-16,2 5 14 0,-2-1-15 0,-2-2 3 16,0 3-2-16,-4 1 2 0,4 0-1 0,0-2 0 0,-2-7 2 15,2 4-3-15,-4-1-9 0,3 3 6 0,-3 1-2 16,0 2 3-16,-1 0-12 0,-1 2 0 0,2 0-2 16,-9 4 3-16,6 2 0 0,-8 5-9 0,2 2 4 15,4 0-4-15,-4-11 0 0,3 22 7 0,-1 0-10 0,4 0 9 16,-1 0-5-16,3 0 3 0,3 2-2 0,8-2 1 15,1 0 0-15,-9-3-7 0,6-3 10 0,3 1-9 16,3 0 12-16,1-5-10 0,2 3 3 0,0-4-2 16,2 0 14-16,0-4-11 0,1-1 4 0,1-3-5 15,-2 3 8-15,14-4 6 0,-3 5-5 0,0-2 5 16,10 3-5-16,-1-3-2 0,8-1 1 0,1-5-3 0,-1-2-4 16,2-5-7-16,-6-3 4 0,1-4-5 0,-1 0 15 15,0-4-8-15,-3 13 0 0,-3-18-2 0,2 0 4 0,-3-1-3 16,0 1 2-16,-3 0-1 0,1 1 14 15,-4 5-17-15,-2-3 13 0,-5 4-13 0,-1 0 11 0,-1 4 5 16,3 2-4-16,-1 2 4 0,-2-1-7 0,-2 4 9 16,-1 1-2-16,1-1 5 0,-2 2 1 0,0 0-9 15,2-1-6-15,0-1-1 0,0 0-11 0,-2 2 0 16,0 1 5-16,0-1-3 0,0 0 6 0,0 2 0 16,0 0 4-16,0 2-1 0,0 0-2 0,0 1 1 15,0 12-4-15,0 9 3 0,2 2 1 0,1 6-1 16,-1-3 0-16,2 9-1 0,0 1 5 0,-1-2-8 0,1 5 3 15,0-1-4-15,-2 0 10 0,0 7-1 0,-2 1-2 16,0-3-1-16,0-1-1 0,-4-3 4 0,0-1-2 16,-3-4 2-16,-1 0-1 0,-1-3-4 0,-2-3 5 0,0-1-5 15,1-4 2-15,1-5 4 0,0-3 2 0,1-5 0 16,1-2 4-16,1-1-7 0,3-5-1 0,1-1 0 16,-9-2 1-16,0 7 10 0,-2-2-4 0,-2-1 5 15,0-4-8-15,2-2 6 0,0 0-1 0,-2-4 3 16,2-1 7-16,2-3-15 0,2 3 5 0,3-16-8 15,-1-1 6-15,1 1-11 0,-1-1 9 0,1 4-9 16,-9-3 12-16,6 3-10 0,1-1-1 0,5 0-2 16,1 1-1-16,2-1-6 0,0-1-2 0,2 1-1 0,1 3-8 15,3 1-10-15,1 0-1 0,3 2-4 0,-7 2-13 0,18-2 1 16,-3 4-7-16,1-1 2 0,3 1-25 0,1 5-37 16,-1 1-56-16,0-12-1 0,0 4-226 0</inkml:trace>
  <inkml:trace contextRef="#ctx0" brushRef="#br0" timeOffset="-141032.46">18137 16218 670 0,'0'0'386'0,"0"0"-562"0,-2-2 459 0,0 0-268 16,0 0-33-16,0 0 2 0,0 1-4 0,1-1 1 15,-1 0-7-15,0 0 8 0,0 0 1 0,0 0 1 16,0 0-1-16,0 1 7 0,1-1 5 0,-1 0 1 16,0 0 13-16,2 0 16 0,0 0 4 0,0 2 6 0,0 0 28 15,0-2-15-15,0 2-2 0,-2 0-8 0,0 0-19 16,0 0-2-16,0 0 1 0,2 2-2 0,0 0-1 0,0 2-7 15,0 0-5-15,-1 20 0 0,1 2-10 0,0-4 5 16,0 4 3-16,0 0 0 0,0 0-2 0,-2 0-2 16,0 0-7-16,2-2 6 0,0 0 1 0,0-3-17 15,-2-3 1-15,0-3-8 0,0-2-14 0,2-4-39 16,0-1 0-16,0-3-17 0,0-1-37 0,0-2-88 16</inkml:trace>
  <inkml:trace contextRef="#ctx0" brushRef="#br0" timeOffset="-140582.5">18439 16067 1346 0,'-1'0'2'15,"-1"-1"1"-15,0-1 4 0,0 0-8 0,0 0 4 16,0 0-11-16,0-2 0 0,1 1-1 0,-1-1-1 15,0 0-7-15,0 1-8 0,2-1 8 0,0 0-4 0,0 0 18 16,0 1 0-16,0 1 0 0,2-4 1 0,2-1 7 0,-3 3-2 16,3-1 2-16,0 3-2 0,1-2 9 15,1 0-9-15,-2 2 11 0,1-1-8 0,1 1 27 0,-1 0-3 16,1 2-7-16,1 0 3 0,-1 2-13 0,0 2-2 16,-1 12 0-16,-1 16-3 0,-2 3-11 0,0 4-4 15,20 2 3-15,-11-4-2 0,-7 0 3 0,-4-2 2 16,-4-3 1-16,-2-2 0 0,-1-4-5 0,0-4 3 15,-1-3-5-15,1-3 5 0,-1-1-1 0,3-4 9 16,-1-1-3-16,1-3 6 0,1-3-3 0,-5-1-3 16,3-1 8-16,-1 0-6 0,1 0 11 0,-1 4-7 15,1-3 1-15,4-3-2 0,-2 4-1 0,1-2-5 16,1 0 0-16,0 0-1 0,0-1 0 0,0 1-2 0,0 0 0 16,2 0-1-16,0 0 12 0,2-2-10 0,0 0 4 15,2 0-5-15,5 0 11 0,12-2-7 0,-1 0 3 16,2-2-5-16,2 1-1 0,-1 1-1 0,-1 0-1 0,-2 0 0 15,-1 0-3-15,1 0-10 0,-1 1-7 0,1-1-1 16,1 0-28-16,-3 0-33 0,3 0 0 0,-1-2-19 16,-1 1-82-16</inkml:trace>
  <inkml:trace contextRef="#ctx0" brushRef="#br0" timeOffset="-140204.25">19060 15735 807 0,'0'0'17'0,"-2"0"-1"0,0 0 31 0,0 0-11 0,0 0 10 16,0 0-12-16,0 0 7 0,1 0-8 0,-1 0 6 15,0 0-14-15,0 0-4 0,0 0 5 0,0 0-7 16,0 0 2-16,2 0 0 0,0 0 3 0,2 0-3 16,0 0 2-16,2 0-3 0,3 0 0 0,14-2-2 15,3-2-6-15,-2 3-11 0,0-1 3 0,-1 2-5 16,-1 0-3-16,1 0 6 0,-3 0-9 0,-1 0 7 15,-2 0-11-15,0 2-20 0,-2-1 2 0,-2 1-10 0,0 0-27 16,-2 0-25-16,0 2-22 0,-3-2-8 0,0-1-152 16</inkml:trace>
  <inkml:trace contextRef="#ctx0" brushRef="#br0" timeOffset="-140015.56">18995 16093 639 0,'0'0'356'0,"0"0"-440"15,0 0 406-15,0 0-215 0,0 0-90 0,0 0-11 16,0 0-6-16,0 0 2 0,0 0 7 0,1 0-5 16,1 0-2-16,2 0-2 0,3 0-3 0,19 2-4 0,6 0 0 15,-2 0-4-15,1 0-16 0,-1-2-18 0,0 0-2 16,-4 0-5-16,0-2-10 0,-2-4 0 0,-2 1 1 16,-2-3 0-16,3-1 16 0,-1-4 4 0,0-2 0 15,1 13-1-15,1-25-13 0,0 4-32 0,4-3-3 0,1 0-13 16,-3 4-55-16</inkml:trace>
  <inkml:trace contextRef="#ctx0" brushRef="#br0" timeOffset="-139512.5">20231 14989 454 0,'0'-2'356'0,"0"0"-480"15,-2-2 420-15,-1-3-232 0,-3-6-24 0,2 4-5 16,2 3 0-16,2 4-5 0,0 0-17 0,-1-1-9 16,-1-1-2-16,0 0-2 0,0 2-3 0,0 0 6 15,0 1 1-15,0-1 2 0,1 0-2 0,-1 2 17 16,0 0-6-16,2 0 9 0,0 2-4 0,0 0 12 16,0-1-6-16,0 3 6 0,0 2-11 0,-2 9 0 15,0 3 1-15,2 4-2 0,0 4-12 0,0 0 1 16,-2 6-4-16,0-1 3 0,1-1-3 0,-1 7-5 0,-2 0 5 15,0 2-5-15,1 0 5 0,1-3-6 0,-2-3 1 16,2-3 0-16,-2 0 0 0,3-10-1 0,-1 0-1 16,0-3 0-16,0-2-5 0,-2 0 3 0,1-2-2 15,-1-2 4-15,0-2 2 0,0-1-4 0,1-1 4 0,-1-1-2 16,0-1 5-16,-5-1-2 0,-4-2-1 0,2 0 2 16,2 5 2-16,1-1 1 0,-1-1-3 0,0-1 1 15,-1 0-1-15,3-2-3 0,-1-1 5 0,1-1-5 16,0 0 3-16,3 0 2 0,-2 0-5 0,4 0 3 15,-1 0-3-15,-1 0-9 0,0 0 6 0,1 0-7 16,1 0-8-16,0 0 10 0,0 0-1 0,2 0 5 0,0-1 4 16,2-1 6-16,0 0-5 0,1 2 5 0,22-6-7 15,-1 1 10-15,0-1-2 0,0 1 5 0,2 1-6 16,-2 0 2-16,0 0-6 0,2 3 3 0,-3-3-3 0,1 2-3 16,-4 0 1-16,1 2-3 0,-1 0-9 0,-1 0-15 15,1 0-10-15,-5 0-3 0,-4 0-44 0,-5 0-15 16,-5 0-4-16,9-2-7 0,-3 0-45 0</inkml:trace>
  <inkml:trace contextRef="#ctx0" brushRef="#br0" timeOffset="-139254.47">19930 14831 1298 0,'-2'0'70'0,"1"-2"9"0,-1 0-38 0,0-2-14 0,0 1-24 16,0-1-1-16,0 0-15 0,0 1 6 0,2 1-7 16,0 0 14-16,2 0-1 0,4 0-1 0,24-7 0 15,1 3 3-15,3 4-14 0,1 2-1 0,2 4-6 16,2 2-21-16,-2 1-19 0,2 1-7 0,0 1-6 16,-2 0-49-16,-3-1-57 0,1-1-2 0,-9-1-23 15,0 1-76-15</inkml:trace>
  <inkml:trace contextRef="#ctx0" brushRef="#br0" timeOffset="-138937.58">20855 15002 381 0,'0'0'169'0,"0"0"16"0,-2 0-43 16,0 0-37-16,0-2-41 0,1 0-6 0,-1 0-15 15,-2 2 2-15,0 0-6 0,-9 0-8 0,-2 0-11 16,2 0 0-16,-3 4-4 0,-3 1-13 0,2 5 5 15,-1 3-8-15,1-10 6 0,2 18-4 0,-1 3-1 0,-5 2-2 16,8 2 0-16,4 1 1 0,1-4 0 0,5-1 0 16,-5 2 0-16,5-2 1 0,-16 4 6 0,8-2 2 15,3 2 0-15,3 1-5 0,1-1 7 0,4-2-1 16,0-2 2-16,0 0-6 0,2-1 4 0,2 1-3 0,-1-2 6 16,3 0-2-16,0-1 1 0,1-3-4 0,0 1 3 15,1-1 2-15,-1 1-11 0,-1 0 7 0,-1-3-9 16,-1 1 2-16,0-4 7 0,-2-2-1 0,0 0 2 15,-1-1-7-15,-1-1 5 0,0 0 1 0,0-3 2 0,0 1-1 16,0-1-10-16,-1-1-5 0,-5 5-1 16,0-1-7-16,3-2-10 0,-20 1 7 0,9-5-10 0,-1 1-7 15,-2 7-15-15,0-1-11 0,4-5-2 0,4-3-51 16,0-2-85-16,3 0-12 0</inkml:trace>
  <inkml:trace contextRef="#ctx0" brushRef="#br0" timeOffset="-138732.89">20515 15349 994 0,'0'0'96'0,"0"-2"10"0,-2 0-28 16,1 0-22-16,-1 0-23 0,0 1-6 0,0-3-8 0,0 0-6 16,2 0-1-16,0 3-20 0,0-1 11 0,2 0 0 15,2 0 5-15,12-7-1 0,16-2 0 0,3-1-1 16,-3 3 0-16,1 2-6 0,1 1-4 0,-3 2-4 0,3 1-2 15,-5-1-24-15,-1 0-43 0,-2 2-2 0,-2 2-21 16,-1-1-86-16</inkml:trace>
  <inkml:trace contextRef="#ctx0" brushRef="#br0" timeOffset="-137606.41">20018 16095 486 0,'0'0'345'0,"-2"0"-475"16,0-2 405-16,0 1-226 0,-2-1-32 0,2 2 5 0,-9-6-5 15,4 2 3-15,-2-1-17 0,-1 1-5 0,3 2 4 16,-1 0-3-16,-1 2 4 0,-2 0 0 0,4 0-3 0,-3 0 2 16,1 0-6-16,2 0 5 0,-3 2 5 0,7-2 0 15,1 0 10-15,-6 2 5 0,7-2-3 0,-7 2 6 16,4-2-1-16,1 2-2 0,-1 0-6 0,2 0 1 16,0-2-12-16,0 0-4 0,1 0 10 0,-1 0-9 15,0 0 8-15,2 0 9 0,0 0-11 0,2 0 10 16,1 0-15-16,7 0 4 0,19 3 1 0,1-1-1 15,2 0-6-15,1-2 10 0,2 0-10 0,2 0 12 16,2 0-10-16,0 0 2 0,8 0 4 0,-3-2-3 0,5 0 7 16,1-3-4-16,0-5 2 0,0 3-1 0,0-2 14 15,-7-1-14-15,-4 3 3 0,0-2-5 0,-6-1 8 0,-1 3-4 16,-4 0 8-16,-8 1-7 0,2-1 2 0,-5 1 2 16,0 0-3-16,-2 3 4 0,-4-1-1 0,-4 2-4 15,-1 0-4-15,-1 0 1 0,-1 2-3 0,-2 0-5 16,2-1 4-16,-1-1-5 0,1 0 0 0,0 0-8 15,-2 0-7-15,0 0-3 0,-1 0-34 0,1 1-17 16,0-1-12-16,0 0-7 0,0 2-93 0,0 0-114 0</inkml:trace>
  <inkml:trace contextRef="#ctx0" brushRef="#br0" timeOffset="-137047.83">20244 16305 1046 0,'0'0'13'0,"0"0"4"15,-2-2 19-15,0 0-9 0,1 0 10 0,-1 1 1 0,0-1-6 16,0 0-4-16,0 0-3 0,0 0-26 0,0 0-3 15,1 0-1-15,-1 1 2 0,0-1 10 0,2 2 10 16,0 0 1-16,0 0 2 0,0 0 6 0,0 2-2 16,0-1 5-16,0 1-3 0,0 2-1 0,2 7-14 15,0 4 1-15,1 2-5 0,1-1 1 0,0 5-4 16,-1-1-3-16,1-1 0 0,0-1-3 0,0 1 4 16,-1 0-2-16,1-1 2 0,0 3-4 0,-1-1-13 15,1 0 10-15,0 3-9 0,-2-5 12 0,-2-1-7 16,0 0-2-16,0-2 1 0,0 3 5 0,-2-1 1 15,0-2 0-15,-2 0 0 0,1-4 4 0,-3 4 7 0,-1-1-2 16,1-4 4-16,-3 3-4 0,5-4 11 0,-9 0-4 16,-2 1 4-16,0-5-6 0,4-1 0 0,0 0 0 0,4 1 0 15,-3 1 2-15,7-4-2 0,-3-1 3 0,2 1-4 16,2-2-2-16,1 0-3 0,-3 2-3 0,0 0 1 16,0 0-9-16,3 0-12 0,-1-2 9 0,0 0-8 15,2 0 16-15,0 0-2 0,2-2 1 0,1 0 1 16,14-9 7-16,11 7 1 0,2-9-4 0,1-4 3 15,5 3-8-15,1 2 4 0,2-1-1 0,-4 2 4 16,0 2-2-16,-5 0-19 0,0-1 6 0,5 7-12 0,-2-5-2 16,-1 3-29-16,-2-3-8 0,-6 1-5 0,-2 1-15 15,-3-1-46-15,-3 3-10 0,-5-3-21 0,-1-1-89 16</inkml:trace>
  <inkml:trace contextRef="#ctx0" brushRef="#br0" timeOffset="-136875.22">20018 16268 1344 0,'-2'-2'65'0,"0"0"-2"0,0 0-9 15,0 0-5-15,0-1-23 0,0 1-15 0,1 0-25 0,-1 0 11 16,0 0-16-16,2 0 11 0,0 1-3 0,2-1 3 16,0 2-2-16,37-17 3 0,5 6-47 0,4 2-5 15,8 1-17-15,7 3-42 0,0 1-106 0,2 2-37 16</inkml:trace>
  <inkml:trace contextRef="#ctx0" brushRef="#br0" timeOffset="-136519.47">20944 16658 1545 0,'-2'0'148'0,"0"-2"-186"15,-3 0 162-15,-17-9-88 0,5 4-50 0,6 3 0 16,1 0 0-16,3 2-1 0,0 2-12 0,1 0 3 16,-1 0-4-16,3 0 4 0,0 0-6 0,2 0-10 15,-1 2 0-15,-1 2-2 0,2 0 7 0,-5 10 15 16,3-2 2-16,0-1 5 0,2-2 19 0,2-3 6 16,0-1-2-16,0-1 1 0,0-2-7 0,0 3 12 15,0-1 6-15,2 2-1 0,-2-5-3 0,4 3 3 0,11-2-5 16,7 0 5-16,2 2-1 0,0 10-3 0,4-4-3 15,0-7 2-15,-4-3 10 0,6-1 0 0,-4-3 5 16,0-4-4-16,2-1 11 0,-6 0 0 0,-3 0 8 16,-6 1-2-16,-4 3 22 0,-5 3 6 0,5-11-3 0,2-8 3 15,-4-1-17-15,-5-4-21 0,-6 0-5 0,-7-2-6 16,10-2-23-16,-33 1-41 0,-3-1-9 0,-9 2-17 16,-1 4-73-16,-7 7-186 0,-9 4-119 0</inkml:trace>
  <inkml:trace contextRef="#ctx0" brushRef="#br0" timeOffset="-135497.91">21631 14864 580 0,'-2'-2'156'0,"-1"-1"350"0,-7-12-495 0,-5-4-1 0,4 4-3 16,4 2 3-16,-2 4 3 0,1 2-9 0,1-3-3 16,-3 3-1-16,3 0-10 0,-2-1-4 0,-2 1 1 0,-6-3-3 15,0-1-4-15,-1-2 5 0,-3-2 2 0,1-3 3 16,-6-1 12-16,-8-5 14 0,5-2 2 0,-5-2 4 15,-3-5 8-15,2 3 12 0,-4-5-8 0,0 5 9 16,4 2-9-16,-3-3 3 0,5 5 1 0,-2-2-3 16,-1 2-21-16,-1 0-3 0,-2 6-1 0,-2 1 0 15,1 8-5-15,-3 2-2 0,-5 1-3 0,-4 4 0 0,-4-23-9 16,-11 14 0-16,0 13 4 0,-3 9-1 0,1 8 11 16,4 3-6-16,6 2 2 0,3 2-2 0,2 1 7 0,4 1-6 15,0-1-1-15,0-23-2 0,-1 28 5 16,1-2 3-16,6 2-1 0,-1-6 0 0,3-2-4 0,-1 0 4 15,0 1 1-15,4 3 1 0,6 3-6 0,-1 3 4 16,3 1-3-16,1 4 3 0,0 4-3 0,4 6 0 16,0 1-1-16,4 6 0 0,0 5 3 0,1 1-5 15,3 5 5-15,3 1-5 0,2 5 7 0,5 0-10 16,1-3-1-16,3-1-3 0,1-6 10 0,1 3-5 16,-26-1 4-16,15 5-7 0,9 5 10 0,4 8-6 0,4-1 3 15,3 0-5-15,5-2 2 0,2-9 1 0,5 1-1 16,1-10 2-16,3-3 2 0,3-3-6 0,-23-4 2 15,36 2-3-15,-2 0 12 0,4-2-5 0,0 2 1 16,7 2-2-16,4 0 0 0,0-2-3 0,8-2 1 16,-4-1-3-16,1-7-8 0,3-1 15 0,-3-8-7 0,-1-7 9 15,-2-3-6-15,-1-5 2 0,5-3 6 0,1-2-4 16,3-4 2-16,1 1 2 0,-4-7 1 0,1 25-2 16,-5-15-6-16,3-9 6 0,-2-6-8 0,-4-2 9 15,-2-5-6-15,-2-2-1 0,0-2 7 0,1-4-4 16,-1-1-2-16,0-6 3 0,-1 20-4 0,-1-33 4 0,2-4-10 15,-7-4 10-15,2-1-6 0,-4-4 8 0,-2-6-3 16,2 4 6-16,-8-4-1 0,-1 1 2 0,-4-1-2 0,0-2-1 16,-2-1 6-16,-7-8-4 0,-2-2 6 0,-2-8 3 15,-6-11-4-15,-1-5 4 0,-4-3-2 0,33-1 3 16,-28 6-2-16,-7 4 1 0,-5 4-4 0,-6-5 4 16,-6 3 1-16,-5-2 2 0,-6-1 10 0,24 8-3 15,-40 2 3-15,-5 10-5 0,-5 5-13 0,-5 5-13 16,-4 8-9-16,-4 5-2 0,-2 6-35 0,-5 0-55 15,-2 12-6-15,-9 2-23 0,-10 9-80 0,-13 14-286 16</inkml:trace>
  <inkml:trace contextRef="#ctx0" brushRef="#br0" timeOffset="-134916.83">16794 16155 1071 0,'-2'-2'14'0,"1"0"29"16,-1 0-44-16,0 0 3 0,-2 0-7 0,2 1 6 15,0-1-5-15,1 0 3 0,-1 2 4 0,0 0 0 16,0 0 1-16,2 0 7 0,0 0-1 0,2 2 4 0,0 0 0 15,1-1 1-15,7 1 1 0,18 6 1 0,-2-5 3 16,0-1 1-16,3-2-6 0,-1 0 2 0,0-2-17 0,0-1 6 16,0-3-2-16,-2 1 3 0,0-1-10 0,-4 2 7 15,0 1-6-15,1-1 6 0,-5 0-9 0,1 0-22 16,1 3-9-16,-3-1-7 0,0 0-47 0,-6 0-17 16,-2 2-30-16,-5 0-2 0,1 0-154 0</inkml:trace>
  <inkml:trace contextRef="#ctx0" brushRef="#br0" timeOffset="-134723.9">16935 16338 424 0,'-1'0'142'0,"-1"0"14"0,0 0-16 0,0 0-34 15,-15 0-27-15,2 0-20 0,6 0-1 0,4 0-11 16,1 0 5-16,0 0-31 0,0 0-14 0,3 0 1 16,-1 0-6-16,0 0-3 0,2 0 13 0,2 0-7 0,0 0 11 15,-1 0-6-15,29 0-17 0,0 0 4 0,1-1-13 16,3-3-30-16,-3-2 3 0,-1 3-12 0,-2-3 9 15,0 0-13-15,-2 3-6 0,2-1-9 0,-6 4-6 16,-2 0-95-16</inkml:trace>
  <inkml:trace contextRef="#ctx0" brushRef="#br0" timeOffset="-134313.8">16202 16090 796 0,'0'-2'35'16,"-2"-2"73"-16,-3-11-103 0,-1-1 12 0,0-1-5 15,3 2 7-15,1 2 2 0,0 2-14 0,2 3 6 16,0 1-8-16,0 0 12 0,0 1 1 0,0 2-1 15,0 1 0-15,0-1-3 0,0 0 14 0,0 2 3 0,0 0 4 16,0 1 9-16,0-1 11 0,0 0-10 0,0 0 8 16,0 2-26-16,0 0 5 0,0 0-7 0,0 2 5 15,0 3-16-15,-4 29-4 0,2 10 2 0,1 7-4 16,1-5-10-16,-2 8 8 0,0-2-2 0,0-2 6 16,-2 6-1-16,2-3-9 0,-1 3 5 0,-1 4-5 15,0 1 12-15,-1 2 1 0,-1 0-3 0,1 2 2 0,-1-4 3 16,0 1-12-16,3-3 4 0,1-5-6 0,0-6 7 15,0-3-9-15,2-8 2 0,0-6-4 0,0-5 3 16,2-1-3-16,2-5-3 0,-1-3 0 0,1-4-10 0,-2-4-13 16,0-3-2-16,-2-3-6 0,2 1-29 0,0 0-22 15,-1-1-2-15,1-1-8 0,2 0-30 0,0-2-62 16,5 0-74-16</inkml:trace>
  <inkml:trace contextRef="#ctx0" brushRef="#br0" timeOffset="-133844.93">16373 15863 813 0,'0'0'302'0,"-2"-2"-434"0,0 0 365 0,0-1-210 16,2 1-9-16,-3-6-8 0,1 1 3 0,2 3-4 15,0-1 0-15,0-1 2 0,0 2-5 0,0 1 4 16,0 1 0-16,3-2-2 0,9-3-2 0,4-1 1 16,-3 5 4-16,0 1 16 0,4 2 1 0,-8 0 4 15,2 2 8-15,-1 1 1 0,-8-3 5 0,5 6-3 16,0 12 0-16,-5 1-15 0,0 3 3 0,13 1-6 0,-8 1 5 16,-3 2 6-16,-4 0-4 0,-2-2 5 0,-5 0-5 0,-4 0-6 15,-4-2-2-15,11 3-1 0,-18-5-4 0,0-5-7 16,1 3 2-16,3-3-4 0,1-4 3 0,2 1-10 15,2-5 4-15,2-1-4 0,0-1 2 0,3 3 2 16,3-5 1-16,1-1 0 0,0 0 0 0,1 2-5 16,-1-1-6-16,0 1 0 0,2 0-9 0,0 0 10 15,1-3-2-15,-1 1 5 0,2 0 1 0,0 0 2 16,0 0 1-16,2 2 1 0,-1-1 3 0,3 1-2 16,-2-4 3-16,13 2-4 0,0 7-4 0,0 2 4 0,1-2-2 15,-6 1 3-15,1-1 11 0,-6-2-9 0,-1 1 10 16,0-1-8-16,3 3 17 0,-1-3 16 0,-1 2-5 15,-1 1 9-15,-2 1-5 0,-2 0-10 0,-4 2-4 16,-1-2-3-16,-1 2-22 0,-24 0-33 0,-5 2-19 0,-10 3-18 16,-3 7-183-16</inkml:trace>
  <inkml:trace contextRef="#ctx0" brushRef="#br0" timeOffset="-128672.13">18035 14666 256 0,'0'0'143'16,"0"0"-61"-16,-2 0 43 0,0-2 5 0,0 0-107 16,0 0-7-16,-2 0-7 0,1 0-9 0,-1 0 5 15,0-1-4-15,2 3 7 0,-3-8 6 0,-4 1-4 16,3 1-5-16,1-1 3 0,1-2-8 0,-4 1 8 15,1-3 8-15,-2 2 16 0,-1 3 7 0,-1-3-1 0,0 1 1 0,2-3-12 16,-2 4-5-16,0-1-1 0,1 5-19 0,1-5 2 16,-2 1-3-16,-2-2 2 0,2 1-4 0,-2 1-3 15,0 1-1-15,0 2 1 0,-2 3-2 0,0 1 11 16,0 0 1-16,-2 0 2 0,1 0-9 0,-3 3 5 16,1 1 0-16,-1 0 6 0,0-1 14 0,-1 3-6 15,-2 1 6-15,-1 1-6 0,1 1 4 0,-2 0-9 16,2-1 1-16,-1 1-4 0,1 0-2 0,0 3-9 15,1-1-4-15,3 0 1 0,-4 4 4 0,1 0 0 16,1-12 4-16,-4 16-4 0,5 1-2 0,-5 3 2 0,5-1 1 16,-1-2 1-16,1 1-4 0,3 1 7 0,-1 0-9 15,4 2 8-15,2 2-11 0,0 0 8 0,0 2-5 16,-1 4 5-16,3-1-7 0,2 6 2 0,-3 8 2 0,1 1-1 16,2 8-2-16,-3 8 4 0,-1-3-3 0,2 2 3 15,0-3-8-15,-1-6 12 0,1-2-1 0,0-5 4 16,1-1-12-16,3-1 8 0,1-1-4 0,0-3 5 15,3 2-11-15,-1-2 12 0,-21 0-4 0,9 8 6 16,8-8-14-16,4 3 6 0,2 1-1 0,2-2 3 16,2 5 1-16,1-1-1 0,1 1 0 0,1-1 0 15,1-4-1-15,-1 0 2 0,1-2 2 0,-1 0 0 16,2-2 4-16,1 0-7 0,1 0 2 0,0 0-2 0,2-2 13 16,2 4-9-16,1-1-2 0,5 1-2 0,-19 5 0 15,29-5 5-15,5-2-2 0,-1-3 4 0,6-3-4 0,5 1-4 16,1-3-3-16,3-3-1 0,0-5 3 0,0 3 1 15,-4-11 2-15,-1 2-1 0,-1-4 9 0,-5-4-4 16,2 1 4-16,4-3-6 0,-1 1-8 0,3 18 8 16,5-9-4-16,2-8 5 0,1-3-14 0,7-2 13 15,-9-2-6-15,5-6 7 0,-6 1-9 0,-2-4 4 16,-2-3 2-16,-3-2 0 0,0-1 2 0,-5-4 1 16,1-1 2-16,-2-3-1 0,-3 18-1 0,-1-25 5 0,-2-1-9 15,1-5 9-15,-5 1-3 0,-1-2 7 16,-7 2-1-16,1-2 4 0,-5-2 10 0,-6 1 6 0,0-2 7 15,13-7-3-15,-11-1 12 0,-9-6 2 0,-6-5-7 16,-9-10 5-16,-6-7-15 0,-7-11-5 0,-6-10-1 0,-3-3-4 16,-1-1-11-16,-1 1 7 0,31 5 0 0,-40-3 0 15,-3-10-10-15,-1-7 6 0,-9-4-9 0,-5 2 8 16,-6 10-12-16,-12 12-4 0,0 10-3 0,-7 9-5 16,-1-2-48-16,-1 5-233 0</inkml:trace>
  <inkml:trace contextRef="#ctx0" brushRef="#br0" timeOffset="-113079.22">25523 16337 256 0,'0'0'-60'0,"0"0"42"15,0 0 7-15,0 0 14 0,0 0 59 0,0 0 1 16,0 0-9-16,0 0 2 0,0 0-2 0,0 0 0 16,0 0-14-16,0 0-3 0,0 0-2 0,0 0 8 15,0 0-9-15,0 0 4 0,0-2-7 0,0 0 1 0,2 0 3 16,0 0-1-16,-1 0 0 0,-1 0-11 0,0 1-3 16,2-1-6-16,0 0 2 0,0 0-6 0,0 0 1 15,0 0 5-15,0 0-4 0,-1 1-6 0,1-3-2 16,0 2 1-16,0-2 1 0,0 2-1 0,0 1 1 15,0-3 0-15,-1 0 1 0,1 0 12 0,-2 1 0 16,0-1-4-16,0 0 2 0,0 1-5 0,0-3-1 16,0 2 4-16,0 1-4 0,-2-5-3 0,2 4 4 0,-3-5-6 15,1 2 6-15,-2-1-3 0,0 1-2 0,3 3 6 16,-3-1-6-16,0-1 2 0,4 4-9 0,0 0 1 16,-9 1-1-16,1-1 10 0,-1 0 9 0,0-6-5 15,0 3 5-15,-3-1-6 0,1 3-2 0,0-1 6 16,0 2-5-16,2 0 9 0,-1 2-14 0,3 0 2 0,0 0-4 15,-3 0 3-15,1 2 1 0,0 0 0 0,1 0 0 16,-1 1-4-16,3-1-3 0,-1 2-1 0,1 0 0 16,1-1 5-16,-1 5-8 0,3 7 2 0,-3 3-3 15,0 1 4-15,1-3-4 0,-1 1 1 0,4 2-3 16,-9-3 10-16,2-1-8 0,2 2 3 0,3-4-5 0,2 2 1 16,2-2-2-16,0-2-1 0,0-2 1 0,2 1 7 15,0-1-14-15,0-2 9 0,-1 1-13 0,1-3 7 0,2 1-9 16,0-1 2-16,-4-3-2 0,7 2 11 0,4-2 10 15,2 7-2-15,2 0 3 0,6-1-3 0,-1-4-7 16,2-3 3-16,2-1-4 0,-3-3 6 0,3-5 0 16,-2-3 0-16,2-2-1 0,1-2-5 0,1 12 5 15,0-18 0-15,0 4 2 0,-1-3 1 0,-2 0 0 16,-5-3-4-16,1 1 3 0,1 3 0 0,-3 3 1 16,3 3 0-16,-8 2 1 0,-9-2-2 0,1 2 6 15,5-2 3-15,-3 3 1 0,-2 5 1 0,-3 1-2 0,3 0-2 16,0 1 2-16,0-1 11 0,-3 0 6 0,1 2 0 15,0 0 0-15,0-1 3 0,0 1-2 0,0 0 4 16,0 0-5-16,-2 0-6 0,0 0-5 0,0 1-8 16,0-1 4-16,0 0-6 0,0 0-2 0,0 0 9 15,0 2-7-15,0 0 2 0,0 0 2 0,0 0-7 16,0 0 6-16,-2 0 0 0,0 0-4 0,0 0-2 0,0 2-1 16,2 0 1-16,0 0-1 0,0 0 4 0,-2 1-4 15,0 1 1-15,2 0 1 0,-1 9-4 0,1 0 2 16,-2 2-2-16,2-4-2 0,0 5 3 0,0-1-2 15,0 2 8-15,2 1-6 0,-1-3 4 0,1 2-4 0,0 0 6 16,0 1-3-16,0 3-2 0,-2-5 0 0,0 3 0 16,0-2 10-16,0 1-4 0,0-1 7 0,-4 2-11 15,-3-1 6-15,-3 3 5 0,-3-1 0 0,10 0 13 0,-21 3-1 16,-4-5-2-16,4 5 1 0,-4-3 3 16,2-1-3-16,0-3 1 0,-2 1-1 0,2 2 0 0,4-3-4 15,-4 1-4-15,2 0 0 0,-2-4-10 0,1 0 3 16,1-8 4-16,4 3-3 0,1 1-5 0,1 4 1 15,1-2-5-15,0-2 3 0,1-3-9 0,4-2-10 16,5-2-3-16,1-2-2 0,3 0-10 0,-1 0-35 16,2 0-3-16,-3 0-12 0,1 0-28 0,0 0-27 15,0 0-17-15,3 0-14 0,-1-2-155 0</inkml:trace>
  <inkml:trace contextRef="#ctx0" brushRef="#br0" timeOffset="-112407.27">26154 16385 681 0,'-2'0'37'0,"0"0"109"0,1 0-171 0,-11 0 4 16,7 0 2-16,-3 0-1 0,5 0-7 0,-5 0 15 16,1 0-3-16,-2 0 9 0,1 0 2 0,3 0 13 15,1 0-2-15,0-2 8 0,2 2 14 0,0 0 21 16,-3-2-2-16,-1 0 7 0,3 0-4 0,-1 1-10 16,0-1 0-16,2 0-6 0,0 0-12 0,1 0-10 15,-1 0-4-15,0 0-1 0,2 1-6 0,0-3-1 16,0 0 2-16,2 0-3 0,0 3 0 0,1-1 6 0,5-2 0 15,8-2 3-15,-1 3 3 0,0 1 0 0,-2 2-3 16,0 0 2-16,-2 2-4 0,0 1 11 0,-1 1-6 16,-1 2 8-16,-2-1-5 0,-1 5-4 0,0 6 8 15,-3 3-7-15,-1-1 9 0,0 1 0 0,13 1-4 16,-6-1 4-16,-3 1 5 0,-3 1 1 0,-3-3 3 0,0 3-3 16,-3-4-6-16,-3 1 4 0,-1-1-7 0,-3 0 7 15,-1-1-5-15,9 3-5 0,-16-4 4 0,-1-2-6 16,-3-4-2-16,-2-3 1 0,3 3-4 0,5-4 4 15,-1 1-4-15,2-2-1 0,-2-1 6 0,-1 10-5 16,5-5 1-16,-2-3 0 0,2-1-9 0,6-4 5 16,-3 0-11-16,7 0-7 0,-3 0 5 0,2 0-6 0,1 0 13 15,1 0-9-15,-2-2 8 0,0 0-7 0,2 1 2 16,1-1 0-16,-1-2-4 0,0-7 3 0,2-4-6 0,4 0 7 16,1 2-2-16,3 0 4 0,-1 2 5 0,-5 4-2 15,7-3 2-15,8 5-2 0,0 1 0 0,-1 0 2 16,3-9 2-16,-2 4-1 0,-1 2 3 0,1 1-4 15,2 2-3-15,-5 2 1 0,3 2 8 0,-4 0-6 16,0 2 1-16,0 2-2 0,-2 0 8 0,0 1-3 16,1 1-1-16,-1 1-2 0,0 1-7 0,0-1 2 15,0 1 3-15,0-1-2 0,0-1 3 0,-1-1-9 0,-1 1-4 16,2-1-3-16,-2-1-28 0,1 2-23 0,-3-3-9 16,-3-3-2-16,3 2-16 0,2-2-22 0,3 0-17 15,-3 0-14-15,4-2-155 0</inkml:trace>
  <inkml:trace contextRef="#ctx0" brushRef="#br0" timeOffset="-111279.11">26728 16212 998 0,'-2'0'0'0,"0"0"18"16,0 0 154-16,-7-2-75 0,5 2-2 0,1-1-96 15,-1-1-2-15,0 0 0 0,0 0 3 0,3 0-2 0,-1 2-5 16,0 0 4-16,0 0-4 0,0 0 6 0,0 0 7 16,0 0 6-16,1 0 1 0</inkml:trace>
  <inkml:trace contextRef="#ctx0" brushRef="#br0" timeOffset="-110323.99">26412 16342 2046 0,'0'0'-2'0,"0"0"1"0,2 2-2 0,2 5 3 0,9 23 0 16,2 4 0-16,1 3 0 0,3 2 6 0,-2-6-1 16,-3-1 2-16,3-3-3 0,-2-1-4 0,-6-5 3 0,1-3-3 15,-3-5 4-15,0 0 4 0,-3-8-1 0,-2-3 0 16,2 1-1-16,-4-3 5 0,2 2 23 0,-1 0-4 0,1-1 8 15,0-1-13-15,0 0-11 0,0 0-1 0,0-2-5 16,-2-2-23-16,0 0-18 0,0-7-1 0,-2-19-7 16,-2-2-28-16,-3 1-96 0,-3-3-13 0,1 1-47 15,2-3-230-15</inkml:trace>
  <inkml:trace contextRef="#ctx0" brushRef="#br0" timeOffset="-109342.93">27192 16183 772 0,'0'0'21'0,"0"0"1"16,-2 0-4-16,0-2-3 0,0 0-5 0,1 0 17 15,-1 0 2-15,0 0 10 0,0 0-6 0,0 1 10 16,0-1 1-16,-1 0-1 0,1 0 2 0,0 2-5 16,0-2-4-16,0 0-6 0,0 2 3 0,0-2-9 0,1 2-6 15,-1 0-2-15,0 0 0 0,0 0-2 0,2 0 34 16,0 0-9-16,0 0 12 0,0 0-32 0,2-1-3 16,0-1 1-16,1 0-1 0,5 0 0 0,14-2-11 15,4 1 2-15,-2-1-3 0,8-2 2 0,-10 3-7 16,0 1 2-16,1-2-2 0,-8 2 0 0,9 0-2 15,-4 0-5-15,-1 2 2 0,5 0-16 0,-11 0-34 16,2 0 3-16,-4 0-14 0,-6 0-22 0,1 0-31 0,0 0 1 16,-3 0-9-16,1 0 0 0,0 0-107 0</inkml:trace>
  <inkml:trace contextRef="#ctx0" brushRef="#br0" timeOffset="-109149.77">27081 16299 606 0,'0'0'149'0,"-2"0"-133"0,0 0 157 0,0 0-65 15,-2 0-52-15,1 0-1 0,-1 0-6 0,0 0 1 16,0 0-26-16,1 0-1 0,1 0-9 0,0 0 3 16,0 0-14-16,0 2-1 0,2 0 4 0,0 0-2 0,2 0 17 15,2 0-11-15,5 0 8 0,17 1-11 0,6 1 1 16,-3-4 6-16,9 0-6 0,1-4 6 0,0 1-8 16,5-3-4-16,-9 0-1 0,3 1-1 0,-1-1-3 15,-2 1-23-15,2-3-17 0,-5 1-8 0,3-1-107 0,-4 1-147 16</inkml:trace>
  <inkml:trace contextRef="#ctx0" brushRef="#br0" timeOffset="-108755.84">27870 15741 1674 0,'0'0'7'0,"-2"0"4"0,0 0-22 0,0-2-5 0,0 2-5 16,0 0 9-16,1 0-27 0,-1 0 11 0,0 0-15 15,2 0 21-15,0 0 3 0,2 0-1 0,0 0 3 16,1 0 7-16,10 0 10 0,10 0 1 0,3 0 4 16,-2 0 11-16,4 0 8 0,-2 0 10 0,-2 0-3 15,2-2 10-15,0 0-19 0,0 0 1 0,0 2-6 16,-2 0-11-16,-2 0-3 0,2 0-2 0,-3 0 2 0,-1 2 1 15,-3 2 0-15,-4-1-3 0,0 1 2 0,3 4-10 16,-6-3 0-16,-1 1-1 0,-5-4 1 0,-2 11 0 0,9 3 2 16,-2 5 1-16,-3-1 1 0,-5 2 12 0,-2-1 0 15,-5 1 3-15,-3 0-3 0,-1-3 3 0,-1 0-2 16,9-5-2-16,-14 1 0 0,3-7-6 0,2 5-2 16,5-4 0-16,-1-2-5 0,3 6-20 0,-2-7-52 15,3 1-6-15,1 1-18 0,-2-3-61 0,-3 8-117 16,1-1-51-16</inkml:trace>
  <inkml:trace contextRef="#ctx0" brushRef="#br0" timeOffset="-108598.41">28339 16621 2040 0,'-1'0'360'0,"-1"0"-445"0,0 0 396 0,0 0-211 15,0 0-130-15,0 0-78 0,0 2-20 0,1-1-27 16,1 1-153-16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5:59:09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6308 2250 167 0,'0'-2'0'0,"0"-2"5"0,-6-14 62 0,2 3-16 15,2 2 8-15,2 5-15 0,-1-7-2 0,1 6 3 16,0 0 4-16,-2-2-5 0,2 3-5 0,-2-3-6 15,0 0-3-15,2 4 1 0,0 1 9 0,0 2-10 16,-2-1 7-16,0-1-10 0,0-1 1 0,1 1-16 16,1 4 4-16,-2-1-5 0,0-1 9 0,0 0-3 15,0 0-5-15,0 1 1 0,2 1-2 0,-2-2-7 0,1 0 5 16,-1 1-6-16,0 1 3 0,0 0-6 0,0 0 0 16,0 2-1-16,0 0 7 0,1 0-5 0,-1 2 4 15,0 2-5-15,0 5 5 0,-2 11 4 0,2 1 0 16,1 1 0-16,1 0-4 0,0 3-3 0,1-7-2 0,1 3 0 15,2-1-1-15,0-3 5 0,3 1 0 0,1 1 2 16,-3-6-7-16,1-2 1 0,1 0 4 0,1-2 0 16,-1 1 1-16,8-3 4 0,3-1-1 0,1-1 1 15,1-3-5-15,5 15 24 0,2-6-5 0,3-6 12 16,5-3-4-16,4-5-10 0,2-5 2 0,6-5-4 0,-3-4 8 16,8-9-20-16,2 12 2 0,4-31-8 15,7-3 2-15,-4 0-2 0,2-4 0 0,2-4-1 0,2-4-3 16,7 1-2-16,2 3 5 0,8 4-5 0,-3 2 5 15,-4 2 0-15,-1 0-1 0,-11-2 0 0,0 1-5 0,-2-3-10 16,-2 0-1-16,6 0-3 0,3 2-15 0,1-6-9 16,5 10-29-16,-3 0-10 0,-3 1-279 0</inkml:trace>
  <inkml:trace contextRef="#ctx0" brushRef="#br0" timeOffset="3482.72">1980 2671 135 0,'0'0'0'15,"0"0"7"-15,-2 0 8 0,0 0 14 0,0 0 2 0,0 0-2 16,-2 0-5-16,1 0-14 0,-1 0-1 0,0 0-2 16,-3 0-2-16,-2 2-8 0,-1 0 8 0,5-2-8 15,-3 2 0-15,1 0 9 0,-1-2-5 0,1 0 11 16,-2 1 13-16,3-1-1 0,-3 0 9 0,1 0-6 15,1 0 14-15,1 0-11 0,-1 0 0 0,1-1-4 0,1-1-17 16,1 2 3-16,-1-2-6 0,1 0 5 0,-2 0 0 16,3 0-8-16,-1 0 3 0,0 1-4 0,-1-1 7 15,-1-2-4-15,0 0 4 0,-1 1-5 0,1-1 1 0,1 0 3 16,-3 0 0-16,-1-1 3 0,2 1 6 0,-3 0-8 16,1 1 2-16,-2-3-3 0,2 2 4 0,-2 1 7 15,-1-1-6-15,-1 0 5 0,2 1-7 0,0-1-3 16,2 2 5-16,-2 0-3 0,-2 0 12 0,2 0-5 15,-4 1 3-15,2-1-4 0,0 0 5 0,0 2-8 16,-2 0 0-16,-4-2-3 0,1 2-4 0,-3 0-5 16,5 0 3-16,3 0-4 0,-4 0 4 0,2 0 2 15,0 0-2-15,2 0 0 0,4 0-11 0,2 0 6 0,-3 2-3 16,1 0 6-16,2-2 2 0,-1 0-3 0,-1 2 1 16,3-2-2-16,-3 1 0 0,-4 3 3 0,6-2-3 15,-6 2 3-15,1-1-3 0,3 1-5 0,-6 2 6 0,8-4-6 16,-4 3 5-16,0 1-3 0,3-3 3 0,-5 7-3 15,8-7-1-15,-1 10 2 0,0 4-11 0,-1 4 10 16,0 1 0-16,1 4-4 0,-1 4 4 0,5-1-6 16,-4 5-6-16,2-5 13 0,-3 10-2 0,-13-5 5 15,7-1-9-15,3 4 1 0,7-5 1 0,-3 3 1 16,2 0 5-16,-1 1 1 0,1 1-1 0,-2 0 2 0,3 2 2 16,-1 4-3-16,0-2 3 0,-1 1-3 0,-1 1 3 15,2 0-4-15,1 1 0 0,-1-1-1 0,2 0-3 16,0 1 9-16,2-1-4 0,0-2 8 0,0 0-5 0,2-6-8 15,2 0 6-15,1 0-7 0,1-5 6 0,3 2 10 16,1-3-6-16,-1-4 8 0,0-1-2 0,0-2-7 16,3 0 5-16,-3-3-4 0,2-1 9 0,-2-3-2 15,2 2-1-15,-9-2 0 0,15-2-8 0,5-2 7 16,-3 0-9-16,11-2 8 0,-4-1-6 0,0-1 3 16,7-1 1-16,-7-1-2 0,2-1-2 0,2 15 3 15,-3-8 0-15,3-4 1 0,-4-1-4 0,-2-4 3 16,-2-2-1-16,3 0 2 0,2-2-6 0,-2-2 3 0,2-2-6 15,-1-1 2-15,0-2-7 0,2-2 9 0,0-2 1 16,6-4 3-16,-3 0-1 0,1 1-4 0,-3-1 5 16,-6 2-4-16,1-2 8 0,-2 15-2 0,-1-16-2 0,-1 1 2 15,-3 0 1-15,-8-3 3 0,-2-2 4 0,1-1-4 16,-3-1-3-16,-1-4 9 0,0-1-8 0,16-10 8 16,-9 2-14-16,-3-2 3 0,-4 0-3 0,-4-2 3 15,0 0 2-15,0-2-9 0,-4 0 6 0,-2 3-6 16,-1 1 6-16,-2 0-1 0,-3 2-2 0,5-1 0 15,-6 1-1-15,-2 4 6 0,0-2-6 0,12-1 5 16,-20 1-4-16,1 0-1 0,-4-6 0 0,4 2 0 0,-2-2 3 16,1 4-1-16,-1 2 2 0,2-1-2 0,-2 5-2 15,1-1 5-15,-1 4 3 0,-2 1-1 0,2 1-6 16,0 3 8-16,2 1-8 0,-4 7 8 0,2 0-10 0,-1 2 5 16,-6 2 0-16,3 2 2 0,-3 3-1 0,-3 1-9 15,4 1 2-15,1-15-6 0,-3 6-3 0,2 6 8 16,3 5-7-16,-5 2 7 0,4 2-20 0,0 4 0 15,0 3-7-15,4 2 1 0,0 2-29 0,6-11-16 16,-1 28-11-16,4 1-3 0,-2 8-59 0</inkml:trace>
  <inkml:trace contextRef="#ctx0" brushRef="#br0" timeOffset="4903.68">3235 4242 30 0,'0'0'14'0,"0"0"5"0,0 0 14 15,0 0 3-15,0 0 19 0,0 0 0 0,0 0 4 16,0 0-5-16,0 0-18 0,0 0-28 0,0 0-2 15,0 0-5-15,0 0 12 0,0 0-7 0,0 0 4 16,0 0-4-16,0 0 16 0,0-2-2 0,0 0 3 0,0 0-3 16,0 0 6-16,0 1 2 0,0-1-1 0,0 0-1 15,-2 0-9-15,0 0-1 0,0 0-3 0,0 0 1 16,0 1-13-16,1-1 1 0,-1 0 1 0,0 0 0 16,0 0 1-16,0 0 2 0,0 0 1 0,0 1-1 15,1-1 0-15,-1 0-2 0,2 0 0 0,0 0 0 0,0-2-2 16,0 1 6-16,0-1-6 0,0 0 6 0,0 1 2 15,0 1-1-15,0-4 3 0,0 1-3 0,0-1-1 16,0 1 8-16,0-1-2 0,0 2 3 0,0-1-6 0,0 3 0 16,0-2-2-16,0 0 1 0,0 1-9 0,0-1 9 15,0 2-8-15,0 0 8 0,0 0-10 0,0 1-1 16,0-1 6-16,0 0-4 0,2 0 14 0,-1 0-7 16,1 0 4-16,0 0-5 0,0 1 5 0,0-1 1 15,0 0 0-15,1 0 1 0,3 0-2 0,9-3-2 16,0 1-3-16,1 0 2 0,5 0-2 0,-1 3 6 15,6-3-5-15,2 0 4 0,0 0-7 0,11 1-5 16,-4 1 7-16,4 0-7 0,0 0 0 0,-4 0 7 0,4 0-4 16,-1 1 4-16,2-1 4 0,-2 2-6 0,-1-2-3 15,-2 2-1-15,0-2-3 0,1 2 8 0,3 0 3 16,-2-2-1-16,4 2-8 0,-3-2 3 0,7 2-3 16,0 0 5-16,3 0 4 0,6 0-6 0,-4 0 7 0,2 0-7 15,-2 0 0-15,-2 0 6 0,1 0-7 0,-9 0 7 16,1-2-7-16,-7 1 0 0,-1-1 1 0,2 2 0 15,-1 0 5-15,-3 0 0 0,1 0 0 0,-2 0 0 16,-3 0-3-16,-2 2-5 0,-1-1 2 0,0 3-3 16,-6 0 6-16,-1 0-5 0,-6-1-2 0,-1 1-3 15,-1 0-5-15,-2-1-26 0,3 3-12 0,-5-2-7 0,-1-2-62 16,3 7-79-16,-1 4-55 0</inkml:trace>
  <inkml:trace contextRef="#ctx0" brushRef="#br0" timeOffset="5605.13">6853 4077 86 0,'-1'0'64'0,"-1"0"-14"0,0-2 40 16,0 0 8-16,0 0-21 0,0 0-45 0,-1 0-27 15,-1 1 4-15,0-1-10 0,0 0 6 0,1 0-12 16,-3-2 7-16,-3-1-9 0,1 1-2 0,-5-2 13 16,2 3-4-16,-2-1 9 0,0 0 9 0,2 2 10 15,-4 1-2-15,-1-1 6 0,-5-2 1 0,1 2 24 16,-4-2-7-16,3 3 11 0,-1-1-19 0,1 0 15 15,-1 0-8-15,0-2 9 0,2 2-12 0,1 1-19 0,6 1-2 16,0 0-5-16,0 0-5 0,2 0-4 0,3 0 1 16,1 0-4-16,1 0-12 0,3 0 7 0,1 0-4 15,0 0 6-15,0 0 1 0,-2 1-3 0,1 3 4 16,-1 0-5-16,2 0 5 0,0 1 0 0,0 3 1 0,1 1 1 16,1 0 8-16,0-1-9 0,0-1 11 0,0 0-9 15,1-1 15-15,3 1-9 0,0 1-1 0,0-3-1 16,5 5 5-16,13-3-12 0,0 1 4 0,10-1-6 15,0 0 14-15,3-1-10 0,6 1 3 0,3-3-6 16,4 0-4-16,6-2 4 0,-2 24-1 0,-3-15 3 16,1-6-1-16,-2-5-5 0,6 0 0 0,3-3-1 0,5-1 6 15,-1-2 2-15,8-1-3 0,-4 0 2 0,-2-1-1 16,2 3-8-16,-8-1 10 0,-3 2-9 0,-4 1 4 16,-5-3 3-16,-6 2-3 0,-4 2 3 0,-1 1-2 0,-7-1-3 15,1 0 2-15,-5 2-1 0,-1 0 9 0,-6 0-10 16,-1 0 0-16,-5 0-3 0,-1 0-2 0,-4 0-4 15,-1 0-7-15,-2 0 0 0,2 2-34 0,-1 0-93 16,1-1-42-16</inkml:trace>
  <inkml:trace contextRef="#ctx0" brushRef="#br0" timeOffset="6842.92">11068 3546 86 0,'0'0'47'0,"0"0"-41"16,0 0 53-16,0 0-19 0,0 0 10 0,0 0-1 15,2 0-1-15,0 1-5 0,0 1-30 0,0 0 4 16,1 0-6-16,1 0 8 0,2 0 4 0,7 5-15 0,0 2 14 15,3 3-14-15,1-1 17 0,-4-4-7 0,4 4-10 16,-6-3 5-16,0-1-5 0,2 1 6 0,-2-1 9 16,-7-5-5-16,7 3 13 0,-2 10 1 0,-3-2 0 15,7 0 0-15,-4-2 3 0,-1 1-2 0,-3-1-4 0,1 4 1 16,-1-2-6-16,-1 0-5 0,0 3-1 0,-2-6-1 16,-2 1 2-16,0 4-10 0,0-6 5 0,0 2-9 15,0 2-6-15,-2-2 7 0,0-2-6 0,0 3 8 16,0-5-3-16,0 0-8 0,0 1 6 0,2-4-7 15,-1 1 10-15,1-1-7 0,0-2 4 0,0 0-5 16,-2 1 9-16,0 1 5 0,2 0-5 0,0-1 6 16,0-1 8-16,0 0-6 0,0 0 3 0,0 0-6 0,0 0 2 0,2-2-7 15,0-2-2-15,9-4-2 0,15-1 0 0,7-28 3 16,-3-3-1-16,3-2 0 0,4-3-7 0,-3-4 4 16,1 1 2-16,4 0 2 0,2-1 0 0,0 4-10 15,3-1 8-15,3 1-9 0,3 1 1 0,6-1-18 16,-1 2-13-16,3 2 2 0,-1 0-24 0,-6-2-11 15,2 0-9-15,-4 0-5 0,-7-7-55 0</inkml:trace>
  <inkml:trace contextRef="#ctx0" brushRef="#br0" timeOffset="7870.67">13259 4706 70 0,'0'0'23'0,"0"0"0"0,-2-2 44 0,0 0-18 0,1 1 17 16,-1-1-40-16,0 0-13 0,0 0-5 0,0 0-1 15,0 0-2-15,0 0 0 0,1 1 6 0,-1-1-3 16,0 0 15-16,0 0 7 0,0 0-2 0,0 0 5 16,0 0 8-16,1 1-1 0,1-1 8 0,0-2-6 15,0 0 0-15,0 1-13 0,0-1 2 0,0 2-3 16,0-2 4-16,0 2-13 0,0 1 4 0,0-1-7 0,0 0-7 16,0 0 1-16,0 0 4 0,0 0 0 0,0 0 10 15,0 2-3-15,0 0-5 0,0 0 3 0,0 0 4 16,0 2-6-16,0 0-3 0,0 0-1 0,0 2-3 0,0 3-5 15,-4 10 9-15,2-2-8 0,0-2 4 0,0-2-2 16,0 0-2-16,2-2 2 0,0-1 9 0,0-1-5 16,0-1 5-16,0 1-7 0,0 1-2 0,0-1 9 15,0 0-11-15,0-1 10 0,0 1-21 0,0-1 13 16,0 3-4-16,0-1 9 0,0-3-9 0,0 1 3 16,0-3 1-16,0-1 1 0,0 0 12 0,4 2-8 15,2 0 3-15,10 5-5 0,5-4 8 0,5-3-6 0,7-4 3 16,4-9-4-16,10-9 1 0,5 16-13 0,4-37 5 15,8-5-8-15,0-10-4 0,-1-7-11 0,0-2-9 16,-6-2 1-16,-1-1-26 0,-2 1-33 0,2 4 0 0,-2 3-17 16,-1 5-54-16</inkml:trace>
  <inkml:trace contextRef="#ctx0" brushRef="#br0" timeOffset="9107.82">4688 2599 550 0,'-1'-2'21'0,"-1"0"1"0,-2 0 49 0,0 0-25 15,-7-3 5-15,-4-5-14 0,2 1-11 0,0 2-5 16,-1 1-9-16,-3 1 4 0,-2-1-12 0,1 2-1 0,3 1 0 16,-4-1 0-16,1 0-5 0,-3 0 9 0,-7 1 0 15,2-3 5-15,2 2-4 0,-4 1 5 0,4-3-2 16,-2 2 3-16,-3-1 3 0,-3-1-6 0,2 1 5 16,2 1-5-16,-3-3 12 0,5 1-3 0,0 0-4 0,-2 5 1 15,4-3-15-15,-2-13 10 0,0 6-4 0,2 4 4 16,2 3-12-16,3 2 0 0,0 2 1 0,-1 0 0 15,0 2-4-15,-1 2 3 0,-1 1-5 0,3 1 5 16,-1 1-5-16,-6 4 0 0,2-1 1 0,-2 1 0 16,-2 2 2-16,4-2 2 0,-2 2 4 0,0 0-3 0,2 0-1 15,-2 0-2-15,1 0 3 0,-1 0-1 0,-1 4 3 16,2-3-1-16,1 1-5 0,0 0 3 0,4-13-1 16,-2 18 0-16,-1 1 1 0,5 5 0 0,-5-2 0 15,7 4-5-15,-1 2 5 0,2-3-6 0,0 1 5 0,2 0-2 16,-2-4-2-16,2 4 2 0,0 2 7 0,2-2-6 15,2-1 4-15,2 1-4 0,-1-5 3 0,3-1-3 16,-1 2 0-16,0-4-3 0,5 1 6 0,-1 1-4 16,0-3 1-16,-13 1-3 0,6 1 2 0,3-1 3 15,2 0 0-15,3 3 1 0,1-3-4 0,1 4 6 16,3-1-10-16,0-1 8 0,3 0-6 0,1 0 1 0,1 3 6 16,2-3-3-16,0 0 2 0,0 0-2 0,2 1 4 15,4 1-3-15,-15 0 5 0,18-2-4 0,3 2 0 16,-1 0 1-16,2-1-1 0,0 3 4 0,4-4-5 15,0 2 4-15,5 4-4 0,-1 0-3 0,-2 0 4 16,3-4-2-16,-5-4 9 0,0 1-8 0,5-3 0 0,-5-1 0 16,-2 2 14-16,2-1-11 0,-2-1 1 0,-4 0-4 15,2-3 2-15,4 3-2 0,-2-2 2 0,2 0-4 16,0 0-2-16,0-2 5 0,1-2 0 0,3 0 3 16,0-2-4-16,-1-1-1 0,4-5-6 0,2 1 3 15,12-2-6-15,1 24 8 0,-2-15 1 0,4-7 0 0,-5-4-12 16,-1-4 11-16,6-3-2 0,-7-3 6 15,-1-1 2-15,-5 0-6 0,-4 0 4 0,3-4-3 0,-3-2 2 16,-2-1 4-16,2 10-5 0,-1-23 8 0,-1-6 7 16,3-6-11-16,-1-2 5 0,-5-7-6 0,1-5 1 0,-9 1 0 15,-5 4 5-15,2 2-3 0,-4 7 8 0,-12 8 1 16,18 0-4-16,-12 5 4 0,-7 0-3 0,-4 3 9 16,-4 1-5-16,-3 1 5 0,-2 5-15 0,-2 0 2 15,-19 3-6-15,-7 2 3 0,-1 2-18 0,-1 4 1 16,-2 1 0-16,2 5 1 0,-2 1-8 0,3-21 3 15,-1 9-13-15,0 6 5 0,-4 3-43 0,6 5-67 16,0 0-11-16</inkml:trace>
  <inkml:trace contextRef="#ctx0" brushRef="#br0" timeOffset="9946.08">6772 2866 252 0,'0'0'43'0,"2"0"72"0,-1 0-90 0,1 0 7 15,0-2-11-15,0 0 8 0,2 1-25 0,-2 1 0 16,5 0 2-16,-3 0-1 0,-1-2 10 0,1 2 22 16,0-2-10-16,-2 0 12 0,0 0-23 0,-1 0-4 15,-1 0-1-15,0 1-1 0,-1-1-4 0,-1 0-3 16,0 2 7-16,-24-11-5 0,2 1 1 0,-4 1 12 0,0 0-10 16,-4-2 12-16,-1 0-14 0,3 1 9 0,2 3-7 15,4 1 7-15,-2 3-11 0,2 1-9 0,0 0 8 16,2 2-10-16,0 0 5 0,-1 4-12 0,1 3 7 15,-2 2-6-15,2 2 15 0,-1 4-12 0,-1-13 2 16,0 24-3-16,2 4 19 0,3-8-7 0,2 6 2 0,1-2-4 16,-3 4-6-16,-1-3 7 0,-3 1-2 0,3 0 4 15,1-4 7-15,3 4 0 0,-5-2 1 0,3-2 0 16,-3 2 7-16,-3-2-14 0,7 2 4 0,3 2-7 16,-5 2 5-16,12 2 3 0,-6 1-5 0,5 2 4 15,5 1-3-15,-18-3-8 0,6 6 10 0,8-2-9 16,3 0 12-16,4 0 2 0,2 0-9 0,4-1 7 0,1-3-10 15,4 2 2-15,0-1 8 0,6 3-4 0,0-5 6 16,1 1-4-16,-12-5-1 0,18-2 0 0,0-4 2 0,2 0-6 16,0 1-1-16,-2-7-1 0,2 3-4 0,2 0 9 15,2-3-4-15,3-1 5 0,2 0-1 0,1 0 0 16,1 0 7-16,2-2-6 0,2-2-5 0,13 0 9 16,-1-2-7-16,7-1 8 0,-3-1-9 0,-1-3 8 15,-4-1-2-15,-4-1 5 0,1 22-5 0,-5-11 3 16,3-7-8-16,-3-4 5 0,3-2-13 0,-3-4 9 15,3-1 2-15,3-3 2 0,-2-1 1 0,8-4-3 0,1 0-3 16,-5 0 1-16,4-4-4 0,-10 2 6 0,1-1 0 16,-10-1 1-16,0-2 4 0,-7 18-5 0,-2-31 4 15,1-1-6-15,-3-6 9 0,0-4-3 0,-3 0 3 16,-1 0-4-16,-4-3-11 0,-1 1 11 0,0-1-6 0,-4 0 9 16,-2 3-6-16,-6-2 6 0,1 1 0 0,-2 3 1 15,18 2-5-15,-9 0-4 0,-6 2 1 0,-7 2-1 16,0-1 6-16,-5 3-2 0,-4-4 2 0,-3 1-1 15,-1 1 12-15,-1-2 2 0,-5-4 0 0,-1 2 0 16,16-2 0-16,-28 4-9 0,1 4 2 0,-8 3-5 16,0 4 0-16,-11 0-16 0,-2 4 4 0,-13 3-9 15,-4 3 2-15,0 6-11 0,-5 1-2 0,7 7-4 0,-3-28-16 16,1 21-11-16,-3 11-3 0,-8 7-4 0,-6 8-28 16,-10 7-45-16,-6 8-12 0,0-29-14 0,3 42-83 15</inkml:trace>
  <inkml:trace contextRef="#ctx0" brushRef="#br0" timeOffset="14870.39">11443 5865 96 0,'0'0'8'16,"0"0"18"-16,0 0 32 0,0-2 8 0,0 0 6 0,0 0-15 16,0 0-21-16,0 0 3 0,0 1-4 15,0-1-5-15,0-2-11 0,0 0 3 0,0 1-6 0,0-1 3 16,0 0-3-16,0-1-1 0,0-1 0 0,0-1 15 0,0 1-8 15,0 2 5-15,0-1-6 0,0 1 5 0,0-2 3 16,0 3-5-16,0 1 4 0,0-2-9 0,0 0 7 16,0 1-4-16,0-1 4 0,-2-2-10 0,2 5-8 15,0-1-3-15,-9-2-2 0,-9 2-3 0,-7-15 0 16,3 6 2-16,-2 4-1 0,-2 1-8 0,2 4 8 16,-6 1 1-16,6 1 4 0,-4 0-2 0,-2 1 5 15,4 1-2-15,0 0 3 0,-1 2-5 0,1-2 2 0,-2 1-4 16,0 3 5-16,2-2 2 0,0 1 4 0,2 1 5 15,0-1-4-15,0 1 0 0,-1 0-10 0,3-1 1 16,0 1-3-16,-6 1 1 0,6-1 1 0,1-1-2 16,1 3 2-16,3-3-3 0,-5 3-1 0,-2-1 2 0,0 1-2 15,-2 1 1-15,0 0 4 0,3-1-8 0,3-1 5 16,-1 0-8-16,-1 3 5 0,-6 1 5 0,6-2-3 16,0 0-6-16,-2 3 6 0,5-3-2 0,1 0 3 15,-5 2-5-15,8-3 2 0,-1 1 0 0,3-2 0 16,-2 3 0-16,0 1-2 0,2-7 1 0,-4 9-1 15,4 3 3-15,0 3 4 0,-2-1-6 0,1-1 4 0,-1 5-3 16,-2-3-3-16,2 1 3 0,-2 3-4 0,-1-7 5 16,3 8-1-16,-2-1 3 0,2-3-2 0,-1 4-1 0,-1-1 3 15,0 3-3-15,1-4 4 0,-1 2-8 0,4-2 3 16,0-3-3-16,5-1 4 0,1 1 3 0,-2-4-2 16,7 2 0-16,-2-4 0 0,0 0-1 0,3 0 0 15,-3-2 0-15,-5 2 0 0,1-2-4 0,3 2 2 16,3 0 1-16,2 0-1 0,0 2 0 0,0 0-8 15,0-1 1-15,3 3-1 0,3 0 4 0,1 0 6 16,3 1-1-16,-1-1 2 0,2 1-6 0,0-3 3 16,-5 0 2-16,9 0-1 0,1 0-5 0,5-2 10 0,1 0-7 15,4-2 8-15,0-2-6 0,0-1 1 0,6-3 3 16,-1 4-1-16,3-3 3 0,1 1 1 0,4-1-3 16,0 16 1-16,7-7-9 0,-3-9 10 0,3-3-3 0,1-1 6 15,-3-2-1-15,5 0-7 0,-5 0 0 0,3-2-1 16,-3-1 7-16,-5-1-9 0,6 2 5 0,-1-2-6 15,-1 3 9-15,5-1-2 0,4 0-1 0,2-2-2 16,4-1-5-16,-1-3 9 0,1-1-4 0,3 0 7 16,-1-4-3-16,3 0-1 0,-2-2 0 0,-5 0-2 15,1-2-4-15,1-1 3 0,-1-1-1 0,6-3 2 16,1 1 8-16,2-1-9 0,1 2 6 0,0-3-8 0,0 3 0 16,-6 0 5-16,-1 1-5 0,-10 2 5 0,0 1-3 15,-6-1 3-15,1 0 0 0,-4 2 2 0,2 0-2 16,-3 1 0-16,1 1-3 0,-2 0 1 0,-2 0-4 0,-1 1 2 15,-8-1 3-15,-1 0 0 0,-6 2 6 0,-4 0 10 16,3 7-6-16,-7-14 7 0,-4-4-7 0,-5-3 10 16,15-2 1-16,-8-1 3 0,-6-4 1 0,-3 2-4 15,-2 1-3-15,-4-5 0 0,-3 3 1 0,-2 1-1 16,-6-1 6-16,-4 1-5 0,6-2-5 0,-18 3-4 16,-3 1 3-16,-3 0 0 0,0-2 7 0,-6 2-10 15,1 0-1-15,-1-1-1 0,-5 3 7 0,-3 0-12 0,-6-2 3 16,-10 4-6-16,2-2 7 0,-9 0-8 15,-6 3 4-15,-4-4-5 0,-5 2-3 0,-2 7-10 0,0 1-4 16,-3 15-5-16,-16-33-33 0,-22 31-16 0,-16 19-12 16,-18 19-5-16,-15-20-100 0</inkml:trace>
  <inkml:trace contextRef="#ctx0" brushRef="#br0" timeOffset="18359.34">1864 5542 256 0,'0'0'29'0,"0"0"3"0,0 0 24 16,0 0 3-16,0 0-22 0,0 0-16 0,0 0-9 15,0 0 0-15,0 0 4 0,0 0 3 0,0 0 4 0,2 0-13 16,0 0 10-16,2 0-8 0,1 0-5 0,12 0 9 15,7 0-10-15,0-2-4 0,4 0-2 0,6 0 2 16,-1-2-2-16,2 1-16 0,3-1-96 0</inkml:trace>
  <inkml:trace contextRef="#ctx0" brushRef="#br0" timeOffset="18955.66">3430 5547 133 0,'-2'0'-2'0,"0"0"27"0,-2 0-5 0,2 0 14 15,-11-2 15-15,6 2-8 0,-2-2 1 0,1 2-6 16,3 0-5-16,-1 0-8 0,1 0 1 0,1 0-4 16,0 0-2-16,0 0-9 0,1 0 3 0,1 0-4 0,0 0 4 15,0 0 9-15,0 0-1 0,0 0 2 0,2 0-14 16,0 2 9-16,2 0-2 0,0 0 5 0,2 0 0 0,16 2-11 16,6-1 2-16,6 1-3 0,-1 0 13 0,3-1-16 15,-5-1 8-15,-1 0-10 0,4-2 15 0,5 0-7 16,2 0 4-16,0 2-5 0,-4-2 3 0,-1 0 1 15,-3 0-4-15,3-2 2 0,-1 0-8 0,2-1 8 16,4-1-7-16,0 0 5 0,4-1-14 0,-2-1 13 16,2 0-6-16,-1 1 8 0,1-1-5 0,5 1-3 15,-5-1 3-15,2 2-5 0,-1 1-9 0,-9-1 13 16,-1 0-9-16,-3 1 9 0,-6-1-12 0,-1 0 5 16,2 0 0-16,-8 1-1 0,3 1-24 0,-1 0-99 0,1 0-22 15</inkml:trace>
  <inkml:trace contextRef="#ctx0" brushRef="#br0" timeOffset="19494.77">6387 5404 473 0,'-1'0'3'0,"-1"0"-4"0,0 0 29 0,0 0 3 16,-15-2 3-16,4 1-24 0,0-1 5 0,0 2-3 15,2 0 2-15,0 0-5 0,2 0 0 0,1 2-1 16,1-1 1-16,-1 1-7 0,5-2 3 0,-3 2-2 0,2-2 5 16,3 0 13-16,-1 0-1 0,0 0 8 0,0 0-7 15,0 0 0-15,-2 2 7 0,1-2-10 0,-1 2 9 16,0 0-8-16,2 0-15 0,1-2 8 0,-1 0-10 15,2 0 13-15,0 0-8 0,2 0 1 0,1 0-5 16,16-2-4-16,14-2 1 0,3 2 1 0,4 0 1 16,9 2-2-16,5 0 6 0,5-2-4 0,-2 2 4 15,-1-1-6-15,5-1 4 0,-3-2-2 0,-2 0 5 0,-1-1-6 16,-6-5 4-16,-3 1 1 0,4-2 0 0,-3 0-2 0,-5 0 3 16,1 0 0-16,0 1 2 0,-2 1-6 0,-6 3 8 15,0 1-9-15,-11 1 10 0,0 0-5 0,-1 1-10 16,-8 1 6-16,1 2-8 0,-5 0 0 0,-3 0-26 15,-1 0-21-15,-5 0-13 0,4 0-179 0</inkml:trace>
  <inkml:trace contextRef="#ctx0" brushRef="#br0" timeOffset="21248.1">15417 6732 407 0,'-2'-2'33'16,"0"0"86"-16,0 0-118 0,-2 0 16 0,1 0 1 0,-1 1 3 15,0-1-13-15,1 0-1 0,-1 0-2 0,0 0 3 16,0 0-1-16,3 1 7 0,-1-1-3 0,0 0 4 15,0 0-4-15,0 0 3 0,0 0-1 0,0 0 1 16,1 1 8-16,-1-1-5 0,0 0 4 0,0 0-6 16,0 0-11-16,0 0-4 0,0 0-3 0,2 2 0 15,0 0 1-15,0 0 6 0,2 0-4 0,0 0 4 0,0 0-7 16,20 2 4-16,2 2 5 0,1 0 0 0,4 1 2 16,5 1 6-16,3-1-6 0,7 1 7 0,6-4-4 0,6 0 7 15,4-1 0-15,3-1 1 0,2-1-4 0,2-3 1 16,-1 0-1-16,-4 1 1 0,-1-1-6 0,-2 0-2 15,1 0-5-15,3 1 3 0,2 1-3 0,4 0 4 16,1 0-1-16,-1 0 2 0,-2 2-7 0,-2-2 6 16,-2 2 2-16,-8-1 0 0,-3 1-5 0,-5 0 7 15,-3-2-8-15,-3 0 9 0,0 0 3 0,-2 0-3 16,0 0 3-16,-2 0-3 0,-1 1 1 0,-1-1-8 0,-7 2-1 16,-4 0-3-16,-4-2-8 0,-3 2 13 0,-8 0-1 15,-3 0 5-15,3 0 2 0,-5 0-5 0,-2 0 0 16,0 0-1-16,1 0 10 0,1 0-17 0,0 0-5 15,-3 0-10-15,1-2-44 0,-2 0-20 0,-2 0-4 16,-1 0-5-16,-21-9-11 0,-15-2-28 0,2 4 0 0,-6 2-15 16,6 1-39-16</inkml:trace>
  <inkml:trace contextRef="#ctx0" brushRef="#br0" timeOffset="21590.8">15645 6943 279 0,'-4'0'58'0,"-11"0"74"0,-7 0-29 0,5 0-35 16,1 0 5-16,5 0-17 0,-1 0-6 0,5 0-10 15,3 0-4-15,-1 0-2 0,3 0-13 0,-2 0-10 16,0 0-5-16,1 0-2 0,1 0-4 0,0 0 11 16,0 0-3-16,2 2 5 0,0 0-7 0,2 0-3 15,2 0 7-15,22 5-6 0,13 3 5 0,7-3 3 16,10 0 0-16,3-3 1 0,6-4-2 0,8-4-8 15,-3 1 6-15,5-3-7 0,-1 1 15 0,2-1-9 16,2-1-4-16,7-1 0 0,3 1-3 0,1-1 3 0,2 1 3 16,-2-2-2-16,-6 1 3 0,-5 1 2 0,-5-1 0 15,-8 3 1-15,-6-5 5 0,2 1 3 0,-1 2-3 16,-3-3 3-16,3 3-7 0,-12 1-6 0,-7 3 3 16,-4-3-4-16,-7 2 2 0,-4 3-7 0,-2-1 2 0,-7 0-3 15,-6 2 7-15,-2 0-4 0,-2 0-3 0,-3 0 0 16,-2 0-10-16,2-2-42 0,-1 0-11 0,1 2-21 15,-2 0-140-15</inkml:trace>
  <inkml:trace contextRef="#ctx0" brushRef="#br0" timeOffset="22888.08">1508 5675 38 0,'0'0'10'0,"0"0"10"0,0 0-13 0,0 0 4 16,0 0-2-16,0 0 3 0,0 0-12 0,0 0 3 15,0 0 1-15,0-2 5 0,0 1 4 0,0-1 16 16,0 0-12-16,0 0 14 0,0 0-8 0,0-2 11 15,0 1 11-15,0-1-3 0,0 2 10 0,0-3-2 0,-2-1-10 16,0 0 7-16,2 3-14 0,-2-1-16 0,0 0 1 16,1 1-7-16,-1 1-7 0,0 0 2 0,0 0 3 15,0 2-1-15,0 0 6 0,-1 2 1 0,1 7 2 0,-19 26-2 16,7 1-1-16,4-1-2 0,5 2-6 0,-16-3 3 16,10-5-9-16,9-3 14 0,2-7-2 0,6-4 8 15,-1-6 7-15,-1-5 8 0,2-1 2 0,14 5-1 16,8-10-7-16,7-13-15 0,2-3 2 0,2-40-5 15,8-3 0-15,5-8-13 0,2-7-9 0,1-6-2 16,7-3-30-16,-1 1-26 0,-4 8-8 0,-1 6-11 16,-2 8-65-16</inkml:trace>
  <inkml:trace contextRef="#ctx0" brushRef="#br0" timeOffset="23369.35">3849 5785 428 0,'0'0'-77'0,"0"0"162"16,0 2-103-16,0 0 77 0,0-1 6 0,0 1-13 16,2 0 10-16,0 0-12 0,0 0 6 0,0-2-12 15,27 5-8-15,9-6 1 0,6-12-16 0,4-10 2 16,6 16 1-16,9-36-2 0,4-3-19 0,6-4 1 0,-7-6-7 15,-2 0 2-15,-1-1-30 0,-8 1-84 0,-1 4-37 16</inkml:trace>
  <inkml:trace contextRef="#ctx0" brushRef="#br0" timeOffset="23671.24">6794 5796 348 0,'0'0'4'0,"2"2"-18"0,0 0 50 16,9 1 29-16,24 5-10 0,8-4-14 0,3-4 0 15,4-6 0-15,8-7 0 0,5-6-9 0,10-7-8 0,8-5-3 16,6 25-3-16,6-40-18 0,0-12-62 0,-6-7-18 16,-1-5-26-16,-4-3-172 0</inkml:trace>
  <inkml:trace contextRef="#ctx0" brushRef="#br0" timeOffset="24798.89">17868 3117 1037 0,'-2'-2'-16'0,"-2"-6"-46"16,-5-8 71-16,7 12-26 0,2 2-8 0,-2-2-8 15,0 3-27-15,0-1-7 0,0 2-10 0,1 0-4 16,1 2-74-16</inkml:trace>
  <inkml:trace contextRef="#ctx0" brushRef="#br0" timeOffset="24999.43">18025 5139 1182 0,'-2'-2'-7'0,"1"0"-10"0,-1 0-5 16,0 0 14-16,0 0-15 0,0 1-29 0,2-1-2 0,0 2-4 16,0 0-6-16,2 2-78 0</inkml:trace>
  <inkml:trace contextRef="#ctx0" brushRef="#br0" timeOffset="25935.91">16811 2660 445 0,'-2'0'-2'0,"0"-2"0"15,-1 0 21-15,-3-1-1 0,-9-1 11 0,8-7 3 16,-4 3-20-16,3 3 4 0,3-1-9 0,-8 1 5 15,5 1-12-15,-1-2 2 0,-4 3-2 0,2-3 9 0,-8 0-2 16,1 3-2-16,1-1 0 0,-3-2 2 0,-3 1-2 16,-1-3 7-16,-2 3-6 0,2-1 1 0,0 1-8 15,-2-1 4-15,0 2-3 0,-2-1 12 0,0 1-11 16,2 0 0-16,-2 3-2 0,-1-1 11 0,-1-17-11 16,0 8 9-16,-3 4-10 0,-6 3 2 0,-2 4 7 15,-5 2-11-15,-6 5 9 0,3 2-9 0,-5 4 10 16,2 2-3-16,4 0 4 0,-4 2-10 0,6 0 4 15,-3-1-3-15,3 1 3 0,5 0 2 0,6-2 1 0,1-2 2 16,3 1-4-16,-1 3-3 0,1 0 2 0,-1 1 1 16,3-14 0-16,-1 22-2 0,2 2-4 0,2 0 6 15,0 2-4-15,2 3 9 0,0 0-11 0,1-1 0 0,3 1-3 16,5-1 8-16,0-1-1 0,8 1 0 0,3-4 0 16,-14 0 0-16,8-2 2 0,7-2-1 0,3 0 3 15,1-4 3-15,5 1-6 0,3-3 7 0,2-1-6 16,4 2 10-16,15-3-9 0,3-1 1 0,1 0-1 15,1-4 12-15,2 0-12 0,2-1 1 0,2-3-4 16,0-1 0-16,5-1 0 0,4-1 0 0,4-2 0 0,9 26 0 16,1-15-5-16,4-8 6 0,8-5-4 0,-5-2 9 15,-2-1-1-15,-4-3-4 0,-4-1 3 0,-4-1 3 16,1-1-3-16,1-2 4 0,3 0-5 0,1 0-6 0,4-2 13 16,-6 1-7-16,-2 1 10 0,3 0-19 0,-3 0 10 15,0-2-2-15,-5 0 6 0,-4 0-1 0,-9 0-1 16,-4 0-3-16,-1-2 2 0,-7 0-2 0,-3 0 15 15,0 14 7-15,-1-27 0 0,-7-8 5 0,-1-1-3 16,0-4-5-16,-10-7 5 0,0 2-8 0,-1-3 10 16,18 1-1-16,-13 6 5 0,-7-3-6 0,-4 8 5 15,-6 0-4-15,-1 5 2 0,-4 2-18 0,-4 3-9 16,0 2-6-16,6 5-1 0,-17 3-24 0,-6 4-3 0,-1 2-5 16,-4 4 0-16,-6 3-11 0,-7-20-20 0,-11 13-1 15,-10 11-11-15,-9 7-43 0,-7 10-125 0</inkml:trace>
  <inkml:trace contextRef="#ctx0" brushRef="#br0" timeOffset="26512.94">14620 3811 48 0,'0'0'0'0,"-2"0"-1"0,0 0 2 0,-1 0-1 16,-5 2 0-16,-12 7-7 0,3 1 7 0,-5 4-2 15,-2-8 4-15,0 18-2 0,-6 4 0 0,0 0 0 16,4 0 0-16,-2 1-11 0,-1 5 11 0,1-1-7 0,2 1 9 16,3 3-3-16,7 0 1 0,3 2 5 0,2 2-4 15,-1-4-2-15,7 4 5 0,1-4-5 0,-16-2 8 16,9 2 19-16,7-5-10 0,6 1 9 0,3-5-11 15,5 0 1-15,1-6 38 0,-8 2-13 0,23-1 18 16,4-8-25-16,4-2-14 0,-1-4-5 0,12-4-3 16,-5 1-10-16,5 18 3 0,0-11 3 0,-5-9-1 15,5-4 4-15,0-8-10 0,5-3 0 0,0-4-3 0,4-3 2 16,-1-3 0-16,11-3 6 0,-3-2-2 0,-4 0 1 0,5-2 5 16,-14 27-8-16,0-29 8 0,1 2-4 0,-12-2 13 15,-2-1 6-15,-3-3 1 0,-3-3 9 0,-5-2-4 16,1-5-9-16,-5-3 4 0,0-5-22 0,-3-5 5 15,-2-3-3-15,-4-12 4 0,-4-1-2 0,25-8 15 16,-21 1 4-16,-15 4 2 0,-7 5 6 0,-5 14-10 16,-7 3-3-16,14 9-4 0,-37 6-13 0,-16 8-41 15,-12 8-15-15,-26 12-22 0,-17 9-169 0</inkml:trace>
  <inkml:trace contextRef="#ctx0" brushRef="#br0" timeOffset="-127104.52">29221 3789 187 0,'0'0'70'0,"0"-2"-24"0,-1 0 44 15,-1 0 12-15,0-1-47 0,0-1-4 0,0 0-44 16,0 0 1-16,0 1-7 0,1-1 10 0,-1 0-10 0,0 1 0 16,0 1-1-16,0-2 11 0,0 0-7 0,0 1 8 15,1-1-9-15,1 2 9 0,-6-5 9 0,2 1 0 16,-7-3 3-16,-4-1 0 0,0-3 0 0,2 2-5 15,-1-2 5-15,1 4 0 0,-8-2-6 0,6 2 3 16,2 1-5-16,-3 3-6 0,1-1 7 0,-4 0-11 0,-1 5 9 16,3-1-12-16,2 0-3 0,-3-11 4 0,-1 4-5 15,-3 3 0-15,1 4 0 0,5 2-1 0,1 2 1 16,-2 2 1-16,0 1-2 0,-1 5 2 0,1-3-1 16,2 2 11-16,0 2-14 0,1-9 5 0,1 17-7 15,-2-4 13-15,2 0-9 0,2 1 2 0,-2-5-4 16,1 1 8-16,1 1-2 0,0-2 4 0,2-2-4 0,-2 6-1 15,1-2 4-15,3 0-8 0,0 4 6 0,-1-3-2 16,1-2 1-16,-1 2 5 0,3-1-5 0,-3-1 0 0,3 2 2 16,-3-1-3-16,5-1 3 0,-1 1-4 0,0 1 0 15,2 1-2-15,0 0 1 0,1 0 1 0,-1 0-4 16,0 2 7-16,-9-1-6 0,1-1 3 0,3 0 0 16,1 0 2-16,3 0-1 0,-1 0 1 0,0-1-2 15,2-1-3-15,1 0 3 0,-1 0 6 0,0 2-8 16,2-2 4-16,0 0-6 0,0 2 0 0,2 0 4 15,0 0 0-15,3 3 3 0,1-1 3 0,-1 0-7 0,1-1-1 16,-1 1-1-16,1-2 6 0,1 2 5 0,1-2-4 16,-3-2 3-16,5 1-2 0,-3-1-1 0,2 2 0 15,3 2-2-15,-1-2-1 0,2 3-3 0,-4-3 2 16,2 0-3-16,-2-2 7 0,-1-4-4 0,3 6 0 16,0 0-2-16,-3-4 1 0,-7 2 5 0,11-2-4 0,4 1 4 15,-3 1-5-15,4 0 7 0,-4-2-1 0,0-4 2 16,4 2-7-16,3-1 4 0,4 1-1 0,-2 0 0 15,4-1-4-15,0-3 4 0,-1-1 1 0,-1 2 1 16,4-3-5-16,-4-1 6 0,4 0 0 0,1 2 2 16,-3 13 2-16,-2-6 10 0,1-6 1 0,-5-3 2 15,-1-2-8-15,-1 0 4 0,-1 0 0 0,0-2 2 0,-1-1 1 16,1-3-4-16,-2 0-3 0,3-1 1 0,-1 0-2 0,2-5-5 16,-1 1-1-16,1-2-2 0,1-2-6 0,3 1 9 15,-3 10-2-15,0-11 3 0,3-4-9 16,-1-1 2-16,4-2-1 0,-4-2 2 0,-3-2 9 0,1 1-4 15,-1 1-2-15,1-2-1 0,-3 2-1 0,-4-4-2 16,-4 0 4-16,0 1-3 0,3-1 10 0,-3 0-3 16,-4 0 0-16,12 2-1 0,-4-2 1 0,-5 4-3 15,-3 0 2-15,1 0-3 0,-4 0-7 0,-2 1 10 16,0-1-3-16,-2 2 6 0,-2-2-2 0,-2-4 2 16,-1 2 2-16,-6-2-1 0,-2-2 4 0,-2 4-3 0,14 0-6 15,-23 0 1-15,-2 4-13 0,0 2-2 0,-4-6 0 16,-3 7-1-16,0 1-7 0,-2-1-1 0,0 8 2 15,-4 0 0-15,2 3 15 0,0 3-10 0,2 1-3 16,-4-18-4-16,0 12-18 0,2 10-25 0,0 10-1 0,4 6-10 16,-1-10-13-16,-3 33-25 0,-3-2-2 0,6 10-10 15,-3 5-37-15,8-2-132 0</inkml:trace>
  <inkml:trace contextRef="#ctx0" brushRef="#br0" timeOffset="-126419.66">29097 4957 108 0,'0'-2'26'0,"-2"0"61"0,0 0-83 0,0 0 17 0,-1 0-2 16,-7-3 6-16,-10-8-8 0,0 4-3 0,-3-1 1 15,1 3-1-15,2 3-7 0,-3 0 19 0,1 1 0 16,-8 1 11-16,-3 0 29 0,-1 0-11 0,-1 2 3 16,7 0-6-16,-1 0-3 0,1 0-6 0,0 2-3 0,-2 0-1 15,2 2-14-15,2-1-17 0,-3 5 3 0,3 1-7 16,0 0 10-16,0 4-11 0,0 0 4 0,3 2-6 15,-4-7 0-15,4 21 0 0,5 1-1 0,-3 3 0 16,6 1-7-16,-1 1 9 0,-1 0-2 0,-2 4 3 16,10 6-10-16,4-4 4 0,-1 2-5 0,-16-1 6 15,9-1-4-15,5 0 1 0,6 2-2 0,2-4 0 0,0-2-7 16,4 0 9-16,0-4 0 0,0-3 4 0,3 0 2 16,0-2 4-16,3 1-7 0,1-3 5 0,2 2-4 15,0-4 24-15,2 0-1 0,-8 1 7 0,17-1-14 0,2 0-3 16,4 0-4-16,0-4 1 0,3-1-4 0,-1-2 6 15,3-1-3-15,2-1 3 0,2-2-1 0,2-3-5 16,2 2 6-16,1-6-7 0,6 1-2 0,0-5 1 16,2 24 1-16,-5-15 0 0,-1-5-2 0,-5-6 3 15,0-2 2-15,-2-3 2 0,-2-5 7 0,-2-1 1 16,-1-2-5-16,-1-2 5 0,1-1-7 0,-3 1 5 0,1-2-1 16,3-3 1-16,-3 1-13 0,3-1 1 0,0 18-1 15,-1-20 2-15,1-3 2 0,0-1 7 0,-3-1-4 16,-3-1 5-16,-4-4-6 0,-5 2 1 0,-3-1 7 15,-1-3-4-15,1-1 8 0,-4-4-6 0,0-2 4 16,-5-9-3-16,-7 0 9 0,27-8 3 0,-15-1 1 0,-9 3 1 16,-4-5 6-16,-6 5-9 0,-5 3 4 0,0 1-4 15,-2 3 8-15,-2 5-3 0,-1 3 2 0,-3 4-1 16,-3 0 11-16,16 1-12 0,-25 3 0 0,1 3-4 16,-7 1-15-16,1 1-23 0,1 4-7 0,-4 1-7 15,-2 5-31-15,-7 8-11 0,-6 3-3 0,-14-23-5 16,-18 28-55-16,-33 15-157 0</inkml:trace>
  <inkml:trace contextRef="#ctx0" brushRef="#br0" timeOffset="-112948.18">15426 13399 240 0,'0'0'94'0,"0"0"-33"0,-2 0 32 0,0 0 4 0,0 0-66 16,1 0-11-16,-1 0 2 0,0 0-6 0,0 0 4 16,0 0-18-16,0 0-2 0,0 0-5 0,1 0 1 15,-1 0-12-15,0 0 2 0,0 0 5 0,0 0-2 16,0 0 13-16,0 0 8 0,1 0 6 0,1 0 1 16,0 0 9-16,0 0 17 0,0 0-9 0,0 0 10 15,0 0-15-15,0 0-3 0,0 0-2 0,0 0-1 0,1 0-17 16,1 0-2-16,0 0-1 0,0 0 1 0,2 0 4 15,-1 0-6-15,9 0 7 0,2 0-7 0,-1 0 0 16,2 0-2-16,0 0 1 0,0 0-1 0,0 0-1 0,1 0 1 16,1 0-3-16,0-2 2 0,0 1-5 0,-3-1-11 15,1 0-4-15,0 0-3 0,0 0-34 0,2-2-139 16</inkml:trace>
  <inkml:trace contextRef="#ctx0" brushRef="#br0" timeOffset="-112716.47">15595 13230 656 0,'-2'0'69'0,"0"0"140"15,-2-2-182-15,1 1-18 0,-1-1 4 0,0 0-8 16,1 0-4-16,-1 2 2 0,0 0-10 0,2 0 7 15,0 0-12-15,1 0 12 0,-1 0-1 0,0 2 1 16,0 0-1-16,0 0-7 0,2 1 3 0,-4 18-4 16,3 1 13-16,-1 6-4 0,0 0-1 0,0 3-3 15,0 3 2-15,0 1-6 0,0 8-2 0,1 1-5 0,-1 1-42 16,0 3-33-16,2 2-23 0</inkml:trace>
  <inkml:trace contextRef="#ctx0" brushRef="#br0" timeOffset="-109305.08">5038 13492 716 0,'0'0'0'16,"-2"0"5"-16,0 0 63 0,0 0-9 0,0 0 1 15,-2-2-25-15,3 2-16 0,-1-2-19 0,0 2-1 0,0 0-3 16,0 0-9-16,0 0 2 0,2 0 7 0,0 0-3 15,2 0 6-15,0 2 4 0,0 0-5 0,0 0 6 16,1 0-2-16,1 0-2 0,4 1 1 0,-3 1-1 16,1 0 1-16,-3-2 0 0,5 3-1 0,-4-3 0 15,3 4 0-15,0-1-1 0,-3-3 0 0,4 4-2 16,-3-3-14-16,4 5-28 0,-1-3-21 0,-3-1-6 0,-3-4-94 16</inkml:trace>
  <inkml:trace contextRef="#ctx0" brushRef="#br0" timeOffset="-109155.61">5052 13429 616 0,'0'0'44'0,"0"0"-3"0,-1 0 19 16,-1 0 2-16,0 2-13 0,0 0-19 0,0 0-9 16,0-1-7-16,0 1 0 0,1 2-13 0,-1 5 1 15,-2 15-1-15,4 2 2 0,2 6-3 0,3 3-3 0,5 2-1 16,1 4-3-16,4 4-10 0,-2-1-27 0,0 1-4 15,-2-1-9-15,-2 3-35 0,-1 3-136 0</inkml:trace>
  <inkml:trace contextRef="#ctx0" brushRef="#br0" timeOffset="-108872.46">4826 14883 442 0,'-2'0'201'0,"0"0"-297"15,0 0 245-15,-1 0-143 0,-1 0-5 0,2 0-20 16,0 0 0-16,0 0-8 0,0 0 7 0,1 2 15 16,1 0-5-16,0-1 7 0,1 1-7 0,1 0 14 15,2 0-1-15,7 4 6 0,8 1-3 0,-3-1 5 16,5 1 4-16,-3-1 0 0,3-3 15 0,-3 1-5 15,5-2-2-15,-3 0 0 0,-3-2 0 0,1 0-17 16,-5 0 7-16,8-2-12 0,1-2 3 0,2 0-32 16,6-1-39-16</inkml:trace>
  <inkml:trace contextRef="#ctx0" brushRef="#br0" timeOffset="-107140.33">5552 13080 110 0,'0'0'50'0,"0"0"-5"0,-2 0 14 15,0 0-2-15,0 0-15 0,0 0-19 0,1 0-13 16,-3 0 7-16,0 0-10 0,0-2 3 0,1 2-4 0,-1-2-2 16,0 0 1-16,1 0 1 0,-1 1-8 0,0-1 5 15,0 0-4-15,1 0 13 0,1 2-7 0,-4-2 7 16,-1 0-5-16,-2 1 27 0,-1-3-7 0,1 0 2 0,0 0-5 16,-1 1 3-16,1-1-7 0,-2 0 1 0,2 1-3 15,-1-1-7-15,1 0-8 0,0 0 0 0,0 1-2 16,1 1-4-16,-3 0 0 0,4 0-5 0,-5 0 4 15,-1 2-10-15,0 0 14 0,-9 0-3 0,4 2 4 16,-5 2-9-16,3 0 11 0,1 1-2 0,-1 1 6 16,0-1-5-16,-1 1 6 0,-1 1-2 0,3-1 5 15,-3-1 7-15,3 1-11 0,3-1 4 0,1-1-7 16,2 0 4-16,-2 1-2 0,4-1-1 0,0 2-1 0,1-1 0 16,-1 1-5-16,-2 1 1 0,0 3-3 0,2-1 7 15,0-5-6-15,0 9 7 0,0 1-8 0,0-1 2 0,-1 2 2 16,-1 0-2-16,2-2 4 0,0 2 0 0,4 0 1 15,-3-2-2-15,3 0 3 0,0 0 5 0,-1-2-6 16,3 2-2-16,-1 0-1 0,2 2 1 0,1 2-3 16,1-1 1-16,0 1-4 0,-2 7 4 0,-11-2 0 15,2 3 2-15,4 1-2 0,2 0 2 0,1-2-6 16,0 7 3-16,3 1-5 0,-1-1 11 0,0 1-6 16,1-4 4-16,-1 0-5 0,0-2-2 0,-1 3 8 15,1-3-4-15,-2-2 5 0,3-1-5 0,-1-5 0 0,0 3-1 16,1-3 1-16,-1 1-4 0,2 1 5 0,0 1 1 15,0-3 2-15,0 1-4 0,1-1 0 0,1 1-4 16,0 0 3-16,0 1-5 0,0 0 4 0,0 1 2 0,0-1 0 16,0 1 8-16,0 5-11 0,0 0 7 0,0 5-8 15,0 3 4-15,0-1 4 0,0 6-4 0,0 4 4 16,0-1-3-16,1 5-1 0,1-3-3 0,0-3 1 16,0 0-4-16,0-9 3 0,0-3 0 0,0-3 2 15,-1-1 6-15,1-7-5 0,0 1 2 0,0-3-5 16,0 1 1-16,1 0 6 0,1 1-6 0,0-1 5 15,0 2-7-15,-1-1 3 0,1 3 4 0,0-1-2 0,-1 2-1 16,1 4 4-16,0 0-3 0,0 0 5 0,-1 0-8 16,1 0 2-16,-2 0 0 0,2 6 3 0,-1-2-7 0,1-3 4 15,0 1-3-15,-2-4 4 0,-1 1 4 0,3-1-8 16,0 0 5-16,0-2-4 0,-1 0 8 0,1-3-6 16,0 0-4-16,-1-3 0 0,1-3 0 0,0 2 1 15,0-4 6-15,-1 0-3 0,3 1 3 0,-1-1-6 16,1-2 4-16,1 0-4 0,-1-1 6 0,0-1 2 15,5 1-5-15,0-3 4 0,2 3-5 0,-2-3 2 16,0-1-3-16,4 0 3 0,-4-1 0 0,2 1-1 16,-2 0 6-16,-1-2-6 0,4-1 5 0,1 1 0 15,-2 8-3-15,8 1 1 0,-5-4-4 0,-1-1 2 0,2-1 4 16,-4-1 1-16,-2-2 11 0,2 0-9 0,-2-2 5 16,2 0-6-16,2 0-4 0,2 0 10 0,-2-2-11 15,1 0 10-15,1-2-11 0,-4 1 4 0,0-3 5 16,-5 2-2-16,5-3-1 0,0-1 5 0,0-1-2 0,-2 5 5 15,-2-10-3-15,-2-3-5 0,1-4-4 0,1 3 1 16,2-4-2-16,-2-1 0 0,-1 1 3 0,1-4-3 16,-1 4 3-16,-1-1-3 0,2-1-2 0,-1 0 0 15,1 2-8-15,0-6 12 0,1 2-4 0,-1-4 7 16,-2 1-9-16,1-1 5 0,-1-2 1 0,-1-1 1 16,-1-1-7-16,1-1 6 0,-2 0-6 0,1-2 6 0,1 0 0 15,-3 0-7-15,1-2 8 0,0-4-8 0,1 4 9 0,1-4-2 16,0-1-3-16,1 1 1 0,-1-5-14 0,-3 1 12 15,3 4-5-15,-2-1 6 0,-3 3 2 0,1 4-5 16,19 2 5-16,-8 1-3 0,-6 5 9 0,-1-1-8 16,-3-2 4-16,-1-1-5 0,-2-1 3 0,0 3 0 15,-2-4-2-15,1-1 1 0,-3 1-2 0,0-4 6 16,0 2-4-16,-1-4 5 0,1 2-7 0,-1-4 6 16,-3-1-5-16,3 3 5 0,-1-2-3 0,-1 4 7 15,-1 2-5-15,1 0 4 0,-1 0-8 0,-1 0 0 0,2 3 3 16,-1 5-2-16,1-1 7 0,-3 0-9 0,1 0 6 15,2 1-8-15,-1-1 2 0,1 2 1 0,-1 0-3 16,1 2 2-16,0 2 0 0,-1 0 7 0,1 2 2 16,-1 1 2-16,3 3 1 0,-1 1 1 0,-1-1-6 0,-1 3 5 15,1 0-2-15,-1 2 4 0,5 7 4 0,-3-1-5 16,-5 5-12-16,-6-4-1 0,4 5-7 0,-7-14 3 16,-2 4-6-16,-1 7-7 0,-6 2 2 0,1 6-5 15,-7 5 6-15,-3 6 5 0,1 3 0 0,0-14 1 16,0 22 10-16,2-2-5 0,3 4 1 0,6 0-4 15,0 2-2-15,8 1-12 0,1 3-7 0,0 1-4 16,4 4-48-16,6 4-59 0,-1 3-22 0</inkml:trace>
  <inkml:trace contextRef="#ctx0" brushRef="#br0" timeOffset="-105138.09">18098 14519 619 0,'-2'-2'35'0,"0"0"9"0,2 0-11 16,-15-22-20-16,2 2 0 0,0 0-5 0,2-3 1 16,0-1 2-16,3 4-1 0,3 0-9 0,1 0 10 15,0 3-10-15,3-3 10 0,1 0-8 0,0 1 16 16,0 3 2-16,0-1 5 0,0 2 9 0,0 1-4 15,-2 1 2-15,0 0-2 0,2 6 9 0,0-1-12 16,0 3-2-16,0 3-4 0,0-1-6 0,0 3-14 0,-2-2 3 16,2 0-7-16,0 1 0 0,0 1-17 0,0 0 6 15,0 2-9-15,0 2 9 0,2 0 9 0,7 18-5 16,8 25 5-16,0 5-9 0,1 9 3 0,1 6 0 16,-1 4-1-16,-3 1-3 0,0-5 14 0,-2-5-6 0,0-6 8 15,0-8-4-15,0-3-3 0,-2-6 3 0,2-4-3 16,2-3 5-16,-2-8-6 0,-9-3 5 0,12-2-5 15,-1-4 3-15,-2-4 11 0,-3-2-4 0,1-5 7 16,2 0-2-16,-2 7 20 0,0-1-5 0,0-3 9 16,-3-3-5-16,1-2 2 0,0-2 3 0,2-3-2 15,4-1-4-15,-4-29 3 0,2-4-8 0,0-4 6 0,-2-3-14 16,2-3-6-16,-1-4 4 0,-3-3-5 16,0-2 2-16,-1 3 3 0,-3-1-3 0,-1 6 4 0,-2 1-2 15,22 7-3-15,-11 5 4 0,-8 5-4 0,-1 4-3 0,-2 8-2 16,-2 3-2-16,0 2 1 0,0 6-3 0,0 3-22 15,0 3-10-15,0-1-6 0,0 0-54 0,0 1-26 16,0 1-35-16,2 0-3 0,0 2-180 0</inkml:trace>
  <inkml:trace contextRef="#ctx0" brushRef="#br0" timeOffset="-87263.5">27582 4556 184 0,'-2'0'60'16,"0"-2"18"-16,0 0-26 0,0-4-35 0,-5-7 0 16,3 4 0-16,1 2-11 0,-1-3 1 0,0 1-4 0,-3-6 5 15,1 4-8-15,1-4 7 0,1 4-7 0,0-2 5 16,-1-4 1-16,1 4-1 0,-2-1 2 0,-1-5 5 16,1 2 15-16,-3-1 0 0,2 3 6 0,-3-2 4 0,3 2-6 15,0 2-2-15,1 0-1 0,-3-2 0 0,1 4-11 16,1 0-2-16,5 0-5 0,-11 0-10 0,0 2 8 15,-6-3-5-15,3 3 6 0,3 0-14 0,0 0 3 16,2-2 0-16,-1-1 1 0,-2 1-2 0,-5-2 2 16,0 2 6-16,1 0-3 0,-1-2 7 0,-1 2-2 15,3 2-7-15,-1-1 5 0,-3-1 2 0,1 2-2 16,-1 0 7-16,1 3-6 0,-2 0 1 0,3 5 2 16,-1-1-6-16,-3 0 4 0,3-13-11 0,-2 4 3 0,-1 3 3 15,3 5 0-15,-6-1 10 0,0 4-10 0,0 0 1 16,0 2-2-16,-6 2 1 0,1-1-1 0,-4 5 0 15,-1-1 1-15,1 2 2 0,-2 3 0 0,3 1 4 0,-1 1-3 16,4 1 2-16,1 0-7 0,2 2 1 0,4-2-1 16,2-10 0-16,1 18-1 0,-1 1-1 0,1 0 2 15,3 2 7-15,3 2-6 0,0-2 2 0,4 1-3 16,-2-1-3-16,6 2 4 0,-1 0-2 0,1 2 2 16,1 3-4-16,3-1 4 0,-1 1-1 0,2 3 2 15,-20 3-7-15,9-2 10 0,5 2-5 0,5-2 6 0,1-2-13 16,2 0 4-16,0 1-2 0,0 1 4 0,0-2 2 15,0 2 1-15,2 2 2 0,1 2-2 0,1 2-3 0,0 1 2 16,-1 1-1-16,3 3 4 0,0-1-5 0,1 1 4 16,2-2-7-16,2-3 5 0,2 0-3 0,2-2-3 15,2-6 5-15,1-2-3 0,-16-1 5 0,26-6 5 16,2 2 3-16,1-6-1 0,7-2-1 0,1 1-4 16,3-1-7-16,1-3 3 0,2 1-4 0,-3-5 2 15,-1 2 3-15,2 0-1 0,0 0-1 0,-6-2 6 16,2 2-6-16,-4 0 5 0,-4-4-11 0,3-2 11 15,3-1-4-15,-2-3 7 0,1-1-4 0,-1 16 4 0,-2-9 4 16,4-3-2-16,4-8-4 0,0-2 2 0,-2-5 2 16,2-5-1-16,-8-1 5 0,5-5 1 0,-5-1-7 15,-7 3 5-15,4 8 3 0,-10-20-9 0,2 0 15 16,-5-1-14-16,-2-3 9 0,-4-1 3 0,-5-6-5 0,-1 0 6 16,-3 2 1-16,0-4-2 0,22-2 0 0,-9-3 0 15,-8-3-11-15,-5-1 4 0,-2 4-2 0,-2-4 3 16,-1 0 0-16,-3 1-2 0,0 3 2 0,-1 1-2 15,-4-3 7-15,0 0 6 0,-4-2-2 0,-2-4 2 16,1 0-10-16,-3 2 7 0,-1-7 0 0,-5 7 4 16,-2-4 3-16,21 4-2 0,-27 4 1 0,1 5-1 15,-1 6-4-15,-3 5-20 0,3 2 3 0,-1 6-8 0,-3 0-6 16,-2 7-9-16,-2 3-3 0,-3 2-3 0,-6 7-13 0,-4 3-5 16,-11-26-1-16,-11 23 0 0,-10 12 7 0,-12 14 5 15,7 4-5-15,0 7 1 0,9-26-18 0,12 40-22 16,-1 2-4-16,4 15-7 0,2 4-30 0,-9 9-148 15</inkml:trace>
  <inkml:trace contextRef="#ctx0" brushRef="#br0" timeOffset="-56547.5">32686 3800 91 0,'-2'0'0'0,"-2"0"12"0,-5-2 129 0,-2 0-40 0,-2-1 6 16,2 1-66-16,3 0-15 0,-3-2-17 0,4 2-4 15,3 2 0-15,-1-2-12 0,1 2 10 0,-2 0-7 16,1 0 7-16,1 0-9 0,-3-1 9 0,1 1 1 0,1 0 3 16,-5-2-3-16,1 0 9 0,-4 0 4 0,2 0 1 15,-2 0 6-15,2 2 10 0,0 0-8 0,-1-2 7 16,1 1-20-16,0-3 7 0,2 0-9 0,-2 0 8 16,3 3-2-16,-1-3-5 0,0 2 6 0,1 0-8 15,1 0-8-15,-1 0 6 0,1 1-6 0,0-1 6 0,-3 0 3 16,3 0 0-16,-2 0-3 0,5 2 3 0,-4-2 0 15,1 0-4-15,0 1 11 0,-6-1-9 0,3 0 7 16,1 0-8-16,-2 0 1 0,3 2-1 0,-1-2 10 16,-4 0-9-16,4 1 1 0,0-1-3 0,-3 0 5 0,5 2-12 15,-4-2 9-15,3 2-9 0,-1 0 4 0,-4 0 0 16,2 0-4-16,-2 0 2 0,2 0-2 0,-2 0 0 16,-2 2 1-16,0 0-1 0,2 0 2 0,2-1-5 15,-4 3 6-15,-2 2-4 0,-1-1 1 0,-3 3 1 16,5-1-4-16,-5 2 3 0,7-1 0 0,-3 1 4 15,0 0-2-15,2-1 3 0,2-1-9 0,0 3 0 16,2-3 2-16,2-5 0 0,-2 9 2 0,3 0-1 16,-1 0 2-16,2-1-1 0,-1 3 6 0,3 0-9 0,-1 0 3 15,-1 1-4-15,1 1 7 0,-3 0-3 0,1 0-6 16,-1 4 2-16,0-3-4 0,-1 3 5 0,1-1 3 16,-2 3 0-16,0 1 3 0,0 0-2 0,0 3 1 0,-4-1-2 15,2 2-5-15,-2 1 1 0,0 1 0 0,2 4 3 16,0 3 8-16,0 4-6 0,0 0 2 0,2 6-4 15,0-3-3-15,1-3 3 0,-1 4-3 0,0-2 3 16,4 2-1-16,1-1 0 0,1 1 6 0,1-8-4 16,0 1-1-16,0-5 1 0,3-1-2 0,-5 0 2 15,-13-3 1-15,8 1 2 0,4 0-3 0,1 0 1 16,4-2-3-16,2 2 0 0,2 0 4 0,2 1-2 0,0-1 10 16,1-2-4-16,3 4-5 0,-1-6 3 0,2 0 2 15,1 0-5-15,1 1 1 0,2-1-3 0,0-2 0 0,-11 2 1 16,18-2 5-16,1-3-3 0,-1-2 4 0,2-1-6 15,2 1 2-15,2 2-2 0,0 3 0 0,-1-9-2 16,6 2-1-16,-1-4 2 0,0 2 6 0,3-2 13 16,0-4-7-16,-1-1 8 0,1-4-4 0,3 18-2 15,-1-7 1-15,0-7-3 0,2-6-7 0,-3-2 5 16,1-7-1-16,0-6 2 0,1-2 1 0,-1 15-6 16,0-31 2-16,2 3-4 0,-1-5 3 0,-1-4-4 15,2 0 2-15,-5-6-2 0,3 1 9 0,-4-3-4 0,-6 1 10 16,6 0-7-16,-3-5 14 0,-4-1-7 0,-5-1-4 15,-6-5 2-15,-8-7-3 0,-3-9-4 0,5-2 5 16,27-8-4-16,-23 1 8 0,-13 3 4 0,-5 0-3 0,-8 6 4 16,-2 5-2-16,-5 2 1 0,-4 4-2 0,20 0 0 15,-31-2-2-15,-4 0 8 0,-3 0-5 0,-6 2 4 16,-2 5-19-16,-6 4-3 0,-9 6-4 0,-7 3-2 16,-2 6-36-16,-17 4-18 0,-3 7-5 0,-3 10-3 15,-5 3-23-15,11 13-31 0,-7-33-15 0,-10 33-17 16,-8 19-169-16</inkml:trace>
  <inkml:trace contextRef="#ctx0" brushRef="#br0" timeOffset="-249.51">8372 14064 56 0,'0'0'0'0,"-2"-2"31"0,1 0 13 0,-3 0 42 0,-2-1 15 16,-14-1-8-16,1-5 3 0,1 1-14 0,-5-1-7 15,5 3 1-15,-4 1-39 0,-1-1 8 0,1 4-1 16,-2 1 4-16,2-1-10 0,1-13-19 0,3 6 0 0,-1 3-5 16,0 4-4-16,-1 2 6 0,1 0-6 0,-1 4 5 15,1 1-15-15,1 5 8 0,-1 3-4 0,-1-8 5 16,1 19-8-16,1 4 9 0,-1 2 3 0,1 5 2 16,1 2 8-16,2 2 4 0,2 2-4 0,0-4 4 15,4 1-6-15,1-5-6 0,5-3-1 0,1-3-2 16,-17 3-8-16,8 2 0 0,6-4 2 0,3 5-2 0,2-9-4 15,0 4 10-15,3 0-10 0,1-4 10 0,4 4-5 16,-1-4-7-16,2 4 2 0,1 2-4 0,1-1 8 0,0 1-7 16,0-2 3-16,0 2-4 0,2-3 8 0,0-2-3 15,0-3-3-15,0-4-2 0,-7 1-5 0,10-2-1 16,5-4 7-16,1-2-5 0,0 0 1 0,4-4 7 16,0 1-4-16,2-5 5 0,-4 12-6 0,2-4 15 15,0-7-5-15,-3-4 8 0,4-2-8 0,1-5-1 16,4-6 4-16,-4-2-4 0,0 13-2 0,-1-24 6 15,-1-2-6-15,2-1 6 0,2-1-1 0,-4 0-5 16,0-1 7-16,2-1-7 0,-6 1 13 0,2 1-12 0,-2 0 3 16,-1 0-4-16,-3 3 6 0,-3 1 4 0,-2 1 1 15,-3 1 2-15,-3 0 7 0,-3-4 1 0,-2 4 3 16,-1-2-3-16,18-2-6 0,-8-3-3 0,-7-6-3 16,-4-2 1-16,-6-4-8 0,-1 4-2 0,-6-2 3 0,-2 0-2 15,-2 2-1-15,-1 4 5 0,16 0 0 0,-24 5 4 16,-6 2 3-16,-1 6-16 0,-2 5 0 0,-12 2-4 15,1 8 16-15,-1 3-11 0,-6-22 1 0,-1 15-7 16,-6 11-22-16,-7 11-21 0,2 11-16 0,2-14-7 16,4 46-104-16,3 14-192 0</inkml:trace>
  <inkml:trace contextRef="#ctx0" brushRef="#br0" timeOffset="860.69">18582 15501 612 0,'-1'-2'21'15,"-3"0"15"-15,-5-3 19 0,-10-8-12 0,-1 0 0 16,1 2-4-16,0 1-2 0,-3-1 1 0,0 4-1 15,-4-1 0-15,0 3-7 0,-6 1-11 0,-1 2-1 0,1 2-2 16,-3 2 8-16,5 4-16 0,1 1 7 0,-5 4-11 16,8 0 10-16,-4 2 0 0,1 2 3 0,6-2-1 15,-3 4 17-15,4-11-3 0,4 18 5 0,-1-2-4 16,6 2 4-16,0-3-6 0,4 1 0 0,3 0-3 16,1 0-6-16,-10-1 0 0,6-3-4 0,3-1 0 15,2 2-20-15,4-3 5 0,0-3-1 0,2-2 4 16,0-3-2-16,4 1-8 0,-1 0 1 0,19-3-4 15,2-4 11-15,6 16-7 0,5-8-2 0,-2-10-2 0,12-4-3 16,-3-3 5-16,1-8 5 0,1-4-3 0,-3-1 6 16,-4-3-7-16,-2 20 2 0,-7-21-5 0,-2 1 9 0,-4 1 2 15,0 3 2-15,-4 3 0 0,-3-1-8 0,-8 6 8 16,1 2-5-16,-7 1 7 0,1 5-1 0,-4 1 6 16,2 2 1-16,2-4 1 0,-1 0-2 0,1 1-9 15,0 1 2-15,-1 0-2 0,-1 2 13 0,2 0-4 16,-2 2-2-16,2 5-1 0,10 26-3 0,-1 6-6 15,-3 0 2-15,-3 6-4 0,1 1 1 0,-1-1 2 16,0 5 0-16,-1-7 0 0,-1-4-4 0,-1-8 10 0,0-3-4 16,0-4 6-16,-3-1-6 0,1-8 6 0,-2-1 0 15,0-4 1-15,0 1 7 0,0-2 0 0,-2-1 3 16,1-1-1-16,-5 4 1 0,-3 2-13 0,3 0 7 16,-18-2-9-16,-2-1-1 0,0-1-3 0,0 0-3 0,-2-1 1 15,2-1-4-15,4-2-13 0,-4 1-3 0,7-2-4 16,3-2-13-16,-3 11-14 0,2-4-4 0,1-2-5 15,5-3-20-15,3-2-22 0,4-2 1 0,1 2-12 16,-1-2-33-16,0 2-72 0,1-1-14 0</inkml:trace>
  <inkml:trace contextRef="#ctx0" brushRef="#br0" timeOffset="1113.15">19076 15921 447 0,'0'0'196'0,"0"0"16"0,0 0-53 16,0 0-44-16,0 0-52 0,0 0-42 0,0 0 0 16,0 0-4-16,0 2 3 0,0-1 12 0,0 1-5 15,0 0 6-15,-3 24-6 0,1 4 8 0,-2 0-6 16,0 10-2-16,1-1-2 0,1 0-13 0,-2 6 0 16,2-10 0-16,-2 2-2 0,1-5-10 0,-3-4 7 15,2 1-9-15,1-4 8 0,-1-3-3 0,2-4-9 0,0-3 7 16,0-5-9-16,2-1-7 0,0-4-28 0,0-1-7 15,0-2-8-15,0 2-45 0,0-1-27 0,0 1-3 16,0-2-14-16,0 0-71 0</inkml:trace>
  <inkml:trace contextRef="#ctx0" brushRef="#br0" timeOffset="1470.74">19210 15984 1050 0,'0'0'15'0,"0"-2"1"15,0 0 2-15,0 0-12 0,0-1 3 0,0-1-9 16,0 0 8-16,4-7 1 0,1 0 0 0,3 0-8 0,-5 1 6 16,14 5-2-16,2-1 4 0,-1 4 1 0,-3-1-10 15,2-8 1-15,-2 3-3 0,1 4 1 0,-3 4 13 16,0 0-1-16,-2 4 6 0,-1 2 11 0,-1 7 4 16,-2 22-4-16,-1 0 3 0,-2-3-8 0,-2 3-7 15,18 2 3-15,-9 0-6 0,-7 4 1 0,-4-7-4 16,-2 1-3-16,-2-7 0 0,1-2-3 0,-1-4-4 15,-2-3 2-15,1-3-2 0,-3 3 4 0,1-4 0 16,-1 0 2-16,1-2-2 0,0-2-1 0,1-2 3 0,2-3-4 16,4-5 3-16,0 1 0 0,-3 2-3 0,-1 0 3 15,0-1-4-15,2 1-4 0,0-2-8 0,1 0-1 16,-1 0-1-16,0 0 5 0,2-1 0 0,0 1 2 16,2 0-1-16,0-2 5 0,11 0-3 0,16-4 5 15,5-3-5-15,7-6 1 0,-1 0-9 0,1 0-6 0,-2 0 2 16,0 2-10-16,-5 0-8 0,3 0-3 0,-4-2-2 15,-5 1-14-15,9-2-125 0,-5 1-13 0</inkml:trace>
  <inkml:trace contextRef="#ctx0" brushRef="#br0" timeOffset="1677.36">20045 15809 1157 0,'0'0'190'0,"0"-2"39"0,0 1-106 16,-1-3-80-16,1 2-36 0,0-5-27 0,0 1 2 15,0 0 1-15,1 1 1 0,3-1 2 0,15 3-13 16,9 1-4-16,-2 0-4 0,0-15-30 0,0 6-145 16,-6 5-3-16,0 3-65 0,-3 3-166 0</inkml:trace>
  <inkml:trace contextRef="#ctx0" brushRef="#br0" timeOffset="1826.63">19947 16114 1041 0,'0'0'162'0,"0"0"-187"0,0 0 175 0,0 0-90 16,0 0-86-16,0 0 3 0,0 0-1 0,2 0 5 16,0 0 13-16,1 0-26 0,20 2-3 0,3-2-7 15,9 2-13-15,-2-2-35 0,5-2-15 0,1-4-16 16,0-5-117-16</inkml:trace>
  <inkml:trace contextRef="#ctx0" brushRef="#br0" timeOffset="2112.29">20866 15468 835 0,'0'0'39'0,"0"0"71"0,0 0-88 0,0 0-8 16,0 0 5-16,0 0-4 0,0 0 16 0,0 0 5 15,0 2 0-15,-2-1 1 0,2 1-4 0,-2 0-5 16,1 2-1-16,1 0-1 0,-4 12-2 0,0 3-5 16,2 3-1-16,0 2 0 0,1 4 0 0,-1 4 1 0,0 5-8 15,0 4 5-15,2 3-7 0,-2 6-4 0,-2 6 7 16,3 0-9-16,-3-1-1 0,4-1 5 0,-2-2-6 16,2-2 5-16,0-3-7 0,0-10-5 0,0-4 6 15,2-3-7-15,0-4 5 0,0-2-12 0,-1-3-9 16,1-5 0-16,-2 1-28 0,0-4-25 0,0-2-20 0,0-3-1 15,0-5-61-15,0 1 1 0,0 0-25 0</inkml:trace>
  <inkml:trace contextRef="#ctx0" brushRef="#br0" timeOffset="2515.47">20963 15291 778 0,'0'-2'525'0,"0"1"-721"16,0-1 615-16,0-2-346 0,3-15-73 0,3 5-1 16,1 2-2-16,10 7 1 0,17 1 5 0,5-18-3 15,-6 9-2-15,-3 9-3 0,1 4-17 0,-9 4 1 16,-3 5 2-16,-2 2 0 0,-12 8 11 0,18 18 2 16,-12 2-4-16,-11-2 1 0,-4 2-4 0,-9-7 21 15,9-1 3-15,-27-5 8 0,-4-7 17 0,3-4-7 0,2-4 6 16,1-4-9-16,3-3-5 0,1 0-9 0,5-1-1 15,1-1-2-15,5 2-7 0,2-2 1 0,3 0-4 16,2 0 1-16,3-1-13 0,0 3-21 0,1 0 1 16,-1 0-9-16,2-3-18 0,0 1 34 0,0 0-3 0,0 0 16 15,2 2 14-15,2-2 10 0,0-1-1 0,2 1 3 16,7 6 4-16,11 3-10 0,6 0 6 0,0-2-7 16,4 0 13-16,-1 1 3 0,-1-3-5 0,-6 1 3 15,-5-1-17-15,-3 0 10 0,-3-1-3 0,0 1 5 16,-5-3-7-16,-3 0 12 0,-1 0-2 0,-4-3 8 15,7 11 13-15,-3-1-14 0,-4 4 0 0,-6 3-11 16,-7 3-43-16,-20 1-68 0,-19 2-37 0,-4 8-18 0,-1 3-226 16</inkml:trace>
  <inkml:trace contextRef="#ctx0" brushRef="#br0" timeOffset="5346.61">16037 11559 101 0,'0'0'23'0,"0"0"37"0,0 0-23 0,0 0-10 16,-2-2 4-16,0 1-5 0,0-1 18 0,0 0-3 15,1 0 2-15,-1 0-4 0,0 0-12 0,-2 0 7 16,2 2-7-16,-3-1 6 0,-5-3-9 0,7 4-10 15,-3-2 9-15,1 0-8 0,1 0 13 0,0 0-4 16,0 1 1-16,1-1-2 0,-1 0-3 0,0 0-3 16,1 0-10-16,-1 0 5 0,0 0-11 0,2 1 0 15,0-1 3-15,-1-2-3 0,-1 0-2 0,2 1 1 0,-5-9 0 16,1 5 1-16,1-2 5 0,-1 1-2 0,2 1 3 16,-1-2-2-16,-1-1 2 0,1 3 15 0,-3-2-4 15,6 5 8-15,-3-2-8 0,-5 1-2 0,1-1 0 16,0 2 1-16,0-1-6 0,3 1-10 0,0 0-2 15,3 3-1-15,1 1 3 0,0 0 1 0,-2-2 5 0,-5-6-4 16,3 5-3-16,-3-3 1 0,0 0-3 0,1 3 3 16,1-1 4-16,-2 0 5 0,3 2 0 0,1 1 1 15,-3-3-1-15,1 2-3 0,-1-2 4 0,-3 1-4 16,2 1 3-16,1 0 1 0,-1 0-3 0,2 0 2 16,-4 0-7-16,-2 0 5 0,0 1-5 0,-2-1 4 0,2 2-11 15,-2 0 10-15,2 0-4 0,0 0 6 0,0 0-11 16,-2 2 9-16,2-1-3 0,-2 1 5 0,0 2-8 15,0 0 2-15,2-1 3 0,2-1-1 0,-2 0 3 0,0 2 1 16,-1 0 0-16,-1-1 1 0,2-1 4 0,0 2-9 16,-4 0 6-16,2-1-6 0,-2 1-1 0,-3 2 4 15,0-3-9-15,1 3 6 0,-3-1-1 0,-1 1 1 16,-1 0 1-16,0-1-2 0,0 3 2 0,0-1 0 16,2 0 3-16,-3 1-3 0,7-3-3 0,-1 3 2 15,4-3-1-15,1 1 1 0,1 0-2 0,-4-1-2 16,0 3-3-16,6-3 2 0,-2 1-1 0,4-1-1 15,-2 3 4-15,-1 1-3 0,5-3 3 0,0 8-2 0,-1 3-3 16,3 4 1-16,-3-1 3 0,-1 0-5 0,1 3 6 16,1 3-5-16,0 2 4 0,1 5 1 0,0 2-1 15,-1-3 0-15,1-1 2 0,3 3-5 0,-3-3 2 16,3 5-4-16,-1-5 1 0,0 1 4 0,0-3-4 0,3-1 4 16,-1 0 1-16,0-4-1 0,-15 0 0 0,6 1 0 15,4-3 0-15,1 0 4 0,4-1-1 0,0-3-1 16,2 1-14-16,0-1 13 0,2 3 0 0,0-3 5 15,2 3-4-15,1 3-2 0,1 0-5 0,1-2 3 16,3 2 2-16,-3-3-5 0,2 3 5 0,2 2-6 16,0 0 12-16,4 4-4 0,0-1-2 0,0 1 0 0,2 3-7 15,-1 1 9-15,-1-6-4 0,2 0 4 0,-13-2-2 16,18 0-5-16,0-2 5 0,1 0-6 0,-3-2 6 16,2-3 0-16,-1-1 2 0,3 1-1 0,0 1 3 0,0-3-4 15,4 2-4-15,-6-6 0 0,2 0-3 0,-1-2 5 16,-3-2-3-16,6-2 2 0,-2 3-4 0,0-3 5 15,4 1 1-15,-4-3 0 0,2 1-5 0,-3-1 10 16,-1-1-3-16,2 0 5 0,0 1-10 0,2-3 8 16,0 2-5-16,0 12 6 0,0-4-2 0,-2-5-1 15,2-1 9-15,-3-3-8 0,6-1 1 0,1-2 2 16,-2 0-6-16,2-2 8 0,-8-1 1 0,4-3-11 16,2-1 9-16,0-3-9 0,3-1 6 0,1 0-1 0,-8 0-6 15,4-4 3-15,-4 0-1 0,-2 0 3 0,0 12-1 16,-5-20 2-16,0 3-8 0,-2-2 10 0,-1-4-6 15,-1 3 7-15,-1-1-8 0,-1 2 9 0,-2-6-2 0,-2 4 3 16,3-2-7-16,-5 2-3 0,3 3 5 0,-3-5-4 16,1 2 5-16,-1-4-4 0,1 1 0 0,-2 1 0 15,1-2 3-15,1 2 1 0,-1 0 2 0,1 0-2 16,3-2 0-16,-3 2-4 0,-2 0 0 0,1 2-2 16,-3-2 2-16,2 2 5 0,-2 0-2 0,14-2 3 15,-5 3 6-15,-3 1-10 0,-3-2 4 0,-1-2-6 0,-2 4 10 16,-2-4-10-16,0 0 9 0,0-2-9 0,0-4 7 15,0 8-6-15,0-8 0 0,-2 3 0 0,0-1-3 0,0 0 4 16,1 2-4-16,-1 1 4 0,0 1 2 0,0 0-5 16,0 2 4-16,-2-1-5 0,1 3 0 0,-1-2 3 15,0 2-1-15,1-1 4 0,-1 3 4 0,0 0 3 16,-1-1-1-16,-1 3 2 0,-1 1 2 0,-3-2-1 16,1 3 8-16,0-1-6 0,-2 0 5 0,-1 2-6 15,5 2-8-15,-12 0 4 0,-3 0-4 0,2 2-6 16,-3-2 5-16,-4 2-6 0,-1 2 1 0,-11-2-23 15,-4 1-11-15,-5 7-8 0,-13-3-70 0,-14-20-200 16</inkml:trace>
  <inkml:trace contextRef="#ctx0" brushRef="#br0" timeOffset="9641.41">15602 11791 361 0,'0'0'30'0,"0"0"0"0,0-1 25 0,0-1 5 16,0 0-10-16,0 0-8 0,0 0-16 0,0 0 4 15,0 0-7-15,0 1-4 0,2-1-4 0,0 0 0 0,0 0-1 16,0 0 7-16,0 0 8 0,1 0-2 0,1 1 3 15,0-1-6-15,-1 0 2 0,3 0-3 0,5 0 1 16,-2 0-13-16,1 0 8 0,-3 2 0 0,2 0 2 16,-1 0 2-16,1 0-11 0,-1 0 2 0,1 0-5 15,4 0-5-15,-4 0 5 0,8 4-2 0,-8 0 4 16,-1 0-3-16,5 3-9 0,-6-1 2 0,4 1-2 0,-2 10 1 16,1-3 6-16,-5 7-4 0,-1-4 6 0,3-3 1 15,-5 3-1-15,2-6 3 0,3-1-1 0,1 1 4 0,-1 2-7 16,-1-4 1-16,-1 0-2 0,-1 1 9 0,0 1-7 15,0-2 1-15,-1 0-5 0,-1-3-5 0,-2-4 3 16,0 0 5-16,2 1-1 0,0 1-1 0,0 0 6 16,0-1-5-16,-1 1 5 0,1 0 0 0,0-2 3 15,0 0-4-15,2-1 4 0,11 5-6 0,5-4 11 16,2-2-6-16,8-6 5 0,0-5-11 0,5-9-4 16,4 14 5-16,4-33-4 0,3-5 6 0,8-1 0 0,5-7-3 15,4 2 2-15,8 2-5 0,3-2 6 16,-5-1-3-16,5 3 4 0,-7 4 0 0,4 3 5 0,-1-2-3 15,-7 4 2-15,-1 2-1 0,-7 5-4 0,-3 1 4 16,-5 7-6-16,1 7-5 0,-5 0-3 0,-6 6 0 16,0 2 0-16,-11-4-5 0,0 11-19 0,-2 0-14 15,-9-9-5-15,5 2-76 0</inkml:trace>
  <inkml:trace contextRef="#ctx0" brushRef="#br0" timeOffset="12049.25">3027 9530 95 0,'0'0'0'0,"-2"0"67"0,0 0 23 0,0 2 25 16,-2 0 1-16,-3 1-64 0,-8 8-20 0,-2-3-24 15,1 12 7-15,3 10-5 0,2 3 2 0,1 3-9 16,-1 3-4-16,4 0 0 0,-4 2-1 0,5 5-3 0,4-1 6 16,-2 1-3-16,3 2 7 0,-1-3-3 0,-2-1-2 15,0-1 0-15,2-4 13 0,1 0 12 0,-20-6 3 16,10-5 1-16,5-2-12 0,6-7 10 0,2 7-6 15,2 0 9-15,3 0-1 0,1-6-13 0,3 1-1 16,0-5-5-16,-7 1-10 0,16 0 3 0,4 0-3 0,-1-4 2 16,3 1-6-16,-4-1 7 0,-2-3-2 0,1-5 5 15,1 1-6-15,0-3 3 0,1 12 0 0,-1-4 2 16,0-5 12-16,-1-6 7 0,3 0 3 0,2-4 0 16,2-5-1-16,0-4-13 0,3-6 4 0,3 14-6 15,1-28 0-15,2-6 0 0,6 0-2 0,-6-10 1 16,5 7-10-16,5-5 6 0,-16-5-5 0,8 8 6 0,-3-1 1 15,-10 0-1-15,2 6 5 0,-8 0-2 0,-1 0 19 16,-8 2 11-16,-2-2 0 0,-7-1 2 0,20 1-16 0,-9-10-2 16,-9 3-3-16,-6-4 3 0,-5-2 9 0,-5 5-14 15,-8-3 4-15,16 2-8 0,-33 1-3 0,-7 3-14 16,-3 7-7-16,-3 5-6 0,-8 6-38 0,-8 8-28 16,-9 8-11-16,-3-19-10 0,-9 29-86 0</inkml:trace>
  <inkml:trace contextRef="#ctx0" brushRef="#br0" timeOffset="19815.46">20198 16506 325 0,'0'0'0'0,"0"0"49"15,-2-2 11-15,0 0 18 0,0 0 4 0,0 0-49 16,0 0-9-16,1 0-6 0,-1 1-8 0,0-1 9 0,0 0 1 15,0 0-1-15,0 0-1 0,0 0 0 0,1 0-7 16,-1 1-1-16,2-1 0 0,0 0-1 0,0 0 4 16,0 0 19-16,0 0 1 0,0 0 4 0,0 1-9 0,0-1-5 15,0 0-1-15,0 0-1 0,0 0-3 0,0 0-4 16,0 2 7-16,0 0-5 0,0 0 10 0,0 0 4 16,0 0-4-16,0 0 7 0,0 2 5 0,2 0-10 15,-1 0 6-15,1 2-8 0,0 3 5 0,0 6-7 16,0 0-5-16,0-2 4 0,0 0 1 0,-1-1 0 15,1 1 2-15,-2-6-1 0,2 5 3 0,-2-5-6 0,0-1 1 16,0 0-3-16,0-3 5 0,0 3-10 0,0 0-1 16,2 1-2-16,0-1 0 0,0 0 8 0,0 0-2 15,1-1 3-15,1-1 5 0,13 6-2 0,5-3 0 16,0-5-3-16,10-2-4 0,7-9-7 0,0-7 2 0,7 10-6 16,8-33-7-16,6-9-18 0,10-6-5 0,6-16-9 15,4-6-55-15,7-22-61 0,14-13-139 0</inkml:trace>
  <inkml:trace contextRef="#ctx0" brushRef="#br0" timeOffset="27346.04">16982 7850 392 0,'0'0'102'0,"0"-2"-66"0,-2 0 41 0,0 0 3 16,0-2-73-16,0 1 16 0,1-1-16 0,-1 0-2 16,0 2 0-16,2 0-5 0,0 1 0 0,0-1 2 15,0 0-2-15,0 0-8 0,0 2 8 0,0 0-6 16,0 2 7-16,0 0-2 0,0 1 0 0,0 5 0 0,2 12-3 16,-2 6-11-16,0-3 18 0,0-5-3 0,0-1 8 15,0-4-12-15,0 2 0 0,0 0 0 0,0-1 2 16,2 1 7-16,-1-2 0 0,1 0-1 0,0-2-2 15,0 0-9-15,0-1 7 0,0-1 4 0,0-2 2 16,1 1 1-16,1-1 13 0,-2-1-10 0,2-1 13 16,-1 1 0-16,1-2-5 0,9-1-1 0,0 7-2 15,0-3 1-15,6 2 11 0,-1-3 0 0,3-2 3 0,1-2-1 16,4-2 1-16,4-4 2 0,-1-5-1 0,7-4-4 16,1-4-1-16,-4-2-6 0,2 17 2 0,1-27-14 15,-1-5 5-15,2-1 1 0,0-6-2 0,0 0-8 0,0-1-8 16,-3 3 3-16,-1-2-5 0,-1 4-1 0,-1 3-37 15,1 1-16-15,1 5-12 0,3 2-113 0</inkml:trace>
  <inkml:trace contextRef="#ctx0" brushRef="#br0" timeOffset="29819.48">20019 14864 68 0,'0'-2'0'0,"0"1"8"0,0-1 87 0,0-2-8 15,0 0 8-15,-1-5-25 0,-1-2-6 0,0 0-24 16,0 1 12-16,-2 1-14 0,2 2 2 0,-1-3-14 16,1 3-4-16,-2-2-1 0,0-1-6 0,1 3 5 0,1 0 2 15,-2-1 0-15,0 1-9 0,3-1 5 16,-1 1-7-16,0 1 8 0,0 1-12 0,0 1 6 0,2 2-9 16,-2-2 7-16,2 3-12 0,-2-3 9 0,1 0-4 15,-1 0 6-15,0 1-13 0,0 1 12 0,0 0-6 16,2 0 7-16,0 0-7 0,0 0 3 0,0 1 4 0,0-1 0 15,0 0 6-15,0 0-10 0,0 0 6 0,2 0-7 16,0 0 7-16,0 1-1 0,1 1-2 0,1 0-1 16,4 0-9-16,5 0 4 0,1 1 2 0,-1 3 2 15,2 2-1-15,2-1-5 0,0 3-1 0,5 3 0 16,-3 0-4-16,3 2 9 0,-2 0-6 0,4 4 5 0,1-1-9 16,2-14 5-16,-1 17 0 0,2 1 2 15,8 1 0-15,-3-1-2 0,-1 2 0 0,-6-1-2 0,0-1 2 16,-4 4 0-16,8-1 3 0,-3 3-2 0,1 1-1 15,2 5 0-15,-4 3-2 0,5-3 2 0,-3 1 7 0,2 4-10 16,-2-9 2-16,2 6-4 0,1 1 3 0,1-7 6 16,-1 5-2-16,3-5 3 0,-1 0-8 0,1-4 4 15,-1-2-3-15,2-1 4 0,4 1-1 0,4-1-6 16,-4-3 5-16,4 1-5 0,-4-4 6 0,-2-1 4 16,0-1-5-16,-7 0 3 0,-3 2-2 0,3-2 1 15,-2 0 0-15,0-2-1 0,0 2-1 0,-2-2-3 16,-2 1 4-16,2-1-3 0,-4-2 2 0,0 2 4 15,1-3-6-15,-5-1 5 0,3 2 1 0,-1-3-9 16,1-1 11-16,-3-1-9 0,1-2 9 0,-3 9 8 0,1-2-6 16,4 1 8-16,5-3 5 0,-4-5-5 0,4-2 4 15,2-2-5-15,-2-2-2 0,3-3-4 0,-5-2 2 16,8-4-2-16,-10 2 8 0,12-6-9 0,-1-2-1 0,-3 3-2 16,5-3-7-16,-7 2 3 0,4-1 2 0,-1-1 1 15,1 1-5-15,-1-1 1 0,-1 2-2 0,2 1 2 16,-1-1 5-16,3 0-3 0,1 1 2 0,6-3-4 15,-1 2-2-15,7 1 3 0,3-1-3 0,0 2 3 16,4 2-1-16,-4 0-2 0,-2 2 2 0,-1 2-3 16,1 3 1-16,-3 2 0 0,-3 2 4 0,-1 1-2 0,0-1 6 15,4 0-7-15,-1 2-1 0,4 0-2 0,4 0 6 16,0 2-1-16,8 1-1 0,1 3 0 0,0 0 2 0,-1-1-1 16,-4 3-1-16,-4-5-1 0,1 1-4 0,1 0 8 15,0 1-2-15,2 3 5 0,-4-1-6 0,3 2-4 16,7 3 4-16,-1-1-3 0,0 2 1 0,8 2 2 15,-11-2-2-15,-1 1 3 0,2 3 4 0,-10-2-1 16,1 4-4-16,-2 1 0 0,-3 0-6 0,-3 4 4 16,3-18 6-16,0 26-3 0,1 1 2 0,0 4 1 15,1 2-3-15,-3 0 2 0,-3 2-3 0,2-2-3 16,-6 2 0-16,-2-4-2 0,-1-2 11 0,-5-5-1 0,1-2-2 16,-4 2-1-16,-2-6-3 0,0 0 1 0,-7 0 7 15,0-5-4-15,-2 1 0 0,-2-3 3 16,-2-2-2-16,0-1 3 0,0 1-3 0,0-4 1 0,2 0-5 0,-2-1 2 15,1-1-2-15,-7-2 3 0,3 1 0 0,-3-4 3 16,1-1-2-16,-3-1 4 0,-1-2-1 0,0 2 1 16,2 2 2-16,0-1 1 0,-1 1 5 0,1-2-1 15,0 0 18-15,-2 0-8 0,-1 0-1 0,3-1-2 16,0-1-4-16,0 0-11 0,-1 0 6 0,1-1-8 16,7-7 5-16,2-5-9 0,0-11 2 0,0 2-3 15,0-6 4-15,2 4-6 0,2-4 0 0,-1-5-1 0,3 5 8 16,-1 0 0-16,1-2 3 0,3 6-5 31,-5-2-8-31,11 4 8 0,-4-2-7 0,-2 1 8 16,6 3-3-16,-11-2-6 0,5 5 6 0,6 2-6 0,-2-2 5 0,6 4 1 0,-5-2 0 0,1 1 0 0,0-1-1 15,2 0-1-15,3 4 0 0,-1-4 0 0,3 2 2 0,-1 0 1 16,3 2-1-16,0 0 1 0,0-1-1 0,2-1-1 16,2 4 0-16,3 0-1 0,5 0 1 0,1 3 1 15,-4-1-1-15,4 3 0 0,2 0 1 0,-3 2 3 16,-3-1-4-16,-3 1 4 0,-2-21-5 0,1 11-3 15,3 4 3-15,-1 8-4 0,1 0 5 0,-1 2 0 0,3 4 0 16,1-1 0-16,6 2 0 0,0 1 2 0,2 1-2 16,3 0 2-16,-3 1-7 0,3-1 4 0,1 0-1 15,-7-1 2-15,3 1 0 0,-8 0 1 0,6 1-1 16,0 1 1-16,2 0-2 0,-1-2 2 0,12 2-1 16,-7-1 1-16,3-1 4 0,4 0-8 0,-8-1 3 0,8 1-4 15,-4 0 7-15,-2-1 0 0,-1 1-3 0,1-2 1 16,-2 3-1-16,6-3 1 0,4 0-1 0,2 5 0 15,1-5 1-15,6-3-6 0,-4-1 9 0,-1-1-10 16,-3 0 6-16,-1 0 3 0,0 0-3 0,3 0 2 16,8-2-5-16,5 0 6 0,3-4-7 0,-3 2 6 15,0-2-7-15,1-1 5 0,-4 3 0 0,-1-2 2 16,5-1-2-16,-1-1-1 0,6-1 5 0,2-3-4 0,-4 3 1 16,2-2-1-16,-6 1-2 0,-1-1 1 0,-1 0 0 0,1-1 1 15,3 1-3-15,2 0 3 0,2 0 4 0,0 1-3 16,-7-1 4-16,-8 1-5 0,-2 1-4 0,-1 1 3 15,-3 1-3-15,3-1 4 0,1 3 2 0,2-1 2 16,-3-2-1-16,-5 1 1 0,-1 1-11 0,-8-2 8 16,-1 3-1-16,-4-1 5 0,-6-2 0 0,-3 1 4 15,-1 1-3-15,-1 0 4 0,-4 1 2 0,0-1 6 16,0 0 2-16,-4-1-1 0,0 1 2 0,1 0-9 16,-10 1 2-16,2-1-5 0,-6 2-8 0,8-2 1 0,5 2-6 15,2 1 3-15,4-1-21 0,0 2-189 16,5 0-117-16</inkml:trace>
  <inkml:trace contextRef="#ctx0" brushRef="#br0" timeOffset="35546.21">32499 8564 123 0,'0'0'39'0,"0"-1"6"0,0-1 43 16,0 0 8-16,-2-2-13 0,2 2-15 0,-2-7-26 15,0 0 3-15,0 1-7 0,0 3 1 0,0-3-14 16,1 5 3-16,-1-1-8 0,2 2 4 0,0 0-15 16,-2-2 5-16,2 3-8 0,-2-3 1 0,0 0 10 0,0 0-2 15,0 1 4-15,1-1 0 0,-1 0-2 0,0 2 7 16,0-1-6-16,0-1 6 0,0 0-11 0,0 1 3 15,1-1-4-15,-5-5 9 0,-1-3-6 0,-1 1-9 0,3 2 5 16,-3 0-6-16,1-1-5 0,1 3 11 0,2 1-11 16,1 1 6-16,-5-3 2 0,-1 7-9 0,2-3 6 15,-1 0-7-15,-1-3-2 0,-2-1 6 0,0 3-3 16,-4-3 1-16,0 5-2 0,2-1-3 0,-8 2 3 16,3 0-1-16,-1 2 11 0,-1 0-4 0,-1 0 6 15,1 2-13-15,-2 2 1 0,-1-1 3 0,1 3 1 16,7-2 6-16,-7 3-8 0,2 1 1 0,-1-1-3 0,-5 4 2 15,2-2 4-15,4 1-4 0,-1-1 5 0,1 0-4 16,5-1-4-16,-2 1 5 0,2-2-5 0,4 1 3 0,-2 1 4 16,4-1-3-16,-2-1 3 0,2 6-7 0,-1 2 4 15,1 2-4-15,2 5 4 0,-3-2-6 0,1 1 7 16,0 3-1-16,-2 4 2 0,1-4-8 0,1 7 2 16,0-1 1-16,-1-4 2 0,1 2 8 0,2-4-10 15,-3-2 3-15,3 2-5 0,1-1 7 0,-1-1-4 16,1 0 1-16,-1 1-4 0,1-3 4 0,1 2-2 15,-3-1 5-15,3 1-3 0,1 2 6 0,-11-2-9 16,2 4 1-16,4-1-5 0,3-1 2 0,1 5 9 0,3-3-3 16,0 4 7-16,0 2-4 0,0-1-5 0,2 6 0 15,0 2-2-15,0-2 3 0,0-1 0 0,0-3 4 16,0-1-1-16,2-3 5 0,0 3-5 0,0-6 3 0,2 0-2 16,1-2 6-16,1-5 4 0,-1-1-10 0,3 1 9 15,-1-2-8-15,3 3 7 0,-1-3-4 0,2-1 3 16,0 1-14-16,-7-2 12 0,14 0-4 0,1 0 6 15,1 1-7-15,5-3-2 0,-1-1 3 0,2-1-3 16,2-2 2-16,-1-2 5 0,-1 3-4 0,0-5 5 16,-5 1-3-16,-1-3 10 0,4 1-4 0,-1 11 4 0,-1-4-8 15,4-2 2-15,-6-5 1 0,1 0-1 0,7-2 2 16,-4-2-1-16,2 0-2 0,2-2 0 0,-2 0-1 16,-2-2-6-16,0-1 4 0,2-3-4 0,-2 1 7 15,0-1-6-15,0 1 2 0,4-4-3 0,0 0 0 0,2 0 2 16,-1 0 0-16,3-2 0 0,0-2 1 0,-1 2-4 15,4-2-1-15,-1 2-1 0,-1-2-7 0,-1 2 9 16,-4 0-2-16,-2 0 6 0,1-4-3 0,-2 2 0 16,-1 14 1-16,-6-20 1 0,-1 3 0 0,2-5 0 15,-1 1-4-15,-1 2 3 0,-2-5 1 0,-4-1-3 16,-4 0 5-16,1-5-5 0,-1 1 2 0,1-1 0 16,-3-1 3-16,1 2 0 0,-4-1 5 0,-1-1-8 0,1 1 0 15,19-3-1-15,-8 1 7 0,-6-1 5 0,-1 1-4 16,-4 0 3-16,-2-3-6 0,0 3-1 0,0-1 7 15,-2-1-5-15,-4 0 7 0,1-2-6 0,-1 0-4 16,-1-1 3-16,-1-1-2 0,1 0-3 0,-4-3 0 0,-1 1-1 16,1 2 6-16,0 4-2 0,0 1 1 0,0 5-2 15,-2-1-2-15,-2 2-3 0,0 4-1 0,13 2-1 16,-22-1-2-16,-4 5 2 0,2-1-1 0,0 4 0 16,0-1 2-16,-2 3-1 0,-3-2 4 0,-1 2-3 15,1 0 1-15,3 2-3 0,2 1-1 0,0 3-2 16,-2 1 1-16,2 1 6 0,-2 3-1 0,2 0 3 15,2-15-4-15,-2 6 0 0,2 4-3 0,0 3 2 0,0 2 1 16,3 2 0-16,-1 2 0 0,-4 2-3 0,-2 3 1 16,0 2-6-16,-3 3 7 0,3-1-6 0,2 2 4 15,0-11-73-15,0 29-13 0,-11 10-41 0,-8 17-245 0</inkml:trace>
  <inkml:trace contextRef="#ctx0" brushRef="#br0" timeOffset="38046.97">25954 13230 32 0,'-2'0'5'16,"0"2"4"-16,0 0 19 0,-2 2 2 0,-7 11 13 15,0 7-1-15,0-2-20 0,0 3 14 0,3-1-15 16,1 2 10-16,1 0-18 0,3 2 3 0,3 0-6 0,0 0 3 16,1-5-8-16,3 1 5 0,0-4-4 0,1 1 9 15,3 0-7-15,-1 1-6 0,4 2 2 0,1 1-1 0,-1-1 0 16,-4-2 9-16,2 1-5 0,3 1 12 0,-5-2 2 16,2 3-3-16,-1-3 3 0,-1 0-7 0,1-1 11 15,-1 1-4-15,0-1 5 0,3 0-8 0,-1-1 3 16,0-1-3-16,1 1 3 0,-1-1-4 0,2 2-1 15,2-1-6-15,-11 1 2 0,11-1-13 0,4 3 11 16,-3-1-2-16,3 1 5 0,2-1-5 0,-3 1-2 16,3-3 6-16,0-1-5 0,1 1 7 0,-1 1 18 15,-3-6-2-15,1 4 9 0,1-6 6 0,-1-2-11 16,2-1 3-16,1-1-8 0,4 0-9 0,0-1 4 0,6 1-11 16,-2 10 9-16,4-6-15 0,-1-5-1 0,3-6 2 15,5 0-1-15,-4 0-3 0,6-4 2 0,0 0-1 16,-4-1 2-16,4-4-5 0,-6-3 0 0,4-1-2 15,-2-1 1-15,0-1-6 0,4-2 5 0,-2 0 0 0,0 1 3 16,-2-3 3-16,-2 0-1 0,4-1-1 0,6-2 1 16,-4 3 3-16,-4 1-8 0,-4 1 7 0,-3 0-6 15,2-1 15-15,-1-1-9 0,-1 0-3 0,-4 3 1 16,-2 12-1-16,-2-16 12 0,-1-1-6 0,-7 1 7 16,3-3-5-16,-8-1 8 0,1 0 4 0,-5-6 0 15,1-3-6-15,-4-2 1 0,0-4 1 0,20 2 2 0,-11 1 11 16,-5-3-5-16,-5-3-3 0,-1 1 1 0,-3-4-4 15,-3 6 2-15,-3 2-1 0,-2 2 0 0,0 0 4 16,-4-1-2-16,-2 3-4 0,0 1 0 0,15 1-8 0,-29 1-4 16,5 0 6-16,-6 1-6 0,-1-3 0 0,1-1-5 15,-7 1-3-15,0-1 1 0,0-1 6 0,0 5-9 16,0-5 5-16,-1 6-6 0,-1-1 2 0,-2-3-5 16,-2 6 0-16,1 0-1 0,1 4 4 0,-5 1 1 15,2 3 1-15,-6-1 0 0,1 6-2 0,-1 0 1 16,-1 6-2-16,-1 1 3 0,-4 2-4 0,6-22-3 15,2 12-2-15,2 8 3 0,5 6 9 0,0 0-4 0,-1 4 6 16,1 1-6-16,0 1 3 0,3 3-1 0,1 2-4 16,0 2 2-16,1 2-3 0,-1 0-1 0,0 4 2 15,4-1-3-15,9-3-5 0,-2-8 4 0,4 19-13 16,0 0 6-16,-4 8-50 0,0-3-39 0,4 5-10 16,0 6-14-16,-4-1-75 0</inkml:trace>
  <inkml:trace contextRef="#ctx0" brushRef="#br0" timeOffset="39595.17">8391 13943 286 0,'0'0'32'0,"-2"-2"53"15,0 1-7-15,0-1-34 0,0 0 18 0,1 0-28 0,-1 0-6 16,0 0-3-16,0-1-7 0,2-1 6 0,0 0 0 15,0 0-16-15,0 3 5 0,0-1-9 0,0 0 13 0,0 0 9 16,0 0 0-16,0 0 3 0,0-1 1 0,0 1-1 16,0 0-5-16,0 0 1 0,2 0-16 0,0 0 3 15,0 0 4-15,-1 1-2 0,1-1 2 0,0 0 6 16,0 0-2-16,0 0 4 0,0 0 1 0,0 2-4 16,-1 0 0-16,1 0-1 0,0 0-4 0,2 2-7 15,0 0 3-15,-1 2-5 0,1-1 0 0,2 5-5 0,3 5 1 16,0 2 0-16,-1-2 4 0,-3-2-5 0,1 0 2 15,-1-2-1-15,-1-1 3 0,0 1-3 0,-3-3 5 16,1-3-4-16,0 1 3 0,-2-2 10 0,0 0 1 16,6 1 6-16,3 3 18 0,2 0-15 0,4-3 6 0,0-1-10 15,5-4 3-15,-1-3-4 0,5-8 0 0,6 2-1 16,3-27-3-16,8-4-8 0,2-7 1 0,9-8-2 16,2-8-6-16,1-2 9 0,10-5-8 0,-7-3 8 15,-1 7-17-15,-7-3 5 0,1 6-2 0,-1 9 3 16,-2 4 2-16,2 4-28 0,2 5-7 0,4-1-18 15,-2 3-98-15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6:20:13.9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912 11593 289 0,'0'0'0'0,"-2"-2"9"0,0 0 97 0,0 0-21 0,0 0 2 16,1 0-44-16,-1 1-14 0,0-1-16 0,0 0-2 0,0 0-1 15,0 0-4-15,0 0-4 0,1 0 0 0,1 2-1 16,0 0 3-16,0 0-2 0,0 0 3 0,0 2-2 16,0 0 5-16,0 0-4 0,1 2-1 0,5 14 0 15,1 10 3-15,1 2 0 0,-1 5 1 0,-1 2-1 16,-1 6 1-16,3 0-7 0,-1 3-1 0,1 4-3 0,1-2 3 15,-2 6-3-15,3-5 6 0,-1-3-3 0,-2-1 12 16,1-1-11-16,-3-5 0 0,1 0-3 0,0 0 3 16,-1 0 2-16,1-4 0 0,-1 3 2 0,1-3 1 0,-1 0-3 15,1 0 3-15,1-1-4 0,-1-6-6 0,1-1 13 16,-1-1-10-16,0-1 11 0,-1-7-5 0,1-1 7 16,-1-4-2-16,-1-6 2 0,2 3-7 0,-5-7 7 15,-1-1 3-15,4 2 1 0,4 1 25 0,-3-1 4 16,4 0 7-16,3-2-5 0,-1-2-8 0,2-2-11 15,-4-2-1-15,2-3-3 0,-3-25-2 0,-1-3-2 16,8 0-3-16,-6-6 2 0,4 0-1 0,0-4-5 0,-2-3 7 16,2 0-8-16,8-6-4 0,1 0 7 0,2-5-11 15,-3-6 10-15,3-2-16 0,-2-4 2 0,-2-3 1 16,3 2 0-16,-5 3 0 0,-1 4 5 0,0 7-5 16,-4 6 4-16,1 6-6 0,-1 3 2 0,-1 6 3 0,-1 4 0 15,-2 1-2-15,-3 8 1 0,-1 4-2 0,-1 7 1 16,0 1 2-16,-1 3-14 0,-1 4-2 0,0 3-7 15,2 0-19-15,-2 2-10 0,1-2 3 0,-1 2-5 16,2 0-5-16,0 2-69 0,-1 2-29 0</inkml:trace>
  <inkml:trace contextRef="#ctx0" brushRef="#br0" timeOffset="330.4">1720 12592 832 0,'0'0'19'0,"0"0"-3"0,0 0 15 16,0-2-4-16,-2 0-1 0,2 0-20 0,0 0-2 0,0 0-2 16,0 0 0-16,0 1-2 0,0 1 0 0,0 0 0 15,0 0 0-15,0 0 0 0,2 1-2 0,-1 1 6 16,1 2-4-16,2 7 4 0,3 13-6 0,1 4-4 15,-3 4 1-15,1-3 3 0,-2 9 2 0,-2 1 2 16,-2 0 0-16,0 0 0 0,0-6 4 0,-2-5 1 0,0-8 1 16,0 1 0-16,0-8-3 0,0-2-2 0,2-2 2 15,0-3 8-15,0-1-4 0,0-1 0 0,0 0-2 16,0-1-7-16,0 1-1 0,0 0-3 0,2-2 0 16,0 0-6-16,0-1-1 0,2-1-5 0,14-3 1 15,1-7-19-15,-1-3-114 0,3-7-5 0</inkml:trace>
  <inkml:trace contextRef="#ctx0" brushRef="#br0" timeOffset="558.23">1775 11860 1067 0,'0'-2'15'0,"-2"0"-3"0,1 0 11 0,-1-1 1 16,0-1-6-16,0 0-23 0,0 1 1 0,0-1-5 16,0 0 4-16,1 2-16 0,1 0 0 0,0 1-7 15,1 1 4-15,1 0-16 0,0 0-179 0,2 1-22 16</inkml:trace>
  <inkml:trace contextRef="#ctx0" brushRef="#br0" timeOffset="812.74">2362 12094 963 0,'0'0'10'0,"0"-2"-1"0,-2 0 6 16,2 0-1-16,0 1-1 0,0-1-13 0,0 0 2 15,2 0 1-15,0 0 1 0,2 0-4 0,9-5 1 16,13-6-5-16,3 2 4 0,1 1-4 0,-2 3 1 16,5 1 2-16,-3 3-2 0,2 1-2 0,-1 0 0 15,-3 0 2-15,-2 0-2 0,0 0 1 0,-6 1-7 16,5-3-5-16,-5 0 1 0,-5 0-10 0,1 1-87 0,-1-1-13 16,0 0-36-16,-6 1-137 0</inkml:trace>
  <inkml:trace contextRef="#ctx0" brushRef="#br0" timeOffset="985.89">2520 12413 913 0,'0'0'25'16,"0"0"-2"-16,0-1 10 0,0-1-5 0,0 0-4 0,0 0-20 15,2 0-3-15,0 0 6 0,11-5-4 0,20-10 6 16,10 0-10-16,5 3 0 0,4 1-6 0,9 0-13 15,6 0-39-15,4 0-167 0</inkml:trace>
  <inkml:trace contextRef="#ctx0" brushRef="#br0" timeOffset="2171.88">13428 9834 90 0,'-2'0'0'0,"0"2"1"0,1 0 5 0,-5 2-6 16,-13 14 5-16,3 8-2 0,-1 2-7 0,-2 2 7 0,-1 1-6 16,3 3 5-16,2 3 9 0,1-2-9 0,1 2 8 15,-2 4-7-15,4-4 8 0,-1 4 7 0,3-2-1 16,2 2 13-16,-1 0 6 0,3-4-4 0,1 0 4 16,2-7 0-16,0 0-22 0,-16-1 11 0,7 1-15 15,5-2 6-15,4 2-12 0,2-1-1 0,4 1-3 16,1 0 1-16,3-1 3 0,3 3-2 0,2-2 4 15,2-1 5-15,2 1 0 0,1 0 4 0,-12 1-1 0,20-1 15 16,0 2-15-16,0-1 4 0,5-3-7 0,3-2 7 16,-3-5-5-16,10 3 5 0,-2-6-6 0,2 1 0 15,5 3-5-15,-5-7-2 0,0-2 2 0,0 2 5 0,-4-8-5 16,4-3-2-16,-4 1 0 0,-2-3-5 0,2 0 0 16,1 20 6-16,1-10-4 0,3-7 4 0,-1-5-2 15,4-2-5-15,-1-3 1 0,4-5-2 0,-1-1 6 16,-1-2-1-16,1-2 2 0,-3-1-8 0,3-3 2 15,-6 1 1-15,-6-1 0 0,-2-1 6 0,-9 16-6 16,2-18 1-16,-3-1-3 0,-1-1-1 0,-3 2 5 0,-1-2 4 16,-5-2 1-16,0 0 5 0,-2-2 19 0,-1-2 2 15,-1 2 9-15,0-1 20 0,-1-3-26 0,-3-1 4 16,-3-1-11-16,2-3-6 0,-1 0 2 0,-1-2-6 16,2-6 5-16,-2-1-10 0,24-6 3 0,-13-5-1 15,-8 1 1-15,-5 0-5 0,-1 0-1 0,-3 3-4 0,-2 1 3 16,-3-2 2-16,-2 5 2 0,0 5 0 0,-2-1-1 15,0 3-5-15,-2 3 15 0,-2 0-4 0,-1 3 7 16,-3 1-8-16,19 0-3 0,-26 1-1 0,-1 3-2 16,-7 3-9-16,-1 2-16 0,-7 6-2 0,-3 1-5 15,-1 6-10-15,-4 7-28 0,-2 1-4 0,-5-23-11 0,-4 17-49 16,0 11-208-16</inkml:trace>
  <inkml:trace contextRef="#ctx0" brushRef="#br0" timeOffset="3373.15">10416 13388 450 0,'-1'-2'49'16,"-12"-3"93"-16,-13-8-95 0,5 2-16 0,1-1 3 16,-1 1-8-16,-1 0-4 0,2 2 1 0,-3-2-8 0,3 1 5 15,-2 3-6-15,1 0-10 0,-1 1 4 16,0 0-7-16,-1 3-4 0,1 1 8 0,-2 0-2 0,0 2 4 15,-2 0-3-15,-4 0-4 0,-1 0 2 0,-10 2-2 16,-2 0 11-16,2 1-7 0,2 3 1 0,4 0-4 16,-2 1-9-16,-4 2 9 0,-4 2-5 0,6-1 6 15,-1 3-2-15,2-2-6 0,-1 4 7 0,4 1-6 0,-2 5 5 16,4-1-1-16,-1-10-4 0,1 16 2 0,1 3 2 16,-3 5 1-16,1 1 0 0,-5 0 0 0,-3 1-3 15,1-1 3-15,4 2 4 0,2-2 0 0,3 0-3 16,2 1-3-16,-1-5-3 0,7 3 2 0,-4-3 3 0,4 3 0 15,3 1 1-15,3 2 1 0,1 0-1 0,4 0-4 16,0 1-3-16,0 1 0 0,5-2 5 0,5 7-7 16,1 3 6-16,-20-6-8 0,7 7-2 0,9-4-1 15,4 1 1-15,4 1-1 0,2-5-5 0,3-4 9 16,4 2-4-16,1-7 6 0,1 1-1 0,3-1-5 0,1-4 7 16,-8 1-4-16,21-3 8 0,2 2 10 15,7-5 0-15,-6-1 7 0,10-4 1 0,-1-3-5 0,3 0 1 16,-2-2-1-16,-4 0 5 0,-2-4-6 0,0 1-2 15,0-3 0-15,2-1 6 0,0-1-10 0,2-3 7 16,3 0-8-16,1 0 6 0,7 24-6 0,7-11-2 0,-1-10-1 16,1-3-4-16,3-2 5 0,-10-4 0 0,3-3 1 15,1-2-7-15,-8-1 4 0,2-1-1 0,-3 0 2 16,1-4 0-16,0-1 4 0,-1-1-3 0,5-2 4 16,-4 1-9-16,6-3 4 0,-6 1-4 0,2-2 5 15,2-4 3-15,-5 3-3 0,-1-1 1 0,-5 20-2 16,-6-23-2-16,-3-3 2 0,-4-2 3 0,-2-3 0 15,-4 0 10-15,-3-4-11 0,-1 0 13 0,-5 2-12 16,0-4 26-16,-4-2-9 0,-1 2 5 0,-3 0-3 0,-1 2 17 16,18 2-4-16,-9-2 3 0,-7 0-3 0,-4 2-1 15,-2 0-8-15,-4 0-10 0,-1 2 4 0,-3-3-13 0,-1 3 3 16,-2 0 2-16,-4 0-1 0,-2 1-10 0,-1-3 6 16,-1 0-5-16,17-2 5 0,-20 4-7 0,-8 1 1 15,-1 1-1-15,1 7 0 0,-9-2-3 0,0 8-12 16,2-1 3-16,-2 6-7 0,-2 4-1 0,0 6-29 15,-2-20 4-15,-3 12-16 0,5 10-23 0,-2 6-47 16,-1 9-14-16,1 6-18 0,0-10-115 0</inkml:trace>
  <inkml:trace contextRef="#ctx0" brushRef="#br0" timeOffset="4280.53">13814 14415 412 0,'-2'0'59'16,"-1"0"19"-16,-34-9-17 0,-1-3-49 0,-2 5 12 0,2 3-18 15,-2 4 2-15,-3 4-1 0,0 3 0 0,-3 3 2 16,5 3 2-16,0 3 3 0,4 5-2 0,4-12 2 0,-1 23-4 16,1-3 5-16,1 1-5 0,4 0 8 0,0 1-8 15,1 1 4-15,1 0-5 0,0 1 1 0,3 2 0 16,1 1-6-16,0 1 4 0,3 2 1 0,-3-2-3 16,1 0 2-16,-1 6-4 0,2 1-7 0,7 8 2 15,-2 2-2-15,13 0 2 0,-7 2 0 0,0-3 4 16,1-1-3-16,-3-1 2 0,5-5-10 0,5-1-1 15,-24-3 6-15,14 3-5 0,8-3 0 0,3 5-5 16,0 1-6-16,5 2 3 0,3 2-2 0,5 4 5 0,1-2-3 16,3 0 1-16,4 3-3 0,1-3 14 0,2 0 0 15,-2-6 2-15,0-5-17 0,-20-4 15 0,24-6 0 16,-2 1 4-16,4-3 4 0,0-3 15 0,4-4-4 16,-1-3 10-16,5-3 12 0,-3 1-4 0,4-4-7 15,4-2 1-15,5-2-20 0,-1-2 14 0,7-3-6 0,-4-4 7 16,1 22-11-16,8-11-5 0,-1-10 8 0,1-4-7 15,3-5 4-15,-10-3-9 0,4-4 2 0,-2-2-3 16,-2-2 13-16,6-5-10 0,-3 0-2 0,3-3-2 16,0-1 0-16,-1 0 0 0,-1 25 6 0,-2-29-3 15,0-5 5-15,-7-1 1 0,-1-5 2 0,-10-1-1 16,-3-5-6-16,-3-6 13 0,-2 2-9 0,-2-6 11 0,-1 3 0 16,-7 6 8-16,1-4 10 0,-4 2-3 0,-4 1 26 0,-5-1 4 15,-2-2-4-15,24 0 4 0,-15-7-9 0,-7-4-7 16,-6-4 3-16,-5-4-6 0,-5 3-11 0,-1 1-5 15,-1-2-2-15,-3 8-1 0,-2 1-17 0,-1 3-1 16,-1 5-6-16,-3 2 2 0,21 0-24 0,-36 5-10 16,1 0-8-16,-8 1 0 0,-2-3-33 0,-8 7-66 15,-9-1-15-15,-4 11-27 0,-7 11-147 0</inkml:trace>
  <inkml:trace contextRef="#ctx0" brushRef="#br0" timeOffset="11626.64">3335 11164 68 0,'0'0'19'0,"0"0"8"0,0 0 24 0,0-2 9 0,-2 0-14 16,0 0-12-16,0 0-16 0,1 1-1 0,-1-1 3 15,0 0-2-15,0 0 3 0,0 0-10 0,0 0 10 16,0 0-3-16,1 1-2 0,-1-1 9 0,0 0-7 15,0 0 6-15,0 0-16 0,0 2 4 0,0 0-7 16,1 0 4-16,-1 2 0 0,0 0 1 0,0 0 1 0,0 1 1 16,0 1 1-16,0 5-2 0,1 8 2 0,-1 2-6 15,0-1 1-15,2-3-2 0,0 4 2 0,0 1 1 16,2 0-5-16,0 3-2 0,1-1 0 0,1 2-1 0,0 2 4 16,1 2 1-16,-1 0-1 0,0 2-8 0,1 1 8 15,-1 1-3-15,2 3 8 0,-1 2-1 0,1-2-7 16,-3 6-2-16,-1 0 0 0,0 0-4 0,0 3 15 15,-2-1-5-15,0 0 6 0,2 0-13 0,0-6-2 16,0-4 3-16,1-5-1 0,-1-4 4 0,2-2 5 16,0 1-6-16,-1-1 5 0,1-2-7 0,0-1 5 0,1-2-2 15,1-1 4-15,-1 1-7 0,3 0 0 0,-1-2 8 16,-1-2-3-16,1 0 10 0,-1-2-15 0,-1-2 5 16,1 0-7-16,-2-1 14 0,-3-4 9 0,1-1-2 15,2 1 5-15,0 0-2 0,-1-1 34 0,1-1-10 0,0 0 16 16,0 0-21-16,-3-2-9 0,1 0-9 0,0 0 2 15,0-2-22-15,0-2 3 0,7-10 1 0,6-16 0 16,-2 0-4-16,2-5 1 0,0-8-3 0,1-5 3 16,1-2 1-16,2-8-5 0,-1 2 3 0,1-3-3 15,-1 0 6-15,-1 3-6 0,2 2 3 0,-4 4-4 16,-2 4 5-16,0 1-4 0,-4 4 1 0,0 2-2 16,0 4 4-16,-1-2-3 0,-3 1 4 0,1 5-4 0,-2-3 5 15,-2 5 2-15,-1 3-4 0,1-2 2 0,0 6-11 16,-2 1 3-16,0 3 1 0,0 5 2 0,0 2 3 0,0 3-19 15,0 3-6-15,0 1-7 0,0-2-30 0,2 3-60 16,0-1-13-16,0 2-22 0,0 0-102 0</inkml:trace>
  <inkml:trace contextRef="#ctx0" brushRef="#br0" timeOffset="12293.59">3951 11580 305 0,'0'0'22'16,"0"-2"0"-16,0 0 25 0,0 0-19 0,0-2 11 15,0 1-26-15,0 1-17 0,2-6 7 0,0 1-11 16,0 1 2-16,0 3 6 0,2-3 2 0,-3 2 1 15,3 1 0-15,0 1 2 0,0-2-8 0,-1-1 6 0,-1 1 7 16,2-2 21-16,1-1 15 0,-1 1-1 0,2-3 34 16,-3 0-31-16,-1 3 3 0,0-1-13 0,0 1-14 0,-2 1 5 15,0-1-12-15,0 0 9 0,0 1-20 0,0-1 0 16,0 1-3-16,0 3 1 0,0-2 2 0,0 2-10 16,0-3 6-16,0 1-8 0,0 0 4 0,0 1 2 15,0-1-1-15,0 2 1 0,0 0-3 0,0 0 8 16,0 0-1-16,0 1 3 0,0-1-11 0,0 0 3 15,0 0-1-15,0 0 1 0,0 0-5 0,0 0 3 16,0 1-2-16,0-1 2 0,0 0 1 0,0 0-3 16,0 0 5-16,0 2-4 0,0 0 6 0,0 0-3 0,0 0-4 15,0 0 1-15,0 0 0 0,0 0 1 0,0 0 1 16,0 0-1-16,0 0 7 0,0 0-4 0,0 2-2 16,0 0-1-16,2 0 2 0,0 0-2 0,0-1 3 15,-1 1-4-15,1 0 3 0,0 0 2 0,0 0 1 0,0 0 1 16,0 0-1-16,0-1-5 0,-1 1 2 0,1 0-4 15,0 0 6-15,0 0 0 0,0 0 3 0,0 0-3 16,-1-1 5-16,1 1-7 0,0 0 1 0,0 0-2 16,0 0 3-16,0 0-3 0,0 0 2 0,-1-1-2 15,1 1-1-15,0 0 11 0,0 0-11 0,0 0 9 16,0 0-14-16,0 0 8 0,-1-1 2 0,1 1 2 0,0 0-6 16,0 0 0-16,0 0 2 0,0 0 0 0,0 0 2 15,-1-1 5-15,1 1-11 0,0 0 7 0,0 0-3 16,0 0-7-16,0-2 10 0,-2 0-9 0,0 0 13 0,0 0-4 15,0 0-1-15,0 2-2 0,0-2-4 0,0 0 4 16,0 0-5-16,0 0 4 0,0 0-10 0,0 0-14 16,0 0-9-16,0 0-16 0,0 0-167 0</inkml:trace>
  <inkml:trace contextRef="#ctx0" brushRef="#br0" timeOffset="14202.87">4215 11806 247 0,'0'0'54'0,"0"0"4"0,0 0 58 0,0 0-31 0,0-2 19 15,-2 0-47-15,0 1-19 0,0-1 1 0,1 2-6 16,-1 0-3-16,0 0-13 0,0 0 3 0,0 0-6 16,-2 0-2-16,1 2-3 0,-5 1-7 0,-1 3 3 15,-4-2-2-15,2 12-7 0,2 5 11 0,1-3-10 16,1 3 12-16,-1 1-7 0,3-3-2 0,-1-3 0 15,2 7-4-15,3-5 7 0,-1-1-6 0,0 0 4 16,-7-6-5-16,1 2 11 0,3-2-4 0,1 0 5 0,2-2-10 16,0 2-1-16,2 1 2 0,0-1-1 0,0 2-2 15,2 0 2-15,2 2 0 0,1 1 0 0,1 1 7 16,1 3-5-16,1-1 5 0,-1 0-6 0,-1-3-4 0,-3-1 4 16,1 0 1-16,-2-2 1 0,0 0 3 0,0 0 0 15,0 0 2-15,-2-2 0 0,0 0 12 0,0-1 44 16,-2-1-22-16,-2 2 27 0,-2-2-40 0,-1 1-8 15,-8-1 4-15,-9-2-6 0,-4 2 3 0,4-1-7 16,-2-3 5-16,4 1-6 0,-2-4 6 0,3 0-14 16,-1 13-1-16,3-6-2 0,1-2 7 0,5-3-7 0,0 0 1 15,0-2-4-15,7-2-2 0,-1 0-1 0,5 0-5 16,-2 0 2-16,1 0-13 0,-1 0-15 0,0 0 2 16,2 0-10-16,0-2-17 0,1 0-39 0,1 0-25 0,1 0-13 15,3-3-180-15</inkml:trace>
  <inkml:trace contextRef="#ctx0" brushRef="#br0" timeOffset="14486.14">4624 11667 844 0,'0'0'11'0,"0"0"-1"0,-2-2 12 16,0 0-7-16,2 0 2 0,0 1-14 0,0-1 0 16,0 0-1-16,2 0 0 0,0 0-4 0,1 0 3 15,14-3 2-15,3-1 1 0,3 1 7 0,-1-1 0 16,2 0 0-16,0 1-1 0,0-1-5 0,4-3 0 16,0 0 4-16,4-1-3 0,-1-1 6 0,1 0-12 0,-1 0-2 15,-1 0-3-15,2-2 7 0,1 0-9 0,-3 2 0 16,-4-2-7-16,-4 2-9 0,0-2-16 0,-1 1-33 15,-5 1-4-15,1 9-192 0</inkml:trace>
  <inkml:trace contextRef="#ctx0" brushRef="#br0" timeOffset="14954.69">5298 10926 717 0,'-2'-2'25'0,"2"0"27"15,-13-16 3-15,3 3-3 0,3 0-4 0,1 4-1 0,3 2-29 16,-1-1-3-16,0 3-2 0,2 1 1 0,1 3-4 16,1 1-16-16,0 0 0 0,-2-2-6 0,0 1-2 15,0 1-8-15,0 0 7 0,2 0-6 0,0 2 10 0,0 0-2 16,2 2 6-16,0 2-3 0,3 10 9 0,5 16 6 16,-5 2-10-16,1 3 9 0,-1 4-2 0,1 2 4 15,1 2 2-15,3 5-2 0,-3-5-10 0,2-1 10 16,-1-1-1-16,-3-6 5 0,1-1-8 0,-1-5 5 15,1 1-1-15,0-6 4 0,-1 0 4 0,1-1 4 16,1-3-3-16,1 1 4 0,-3-5-2 0,1 1 2 16,-1 0 4-16,1-4-3 0,-1 0-11 0,-1-2-1 0,2 0 0 15,-3-2 2-15,-1-3 6 0,0-1-2 0,-2-3 1 16,2 2 1-16,0 0 13 0,0-1 28 0,0-1-11 16,-1 0 14-16,1-2-36 0,0 0-8 0,0-2-4 15,0 0 0-15,2-9-7 0,1-15 8 0,1-2-3 0,-3-1 3 16,1-3-13-16,0-1 2 0,0-3 2 0,1-4 0 15,1-3-2-15,-1-4-2 0,3 1-1 0,-1 3 0 16,2 1 2-16,1 3-1 0,-1 3-2 0,0 5-1 16,-1 7-1-16,-1 1 2 0,1 3 2 0,-3 3-1 15,1 4-6-15,-1 4 1 0,1 0-7 0,-2 3 5 16,-3 2-11-16,5 1-18 0,5 1-4 0,0-7-14 16,4 1-100-16,2 3-145 0</inkml:trace>
  <inkml:trace contextRef="#ctx0" brushRef="#br0" timeOffset="15249.14">6074 11394 954 0,'-2'0'55'0,"0"-2"131"0,-2 2-177 0,-11-5-3 0,8 3 1 16,3 2-2-16,2 0-2 0,-3 0-7 0,-1 2 3 15,1 1-5-15,3 5-2 0,-2 18 6 0,-2 3-4 16,-12 3 5-16,5 1 8 0,5 6-10 0,5-1 2 16,1 1-7-16,0 1 0 0,2 3 11 0,4 2-2 0,1-1 5 15,5 3-13-15,1-1 10 0,0 0-4 0,4 1 6 16,0-3-8-16,-2-5 4 0,3 0 0 0,1 0 3 16,-2-3-2-16,0 1 8 0,-2-4-4 0,2 4 5 15,-1 1 0-15,-2-5-6 0,-3 0 4 0,0-1-5 16,-1-2 5-16,-3-1-1 0,-1-1 0 0,-2 0-1 0,0 0-3 15,-2 2-4-15,-4-1-4 0,-4-1-1 16,-1 0-20-16,-2-6-138 0,9 4-30 0</inkml:trace>
  <inkml:trace contextRef="#ctx0" brushRef="#br0" timeOffset="15421.65">5621 12064 1163 0,'9'-16'17'0,"11"-44"8"0,43 1 16 0,27-1-4 0,8-1-10 15,13 7 2-15,3-1-28 0,1 3-23 0,15 3-17 16,15 5-34-16,5 1-374 0</inkml:trace>
  <inkml:trace contextRef="#ctx0" brushRef="#br0" timeOffset="19281.47">10251 10904 256 0,'0'0'-12'0,"0"0"15"0,0 0 18 0,-2 0 12 0,1 0 14 16,-1 0-5-16,0 0-8 0,0 0-17 0,-2 0 11 15,1 0-21-15,-1-2 9 0,0 2 1 0,0-2 2 16,1 2 0-16,-5-2 6 0,1 0 1 0,1 2 2 16,-3-1 5-16,2-1-5 0,-3 0 4 0,3 0-7 0,-2 0-3 15,1 0-1-15,1 0-7 0,-1 1 4 0,1-1-3 16,-1 0-9-16,1 0 7 0,-2 0-9 0,1 0-6 0,1 0 4 15,-2 1-4-15,-1-3 4 0,3 2 2 0,-2 0-1 16,-1 0 0-16,-1-1-1 0,4 1-1 0,-1 0-2 16,-3 0-2-16,2 0 0 0,-6-2 7 0,0 1-5 15,4 1 5-15,-6-2-6 0,-1 0 3 0,-3 1-1 16,3-1 1-16,1 2 0 0,0 0 11 0,4 0-14 16,-5 1 8-16,3-1-9 0,0 0 11 0,-2 0-4 15,2 2-4-15,-1 0 0 0,-3-2 8 0,3 2-6 16,-1 0 5-16,6 0-7 0,-2 0 2 0,-4 0-7 0,4 0 5 15,-2 0-6-15,4 0 7 0,2 0-1 0,-2 2 0 16,-1 0-1-16,1 0 1 0,2 0 3 0,-2-1-4 16,0 3 1-16,0 0-11 0,-2 0 6 0,-2 1 1 15,0 1 1-15,-2 1 4 0,0 2-3 0,1 1 4 0,-3 1-3 16,2 0 6-16,-1 2-10 0,-1 0 2 0,3-11-5 16,-3 15 8-16,0-4 2 0,1 5 1 0,1 1-1 15,0-4-5-15,-1 7 5 0,-3-5-5 0,3-1 6 16,1 3 0-16,2-2-4 0,2 3-1 0,-5-1-2 15,3 5 4-15,2 0-8 0,0-2 9 0,6 0-9 16,-5 1 7-16,-2-7 1 0,4 5-2 0,-3 1 2 0,4-3-3 16,3 3 5-16,-5-2-3 0,4 3 3 0,-1-3-7 15,-3 0 3-15,4 3-1 0,-6-3 3 0,-2 4-3 16,2-1 4-16,-6 1 4 0,8 0-1 0,0 2-3 0,4-2 13 16,1 4-13-16,1 0 13 0,-1 0-20 0,0 3 6 15,3-3 4-15,-16 4 0 0,6 1 1 0,6-2-6 16,3 1-4-16,0-2 2 0,4 1 11 0,2-1-6 15,0 0 3-15,4 1-5 0,1-1 0 0,0 0-2 16,3 1 2-16,-1-3 0 0,2 0 13 0,2 0-13 16,0 0-2-16,2 0-3 0,0 1-3 0,2 1 3 15,-14 0 4-15,18-2-2 0,5 1 10 0,-2-3-6 0,-4 2 4 16,4 2-6-16,-5 1-4 0,0-1 6 0,1 2-3 16,-3-1 3-16,1-3-2 0,-1 0 5 0,-2-6 2 15,1 2 2-15,1-1 3 0,2-1-10 0,-1 2 5 16,3-4-6-16,-1 1 9 0,1-4-4 0,3-1 0 15,0 3-3-15,2-2-6 0,0-1 6 0,0-5-2 0,4 1 2 16,-1-1-2-16,5 0 3 0,5 0-3 0,0-5 1 16,0 1-8-16,2-3 16 0,-2-2-8 0,-1 1 11 15,5 21-11-15,-4-12-4 0,-4-7 11 0,1-5-9 16,-3 0 4-16,-1-4 0 0,-1 1-1 0,3-5 2 16,1-1 1-16,-2 0 3 0,1-2-9 0,3-4 5 15,4 0-10-15,-4-2 6 0,8-5 4 0,-3 20-2 0,-1-28-2 16,-2-3 1-16,-2-1 0 0,2-3 1 0,-2 0-2 15,-3-2 4-15,-1 0-4 0,-7 0 4 0,0 0 1 0,-2 2-1 16,-3 0-5-16,-1 0 1 0,-1-2 0 0,-3 2-2 16,1-4 10-16,-4 4-9 0,-4 0 1 0,-1-2 1 15,-1-2 4-15,-3-6 1 0,-2 1 6 0,24-8 8 16,-13 0-8-16,-8-3 9 0,-5-3-4 0,-1 3 7 16,-7 1-2-16,1 4 3 0,-4-2-11 0,-2 2 14 15,-4 0-1-15,-2 0 5 0,-1 0-2 0,-2 0 8 16,-6-5-7-16,20-3 7 0,-31-5-12 0,-5-3-8 15,-3 1 5-15,3 0-7 0,-8 6 1 0,-4 5-12 16,0 8 1-16,-1 1-3 0,-3 6 3 0,1 4-27 0,-2 2 3 16,-6 5-12-16,-7 2-5 0,-12 4-34 0,-10 6-27 15,-12 6-5-15,-9 11-124 0</inkml:trace>
  <inkml:trace contextRef="#ctx0" brushRef="#br0" timeOffset="33561.98">1675 13743 217 0,'0'0'0'0,"0"0"4"0,0 0 37 0,0 0-20 16,0 0 0-16,0 0-33 0,0 0-4 0,0 0-60 16,0 0 7-16</inkml:trace>
  <inkml:trace contextRef="#ctx0" brushRef="#br0" timeOffset="34059.97">1684 13733 94 0,'0'0'25'0,"0"0"0"0,0 0 13 15,0-1-5-15,0 1-3 0,0-2-18 0,0 0-13 0,0 0 4 16,0 0-5-16,0 0 4 0,0 0 8 0,0 1-9 16,-2-1 9-16,1 0-10 0,-1 0 6 0,0 0 4 15,0 0 1-15,0 0 16 0,0 1 20 0,0-1 2 16,1 0 7-16,-1 0 3 0,0 2-8 0,0 0-1 0,0 0-3 16,0 0-17-16,0 0 1 0,1 0-9 0,-1 0 6 15,0 0-24-15,0 0-3 0,0 0 5 0,0 0-4 16,0 0-1-16,1 0 9 0,1 0-6 0,0 0 8 15,0 0-3-15,0 0-8 0,0 0 4 0,1 0-5 0,1 0 9 16,0 0 6-16,2-2-4 0,3 0 3 0,12-3-5 16,1-3-4-16,3 3-5 0,1-1 0 0,2 1-2 15,3-3-2-15,5-1 6 0,7 0-4 0,0-1 0 16,7-1-1-16,0 0 2 0,-1 2 0 0,5-2 2 0,-1-2 0 16,3-2 0-16,-2 0 0 0,0-2 4 0,-2 2-4 15,6-3 0-15,4 1-1 0,3 0 2 0,11-1-2 16,2 1 3-16,9-1-3 0,-1-1-1 0,-4-1 2 15,2-1 0-15,-8 3 1 0,2-1-4 0,4-1 1 16,7-3 1-16,-2 5 2 0,6-3 5 0,6 1-5 16,-6 1-2-16,2 1 0 0,-6-1-2 0,-5 2 0 0,9 1-1 15,2-3 3-15,-1 4 7 0,9-1-4 0,-7-1 1 16,-3 0-3-16,0 1 2 0,-7-3-3 0,-1-3 3 16,5-1-3-16,8 1 0 0,3 0 8 0,-3 0-7 15,-3-1 6-15,-9-3-6 0,-6 0 0 0,0 2 0 0,0 2 0 16,1 1 2-16,1-1-5 0,2 2 8 0,-2-3-8 15,-8 3 2-15,-7 1 1 0,-7 3 1 0,-10 3 2 16,0 0 2-16,-5 2-3 0,-4 3 2 0,-4 1-2 16,-1 1-3-16,-6 2 2 0,-2 1-3 0,-8 1 2 15,4 0-2-15,-3 0 6 0,-8 2-5 0,-3 0 5 16,-7 0-14-16,3 0-2 0,0 0-8 0,0 0-1 0,-3 0-64 16,1 2-105-16</inkml:trace>
  <inkml:trace contextRef="#ctx0" brushRef="#br0" timeOffset="34671.56">2403 13984 519 0,'-2'0'42'0,"0"0"-2"0,-2-2 29 0,-7 0-10 0,-7-3 0 16,-1 1-17-16,2 0-11 0,1-1 2 0,1 1-5 15,0-1 2-15,2 1-12 0,4 0 5 0,1 2-8 16,-3-3 2-16,-2-1-1 0,2 2-3 0,4 1 3 15,-1-1 0-15,3 2-11 0,-5-2 2 0,5 3-5 0,-3-3 2 16,5 2 3-16,1 2-2 0,-2-2 1 0,0 0-10 16,2 0-4-16,1 1-1 0,-1-1-3 0,0 0-11 15,0 0 9-15,0 0 1 0,2 0 5 0,0 0 13 0,2 1-12 16,0-1 6-16,2 0-7 0,5-2 12 0,13-5-3 16,6-2-1-16,-2 3-2 0,0 1-6 0,4-2 0 15,1-3 4-15,3-1-2 0,7-1 7 0,-1 1-1 16,9-2 0-16,3 0 1 0,3-2 10 0,14-3-11 15,4 1 8-15,4-3-9 0,3-2 2 0,-4-4 1 16,-1 0-7-16,-5 0 5 0,5-1-5 0,4-3 6 16,5 0 1-16,11 1 2 0,3-1 8 0,-1 3-14 0,1-1 4 15,-9 4-6-15,-2 0 9 0,1 0-2 0,8-2 6 16,8 0-6-16,2 0 3 0,0 4-2 0,-8-2-2 16,-3 2 1-16,0 0-3 0,-3 0-5 0,7 2 6 15,3 1-4-15,0-1 7 0,-5-2 3 0,-4 1-7 0,-12-1 5 16,-1 2-6-16,-6-2 15 0,2 2 5 0,1-1 5 15,4 5 28-15,-1-1-24 0,-7 1 7 0,-3-1-13 16,-11 2 2-16,-7 2-12 0,0-1 4 0,-9 1-7 16,-2 0-2-16,-4 0-2 0,-3 4-3 0,-5 2 1 15,-1 1-7-15,-6 3-4 0,1-3-1 0,-7 5-3 16,-1-1-24-16,-5 2-171 0,-3 2-93 0</inkml:trace>
  <inkml:trace contextRef="#ctx0" brushRef="#br0" timeOffset="43027.51">1688 10805 77 0,'0'0'0'0,"-2"0"16"16,0-1 155-16,0-1-53 0,1 0 0 0,-3 0-78 15,0 0-8-15,0 0-29 0,1 0 9 0,-1 1-11 0,0-1 11 16,1 0-6-16,-1 0 2 0,0 0-4 0,0 0-6 16,1 0 14-16,1-1-5 0,0-1 10 0,0 0 2 0,-2 1-7 15,1-1 6-15,3 2-7 0,-2-2 5 0,-2 1 0 16,0-1 3-16,1 0-1 0,-3 2-3 0,-1-3-3 15,-1-1-7-15,-3 1 4 0,4 1 1 0,-3 2-6 16,-4 0 8-16,1 2-8 0,-4 2 10 0,0 4-8 16,2 1-2-16,-7 6-1 0,5-2-2 0,3 0-4 15,-1-3 7-15,4 10-5 0,-2 5 4 0,-2-3-1 16,2 4-2-16,5 2 0 0,-3-2-4 0,4 2 3 16,-1 0 3-16,5 2 0 0,-7 4 4 0,3-3-7 0,3 1-1 15,-1-2 0-15,1 2 10 0,0 1 3 0,0 1-1 16,-1 5 1-16,-1-7 2 0,-5 5 1 0,0-2 0 15,-2 1-1-15,6-1-7 0,1 2 7 0,-5 3-5 16,0 2 7-16,0 1-9 0,-4 2 11 0,2 2-5 0,2-1 5 16,-2 3-16-16,1-1 9 0,3 0-7 0,0 4 6 15,-2 2-12-15,5 4 1 0,-1 0 6 0,1-8-2 16,1 4 2-16,-1-4-7 0,-1-1-2 0,1 5 1 16,-1-2 4-16,-1-2-3 0,3 4 4 0,-3 2-3 15,3-2 7-15,-1 7-6 0,0 1-1 0,1-6-1 16,-3 3 0-16,5-3 3 0,-1-4 3 0,0 2 1 0,1-7 4 15,1-2 0-15,0-1-2 0,0-3 1 0,-20 2-3 16,9-2 9-16,7 2-4 0,6-2 5 0,0 2-1 0,4 0-3 16,3-2 7-16,1 0-6 0,3 0 3 0,0 0-8 15,2 0-3-15,0 0 0 0,2-4-4 0,3-2 2 16,-14-1-1-16,22-3 1 0,4-1-1 0,1 0 1 16,3-2 1-16,3-4-1 0,-4-1-6 0,3-1 6 15,3-1-5-15,3-2 4 0,3-3-13 0,0 3 12 16,-6-2-2-16,1-2 4 0,3 0-1 0,2-4-9 15,3 2 8-15,0-3-7 0,8-1 9 0,5-3-1 0,2 0-4 16,4-2 2-16,-2 27-8 0,0-14 9 0,0-9-2 16,-4-3 4-16,1-1-4 0,-7-2-1 0,1 0 0 15,3 0 0-15,5-2-3 0,2-1 8 0,5 1-7 16,0 0 7-16,1 0-4 0,-2 0 4 0,-1 0 2 0,-6 1 0 16,-3-1-6-16,-6 2 3 0,1 0-2 0,3 0 2 15,1 0 1-15,3 0-1 0,4 0 2 0,-1 0-2 16,4 0-3-16,2 0 10 0,-6 0-5 0,-2 0 8 15,-4 0-6-15,-1-2 6 0,1 0-4 0,-1-2 3 16,-1-1-14-16,6-3 13 0,2 1-2 0,4-4 5 16,5 0-9-16,1-1-2 0,-7-1 2 0,3-1-2 0,-4-3 8 15,0-2-6-15,-1-3-3 0,5 0-1 0,5-4-4 16,9-4 4-16,-3 0-3 0,4 28 1 0,-3-33-9 16,-7-2 6-16,2 0-4 0,-5 0 2 0,-7-4-8 15,5 0 14-15,7-2-3 0,-2 3 5 0,8-1-14 0,1 4 4 16,-7-1 1-16,-4 1 1 0,-5 2 0 0,-8 0 8 15,-3 3 0-15,1-1 2 0,3-1-2 0,-3-1-4 16,4 0-2-16,2-4 1 0,-2-2 2 0,-2-7 0 16,-5-6 0-16,-6-4-1 0,-5 1 1 0,-6-1-3 15,-2 2 6-15,-4 4-5 0,1 2-2 0,-6 2 8 16,-2 3 0-16,-4 3 3 0,0 1 7 0,-1 4 1 16,-5 2-4-16,-3-1 3 0,-1 1-3 0,-7 0 5 15,1-4 3-15,-1-2-1 0,-1 2 0 0,18-2-5 0,-9-2-1 16,-5-1 1-16,-6-3 10 0,-2-1-16 0,0 0 7 15,-6 3-10-15,-1-1 3 0,-1 1 8 0,-3 1-5 16,-2 1 5-16,-2 2-7 0,-3-5 12 0,-1 5-7 0,-1-4 10 16,-3 1 0-16,18-5-1 0,-23 1 4 0,-2 0-5 15,-3-6 0-15,-4 2 4 0,-4 0-4 0,-8 0 2 16,-1 4-9-16,-2 3-4 0,-2 1 1 0,1 5-3 16,-3 2-8-16,-2-2 6 0,5 5-4 0,-5-1 5 15,2 1-1-15,1 3-1 0,-5-4 3 0,-3 1-4 16,-4 1-4-16,-9-8 5 0,-4 4-4 0,2 2 5 15,-2-3-1-15,4 3 2 0,4 2-1 0,-1-1 0 0,-1 3-11 16,-8 5 6-16,-1-2 2 0,-8 2 1 0,-6 2 4 16,1 3-3-16,-1 3-3 0,6 3 0 0,0 0 2 0,-3 2 2 15,-7 4 4-15,-10-1-3 0,-4 5 5 0,2-1 0 16,3 4-2-16,2-33 1 0,-1 24-7 0,-6 11 6 16,-6 4 4-16,-2 3 1 0,3 4 0 0,8 2-5 15,1 4-1-15,-6 3 0 0,-7 5 0 0,-6 2-6 16,2 7 1-16,9 3-2 0,0-26-1 0,0 37 3 15,-5 6-2-15,-4 2 2 0,-1 0-5 0,11 3-29 16,-1 2-2-16,-2 6-11 0,-3 6-24 0,-12 8-91 0,4 16-25 16</inkml:trace>
  <inkml:trace contextRef="#ctx0" brushRef="#br0" timeOffset="54456.89">16104 3605 256 0,'0'0'-41'0,"0"0"28"15,0 0-12-15,0 0-1 0,0 0 32 0,0 0-6 16,0 0 3-16,0 0-2 0,0 0 3 0,0 0-4 0,0 0 20 15,0 0-2-15,0 0 8 0,0 0-4 0,0 0 1 16,0 0-5-16,1 0 1 0,-1 0-17 0,0 0 6 16,2 0-7-16,-2 0 5 0,0 0-11 0,0 0 4 15,0 0 1-15,0 0-1 0,0 0 1 0,0 0-1 16,0 0 2-16,0 0-2 0,0 0-5 0,0 0 12 16,0 0-6-16,0 0 6 0,0 0-12 0,0 0 1 0,2 0 5 15,0 0-1-15,0 0-3 0,0 2-60 0</inkml:trace>
  <inkml:trace contextRef="#ctx0" brushRef="#br0" timeOffset="56640.25">16247 3900 61 0,'0'0'13'0,"0"0"21"15,1 2-15-15,1 0 3 0,0 0-10 0,0 0 6 0,0 0-15 16,2-1 14-16,-1 1 0 0,1 0 2 0,0 0-8 16,3 2-5-16,2 1 6 0,3 3-7 0,-3-3-1 15,2 1 1-15,0-1-3 0,-2-1 3 0,1 0-10 0,1 1 6 16,-2-1 0-16,-1 0 7 0,-1 0 9 0,0-1 15 16,1 1-4-16,-1 0 9 0,4 1 6 0,-3-1-15 15,-3-2 0-15,3 2-7 0,-4-3-7 0,-3-1-7 16,5 4 10-16,-4-4-8 0,3 4 2 0,-1-2-4 15,0 0-5-15,0-1 3 0,-3-1-5 0,3 2 2 16,-2 2 3-16,0 0-2 0,0-1 1 0,-2-1-2 0,2 2-4 16,1 0 3-16,1-1-1 0,0 1 10 0,-1 0-3 15,-1-2 5-15,0 0-8 0,0-1 14 0,0 1 0 16,0 0 3-16,0 0-9 0,-1 0-4 0,1 0-1 16,0 0 0-16,0-1-3 0,0 1 1 0,0 0 0 15,-2 0 1-15,0 0-6 0,0 0-3 0,0 0-1 0,0-2 1 16,0 0 6-16,0 0-2 0,0 0 3 0,0 0-4 15,0 0 1-15,0 0 7 0,0 0-8 0,0 0 6 16,0 0-11-16,0 0 9 0,0 0-4 0,0-2 6 16,2 0-4-16,-1 0-3 0,1 0 3 0,0 0-4 15,-2 0 0-15,0 1 2 0,0-1 3 0,0-2 0 0,0 0-5 16,0 1 3-16,0-1-4 0,0 0 6 0,0 0-3 16,0 1-6-16,-2-1 1 0,0 0-4 0,1 1 9 15,-1-1 4-15,0 0-2 0,0 0 3 0,-2 1-12 0,1-1 3 16,-1 0 4-16,4 2 0 0,-8-7 11 0,7 5-8 15,-3-1-3-15,2 1 0 0,-2-1-11 0,1-1 17 16,1 2-5-16,0 1 8 0,2 1-11 0,-2-4 1 16,2 4 1-16,-2 0 0 0,-2-3-5 0,3 5 5 15,-1-8 0-15,-2 1 3 0,2 1 5 0,0-1-3 16,-3 0 0-16,1 3 0 0,0-4 1 0,-1 1 1 16,1 0 1-16,-3-3 1 0,-1 3 1 0,1-1 6 0,1 3-6 15,1-1 6-15,-3-1 1 0,1 3 5 0,1 0 2 16,-1-1-2-16,-1 1-13 0,-1-1 7 0,2-1-1 15,-1 2 2-15,-1-1-7 0,0 1 9 0,-3 2-13 16,3-5 12-16,-4-1-14 0,2 3 9 0,-2-1-1 0,0 1 1 16,2 1-6-16,-2 2-2 0,2 0 6 0,-2 2-5 15,0 0-1-15,0 0 4 0,0 0-6 0,3 0 5 16,1 0-9-16,0 0 10 0,-4 0-6 0,4 0 9 16,1 0-10-16,1 0 11 0,1 0-5 0,3 0 5 15,-1 0-8-15,0 0 2 0,0 0 0 0,1 0 0 16,-3-2 4-16,4 2-7 0,-1-2 4 0,-1 1-6 15,0-1 7-15,2 0-9 0,0 0 5 0,1 0-5 0,-1 0 10 16,0 0-9-16,0 1 5 0,0-1-5 0,0 0 11 16,0-2-8-16,1 0-2 0,-1 1-2 0,2 1-5 0,-2-2 9 15,0-1 2-15,0-3 2 0,2 6-2 0,-2-5-5 16,0-2 3-16,2 1-2 0,-1-5 7 0,1 11-5 16,0-3 0-16,0-1-2 0,0 4-2 0,0-7-1 15,0 0 4-15,0 1-1 0,0 5 6 0,0-1-10 16,0 0 1-16,0 0-3 0,0 1 5 0,0-1-1 15,0 0 0-15,0 2 0 0,0 1-2 0,0-1 1 16,0 0 2-16,0 0 1 0,0 0 2 0,0 0-4 16,0 0-2-16,0 1 0 0,1-1 1 0,1 0 1 0,0 0 4 15,0 0-3-15,0 0 4 0,0 0-5 0,0 1-2 16,-1-1-2-16,3 0 0 0,0 0 7 0,0 2-3 16,10-4 4-16,1 1-2 0,-2 1-7 0,0 0 5 15,-2 2-4-15,4 0 5 0,0 0 1 0,0 0-2 0,0 0 2 16,1 2 4-16,-1 0-6 0,4 1 1 0,-2 1-2 15,-1 0 3-15,5-1-2 0,-1 3 2 0,2 0-3 16,3-1 9-16,-1 1-7 0,0-1 5 0,6 1-6 16,-4-2 0-16,3-1 0 0,-3 1 0 0,10 2 1 15,1-1-1-15,0 1 0 0,4 1-4 0,-6-1 4 16,0-1-1-16,2 1 1 0,2 1 0 0,-3-1 0 0,-1 1 0 16,-2 1-4-16,3-3 9 0,1 3-7 0,2 1 3 15,-2 0-1-15,2 2 0 0,5 1 0 0,1-1 0 16,7 2 2-16,0 0-6 0,-7-4 6 0,5 2-2 0,-2 0 0 15,2-1-2-15,4-1-1 0,-4 0 3 0,-2-1-2 16,1 1 4-16,-3 0-3 0,2-1 4 0,2-1-2 16,4 0-3-16,4 1 0 0,-1-3-5 0,8 1 5 15,2-2 3-15,0-1 0 0,2-1-3 0,-4 0 2 16,0 2-2-16,-2-2 2 0,0 0 4 0,0-2-8 16,2 0 0-16,7 0-1 0,3 0 4 0,3 0 0 15,2 0-1-15,-2 0 0 0,-2 0 0 0,-2 0 0 0,-2-2-1 16,1 0 1-16,-1 0-2 0,10 2-8 0,1-2 8 15,7 0-6-15,-3-1 9 0,-2-1-2 0,-3-2 1 16,-6 4 1-16,2-1 1 0,-4-1 0 0,2 0 1 0,4-3 0 16,0 3-1-16,6 2 3 0,-5-1-4 0,-5 3 5 15,-1 0-4-15,-10 0-4 0,-2 1 2 0,-4 1-3 16,1 0 7-16,-3 2-3 0,4 0 5 0,3 1-4 16,-5-1 6-16,6-2-3 0,-13 0-3 0,2-2 2 15,0 0-4-15,-12 0 4 0,7 0-1 0,-10 0 3 16,0 0-10-16,-4 0 11 0,2 0-9 0,-5 1 10 15,-1 1-6-15,-1 0 0 0,-2 0 5 0,-4 0-3 16,-4 0 3-16,1 0-5 0,-5-1-2 0,3 1-1 0,1 0-3 16,-5 0 9-16,-2 0 0 0,-5 0 3 0,-3-2-7 15,-1 0 5-15,7 2-3 0,-9-2 4 0,0 0-2 0,1 1 3 16,1 1 4-16,-2 0 2 0,0 0 18 0,0 0-15 16,0 0 8-16,-2 0-11 0,-2-1 8 0,0 1-10 15,-2 0 1-15,-9 2-3 0,-7 0 9 0,-8 1-5 16,0-1-1-16,0-2-3 0,-3 0-6 0,3-2 9 15,-4 0 1-15,-5 0 1 0,0 0-3 0,0 0 0 16,-4 0-5-16,-2 0 3 0,-5 0-4 0,-4-2-3 16,-4 0 6-16,1 2-6 0,-3-2 2 0,-5 2 6 15,0-2-7-15,0 2 6 0,0-2-13 0,3 0 5 0,-1 2 3 16,-6 0 0-16,0 2 0 0,-7 2-1 0,0-2-3 16,-4-2 1-16,-6 0-1 0,6 0 1 0,-4 0 2 15,3 0-1-15,6 2-3 0,-1 1 4 0,-4 1 1 0,-2 2 2 16,-3-3-4-16,-5-1-4 0,3-2 1 0,3 0-1 15,4 0 6-15,6 0-1 0,-1 0-3 0,1 0 1 16,1 0 3-16,-10 0-3 0,-3 0 3 0,1 0-4 16,-5 0 1-16,12 0 7 0,0-2-7 0,5 1 6 15,1 1-9-15,1-2 3 0,-5 2 6 0,0 0-4 16,-1-2-2-16,-3 2 5 0,2 0-5 0,4 0 6 0,1-2-8 16,6 2 2-16,4 0-1 0,0 0 2 0,0 0 1 15,-4 2-1-15,-4-2 2 0,2 0-2 0,-5 0-3 16,5 0 6-16,4 0-3 0,-4-2 5 0,11-2-2 0,2 2-9 15,2 1 3-15,4 1-6 0,-2 0 12 0,3-2-4 16,-3 2 4-16,-2 0-4 0,0-2 6 0,-2 2-3 16,3-2-2-16,6 2 0 0,-1 0-5 0,5 0 3 15,5 0 0-15,1 0 1 0,4-2 2 0,3 0 2 16,-2 0-6-16,4 2 2 0,6-1-3 0,-1-1 4 16,4 2 1-16,4-2 0 0,0 0-5 0,2 0 1 15,2 0 2-15,3 0-1 0,1 1 1 0,1 1-3 0,2 0 3 16,0 0-6-16,-1-2-9 0,-1 0-10 0,0 0-4 15,2 0 1-15,1 0-2 0,-1 0 9 0,2 1 1 16,0-1 4-16,2 0 2 0,1-2 4 0,14-7-5 16,13-4 5-16,1 4 0 0,3 0 0 0,7 2 3 15,3 1-2-15,1 1 8 0,9 3-8 0,3-2 5 0,-3 1-6 16,9-1 9-16,-2 3-4 0,-1-1 2 0,5 0-3 16,-4 0 2-16,2 1 5 0,8-1-4 0,7 2 4 15,9 2-8-15,4 0 3 0,2-4 4 0,-8-1 0 16,-3-3 0-16,1 1 0 0,3 1 0 0,7 3 0 15,5-1 3-15,12 2 5 0,-3-3-8 0,-3-1 6 16,-2 0-15-16,-9 1 10 0,4-1 0 0,5 3 5 0,6 1-6 16,5-2-3-16,-4 2 1 0,-5-2 0 0,-3 3 8 15,-9-5-5-15,5 6 1 0,5 0-2 0,2 0 0 16,4 2 0-16,-4-2-6 0,-8 0 3 0,-1 0-6 0,-6 2 4 16,10 1 3-16,-1 1-2 0,6-2 4 0,0 0 1 15,-9-2-3-15,-3-6 1 0,-6 3-9 0,-6-3 15 16,1 0-5-16,1 1 7 0,4-3-6 0,-1 3-2 15,-9-3 4-15,0 5-3 0,-9-3 1 0,-8-1-4 16,1-1 2-16,-10 1-3 0,-2 1 7 0,-7 3-9 16,-2-1-8-16,-7 2-1 0,-4 0-28 0</inkml:trace>
  <inkml:trace contextRef="#ctx0" brushRef="#br0" timeOffset="91140.08">4934 3750 239 0,'0'0'33'0,"0"-2"48"0,0 0-41 0,0 0-9 0,0 0-5 0,0 1-1 15,0-1-24-15,0 0 4 0,0 2 2 0,0 0 0 16,0 0 3-16,0 0 8 0,0 0-9 0,0 0 10 16,0 0 9-16,0 0 2 0,0 0 4 0,0 0-3 15,0 0-1-15,0 0 1 0,0 0 6 0,0 0-5 16,0 0 5-16,0 0 0 0,0 0-7 0,0 0 5 16,0 0-10-16,0 0-6 0,0 0-3 0,0 0-2 15,0 0-11-15,0 0 4 0,0 0-2 0,0 0 3 0,0 0 4 16,0 0-12-16,0 0 9 0,0 0-9 0,0 0 8 15,0 0-6-15,0 0 2 0,0 0-4 0,0 0 3 16,0 0 5-16,0 0-1 0,1 0 2 0,1 0-5 0,0 0 3 16,0 0-3-16,0 0 3 0,2 0-7 0,-1 0 5 15,1 0 2-15,0 0 0 0,-1 0-8 0,1 0 7 16,0 0-6-16,1 0 7 0,5 0-1 0,-1 0-3 16,-2 0 5-16,-1 0-5 0,1 0-3 0,-3 0 3 15,2 0-3-15,-3 0 6 0,7-2 6 0,-3 2-3 16,4-2 0-16,0 2-2 0,2 0-1 0,0 0 3 0,2-2 3 15,-2 2 0-15,-5 0 6 0,7 0-10 0,-1-2 6 16,5 1-6-16,0-1 2 0,-3 0-4 0,1 0-4 16,0 0 2-16,-2 0-1 0,3 0-1 0,1 1 1 15,-3 1-1-15,1 0 2 0,0 0 2 0,-2-2-3 16,1 2 1-16,1 0-10 0,2 0 9 0,-1 0-4 0,-1 0 4 16,3 0-2-16,3 0-1 0,-1 2 4 0,2 1-4 15,0 1-1-15,0 2-1 0,4-1-1 0,4 1 2 16,-3 1 1-16,5 1 5 0,1-1-7 0,0 0 4 15,3-1-5-15,2 0 5 0,1-3 3 0,-2 1-2 16,2 2-7-16,0-1 9 0,-2-1-6 0,-2 0 7 16,0-1-11-16,-2-1 5 0,6 0 0 0,0 2 0 0,-2-1-6 15,2 3 7-15,2 0 0 0,3 3 4 0,2-4-1 16,4 3-4-16,2-3-2 0,-4 1 0 0,6 1 2 0,-6-1-4 16,-2 1 6-16,1 1-5 0,-5-3 7 0,1 1-4 15,-1 0 2-15,5-3-2 0,-3 3-4 0,1-2 9 16,5 1-12-16,1-1 12 0,9 0-5 0,1-3-1 15,2 1 7-15,-2 0-6 0,-4 0 0 0,-1 0 2 16,-6-2-6-16,-2 0 4 0,-2 0-8 0,6 0 10 16,-4 0 1-16,6 2 5 0,0 1-4 0,1 1-6 15,1 0 0-15,1 0-2 0,2-1 7 0,3 3-3 0,-1-2-1 16,-8-1-2-16,1 1 3 0,-6-2-1 0,4 0 4 16,-2 0-2-16,4-1 4 0,-1 3-3 0,3 0-2 15,3-2 0-15,1 0-4 0,3-1 2 0,-2 1 1 16,0 0 1-16,0-2 2 0,-7 0-2 0,-1 0 0 0,-1 0 0 15,0 0-2-15,0 0 2 0,0 0 2 0,3-2 0 16,6 2-3-16,-3 0 1 0,-3 0 3 0,1 0 0 16,-8 0-3-16,6 0 0 0,-6 0-4 0,-7 0 4 15,-1 0 6-15,-3 0-3 0,0 2 0 0,-2 0-2 16,2 0 2-16,-1 2-8 0,-5-3 5 0,4 1-5 0,-2 0 5 16,-3 0 5-16,5 0-4 0,-5-2 6 0,-6 0-10 15,1 0 1-15,-2 0 1 0,-5 0 1 0,2 0 0 16,-1 0 3-16,-3 0-3 0,-1 0 5 0,-4 0-3 15,-2 0 2-15,-2 0 1 0,-1 0-2 0,1 0-2 0,-3 0 3 16,-1 0-2-16,-3 0 5 0,0 0 8 0,2 0-7 16,-1 0 3-16,1 0-4 0,0 0 14 0,-2 0-7 15,0-2 6-15,-1 0-7 0,1 0-4 0,-2 0-3 16,0 1 2-16,0-1-1 0,-2 0 4 0,-1-2-2 16,1 4-1-16,-20-4 0 0,1-5-1 0,1 2 3 15,-6-1-4-15,0-1 3 0,-4 2-9 0,2 1 6 16,-5-3-3-16,1-2 3 0,-1 3-3 0,-2-9-2 15,1 8 3-15,1 2-2 0,-3-6 5 0,1 3-3 0,0 3 1 16,-2 0-1-16,-2-1 0 0,0 6 2 0,-4-5 1 16,-3-1-1-16,-6 1-4 0,-2 0 0 0,-4-3 0 15,1 3 1-15,-1 1 5 0,4-1-6 0,0-1 2 0,1 5-3 16,1-5 0-16,-2 3 6 0,2 3-6 0,-6-7 6 16,1 5-6-16,-10-4 1 0,0 1 2 0,2 1-2 15,-6 1 2-15,8 1-3 0,0-1 2 0,2-1-1 16,3 0-1-16,1-3 2 0,-1 4 0 0,-1-3 0 15,1 1-1-15,-9 1 2 0,1 1-2 0,-7-3 3 16,3 4-5-16,1 1 5 0,2-3-1 0,2 4 4 0,-2-3-6 16,4 1-3-16,0 2-2 0,0-26 1 0,-6 13 8 15,0 10-3-15,-7 3-1 0,-2 0-2 0,2 2-6 16,0 0 7-16,5 0 1 0,3 0 1 0,3 0-5 0,2 0 2 16,1 0 1-16,-4-2 2 0,2 2-3 0,-2 0 4 15,-7 0-2-15,4-2 2 0,3 1-3 0,-1 1-2 16,11-2-1-16,0 2-1 0,-1-2 3 0,5 0 2 15,0 2 1-15,0 0-1 0,-2 0-4 0,-4-2 3 16,-1 2-1-16,0 0 4 0,-1 0-3 0,3 0-2 16,1 2 2-16,6-2-1 0,0 2 0 0,3 2 0 15,3-1-2-15,-1 1 1 0,2 2-3 0,4-3 6 16,0 1-3-16,-1-2 5 0,2 0-7 0,1 1 2 0,0 1 2 16,2-2 0-16,3 0 0 0,10 0 3 0,-4 0-4 15,6-1 2-15,-3 1-2 0,1 0-7 0,7 0 2 16,4 0-2-16,6-2 8 0,-1 0-4 0,4 0 0 15,0 0-3-15,-1 0-8 0,-1 2 1 0,0 0-2 16,2-1 3-16,0 3 4 0,1 0-4 0,1-2 0 0,0 5-3 16,0-3-3-16,1 7 3 0,5 2 1 0,3 0 1 15,1 0 7-15,16-6-5 0,1-1 2 0,7 5-3 16,3-5 8-16,6-1-9 0,5 6 9 0,-5 14-10 16,5-11 8-16,2-4-4 0,2-5 0 0,6-1-1 15,5 2 6-15,7-3-1 0,8 1 2 0,4-2-2 0,7 0-3 16,-5 0 9-16,-1-2-2 0,-1 0 3 0,-4 0-6 15,9 0 3-15,10 0-1 0,-1 0 1 0,8 0-4 0,-4 0 5 16,-7-4-1-16,2 0 3 0,-2 2 6 0,5 0-12 16,6 2 5-16,9 0-7 0,1 0 7 0,-5-1-2 15,-7-1 3-15,-5 0 0 0,0 0 4 0,8 2-3 16,5 0-2-16,3 4 0 0,-3-1-7 0,-10 3 7 16,-4 0-2-16,-6-1 4 0,2 1 3 0,5-1-3 15,1 1-2-15,8-1-1 0,-5 5-5 0,-7-1 6 16,-3 0-2-16,-2 2 2 0,0-3 3 0,10-1-3 0,3-3 0 15,4-2-3-15,-4-2 5 0,-11 0-1 0,-4-2-2 16,0 2-2-16,1 0-10 0,6-2-4 0,1 0-1 16,-2-3-3-16,-2-1-16 0,-9 4-211 0</inkml:trace>
  <inkml:trace contextRef="#ctx0" brushRef="#br0" timeOffset="124786.1">27042 8945 5 0,'0'0'0'0,"0"0"24"0,-2 0 18 0,0 0 18 0,0-2 5 0,0 0-15 16,0 0-12-16,-1 1-25 0,-1-1 7 15,0 0-10-15,0 0 15 0,3 2-7 16,-3 0 7-16,0 0-5 0,0 0 15 0,1-2-5 0,-1 0-3 15,0 0-1-15,1 1-24 0,1-1 5 0,0 0-4 0,0 0 5 16,0 0-14-16,0 0 10 0,0 0-5 0,1 1 7 16,1-1-10-16,0 0 18 0,0 0-9 0,1 0 12 0,1-2-9 15,2 1-9-15,-2 3 10 0,15-11-9 0,1-1 6 16,-3 5 2-16,2 1-8 0,-2 3 6 0,-2-1 1 16,0 2-3-16,0 0 1 0,-2 2-4 0,0 0-2 15,2 0 4-15,-4 2-2 0,2 2 4 0,0 1-1 0,-3-1-2 16,-3 0 8-16,1 9-5 0,-4 4 14 0,11 1-4 15,-2 1 2-15,-4-1-4 0,1 5-1 16,-4-3-5-16,-4 4 5 0,0 0-4 0,-2 4 4 0,-4 2-2 16,1 0-4-16,-3 3 2 0,-1 0 0 0,1 1-8 15,-1 1 4-15,2 4-4 0,-3 4 3 0,5-6-4 16,-1 4-1-16,3-6-1 0,1 0 5 0,0 4-2 0,2-7 4 16,0-2-4-16,0-4 3 0,0-4 1 0,4-2 2 15,-3-5-1-15,3 0-7 0,0-6 3 0,-2-1-6 16,1-1 7-16,1-1 9 0,0 1 1 0,11-3 1 15,9-2-2-15,0 0 2 0,0 14 1 16,8-5-5-16,-1-5 3 0,5-6-12 0,3 0 5 0,-2-6-3 0,2-3 3 16,-4-2-15-16,-2-2-1 0,3-4 3 0,-12 2-4 15,5-3-10-15,-1 10-197 0</inkml:trace>
  <inkml:trace contextRef="#ctx0" brushRef="#br0" timeOffset="125170.31">27751 8895 942 0,'-2'-2'13'0,"0"0"44"0,0-2-57 0,0 1 4 16,-1-3-5-16,-1 2 0 0,0 1-14 0,1 1 2 15,-1 0 1-15,0 0 0 0,0 0 6 0,1 2-1 16,-1 0 6-16,2 0-6 0,-5 2 6 0,-3 2 3 0,1 1-2 16,0 3 3-16,-2-1 1 0,-6 8-1 0,0 4 0 15,-7 1-1-15,2 1-1 0,0 1-1 0,-4 4 4 16,3 2-3-16,-3 3 7 0,-5 8 3 0,-3 0-3 0,3 13 4 16,-6 2-7-16,-2 7-1 0,-2 8 5 0,-2 3-4 15,0 5-1-15,4-9-1 0,4-3-3 0,0-9 4 16,3-8 4-16,6-3-8 0,0-4 3 0,8-4-3 15,-1-4 12-15,2-5-9 0,1-2 2 0,-1-7-5 16,4 3 2-16,4-7 0 0,-2-4 1 0,5 0-2 0,2-7-1 16,3-2-18-16,-3 3 4 0,0-1-7 0,2 0 0 15,0-1-8-15,1 1 3 0,-1-2-3 0,2 0 4 16,0 0-97-16,2-2-27 0</inkml:trace>
  <inkml:trace contextRef="#ctx0" brushRef="#br0" timeOffset="125654.8">28028 9671 868 0,'0'-2'14'0,"0"0"-16"0,-2 0 9 15,0 1-5-15,0-1-13 0,0 0-3 0,0 0 3 16,0 0-3-16,1 2 5 0,-3 0 9 0,0 0 0 0,0 2 3 16,-3 0 7-16,-4 3-9 0,0 3 5 0,-2 1-6 15,0-5 10-15,0 5-7 0,-2 6 5 0,2-4-5 16,0 0 4-16,2 0 9 0,0 1-10 0,1-1 9 16,3 0-17-16,1 0 3 0,1 0 4 0,1 0-1 0,-2 0-1 15,5 1-2-15,-3-1-1 0,2 2 0 0,0 2-10 16,-9-1 10-16,2 1-9 0,1 4 9 0,5-3-14 15,1 1-9-15,2 0 4 0,0-4-5 0,2 2 12 16,-1-4 11-16,3 0 1 0,0-4 1 0,1 1 1 0,-1-3 12 16,11 7-7-16,0-3 8 0,2-2-11 0,1 1 9 15,3-5 0-15,1-1 4 0,-2-2 14 0,1-3-10 16,1-5 3-16,-3 1-4 0,3-4 15 0,-2-1-17 16,1-1 11-16,-5 10-14 0,-3-20 11 0,-1 3-12 15,-3-2-1-15,2 1-2 0,2-1 6 0,-4 0-2 16,-3 0 6-16,-4 1-3 0,12 1 11 0,-4-1-5 15,-7 1 0-15,-3 1-1 0,0 1 8 0,-1 3-21 0,-3 2 6 16,-4-2-12-16,3 8-5 0,-15 3-14 0,-6 0-4 16,-2-13-1-16,-2 8-4 0,0 5-28 0,-5 6-18 15,0 8-8-15,1 4-88 0</inkml:trace>
  <inkml:trace contextRef="#ctx0" brushRef="#br0" timeOffset="127421.59">22261 8351 290 0,'-2'-2'1'0,"0"0"4"0,0-2 15 0,-2-1 17 15,-7-8-3-15,2 0 5 0,-4 0-20 0,2 0 0 16,-4 0 2-16,-2 2 0 0,2 0 3 0,0-1-6 16,-3 3-2-16,3 0-2 0,-2 1-5 0,2 1 5 0,4-2-3 15,-4 1 4-15,-1 1 4 0,-3-1-8 0,-1-1 6 16,3 4-7-16,0-3 7 0,-3 3-3 0,-1-3-1 15,3 1 0-15,-4 1-11 0,1 1 18 0,1 3-10 16,-3-4 13-16,1 2-11 0,-2 1 5 0,0-3-3 0,-2 4 1 16,0-14-16-16,0 4 1 0,-2 7 0 15,2 5 3-15,-2 0 7 0,2 2-8 0,-3 3 9 0,1 1-9 16,-6 3 8-16,1 2-9 0,-1 0 3 0,1 2-4 16,0 0 5-16,-5 4-2 0,5 0-7 0,0 1 4 15,1-16-5-15,8 22 4 0,0 2 1 0,2-1 1 16,-1 4-2-16,3 3 1 0,3 1-2 0,0 4 2 0,3 1-1 15,2 1-1-15,-1-2 4 0,4-2-3 16,0 4 3-16,1-6 0 0,1 4-3 0,1 2 1 0,1 0 0 16,-1 0-3-16,3 0 4 0,1-3-4 0,0-1 12 15,-19-2-9-15,10 1 2 0,6-3-6 0,3-1-6 0,2 2 13 16,4-3-5-16,1 1 8 0,3 0-1 0,1-2 0 16,2 1 2-16,0-3-3 0,4 2-10 0,-2-4 6 15,2-1-2-15,-8 1 3 0,14-2-3 0,3 2-6 16,6 0 7-16,1 0-6 0,4 1 7 0,-5-3-3 15,0 0-4-15,-2-5 2 0,3-2 5 0,3-4 8 16,-1 0 0-16,0-2 4 0,-3-1 1 0,0-1-4 16,-2 12-5-16,0-8 2 0,-1-4 1 0,3-3-7 15,2-4 10-15,-1-2-9 0,3-3 13 0,-3-5-8 0,1-3 10 16,1 0-8-16,4-5 13 0,2-3-1 0,0 16-3 16,2-27 3-16,-6 2-6 0,3-3 1 0,-3-2-6 15,-5-1 3-15,3-1-9 0,-1 0 2 0,-1 2 8 0,-1 0-5 16,-2-1 4-16,-6 3-6 0,0-2 0 0,-7 1-2 15,2-1 0-15,-4-2 3 0,0 0-3 0,-2-2 5 16,-2-4 10-16,1-2-10 0,-5-1 7 0,-1-2-9 16,0-1 3-16,-3 5 0 0,24-2-3 0,-12 3 3 15,-6 2-6-15,-3 2 10 0,-4 2 0 0,0 3 5 16,-4 1 17-16,-2 0-11 0,-1 1 5 0,-2 4-8 0,-2 0-2 16,-2 2 3-16,0 2-4 0,-4 0 3 0,9 2-12 15,-16-4 12-15,-4 2-5 0,-1 1 8 0,-5-1-10 16,-5 6-5-16,2 3-3 0,0 4 0 0,-9-1-7 0,5 9 14 15,-2 1-6-15,-11-24 8 0,4 19-16 0,-9 12-8 16,-10 12-3-16,-2 12-2 0,-5-16-14 0,-9 34-13 16,-6 3-14-16,-6 2-3 0,6 6-63 0,10 5-39 15,10 7-39-15</inkml:trace>
  <inkml:trace contextRef="#ctx0" brushRef="#br0" timeOffset="128842.55">28794 10655 406 0,'0'-2'21'0,"-1"0"33"15,-1 0-34-15,0-1-2 0,2 1-4 0,-2-7 4 0,0 1 3 16,0 3 10-16,-1-5-3 0,1 5 3 0,0-3-20 16,0 3 1-16,2 3 3 0,-2-4-2 0,2 3-12 0,-2-1 3 15,0 0 0-15,1 0 4 0,-1 1 8 0,0-1 10 16,0 0-3-16,0 1 7 0,0-1 12 0,0 0-16 16,1 0 7-16,1 3-10 0,-2-1-7 0,2 0-10 15,-2 0-7-15,0 0-1 0,2 0-17 0,0 0 12 16,0 2-5-16,-2 0 6 0,0 0-4 0,2 2 8 15,-2 2-1-15,1 7 3 0,-3 13-3 0,0 2 0 16,0 0 5-16,1 4-2 0,1 2 2 0,0-1-6 16,0 1-3-16,0 1 1 0,0-1 15 0,1-1-14 15,-1 5 13-15,0-5-12 0,0 1 7 0,0-3-1 0,0 5-9 16,-1-4 6-16,-1-1-1 0,0-1 1 0,-1-4 3 16,-1 0-2-16,0 1-8 0,1-1 9 0,-1-2-1 15,1-5 5-15,-3 1-6 0,3-5 4 0,-1-2 2 0,-1 2 3 16,1-3 12-16,-1-1-12 0,3 2 4 0,-9-2-7 15,0-1 1-15,0-1 4 0,0 1-4 0,-2-7 6 16,2 3-11-16,0-2 4 0,2 0 1 0,2 5 2 16,-1-1 6-16,3-2-5 0,0-1 0 0,1-1-2 15,0 0 4-15,5-2-5 0,-3 0 2 0,0 0-3 16,2 0-1-16,-1 0-12 0,-1 0 6 0,2-2-8 16,0 0 9-16,2 0 1 0,0 1-1 0,2-1 2 0,0 0 3 0,2-2-3 15,-3 4 0-15,18-5-1 0,1-1-4 0,-1 2 7 16,3-1-3-16,-1-1 4 0,1 2-8 0,0 1 3 15,-1-1 3-15,1-11 0 0,4 2-3 0,0 6 8 16,0 1-8-16,-2 2 9 0,-3 3 1 0,5-1-4 16,-1 2 0-16,0 0-2 0,-5 0-4 0,-3 0 3 15,-6 0-2-15,-2 0 4 0,4 0-4 0,-7 0 0 16,-1 0 2-16,3 0-2 0,-3 0 4 0,-1 0-2 16,2 0-4-16,-3 0 2 0,1 0-8 0,0 0 0 15,-1 0 0-15,-1 0-1 0,0 0-18 0,0-2-121 0,0 0-7 16,-2 0-48-16,0-3-122 0</inkml:trace>
  <inkml:trace contextRef="#ctx0" brushRef="#br0" timeOffset="129128.34">28243 10570 557 0,'0'0'42'0,"0"0"11"0,0-2-34 15,0 0-23-15,0 0-7 0,0 0 6 0,2 0 6 16,0 0 7-16,1 1-2 0,20-11 10 0,-3 5 11 16,4 0-8-16,2-1 5 0,-2 1-17 0,4 1 9 15,0 1-8-15,0-1 6 0,0 2-11 0,0 3-3 16,-1-1 5-16,3 0-5 0,-4 2 4 0,2 0-4 15,0 0-3-15,-2 2 0 0,2 0-13 0,-4-1 7 16,6 3-7-16,-4 0 2 0,-2 0-36 0</inkml:trace>
  <inkml:trace contextRef="#ctx0" brushRef="#br0" timeOffset="129717.99">29303 11262 748 0,'0'-2'22'0,"-2"0"34"0,0 1-38 0,1-1 11 16,-1 0-4-16,0-2 6 0,0 2-12 0,0-1-3 15,0 1 1-15,0 0-3 0,-1 0-9 0,-1 0-4 16,0 0-2-16,1 0 1 0,1 1 4 0,0-1-7 0,-2 0 3 16,0 2-2-16,1 0 11 0,-1 0-2 0,0 0-2 15,1 2 0-15,-1 0 2 0,0-1 14 0,0 1-3 16,1 0 6-16,-1 2-12 0,2 0-6 0,-2 1 5 15,-3 8-5-15,0 2 5 0,1 0-5 0,0 2 1 16,3-4-2-16,-1 3-4 0,2 1 2 0,2 0-3 0,0-1 1 16,0-1 0-16,0 0 1 0,0-2 1 0,2 0-2 15,0-2-5-15,0-1-5 0,1 1 7 0,1-2-4 16,0-2 8-16,1 3 0 0,-3-5-1 0,2 1 3 16,0-1 4-16,-2-1 11 0,5-2-5 0,2 0 6 15,1 0-8-15,1 7 0 0,2-2-2 0,0-1 1 16,0-2 2-16,2-2 3 0,-1-2 6 0,-2 0-2 0,4-2 10 15,-3-2-3-15,-2 0 3 0,2-1-2 0,-3-1 7 16,-1 4-9-16,-2-13-2 0,1 1-3 0,-3-3-4 16,-1 2 8-16,-2 0-3 0,9 0 4 0,-2-1-8 0,-1-3-4 15,-5 2 1-15,-1-1-3 0,-2-5-6 0,0 3-1 16,-3-2-3-16,-1 1 1 0,-2 3-14 0,-1 1-12 16,-4-3-9-16,0 3-4 0,1 6-61 0,1-2-174 15</inkml:trace>
  <inkml:trace contextRef="#ctx0" brushRef="#br0" timeOffset="149739.84">28070 11970 397 0,'0'0'102'15,"-2"-2"-34"-15,1 0 27 0,-3-2-1 0,-2 0-79 16,-7-5-16-16,4 4-1 0,0-1 2 0,5 4 2 15,-2 0 8-15,1 0-14 0,1 1 5 0,0-1-5 0,3 2 16 16,-3-2-10-16,0 0 0 0,0 0-2 0,1 0 12 16,1 0 19-16,0 1 7 0,0-1 0 0,0 0 0 0,0 0-21 15,1 2-4-15,-1 0-3 0,0 0-7 0,0 0-3 16,0 0 0-16,2 0 0 0,0 0 14 0,2 0-9 16,0 0 2-16,0 0-4 0,5 2-3 0,15 3 8 15,6 3-1-15,-2-4 3 0,2-1-4 0,2 1-1 16,1 0 4-16,6-1-2 0,1 1 2 0,2 0 10 15,1-2-9-15,-4 0 9 0,2-2-21 0,0 0 9 16,2 0-3-16,2 0 5 0,-2-2-9 0,0 0 1 16,1 2-1-16,-1 0 1 0,2 0-1 0,0 0 4 0,-1 0-1 15,-3 0 1-15,-3 0 0 0,-9 0 0 0,1 0-6 16,0 2 2-16,-2 0-5 0,0-1 6 0,-4 1 0 16,-3 0 1-16,-4 0 3 0,0 0-9 0,-2 0 4 15,-4-2-6-15,-2 0 3 0,-3 0 3 0,0 0 1 0,-2 0 1 16,0 0 7-16,1 2 3 0,1-1-3 0,0-1 3 15,-2 0-3-15,-1 0-2 0,1 0 1 0,-2 0-2 16,0 0 4-16,-2 0-8 0,-1 0 3 0,-5 0-5 16,-14 0-5-16,-10 0 9 0,5-1-2 0,-7 1 6 0,-3 0-4 15,2-2-6-15,-1 0 0 0,-3 2-2 16,4-2-2-16,-2 0 0 0,-2 0 1 0,2-1 0 0,-2-1 0 16,2 0 8-16,-2 0-2 0,0 3 6 0,2 1-9 15,-4-2 8-15,0-2-5 0,2 0 7 0,-4 1-7 16,2 1 2-16,1 2-1 0,4 0 1 0,3 0-3 0,-2 0 4 15,5 0 1-15,0 0 2 0,4 0 1 0,6 0-2 16,1-2 0-16,4 2 0 0,8 0-2 0,1 0 1 16,3 0-5-16,1 0 0 0,-2 0-23 0,0 0-4 15,1 0-3-15,1 0 4 0,0 2 16 0,0 0 13 16,2-1 4-16,2 1 0 0,2 0-9 0,22 11 7 0,11 4-5 16,6-4 6-16,7 0-11 0,2-4 7 15,5-1-5-15,1-3 6 0,-1 1 1 0,-1-3-5 16,5 3 4-16,1-4-5 0,1 0-3 0,2 1 3 0,3-3 0 15,3 0 1-15,-1-1 6 0,8-3 2 0,-5-2-2 16,-4-1 1-16,-3-1-5 0,-10 1-1 0,0 0 3 0,-4-1 0 16,-2 3 14-16,0-3-9 0,2 3 6 0,-4-1-7 15,1 2 5-15,-14 1-5 0,-2-3-3 0,-3 2 1 16,-4 1 4-16,2 1-5 0,-6 0 5 0,-5 2-7 16,-2 0-1-16,-2 0 10 0,-8 0-6 0,3 0 5 15,1 0-10-15,-7 0 5 0,3 0-4 0,-1 0 4 16,0 0-3-16,0 0-6 0,-1 0-2 0,1 0-4 15,-2 0-15-15,0 0-46 0,0 0-21 0,-1 0-24 0,1 0-205 16</inkml:trace>
  <inkml:trace contextRef="#ctx0" brushRef="#br0" timeOffset="150661.84">26713 12081 559 0,'-2'-2'47'0,"-2"0"91"0,3 2-134 15,-9-3-7-15,-3-3-1 0,2 2 0 16,0 1 7-16,-2 1-9 0,2 2 3 0,-4-2-4 0,2 2 18 0,-4 0-5 16,2 0 8-16,1 0-6 0,1 0 22 0,1 0 14 15,-1 0-6-15,0 0 8 0,2 0 4 0,2 0-3 16,2 0 3-16,-1 0-4 0,3 0-7 0,-1 0-6 15,0 0-2-15,3-2-3 0,-1 0-15 0,0 0-23 0,2 0 2 16,1 2-8-16,-1 0 12 0,0 0 17 0,0 0 1 16,2 0 4-16,2 0-7 0,0 0-8 0,11 0 5 15,24-1-5-15,-4 1 5 0,3 0 2 0,-1 0-4 16,-4 0 4-16,8 0-4 0,-3 0 1 0,-1 0-4 0,4-2 4 16,-6 0 0-16,1-2-7 0,-1 0 3 0,-1 1-3 15,1-1 6-15,-1 0-7 0,-3 1 2 0,3-1-4 16,-6 2 2-16,-4 2 3 0,-1 0-2 0,-8 0 0 15,2 0-10-15,-2 0-7 0,-2 0 0 0,0 0-2 16,-2 0-7-16,-1 0-51 0,-5 0-19 0,1 0-15 16,-2 0-99-16</inkml:trace>
  <inkml:trace contextRef="#ctx0" brushRef="#br0" timeOffset="150888.53">26594 12306 672 0,'-2'0'40'0,"0"0"2"0,1 0-4 16,-25-8 1-16,3 3-13 0,5 1 8 0,1 2-5 16,2 0-2-16,2 0 0 0,2 1-8 0,5 1 17 15,1 0-11-15,1 0 9 0,0 0-37 0,1 0-10 16,-1 0-8-16,2 0 4 0,0 0-6 0,0 0 6 0,2 0 10 16,0 0-1-16,2 0 27 0,2 0-9 0,18 0 0 15,10-2-4-15,5 0 4 0,0 0 0 0,2 0-2 16,8 0 0-16,-7-1-8 0,5-1 13 0,-2 2-5 15,-4 0 5-15,3 0-9 0,-1 0 0 0,-2 1 0 16,4-1-2-16,-4 0-5 0,0 2-5 0,-2 0 3 0,2 0-4 16,-2 0-4-16,6 0-163 0</inkml:trace>
  <inkml:trace contextRef="#ctx0" brushRef="#br0" timeOffset="167953.89">28638 12272 17 0,'0'0'0'0,"0"0"55"0,0-2 24 15,0 1 33-15,0-1 9 0,0 0-39 0,0 0-15 16,0 0-33-16,0-2 13 0,0 1-12 0,0 1 20 0,0-9 0 15,0 1-3-15,0 1 4 0,0 0-3 0,0 0-21 16,0-1 7-16,0-1-12 0,0 4 3 0,0-1-6 16,0 1-5-16,0 3 1 0,0 0-5 0,0 1 3 15,0-1 6-15,0 0-2 0,0 1 6 0,0 1-16 16,0 0-2-16,0 0-3 0,0 0-2 0,0 0 11 16,-1 2 4-16,-1 0 0 0,0 2-1 0,0 2-7 0,-4 18-2 15,-1 8 0-15,1 3 1 0,1 1-5 16,1 3 0-16,0 4-3 0,1 0-3 0,1 3-1 0,2 1 1 15,0-3-1-15,0 1 1 0,0 3 2 0,0-3 2 16,4-2 0-16,-1-2-4 0,3-4 2 0,-1-3-3 16,1 1 4-16,0-3 1 0,1-2 1 0,-1-2-3 0,-1-4 0 15,1-1-7-15,-1-5 6 0,-1-1-1 0,0-2 3 16,-1-4-6-16,1-1 8 0,-2-3-6 0,-2-3 7 16,0 0-5-16,4 2 7 0,-2 0-1 0,1-1 1 15,1-1 3-15,0 0-1 0,1-2 2 0,12-4-4 16,3-9-6-16,5-11-3 0,4-26-1 0,1-9-2 15,3-5 0-15,3-8 2 0,1 1 2 0,0-1-1 0,4 1 0 16,-2 6 1-16,0 6-2 0,0 3 2 0,-6 4 10 16,-5 4-12-16,-4 4 5 0,-5-3-7 15,-3 6 15-15,-1 4-9 0,-2 2 2 0,-2 13-4 0,-1-1-1 16,-3 12-8-16,1 7 4 0,-3 1-7 0,1-1-3 0,-1 0-29 16,1 1 5-16,1 1-14 0,1 2-12 0,-5 0-35 15,-1 0-21-15,13 22-11 0,0 19-141 0</inkml:trace>
  <inkml:trace contextRef="#ctx0" brushRef="#br0" timeOffset="168286.87">29366 12839 938 0,'0'-2'10'16,"0"0"5"-16,0 0 9 0,-2 0-11 0,1 0 8 16,-1 0-9-16,0 1 3 0,0 1-2 0,0 0 3 15,0 1 3-15,2 1 3 0,-13 26 0 0,0 2 1 16,0 1 2-16,0 5-11 0,2-1 2 0,0-2-5 16,0 3 3-16,2-3-3 0,1-3-2 0,3-2 0 0,1-2 6 15,2-6-3-15,0-1 4 0,2-3-5 0,0-3 2 16,0-3-2-16,0-3 4 0,0-3-4 0,0-1 3 0,0 1-13 15,0-2-1-15,0 0-6 0,2 2-13 0,2-1-17 16,1 1-4-16,10 2-6 0,2-3-28 0,3-3-40 16,1-2 1-16,1-5-23 0,4-4-100 0</inkml:trace>
  <inkml:trace contextRef="#ctx0" brushRef="#br0" timeOffset="168492.39">29622 12406 1652 0,'-1'-2'100'0,"1"0"-128"0,-17-29 117 0,6 7-63 16,3 9-10-16,5 7-23 0,1 5-10 0,0-1-7 15,0 0-43-15,2 2 3 0,0 0-23 0,2 1-8 16,0 1-236-16</inkml:trace>
  <inkml:trace contextRef="#ctx0" brushRef="#br0" timeOffset="173600.74">25512 11639 349 0,'0'0'81'16,"0"-2"-40"-16,0 0 21 0,0-1 4 0,0-1-58 16,0-2 5-16,0 1-8 0,0-1-4 0,0 1-1 15,0-1-1-15,0 1 9 0,0-1 6 0,0 4 0 16,0-2 13-16,0 3-9 0,0-1 2 0,2-2-3 15,-1 0 18-15,1 1-11 0,0-1 8 0,0 2-10 0,0 0 2 16,0 0-11-16,0 0-3 0,-1 1-3 0,1-1 0 16,0 0 25-16,-2 2-1 0,0 0 7 0,0 2-18 0,0 1-3 15,-4 27 1-15,-3 15 0 0,-4 5-3 0,-4 17-8 16,-4 3-4-16,-1 8 1 0,-2 6 2 0,1-8-1 16,1 0 2-16,1-5-3 0,3-6-8 0,-1-2 10 15,0-2-7-15,0-2 8 0,3-1-7 0,2-6 1 16,3 2-1-16,0-8 0 0,0 1-7 0,1-5 7 15,-1-10 3-15,-2 5 0 0,3-4 3 0,-1-1 1 16,2-2-7-16,1-12 7 0,-1-1-5 0,1-6-1 16,0 0 1-16,3-3-1 0,1-5 3 0,0 1-6 0,0 0 3 15,0 0-4-15,0-1 10 0,1-1-18 0,-1 0 3 16,0 0-9-16,0 0-4 0,0-2 2 0,2-2-4 16,0-2 6-16,8-18 10 0,8-13-3 0,5-12 2 15,1-3-4-15,-2-4-8 0,1-5 5 0,-1 1 0 16,-1 1 1-16,-2-1 4 0,-3 4 0 0,-1 0 1 0,0 2-1 15,-1 0 0-15,-1 4 10 0,0-2-5 0,0-8 6 16,0 1-7-16,2-10-15 0,2-4 9 0,0 3-12 16,0 1-1-16,0 6 10 0,-1 7-9 0,1 6 12 15,0 5 10-15,-4 8 10 0,0 7 16 0,-5 7-3 16,0 5 37-16,-3 1-18 0,-1 5 5 0,-2 5-8 0,0-1 6 16,0 3-6-16,0-1 1 0,0 2-3 0,0-2 1 15,0 1-6-15,0-1-5 0,0 0 0 0,0 2-15 16,0 0-3-16,0 1 1 0,0-1-3 0,0 0-5 0,0 0 9 15,0 2-3-15,0 0 5 0,0 0-2 0,0 0-1 16,0 2 7-16,0 0-5 0,0 1 2 0,0 7 4 16,2 12-12-16,0 2 10 0,0 4-11 0,1 4-1 15,1 3 7-15,2 8-6 0,1 3 0 0,1 10 1 16,-1 1-4-16,-3-3 3 0,1 2-6 0,1-2 8 16,-3-1-3-16,3-1 5 0,-2 0-17 0,-1-3 14 15,-1-3-5-15,0 1 7 0,2-3-1 0,-2-3-6 16,1 0 0-16,-1-4-3 0,0 2 4 0,-2 0 0 0,0 2 7 15,2-2-6-15,-2-4-4 0,0 2 6 0,0-2-3 16,0-3 7-16,0-2 1 0,0-4-7 0,0-8-1 16,0-3-1-16,0 0 1 0,0-6 1 0,0-3 4 15,0 1-3-15,0-1-2 0,0-4 0 0,0 0-1 0,0 1-1 16,0 1-10-16,0 0-10 0,0-1-7 0,0-1-2 16,0 0-27-16,0 0-71 0,0 0-11 0,0 0-33 15,0 0-151-15</inkml:trace>
  <inkml:trace contextRef="#ctx0" brushRef="#br0" timeOffset="173866.53">25398 12547 1201 0,'0'0'11'0,"0"-2"1"0,0 0-28 16,0 0-1-16,0 1-13 0,0-1 4 0,0 2 26 0,2 0-6 15,0 0 11-15,2 0-5 0,5 0 0 0,10 2 3 16,-3-2-3-16,5 1-3 0,-1-1 4 0,3 0-3 16,-3 0 3-16,4 0-1 0,-5-1-15 0,3-3 4 15,-2 2-12-15,-1-2-20 0,1 1-74 0,1-1-7 0,5-2-30 16,0-1-97-16</inkml:trace>
  <inkml:trace contextRef="#ctx0" brushRef="#br0" timeOffset="174332.75">26002 12668 838 0,'0'0'199'0,"-2"-2"50"0,0 0-123 15,-2-2-97-15,1 2-27 0,-5-1 0 0,-3 1-5 16,6-2 1-16,1 2-2 0,-2-1 3 0,3 3-2 16,-5-2 2-16,1 2-1 0,-3 2-1 0,3-1 3 15,1 3-1-15,-1 0 3 0,5 18-1 0,-2 0 0 16,-1 3-3-16,-6-9 1 0,1-1 0 0,1 2-1 16,2 1 6-16,3-3-3 0,0 4 10 0,2-6-9 15,1-6 5-15,-1 4-6 0,0-3 6 0,0-3 5 0,0 5-6 16,2-1 5-16,0-2-7 0,0 5 4 0,0-5-2 15,0-1 2-15,0 1-8 0,0 0 2 0,2-1 0 16,0-2 2-16,-2-2 3 0,0-1-8 0,5 3-1 16,10 5-2-16,0-1 4 0,2-1-1 0,1-3 2 0,1-2-1 15,1-2 3-15,-5-2-3 0,4-2 7 0,-4 1-5 16,-2-1 11-16,-2 0-11 0,-2 0 0 0,-1 1-2 16,-3-1 8-16,3-2-8 0,-1 1 7 0,-1 1-7 15,-1-1 8-15,-1-8-3 0,0 0 2 0,-3-2 0 16,3-2 4-16,0 2-5 0,0 2-2 0,-1-2 0 15,-1-1-2-15,0-5-1 0,0 1 1 0,11 1 1 0,-4 1 9 16,-3 3-2-16,-1-6 3 0,-3 6-1 0,-2 1 6 16,0 1-9-16,0 1 0 0,-2 1-3 0,0 4 2 15,2 3-7-15,-1-1-2 0,1 3-7 0,-2-2-36 0,-2 0-22 16,0 2-9-16,-3 2-8 0,-8 2-67 0,-4 8-187 16</inkml:trace>
  <inkml:trace contextRef="#ctx0" brushRef="#br0" timeOffset="176967.94">30595 11821 498 0,'0'0'40'15,"0"-2"-56"-15,-1 0 50 0,-1 0-28 0,0 1 4 16,2 1-5-16,0 0-3 0,0 0 1 0,0 0-6 0,0 0 13 15,0 0 0-15,0 0 7 0,0 0 4 0,0 0-19 16,0 0 15-16,0 0-14 0,0 0 16 0,0 0-3 16,0 0-12-16,0 1 8 0,0 1 2 0,0 0-6 15,0 0 6-15,0 0-7 0,2 0-2 0,-2 0 0 16,2-1 2-16,-1 1 0 0,-1 2 8 0,2 0-6 16,-2-1 2-16,0 9-2 0,0 1 9 0,2 5-10 15,0-1 2-15,0 1-5 0,0-1-1 0,-2 0 5 0,0 0 1 16,2-1-1-16,-1-1-3 0,1 0 5 0,-2-6-6 15,0 1 6-15,0-3 5 0,0 0-10 0,0-5 6 16,0 2-6-16,0 0 17 0,0-2 2 0,2 3 4 16,0-1-3-16,0 0 7 0,0-1 24 0,0 1 0 15,-1-2 7-15,3 0-4 0,0 0-22 0,3-1-5 0,14-1-3 16,-1-5-2-16,10-12-4 0,5 4-1 0,6-43-3 16,9-5-7-16,15-15-6 0,11-11 2 0,24-6-7 15,14-5-9-15,10-18-10 0,10-12-6 0,1-17-3 16,12-10-41-16,11 4-116 0,3 6-41 0</inkml:trace>
  <inkml:trace contextRef="#ctx0" brushRef="#br0" timeOffset="189561.98">14507 12289 640 0,'-2'0'0'0,"0"-2"-30"15,0 0 10-15,-1 0 12 0,-1 1 4 0,2 1 35 16,-2-2-6-16,1 0-15 0,1 2-2 0,0 0-2 0,-2-2-3 16,0 0-5-16,1 0 4 0,-1 0-5 0,2 1 3 15,0 1 7-15,0 0-5 0,1 0 6 0,1 0 1 16,0 0 1-16,0 0 4 0,0 1-2 0,0 1 14 0,0 0-7 15,1 0-3-15,1 0-1 0,0 0-4 0,0 1 9 16,-2-1 1-16,7 13 0 0,3 0-4 0,1 2-4 16,2 3 4-16,-2 1-5 0,2 1 0 0,0 0 4 15,-2-3 0-15,0-1 0 0,0 3-9 0,2-3 10 16,2 3-15-16,-13-3 13 0,19 1-17 0,1-4 14 16,4 1-5-16,0-3 7 0,2 2-11 0,0-6 8 15,1-1-4-15,5-1 3 0,1-5-7 0,4 20 0 16,2-9 4-16,1-7-4 0,-3-4 1 0,2-2 6 0,2-6-3 15,-2 1 2-15,7-5-1 0,-5 1-8 0,-2-2 4 16,0-2-4-16,-1-2 11 0,1-2-11 0,2-1 3 16,1-3-5-16,5 1 5 0,-1 0-4 0,6-1 6 15,2-1-7-15,-1 1-3 0,1 1 6 0,-4 2-1 0,-4 1 4 16,2 0 0-16,-5 2 0 0,0 0-3 0,-6 4 2 16,-6 0-4-16,0 0 3 0,1 0-6 0,-1 2 4 15,1-1-1-15,-1 3 0 0,4-1 3 0,2 1-4 16,0 1-4-16,0 1 5 0,-5 1 0 0,3 0 1 15,0 1 4-15,-2 1-6 0,8 2 4 0,-4 0-4 16,-2 2-1-16,-2 1 10 0,-3 1-12 0,-8 0 11 0,0 1-8 16,-2 1 4-16,-3 0-2 0,3 3 1 0,-3-2-1 15,-3 1 0-15,3 1 0 0,-4 0-1 0,0 1 5 16,-2-7-4-16,2 14 7 0,-2 0-7 0,-2 1 1 0,-4-3 1 16,1 0-1-16,-3 0 1 0,3 0 0 0,-3-2 2 15,-1-2-4-15,0 0 3 0,-1-2 0 0,-1-3-3 16,2 1 4-16,-2-1-3 0,0-1 3 0,-1-3-5 15,3 2 3-15,0 0-2 0,0-1 14 0,-3 1 4 16,1-2-5-16,0 0 3 0,0 0-21 0,0-1 5 16,0 1 2-16,0 0 2 0,-1 0 2 0,1 0-6 15,0-2-3-15,0 0 1 0,-2 0 6 0,0 0-4 0,2 0 0 16,0 0-4-16,0-2-6 0,-1 0 5 0,1 0 4 16,2 0-2-16,2-1-3 0,16 1 7 0,4-11-5 15,4 0 5-15,5-2-6 0,8 0 2 0,1 0 1 16,-1 0 0-16,1 3 2 0,-1-1 0 0,-2 1 0 0,7 1-1 15,-3 2-2-15,1 0 3 0,1-1-1 0,-3 5 1 16,6-1-3-16,-1 3 3 0,3-23 0 0,3 11 1 16,5 9-4-16,5 4 2 0,1 4 1 0,5 2 0 15,-4 1 0-15,-4 1 0 0,-2 0-2 0,-1-1 3 16,-3 3 1-16,3-3 2 0,3 3-1 0,0-3-1 16,6 3-5-16,3-1-1 0,6 0 3 0,-7-1 0 0,-3 1 1 15,-5-1 8-15,-7 0 0 0,0-1 2 0,0 3-7 16,-1-3 7-16,-1 1-1 0,4-1 4 0,-1 1 3 15,1-3-4-15,-1 1 1 0,-7 0 2 0,4-2 19 0,0 1-13 16,-4-1 3-16,-1-2-6 0,-7 0 8 0,-3 0-15 16,-4 0 9-16,3 0-11 0,-3 0 6 0,0 0-9 15,2-2-3-15,-1 1 0 0,1-3 2 0,4 0-10 16,-1 0 2-16,1-3-9 0,4 0-25 0,-2-1-105 16,5-1-35-16</inkml:trace>
  <inkml:trace contextRef="#ctx0" brushRef="#br0" timeOffset="197623.37">25773 14317 446 0,'0'0'5'16,"-1"-2"10"-16,-1 0 16 0,0 0 6 0,0 0-1 16,0 0-8-16,0 0-11 0,0 1-1 0,1-1 0 0,-1 0-4 15,0 0 3-15,0 0-3 0,0 0 3 0,0 0 3 16,2 1-5-16,0-1 2 0,0 0-2 0,0 0 7 15,0 0 4-15,0 0-4 0,0 0 4 0,0 1 0 16,0-1-10-16,0 0 3 0,0 0-7 0,0 0 6 0,0 0-10 16,0 2 3-16,0-2-6 0,0 2-2 0,0 0-1 15,0 0 1-15,0 0-1 0,0 0 8 0,0 0-3 16,0 0 4-16,0 2-2 0,2 0 10 0,-2 2-5 16,2 5 1-16,0 13-4 0,-2 3-14 0,-2 2 12 15,0 10-5-15,-2 1 9 0,1-1-2 0,-1 4-9 16,-2-4 4-16,-1 5-4 0,-2 5 11 0,-2 1 3 15,-4 8-2-15,0 5 2 0,0 8 1 0,-2 7 6 16,1 7-2-16,1 7 1 0,-2-1 1 0,2-4-1 0,2-11 2 16,0-10-3-16,2-7-8 0,4-10 3 0,1-1 3 15,2-7 0-15,1 0 3 0,1-2-9 0,-2 0 3 16,2-3-4-16,0-3-5 0,-1-3 1 0,1-4-5 0,0-2 6 16,0-5 0-16,0-2-6 0,0-2 6 0,2-4-5 15,0 1 8-15,0-7-5 0,0-1 0 0,0 2-2 16,0 0-11-16,0-1-2 0,0-1-6 0,0 0 1 15,0 0-36-15,-1 0-46 0,1-2-10 0,0 0-14 16,0-2-83-16</inkml:trace>
  <inkml:trace contextRef="#ctx0" brushRef="#br0" timeOffset="198390.92">25816 14309 676 0,'0'-2'13'0,"-2"0"-1"0,0 1 1 0,1-1-1 0,-1 0-3 16,0-2 6-16,0 0-12 0,0 1 14 0,0-1-12 16,0 0 19-16,1 1-10 0,-1-1-6 0,0 0 1 15,2 0-7-15,0 1 9 0,0-1 6 0,2 0 0 16,0 1 6-16,1-1-1 0,12-5-1 0,11-4 1 16,-2 3-5-16,4 1 4 0,-2 3-5 0,-2 3 4 0,6-1-3 15,-2 2-4-15,3 0-2 0,-3 2-1 0,0 0-10 16,-4 2 0-16,0 2 4 0,-1 3-4 0,-5 3-4 15,1 1 7-15,-1 2-4 0,-1-11 6 0,-2 20 1 16,-2 6-8-16,-4-2 7 0,-3 0-7 0,1-2-2 0,-5-2 13 16,15 4-8-16,-8-6 12 0,-3 3-12 0,-3 1 5 15,-3-4-1-15,-2 1 3 0,-1-3-4 0,-1-3 12 16,-3 0-4-16,-1-4 6 0,-1 2-11 0,1-4 10 16,3 3-12-16,-8-5 10 0,2 0-13 0,-2 1 7 15,2-4 1-15,1 1 0 0,-1-1-5 0,2 0 0 16,2-1-3-16,-3 5 2 0,3-3-2 0,-2 1 4 15,1-2-4-15,-1 1 3 0,5-3-4 0,2-2-1 16,0 0 0-16,1 0-2 0,-3 2-5 0,0 0 5 0,0 0-2 16,1-1 1-16,1 1-8 0,0 0 11 0,0 0-6 15,0 0 6-15,2 0-2 0,0 0 11 0,0-1-4 16,2 1 6-16,0 0-3 0,2 0-8 0,5 2 6 0,8 1-7 16,1 3-3-16,3-1 5 0,-3 1 0 0,5 1 3 15,-3 0 0-15,-1 2-3 0,-3 0-3 0,-1 1 0 16,-2-9-6-16,0 12 8 0,0 2 0 0,-2-2 3 15,-2 0-3-15,-5-2 7 0,0 0 1 0,-2-2 1 16,0 0-2-16,7 0-1 0,-4-2 3 0,1 1-1 16,-2 1 2-16,-2-2 1 0,-2-2-4 0,-2 4 4 0,-2 1-8 15,-3 1 8-15,-3 0-6 0,-6-4 7 0,-12 0-7 16,-2-1 2-16,0-1 7 0,1-1-3 0,-3 3 13 16,-1-4-8-16,-4-1 2 0,-4 0-3 0,5 16 3 15,-1-9 1-15,2-7-3 0,5-2 2 0,-5-2-2 0,2-2-7 16,5 0 4-16,2-1-7 0,-2-3-6 0,7 2 3 15,7 1-7-15,1-1 6 0,3 2-6 0,3 0-19 16,-1 0-3-16,5 2-10 0,-1 0-55 0,2 0-81 16,-2-2 13-16,1 1-31 0,1-1 26 0</inkml:trace>
  <inkml:trace contextRef="#ctx0" brushRef="#br0" timeOffset="198876.3">26852 14671 667 0,'0'0'-7'0,"0"0"3"0,0 0 6 0,0 0-8 16,2 0 11-16,0 0-1 0,0 0 25 0,2 2-5 16,-1-2 11-16,18 4 2 0,-3-1-12 0,4 1 9 15,3-2-10-15,-1 0 10 0,2-2-4 0,2 0-1 16,-1 0 0-16,1 0-1 0,-2 0-8 0,0-2 5 0,-2 0-6 16,4-2 6-16,-2 3-18 0,0-1 6 0,-3 0-8 15,-3 0 6-15,0 0-5 0,-1 2-6 0,0 0 2 16,-3 0-2-16,1 0-9 0,-6 0 1 0,2 0-8 15,-2 0-17-15,-3 0-34 0,-3 0-3 0,-3 0-12 16,0 0-38-16,0 0-41 0,2 0-24 0</inkml:trace>
  <inkml:trace contextRef="#ctx0" brushRef="#br0" timeOffset="199127.46">26967 14927 460 0,'0'0'128'0,"0"0"17"0,-2 0-56 16,1-1-35-16,-1-1-33 0,0 0 0 0,0 2-13 15,0 0 3-15,2 0-5 0,0 0 11 0,0 0 13 16,0 0-3-16,2 0 6 0,0 0-19 0,3 0 12 0,20-4-6 16,2-1 7-16,3 1-19 0,0 0 15 0,3-1-12 15,-1 1 14-15,1-2-1 0,-3 3-5 0,-4-1 6 16,2 0-8-16,-6 2 1 0,10 0-12 0,-3 1 4 15,1-1-8-15,4 2 1 0,-8 0-27 0,0 0-6 16,0 0-14-16,-4 0-69 0</inkml:trace>
  <inkml:trace contextRef="#ctx0" brushRef="#br0" timeOffset="203500.75">13079 15375 108 0,'0'0'0'0,"0"-2"12"0,0 0 120 0,0 0-35 16,0 0 12-16,0-1-56 0,0-1-6 0,0-5-2 16,0 1-2-16,0-3 2 0,0 4-7 0,0-1-13 15,0-1 0-15,0 3-4 0,0 3-1 0,0-1-2 0,0 0-2 16,0 1 3-16,0-7 5 0,0 5-10 0,0 1 7 15,0 0-8-15,0 1 4 0,0-1 4 0,0 0-11 16,0 0 7-16,0 1-7 0,0 1-5 0,0 0 2 16,0 0-7-16,0 0-8 0,0 0 4 0,0 1 1 15,0-1 0-15,0 0-3 0,0 2 10 0,0 0-4 0,0 2 4 16,0 0-7-16,0 1 2 0,0-1 3 0,2 24 0 16,-2-4-2-16,2 1 2 0,0-1-5 0,-1-3 4 15,-1 1-1-15,0-3 0 0,2-2 4 0,0-2-1 16,0-2 7-16,0 2-11 0,0-2 0 0,0-4-3 15,-1 3 7-15,1-5 4 0,2 3-5 0,-2-5 4 16,0 1 3-16,0 0-5 0,-2-2 15 0</inkml:trace>
  <inkml:trace contextRef="#ctx0" brushRef="#br0" timeOffset="204983.67">13281 15356 10 0,'0'0'31'0,"0"0"-2"0,0-2 34 0,0 1 9 16,0-1-16-16,-1-2-4 0,-1 0-32 0,2 1 2 15,-2-3-5-15,0-1 10 0,0-1-2 0,0 1-6 16,-1-4 1-16,-1-1-13 0,2 7-7 0,0-4 8 16,0-1-8-16,-1-1 9 0,-3-6 9 0,2 4 1 0,1 0 6 15,-1 0 30-15,0 2-4 0,0 0-3 0,3 2-2 16,-1 1-15-16,-2-1-2 0,2 4 3 0,0-1-5 16,0 0-13-16,1-1 10 0,-1 3-10 0,2 2 10 15,-2-1-10-15,0-1-3 0,0 0 4 0,0 2-5 16,0 1 1-16,1-1 6 0,-1 0-5 0,0 0 6 0,-2 0 1 15,0 0 8-15,1 0-1 0,-1 1 1 0,0-1-13 16,1 0 5-16,-1 0-7 0,2 0 4 0,-2 2-16 16,2 0 1-16,1 0 6 0,-1 0-6 0,0 2 4 0,0 0 5 15,0 2-7-15,-7 14 7 0,0 4-3 0,3-3-7 16,2 3 3-16,2-3-6 0,1 1 1 0,1 4 4 16,0 1-1-16,0 1 4 0,0-2 3 0,0-8-8 15,0 1 3-15,1-2-4 0,-1-2 8 0,2 0-5 16,0-6 2-16,0 1-3 0,0-3 7 0,-2-1-8 15,2 2 2-15,0-3-2 0,-2-1 20 0,0 0 18 16,3 2-5-16,1 0 6 0,-2-4-22 0</inkml:trace>
  <inkml:trace contextRef="#ctx0" brushRef="#br0" timeOffset="206123.65">14121 14710 61 0,'0'-2'0'15,"0"-1"13"-15,0-10 145 0,0-10-15 0,0 1 15 16,-2 2-47-16,-2 5-15 0,-1 0-36 0,-1 0-2 0,0 4-7 16,-1 0-15-16,3 3-3 0,-11 6-3 0,-1-9 0 15,-3 0-14-15,-1 4 0 0,-4 3-3 0,-2 4 1 16,0 4-8-16,-2 5 8 0,-2 4-2 0,0 6 4 16,-3-14-9-16,-2 23 1 0,-1 5-2 0,-1-1 1 15,-4 3-5-15,2 1 7 0,2 3-8 0,-2 0 8 16,8 1-8-16,-3 1-3 0,6 4 2 0,4 1-2 0,2 4 7 15,5-1-4-15,2-1 8 0,4 0-7 0,4-1-2 16,1 3 5-16,3-6-10 0,-20-3 9 0,10 0-14 16,8-8 9-16,5 3 0 0,2-3 1 0,1-1-10 0,5-1 10 15,3-3-3-15,6 2 5 0,-10-4-8 0,25 2 10 16,-6-2 0-16,5-2 5 0,3 0 4 0,3-6 0 16,5-1-4-16,-3-6 3 0,4 0-10 0,2-1 2 15,-1-3 4-15,1-5-2 0,-1 0 8 0,-3 20-7 16,2-11 6-16,1-9-6 0,-1-6 5 0,0-5-9 15,3-4-1-15,-3-2 0 0,5-5 9 0,-5 1 2 16,-8 1 1-16,2 12 1 0,-3-22 1 0,-5-1 2 0,1-3 1 16,-4-3 1-16,-9-2 5 0,1-6-9 15,-3-2-3-15,-4-5-2 0,2-2-4 0,-7-2 6 0,-4-3 2 16,24-1 0-16,-15 1-7 0,-9 3 6 0,-2 6-7 16,-2 1 7-16,-4 4-8 0,-3 3 8 0,-6 1 2 0,-1 7 0 15,14 1 0-15,-26 6-11 0,-2 3-4 0,-1 4 0 16,-7 3-3-16,-6 4-22 0,-6 5 7 0,0-18-13 15,-4 15-12-15,-2 12-18 0,0 12-13 0,-3 11-3 16,1-11-67-16,3 37-186 0</inkml:trace>
  <inkml:trace contextRef="#ctx0" brushRef="#br0" timeOffset="207157.64">28425 13494 767 0,'0'-2'15'0,"-2"-2"-6"15,-2-9 19-15,-3-7-6 0,-1 5 5 0,3 4 5 16,-1 2-8-16,1-1 6 0,1 3-20 0,0 1 7 15,2 3-4-15,-1-1 4 0,-1 0-9 0,0 1-3 16,2-1 1-16,1 2-2 0,-1 0-4 0,-2 0 7 16,0 0-2-16,1 1 4 0,1 1-9 0,-4 0 6 15,-1 1-3-15,-1 3 4 0,1 2-8 0,-1 12 6 0,1 16-1 16,-2-1 3-16,-12 1-7 0,6 5 2 0,6-2 1 16,4 2 3-16,1 2 2 0,0-4-2 0,4 2-3 15,4-2 3-15,1-4 9 0,1-1-10 0,0-1 9 16,1-1-10-16,0 0 8 0,1-1-12 0,1 1 4 0,0-2-4 15,1-4 11-15,1 2-4 0,-2-5-1 0,0 1-1 16,1-4-5-16,-3-3 11 0,1 0-4 0,-3-2 5 16,1 0-12-16,-3-4 11 0,3 1-5 0,-6-8 7 15,4 3 1-15,-4-3 5 0,0 0 4 0,0 0 0 16,3 1 20-16,1 1-5 0,0-2-1 0,0 0-3 16,-1-2-11-16,1 0-12 0,9-9 4 0,2-8-7 0,2-17-2 15,-3-3 2-15,5-4-8 0,-2 2 5 0,-1-1-6 16,3-1 9-16,-2 0-7 0,-1 2 6 0,1 0-3 0,-4 0-2 15,2 0 7-15,-4 2-7 0,2 5 0 16,-2 4-5-16,-1 4-1 0,-3 2-2 0,0 3 5 0,1 6-29 16,3 2-5-16,0 6-10 0,0-1-35 0,0 4-14 15,1-7-7-15,-1 2-10 0,4 1-82 0</inkml:trace>
  <inkml:trace contextRef="#ctx0" brushRef="#br0" timeOffset="207521.7">29234 13873 1041 0,'0'-2'50'0,"-1"0"-47"0,-1 0 56 0,0 0-23 16,0-1-11-16,0-1-6 0,-2 0 3 0,1 0-4 16,1 4 7-16,-6-3-5 0,3-1-3 0,-4 0-2 15,1 2-17-15,-3 1 6 0,-2-1-2 0,2 2 4 16,-2 2-8-16,0 1 6 0,4 1-3 0,-4 5 5 15,-8-1-7-15,6 14 2 0,2 2-1 0,4 2 3 0,3 2-1 16,-3 0-2-16,2 3-1 0,-4 3-1 0,7-1 3 16,0 4-1-16,2-1 2 0,-18-3-3 15,7 4 3-15,5-1 0 0,5 1-2 0,1 2 0 0,2-4 3 16,2 2-3-16,0-5 9 0,-1-3-7 0,3 3 25 0,0-6-14 16,1 2 6-16,1-4-9 0,0 0-5 0,-3-4-2 15,1-1-2-15,-2-2 2 0,-2-2 3 0,0-4 1 16,0 0-1-16,0-2 1 0,0-1-6 0,0-1 0 15,0-1 1-15,-2-1 1 0,-2 1 3 0,-3-4-32 16,-14-1 2-16,-3 16-16 0,-5-6-21 0,-3-5-3 16,2-6-10-16,2-2 3 0,1-4-38 0,4-3-71 15,-1-2-17-15</inkml:trace>
  <inkml:trace contextRef="#ctx0" brushRef="#br0" timeOffset="207728.74">28572 14294 782 0,'0'0'65'16,"0"-2"-5"-16,0 1 5 0,0-1 2 0,0 0-25 16,1 0-13-16,1-2-1 0,2 1 6 0,0-1-2 15,16-4 12-15,4-1-10 0,6 0-1 0,3 0-3 16,1-3-9-16,5 5-6 0,0-2 0 0,-2 3-4 0,0 1-11 16,0 1-1-16,-3 0-3 0,-1 2 1 0,-5-16-7 15,2 7-24-15,-4 5-3 0,-2 4-11 0,-2 2-40 16,-5 0-193-16</inkml:trace>
  <inkml:trace contextRef="#ctx0" brushRef="#br0" timeOffset="208094.41">28273 14961 1071 0,'0'0'1'0,"0"0"4"0,-2-2-17 0,0 0-10 0,0 0-1 16,0 2-22-16,0 0 6 0,0 0 0 0,1 0 5 15,1 0 19-15,0 2 8 0,1 0 7 0,1 0 0 16,0 0 11-16,0-2-5 0,17 11 7 0,1-2-2 15,6 0 26-15,2-1-7 0,3-3 3 0,3-1-3 0,1-4 10 16,4 0-14-16,4-4 3 0,1-1-7 0,8-1 7 16,8-1-2-16,-3-1-3 0,8 1 1 0,2-2 9 15,0 1 1-15,2 1 0 0,-4-1-2 0,-2 1-12 0,-9 1-4 16,-2 1 5-16,-6 1-5 0,1 0 5 0,-3 1-8 16,1 1-5-16,-5 0 0 0,-1 2-16 0,-1 0 11 15,-5 0-2-15,-5 2 5 0,-2 0-15 0,-6 0-36 16,-1-1-24-16,-2 1-28 0,-3 2-316 0</inkml:trace>
  <inkml:trace contextRef="#ctx0" brushRef="#br0" timeOffset="211357.23">22235 12317 158 0,'-2'0'8'0,"0"-2"24"0,0 0-11 0,0 0 15 15,0 0-6-15,0 1 3 0,1-1-37 0,-1 0 4 16,-2 0 2-16,0 0 2 0,1 0-3 0,-1 0 10 16,0 1-1-16,0-3 6 0,-1 0 6 0,-3-1 7 0,-1-1 4 15,4 2 2-15,-8-5 14 0,1 2-9 0,-1-3-13 16,-1-1 6-16,-1 9-13 0,-2-9 21 0,4 0-2 16,-2-2 5-16,6 2-15 0,-8-2-5 0,-1 4-1 0,-3-3-2 15,-1 3-2-15,3 2-10 0,1-1 4 0,1 5-6 16,4-5 5-16,-4 1 0 0,2 1 0 0,4-3-1 15,-4 3-7-15,4 3 7 0,-2-3-3 0,-1 2 5 16,-1 1-3-16,0 1-3 0,0 0 6 0,-2-2-5 16,1 0 6-16,1 1-4 0,-2 1 2 0,0-9-2 15,-1 0-4-15,-3 3 3 0,3 3-5 0,-3-1 5 16,5 2-9-16,-3 2 0 0,0 2 0 0,-1 0 0 0,-2 2 0 16,-1 0 9-16,-1 2-6 0,4 0 6 0,-2 3-7 15,-3 2 3-15,1 2-3 0,2 1 1 0,0-1-8 0,3-2 5 16,2 2-1-16,-5 4 1 0,4-11-1 0,-3 12 1 15,-1-1-1-15,3 2 1 0,3 0-5 0,-3-1 6 16,4 1 0-16,0 0 3 0,1 1-7 0,1 1 4 16,0 0-1-16,3 1 3 0,-1 2 1 0,0 1-4 15,4 1 0-15,-3 0 0 0,1 0 1 0,2 4-3 16,-1 0 4-16,1 5-3 0,-1 6 6 0,3-4-7 16,-1 4 0-16,1-5-2 0,1 5 0 0,0-6 11 0,0 4-8 15,3-3 8-15,-3-5-8 0,2 1-3 0,0-4 7 16,-13-4-3-16,6-1 2 0,2 1 1 0,1-1-7 15,2-1 4-15,1 4-2 0,3-5 3 0,0-1-1 16,0 3 2-16,0-1-3 0,1 2-2 0,1-1 3 16,2 1-2-16,0 0 7 0,1 1-7 0,1-3 5 0,-1 0-7 15,3 1-5-15,-1-1 9 0,3 1-5 0,1 1 6 16,2 0-8-16,-2-1 5 0,4 1-4 0,0 0 5 16,-1 1-1-16,-10 1 4 0,17-4-2 0,-1-1 3 15,0-4-4-15,5 1 13 0,1 3-6 0,-1-1 9 16,1 5-12-16,0-7 0 0,-3-1-2 0,5-4 0 15,-1-1-8-15,1 3 10 0,4-2 0 0,-6 2 2 0,2-6-4 16,0 3 3-16,-1-7 2 0,1-1 1 0,4 2-3 16,-2 14 1-16,5-3 3 0,0-6-1 0,-1-3 4 0,1-4-11 15,4 0 2-15,0 0-2 0,2-2 1 0,5 0-1 16,-9 0 2-16,0 0 0 0,2-4 6 0,-3 0-6 16,4-1 3-16,-4-1-4 0,-1 0 1 0,-3-3 2 15,-5 0-1-15,3-2 4 0,0 2-1 0,-2-3-6 16,-2 1 0-16,0-2 0 0,-2-2 9 0,-2 1-3 15,-1 12 4-15,-1-19-5 0,-1-3 6 0,-3-2 0 16,-1 0-7-16,2 0 5 0,-2-2-4 0,-1 4 2 16,1-2 1-16,-2-2-2 0,4 2-1 0,-4-2 2 0,2 2-4 15,-4 2 2-15,-2 0-7 0,-1 0 6 0,-3 0 5 16,-1 3-2-16,0-1-1 0,-2 2-1 0,12-3 2 16,-4-1-1-16,-7 0 1 0,-1-4-3 0,-2 1-1 15,-2-3 2-15,-1 2 12 0,-5-7-4 0,-3-2 7 0,0 1-5 16,-2-3 3-16,0 4-14 0,-2-2 3 0,2 0-5 15,-2-2 3-15,2 3 2 0,0 5-5 0,0 3 4 16,0 0 5-16,0 0-12 0,0 2 4 0,0 0-6 16,2 2 2-16,0 0 5 0,0 2-2 0,2 3 4 15,-1-1-4-15,1 1 0 0,0 3-3 0,-2-3 1 0,0 2-7 16,-1 1 11-16,11 1-5 0,-14 0 6 0,-2 2-12 16,0-2 5-16,1 0 2 0,-3 0 1 0,-1 2 0 15,1 0 3-15,-3 0 1 0,-4 2 0 0,3-2-2 16,-1 2-2-16,0-2-1 0,7 2 0 0,-5 2 3 0,-4-1-1 15,4 3-2-15,-6-1 1 0,0 1 6 0,-2-2-4 16,4 7 0-16,0-2-3 0,0 2-5 0,2-1 6 16,0-3 3-16,0 4 0 0,0 0-9 0,-2 0 7 15,0-14-7-15,0 5 8 0,0 3-3 0,0 3 0 16,0 3 1-16,2 2-1 0,0 0-2 0,1 0 4 16,-1 3-3-16,-2 3 2 0,2 1-1 0,-4 3-6 15,2-1 6-15,-5 2-6 0,-1 0 3 0,4 4 1 16,8-4-2-16,-2 4 2 0,3-11-4 0,-5 14 6 0,-6-1-6 15,8 2 6-15,0-4-1 0,3 1-1 0,4 1 1 16,2-2-1-16,-2 2 4 0,4-1-2 0,-2 3-1 16,4-1-1-16,0 3 2 0,1 1-5 0,1 0 5 0,1 4-7 15,1-1 5-15,1 2-3 0,-15 1 1 0,6 2-2 16,4 1-6-16,4 5 10 0,1 1-7 0,2 2 8 16,2 2-6-16,0 0 3 0,4 3 0 0,-1-1 2 15,3 0-2-15,0-3 0 0,1-1-7 0,0 0 4 16,5-1-5-16,-1-3-1 0,2-2 2 0,3 2-4 15,3-1 1-15,-12 3-4 0,23-2 1 0,-2 2-3 16,2-1-3-16,-1-3 4 0,3 4-1 0,5-1 3 0,-2-3 7 16,2-3 7-16,2-1 1 0,-5-4 0 0,5 1 3 15,-4-4-4-15,0-4 9 0,3-3-7 0,-1-2 9 0,-2-2-7 16,4 1-1-16,2-1 0 0,0-2 12 0,3-2-8 16,3-1 0-16,-1-4-4 0,2 22 0 0,2-7 3 15,-5-10-1-15,1-5 1 0,-1-2-8 0,-6-2 12 16,-2-2-7-16,-2-1 9 0,-3-1-6 0,-4-1-3 15,0-2 7-15,-2-1-7 0,-2-1 6 0,-2 0-1 16,-1-2 5-16,-3 9-3 0,1-14 12 0,-3-10-11 16,3 4 7-16,-4-8-6 0,0-3 11 0,1 0-13 0,3-4-1 15,-2 0-3-15,1-2-2 0,-5 2 5 0,-4 0-2 16,-1 2 4-16,1 1-4 0,-7-3-1 0,0 2-3 16,18-2 1-16,-10-2 3 0,-9 1-6 0,-2-3 7 15,-3-2-5-15,-5 1 13 0,-6-5-13 0,-2 1 3 16,-2 2-6-16,-1 1 6 0,1 2 3 0,1 4-1 0,-1 4 1 15,-1-2-3-15,-1 2 3 0,20 1-1 0,-22 1 0 16,-1 5-1-16,2 0 7 0,-2 2-3 0,-2 0 2 16,0 2-12-16,-2 0 1 0,-4-2 2 0,5 6 0 15,-9-1 3-15,5 6 2 0,-5 2-6 0,-3-2 4 16,4 4-10-16,-11 0 6 0,-3 6-4 0,1-20 4 16,0 12-11-16,-2 10 3 0,2 5-2 0,-1 7 1 0,-3 2-5 15,4 6-11-15,-6 5 2 0,-2 4-5 0,-3-22-4 16,-4 29-16-16,2 4 2 0,-3 0-9 0,7 8-37 0,-1 1-85 15,6 8-47-15</inkml:trace>
  <inkml:trace contextRef="#ctx0" brushRef="#br0" timeOffset="212654.36">28690 15551 496 0,'0'0'21'0,"0"-2"-1"0,0 1 29 16,0-1-5-16,0 0 6 0,0-2-1 0,0 0-8 15,0-3 1-15,-1-4-7 0,-1-2-13 0,0 2-5 16,2-2 0-16,0 0-2 0,0-2-10 0,0-2 8 15,0 2-9-15,0-1 10 0,0-1-1 0,0 2 5 16,0-2 6-16,0 2-2 0,0 4 20 0,0 2-14 16,0 5-3-16,0 2-5 0,0-3-11 0,0 3-8 15,0-4-1-15,0 3-3 0,0 1-6 0,0 0 10 0,0 0-1 16,0 2 4-16,0 2-13 0,0 0 7 0,2 9-5 16,0 13 7-16,-1-2 0 0,1 6-6 0,0-2 7 15,-2-2-7-15,0 1 11 0,0-3-3 0,0 2-2 16,0 0 1-16,0 0-4 0,0 2 6 0,0 0-3 0,0 2 2 15,-2 0-6-15,0 2 2 0,1-3 2 0,-1 3 0 16,0 0 0-16,-2 1 4 0,2 1-6 0,0-4 5 16,1-2-3-16,-1 0-1 0,0-6 3 0,0-1-1 15,0-1 1-15,2-12-3 0,-2 3 5 0,2-3-4 16,0-2 8-16,0 1 2 0,0-3-2 0,-2 2 3 16,1-1-7-16,-1 1 2 0,-2-2-3 0,0 0 3 0,2-2 8 15,-7 2-8-15,0 0 9 0,3-2-8 0,-1 0 5 16,-1 0 4-16,3 0-1 0,-3-2 2 0,5 2-5 0,-1-2 1 15,0 0-3-15,2 2 4 0,-1-2-7 0,-1-2 7 16,0 1-7-16,1-1 7 0,1 0-14 0,0 1 0 16,0 1 0-16,0-2 0 0,0 0 0 0,2 1 4 15,0-1-4-15,2 0 5 0,0 0-5 0,2-1 2 16,7 1 2-16,9-1-1 0,1-5 0 0,1 7 4 16,0-5-3-16,2 1 2 0,-1 5-10 0,3-4 8 15,0 3-4-15,-4-1 7 0,6 0-7 0,-10 2 0 16,3-1-3-16,-1 1 3 0,-5 0 0 0,2-9 3 0,-2 1 4 15,-1 3-2-15,-1 1-5 0,-1 1 2 0,-3 1-3 16,-5 2 2-16,-1 0-5 0,1 1 7 0,0-1-6 16,-1 0 3-16,1 0-23 0,0 0-84 0,-2-2 0 0,1-7-35 15,-1-7-67-15,-2-3-53 0</inkml:trace>
  <inkml:trace contextRef="#ctx0" brushRef="#br0" timeOffset="212917.78">28403 15178 867 0,'-2'-2'58'0,"0"-2"125"0,-7-10-146 0,1 1-8 16,1 1-1-16,3 5-4 0,-2-2-14 0,5 5 1 16,-1 0 2-16,0 1-3 0,0-1-13 0,0 2 3 15,2 0-1-15,0 0 2 0,2 0-5 0,2 1 4 16,16-5-3-16,10 0 4 0,1 3 4 0,3 1-6 15,1 0 5-15,2 0-4 0,0-2 5 0,2 3-19 16,-3-1-8-16,-3 2-5 0,4 2-46 0,-3-1-88 16,1 3-12-16</inkml:trace>
  <inkml:trace contextRef="#ctx0" brushRef="#br0" timeOffset="213360.03">29153 15637 1067 0,'0'0'25'0,"0"0"2"15,-2-2-27-15,0 0-3 0,0 0-16 0,0 0-21 0,0 2 25 16,2 0-1-16,0 0 9 0,0 0 5 0,0 0 1 15,0 0-5-15,0 2 5 0,0 0 1 0,0 0 0 16,0 0 4-16,0 1-4 0,0 1-4 0,2 5 10 16,0 2-5-16,0 1 6 0,0-1-10 0,0 2 13 15,0 0-3-15,-1-2 6 0,1 4-8 0,0-2 13 16,2 2-8-16,0 1 8 0,-1-3-7 0,3 2-9 16,-1 0 11-16,3 0-9 0,-1 0 28 0,1 0-23 15,-1-2 9-15,2 0-14 0,1 0 3 0,-1-2-2 16,-7-4 0-16,11 1 1 0,-2 1 2 0,0-2-1 0,0-1 2 15,2-4 0-15,-2 0 10 0,-1 5 2 0,1 0-2 16,-2-1 1-16,2 0-4 0,-3-5 14 0,1 1-9 16,0 0 10-16,-1-2-10 0,-1 0 10 0,1 0 6 0,-3-2-2 15,3-1-1-15,-3-1 3 0,4-4-10 0,-1 1 7 16,-3-13-18-16,-3-3 2 0,15-1 2 0,-6 2-2 16,-4 0-2-16,-1 1 1 0,-2-1-5 0,-2 0 3 15,-2 1-10-15,-2 3 5 0,-2-1-3 0,-2 4 0 16,1 2-32-16,-3 2-28 0,1 2-16 0,-19 1-5 15,-7-12-75-15,-16 9-205 0</inkml:trace>
  <inkml:trace contextRef="#ctx0" brushRef="#br0" timeOffset="-206824.73">30170 14452 57 0,'0'0'19'0,"0"0"8"0,0 0 28 0,0 0 5 0,0 0-9 16,-2 0-12-16,0 0-8 0,1 0-6 0,-1 0 5 15,-2 0-13-15,2 0 1 0,-9 0 3 0,-2 0-2 16,2 2 5-16,0 2-5 0,1-1 0 0,-1 3-3 16,4-2 0-16,1-1 8 0,-1 1-5 0,3-2 5 15,1 0-9-15,-1 1 9 0,0 1 8 0,2 0 0 16,0 0 24-16,1-1-5 0,1-1-6 0,0 0 0 0,0 2-25 16,1-1-1-16,1 1 1 0,2 0-2 0,9 3 0 15,11 6-2-15,0-3-3 0,2-5 2 0,0 1-4 16,4-3-3-16,0-1 1 0,-1 2-2 0,5-2-2 0,-5 0 0 15,3 0-4-15,-2-1 3 0,-2-1-1 0,-1 0-3 16,-2 0 2-16,-3 0-3 0,-2 0-3 0,-3 0 3 16,-2 0 1-16,0 0-1 0,-2 0-3 0,-2 0-6 15,-4 0-1-15,-5 0-4 0,0 0-30 0,4 0-43 16,-5 0-5-16,3 0-19 0,0 0-75 0</inkml:trace>
  <inkml:trace contextRef="#ctx0" brushRef="#br0" timeOffset="-206527.49">30044 14861 521 0,'0'0'88'0,"0"0"-94"0,0 0 90 0,0 0-43 0,0 0-36 16,0 0 16-16,2 0 1 0,0 0 5 0,1 0 8 0,9 0-3 15,13-4-1-15,1 0-1 0,6 0-5 0,3-3-1 16,4 0-6-16,10-3 1 0,1 1-16 0,4-2 1 16,-1 2 0-16,-1-1 0 0,4 1-7 0,-6 2-33 15,0-1-15-15,-3 3-12 0,-5-1-103 0</inkml:trace>
  <inkml:trace contextRef="#ctx0" brushRef="#br0" timeOffset="-200308.3">15716 15839 89 0,'0'0'0'0,"0"-2"20"0,-2 0 10 15,0 0 22-15,0 1 0 0,0-1-15 0,0 0-9 0,-1 0-11 16,-1 0-2-16,0 0 1 0,2 0-14 0,-1 1-2 16,-1-1-3-16,2 0 0 0,-2 0 1 0,2 0 7 15,1 0 1-15,-1 0 1 0,0 2-2 0,0 0-3 16,0-1 4-16,0-1-1 0,0 2 18 0,1 0 1 16,-1 0-3-16,0 0 2 0,0-2 9 0,0 0 5 15,0 0 15-15,0 0-8 0,1 2 14 0,-1-2-30 16,0 2-2-16,0 0-8 0,0 0 1 0,0 0-3 0,2 0-7 15,0 0 4-15,0 0-13 0,0 0 11 0,0 0-5 16,0 0 5-16,0 0-4 0,0 0-3 0,0 0 5 16,0 0-6-16,0 0 1 0,0 0 4 0,0 0 3 15,0 0 2-15,0 0 12 0,0 0-6 0,0 0 6 16,0 0-4-16,0 0 11 0,0 0 7 0,0 0-9 0,0 0 8 16,0 0-10-16,0 0-12 0,0 0 7 0,0 0-9 15,0 0 7-15,0 0-8 0,0 0-6 0,0 0 2 16,0 0 1-16,0 0-3 0,0-1 0 0,2 1-3 15,0-2-2-15,0 2 6 0,0 0 3 0,0 0-2 16,-1-2-8-16,1 0 4 0,0 2 0 0,2-2 1 16,-2 2 1-16,9-2 3 0,2 0-3 0,-2 1 3 0,4-3 1 15,3 0-4-15,5 0 2 0,-1 1-3 0,2-1-2 16,2 0 1-16,0-1-4 0,6-1 2 0,1 1-4 16,4 1-3-16,-1 0 9 0,1 0-5 0,0 1 5 0,0 1-3 15,0 2-5-15,0 0 4 0,0 0 6 0,2 0-9 16,0 0 6-16,2 0-7 0,4 0 9 0,-1 2-10 15,8 0 3-15,-2-1-5 0,-5 1 9 0,9 0 2 16,-11-2-5-16,7 0 2 0,5 0-4 0,-6 0 4 16,3 0 0-16,-4-2 1 0,0 0-10 0,2 2 10 15,2-1-2-15,4-1 4 0,0 2-10 0,5 0 7 0,-2 0-2 16,1 0 4-16,1 2-1 0,-2-1-3 0,-3 1 0 16,-2 0-2-16,-6 0-6 0,1-2 10 0,-3 0-2 15,0 0 5-15,3 0-8 0,-5 0 2 0,3 2-1 16,7 0 2-16,-1 0 3 0,1-1-2 0,-7 1-1 0,1 0 0 15,-5 0-1-15,1 0 2 0,4 0 2 0,-7 0 0 16,0 1-2-16,-4 1-1 0,2-2 2 0,-2 0-2 16,-3 0 0-16,-1-2 3 0,-1 0-4 0,-1 0 4 15,-1 0-3-15,2 0-1 0,-5 0 1 0,-1 0 0 16,2-2 1-16,-2 2-1 0,2-2 0 0,-6 0-1 16,-3 0 7-16,0 0-6 0,-5 0 3 0,1 1-4 0,-2-1 5 15,-5 2-2-15,-5 0 2 0,3 0-3 0,-2 0-1 16,-1 0 13-16,1 0 0 0,0-2 7 0,-2 0 5 15,0 0-9-15,-1 0 2 0,-1 0-5 0,0 1-3 16,-1-3-5-16,-1 0 1 0,0-1-1 0,-19-3 1 0,-5 1-7 16,2-1 0-16,-4 3-3 0,-5-5 2 0,-2 5 0 15,-1-3 0-15,-1 3 0 0,0-1 2 0,-2 1 1 16,-3-1 2-16,-3 1 0 0,-3 1-4 0,-2 2-3 16,-10-2-2-16,1-24 3 0,-4 16 8 0,-8 6-16 15,4 4 6-15,-11 2-11 0,2 4 12 0,2 3-1 16,1 1-2-16,-3 1 0 0,-4 0-1 0,-7 2 2 15,-6 0 3-15,-1-1-2 0,-1 1 7 0,6 0-7 0,-4 0 6 16,4 2-6-16,2-2 6 0,-3 0 2 0,-1 1-2 16,-1-5 3-16,1 0-6 0,2-1 5 0,5 0-4 15,6-3 6-15,4 1-3 0,3 2-5 0,-11-3 4 16,8-1-4-16,0 0 3 0,-2 0 4 0,13 0-1 0,0-2 1 16,-1 0-1-16,12 0 3 0,6-2-1 0,7-2 2 15,7 0 0-15,5 1 3 0,1-1-5 0,3 0 5 16,5 1-10-16,5 1 0 0,4 0 0 0,5 2 1 15,0 0 0-15,0 0-21 0,1 0 7 0,1 0-11 16,0 0 14-16,0 0 0 0,2 0-5 0,2 0 3 16,9 0-7-16,30 0 12 0,11 0 0 0,7-4 2 15,12-1-7-15,11-3 6 0,10 1-1 0,7-1 4 0,3 1 6 16,0 1-7-16,0 1 3 0,10-1-4 0,8 2 10 16,12 3-12-16,0 1 6 0,-2 0-9 0,-4 0 12 0,2 1-1 15,8 1-2-15,5-2 0 0,0 0 1 0,-5 0-4 16,-5 0 4-16,3-3-5 0,7-1 13 0,-3-4-6 15,-7 3 3-15,-10-3-5 0,-11 1-6 0,5 0 12 16,-4-1-7-16,1 1 9 0,-5-1-4 0,-14 1 1 16,-9 1 4-16,-6 1-4 0,-12-1 1 0,-1 1 3 15,-5-1 0-15,-6 2 0 0,-4 1-8 0,-9-1 0 16,-2 0-2-16,-11 2 0 0,-6 1-9 0,-2 1-25 0,-10 0-50 16,-3 0-1-16,-1 0-264 0</inkml:trace>
  <inkml:trace contextRef="#ctx0" brushRef="#br0" timeOffset="-194589.25">26576 13891 426 0,'-2'-2'0'16,"0"1"3"-16,0-1-2 0,2 0 0 0,-7-9 0 0,1 1-2 15,0 3-6-15,1 0-6 0,-4 3-1 0,-3 2-14 16,-2 0-1-16,1-7 10 0,-6-2-7 0,2 1 17 0,-1 3 6 16,-3 0-7-16,3 1 8 0,-5 0 0 0,3-1 4 15,-2 0 11-15,-1-1-2 0,1-1 41 0,2 0 1 16,-1-3 0-16,1 1-1 0,1 0-16 0,1 0-6 16,-3-2-3-16,3 2 0 0,-6 0-3 0,1 2-10 15,1 1 3-15,-6-1-5 0,2 3 1 0,-2 3-5 16,-5 1 3-16,3 4-2 0,-3 1 9 0,-1 3 0 15,1 1-2-15,3 3 1 0,1 1-3 0,-1 0-3 0,2 2 4 16,-2 2-4-16,1-1-2 0,1 3-7 0,2 0 3 16,0-13-3-16,0 20 2 0,-2 4-4 0,-2 1-2 15,1 5 1-15,-5-1 6 0,3 6-2 0,-1 2-4 16,-3 4 1-16,-1 3-1 0,-1 4-5 0,6 7 6 0,-3 8-7 16,6 2 7-16,2 5-3 0,6-3 5 0,1-5-3 15,3-1-1-15,-1-5 1 0,-2-3-1 0,5 1 2 16,1 0-3-16,1-3 9 0,5 3-6 0,0-1 8 15,1 5-14-15,-22-5 6 0,13 1 0 0,10-3 4 16,5-4 0-16,2-1 8 0,3-4-1 0,6-3 3 16,1 0-4-16,2-4-2 0,5 1-6 0,-1-2 3 15,-16 0-1-15,28 3-7 0,5 0 9 0,-1 0-7 16,5 2 12-16,-2-4-7 0,0 2 5 0,0-1-4 0,2-4 7 16,2-1-6-16,0-7-1 0,3-2 1 0,1 2-2 0,0-6 8 15,7 2 0-15,3-9 4 0,3-2 3 0,3-4-3 16,4-1 0-16,-4 20 0 0,1-15 12 0,-3-10-7 15,-7-5 2-15,-2-5-5 0,-2-4 5 0,-5-6 4 16,2-3 4-16,-1-4-2 0,3 16 6 0,-1-25-9 16,-1-8 2-16,1-6-3 0,0-3 4 0,-5 2 3 15,0 0-6-15,-2-1 5 0,-5-1-8 0,1-4-5 16,-2-1 1-16,-1-5-3 0,-4-3-3 0,-2-9-3 0,-4-6 1 16,-3-9-3-16,-3 1-8 0,-1 1 18 15,0 3-5-15,-6 8 10 0,0-2 3 0,-3 3-2 0,-2 3 7 16,-1-3-4-16,27 1 13 0,-19-1-12 0,-9 1 2 15,-4 5-6-15,-3 6-4 0,-5 7-6 0,-3 2-5 16,-1 9-1-16,-3 4-17 0,-2 2-15 0,17 8-3 0,-33 4-6 16,-6 3-44-16,-7 7-51 0,-8 6 0 0,-18-21-21 15,-13 28-57-15</inkml:trace>
  <inkml:trace contextRef="#ctx0" brushRef="#br0" timeOffset="-177387.94">26024 11000 264 0,'-2'-1'0'15,"0"-1"4"-15,-3-2 13 0,-14 0 28 0,-1-5 12 16,-2 0 6-16,9 3-2 0,0-1-40 0,0-1 0 15,7 5-9-15,0-1-16 0,-1 2 2 0,1-2-3 0,-1-1 4 16,0 1 2-16,-3-2-8 0,3 3 7 0,-2-1-6 16,-4 2 7-16,-4 2-6 0,-5 0 0 0,3 2-1 15,-3 2 9-15,5-2 4 0,-2 1-2 0,1 3 1 16,-1-1-6-16,1-1 4 0,-3 0 1 0,3 0 3 16,-1-1 2-16,1 1-6 0,1 0 2 0,2-2-2 15,-2 1 15-15,3 1-19 0,-3 2 8 0,0-1-10 0,2-1 13 16,-1 1-11-16,1 1 1 0,0 0-3 0,2-1 15 15,0 4-12-15,0-7 3 0,2 17-7 0,-4 1 1 16,4 1-4-16,-2 5 5 0,-2 2-4 0,4 3 5 0,-2-3 3 16,-4 0-3-16,2 0 4 0,-2-2 8 0,-1 5-15 15,-3 1 9-15,-1-1-10 0,0 3 7 0,-4 1-9 16,2 0 5-16,0 2-5 0,1 2 16 0,1 0-14 16,3 2 6-16,5 2-6 0,-5 3 13 0,4 1-7 15,2-1-2-15,4 1-1 0,-2-7-6 0,2 5 4 16,-1 0 3-16,7-3-1 0,-1 1 5 0,2-2 1 0,0-4-5 15,0-2 3-15,0-1-6 0,-1 1 0 0,-18 0 6 16,6 4-3-16,8 0 9 0,3 2-7 0,2 4-5 16,2-1 1-16,0 4-4 0,0 4 8 0,0-1 0 15,0-3 1-15,2 0-6 0,4 2 4 0,-1-9 1 16,3 4 2-16,1-8 5 0,0-6-10 0,3 1 8 0,1-4-9 16,1-2 9-16,3 0-9 0,-8-4 1 0,16-2-2 15,0 1 13-15,5-1-10 0,-2-1 7 0,2-1-7 16,-2 3 3-16,-2-3 7 0,-2 1-5 0,0 0 5 15,0-1-6-15,-2 1 5 0,1-1-1 0,-3-5 3 16,2 4 9-16,1-6 3 0,-1 0-1 0,2-1 0 16,2-3-15-16,-4-3 6 0,2-1 2 0,2 14 0 0,2-6 4 15,2-5 2-15,3-6 0 0,3-2 1 0,10-7-4 16,-1-4-3-16,-1-2-3 0,3-4 1 0,1-1-12 16,2-2 7-16,0 20-8 0,2-26 9 0,-11 0 0 0,-2-4-8 15,0 3 7-15,-4-5-7 0,4 1 9 0,-2-6-3 16,1-6-1-16,0-3 1 0,0-4-5 0,-1-4 1 15,4-9 4-15,-4 4-3 0,-2-6 1 0,-11-1 6 16,-2 8-6-16,-3-1 7 0,1-2-5 0,-1 2 3 16,-8-4-5-16,-3-6 4 0,-1-9-7 0,-3-16 2 15,-1-7 8-15,33-1-3 0,-29 2 6 0,-9 13 23 16,-9 6-8-16,-6 5 15 0,-5 5 0 0,20-3-9 0,-42 0 4 16,-8-2-6-16,-2-4-2 0,-4 10-11 0,3 5-4 15,-5 13-4-15,-3 8-23 0,-4 11-25 0,-11 9-6 16,-11 9-9-16,-11 8-41 0,-8 7 16 0,4-28-13 15,6 32 13-15,9 18-26 0,9 12-118 0</inkml:trace>
  <inkml:trace contextRef="#ctx0" brushRef="#br0" timeOffset="-171161.61">32274 11448 375 0,'0'0'25'0,"0"-2"5"0,-2 0 15 0,0 0 8 16,0 0-21-16,0 1-13 0,1-3-6 0,-1 0-13 0,2 0 9 0,-2 1-7 0,2-1 4 0,0 0 9 0,0 1-5 0,0-1 8 0,0 0-10 0,0 0 2 0,0 1-2 0,-2-1 16 0,2 2-9 0,0 0 7 0,-2 0-6 0,2 1 12 0,0-1-24 0,-2 0 2 0,2 0-7 0,-2 2 10 0,1 0-4 0,-1 2 2 0,2 0-2 0,-13 31 16 0,-2 4-16 0,0 8 6 0,-2 5-9 0,-1 6 16 15,-3 9-15-15,-3 0 3 0,-2 7-6 0,2-1 9 0,2-8-6 0,3-8 9 0,4-10-10 0,2-10 0 0,0-7 3 0,4-6-3 0,3-5 4 0,3-6 1 0,-1-1 12 0,2-5-3 0,2-3 8 0,0 0 13 0,-2 2 47 0,1-1-11 0,-1 1 18 0,0-2-41 0,2 0-39 0,0 0 7 0,0-2-18 0,0-2-1 0,0 0 1 0,2-7-3 0,9-23 3 0,2-3 9 0,2-6-11 0,3-4 1 0,1-1-4 0,3-8 8 0,0-2 0 0,-1-1-3 0,-3 3 1 0,1-2 0 0,1 6-1 16,3 0 3-16,-1 4-3 0,2-1 0 0,-2 4-7 0,1-1 6 0,-3-1-7 0,0 3 13 0,-1-1-6 0,-4 6 4 0,-2 5-5 0,-2 4 2 0,-4 8 5 0,1 0-6 0,-4 8 7 0,-3 5 0 0,1 1-11 0,0 3 6 0,0-1-9 16,0 0 2-16,0 2 4 0,0 1-2 0,-1-1 3 0,1 2-3 15,0 2 3-15,0-1 1 0,4 9-1 0,8 18-5 16,-1 1 8-16,-1-1-4 0,-3 4 6 0,0-5 0 0,-1 3-5 16,-1 2 7-16,0-1-6 0,-1 1 7 0,0 3 0 15,-3 0-6-15,1 3 5 0,2 2-2 0,-1-1-1 16,1 2 1-16,-1 2-1 0,1-2 3 0,-2 0-6 15,-1 0 2-15,1-8-3 0,0 0 1 0,1-3 3 16,-1-6 2-16,2 0 0 0,-1 0-3 0,1-1 1 16,1-1-1-16,-3-7 1 0,0 0 1 0,-1-6-15 15,1-2 2-15,0 1-8 0,-3-4-20 0,1 1-24 16,0-1-8-16,0 0-4 0,0-1-19 0,0 1-46 0,0 0-19 16</inkml:trace>
  <inkml:trace contextRef="#ctx0" brushRef="#br0" timeOffset="-170868.18">32027 11966 1025 0,'0'-2'55'0,"-2"0"117"0,0-2-158 0,2 3-21 15,-2-5-6-15,0 2-5 0,1 1-21 0,-1-1 24 16,2 2 4-16,0-2 6 0,2 1 13 0,-1-1 0 16,-1 2-8-16,13-2 5 0,8-5-12 0,3 2 6 15,6-3-2-15,-6-1 3 0,4 0 6 0,1 0-8 16,-1 0 2-16,0-4-5 0,0 4-6 0,0 1-4 0,0 1-7 15,0 5 3-15,-2-5-16 0,0 4-19 0,-2-3 0 16,0 1-13-16,2-1-39 0,0 1-160 0</inkml:trace>
  <inkml:trace contextRef="#ctx0" brushRef="#br0" timeOffset="-170529.45">33076 11461 814 0,'-2'-2'77'0,"0"0"162"0,0 0-219 16,1-1-7-16,-1-1-2 0,0 0-2 0,0 2-17 15,0 0 8-15,0 1-6 0,0-1 7 0,1 0-5 16,-1 0 4-16,0 0 2 0,0 0 1 0,0 2 3 0,0 0-6 16,0 0 2-16,1 0-2 0,-1 0 5 0,0 2 2 15,0 0 1-15,0 2 0 0,2-2-4 0,-9 16 19 16,-2 4-11-16,-2 4 12 0,-2 4-20 0,0 5 2 15,0 3 0-15,-3 4 1 0,1 5-1 0,0 7-7 16,-1-1 2-16,-3 5-2 0,-3-1 6 0,0-1 1 16,-2 2-2-16,4-12 3 0,-1-1 3 0,18-4-10 15,-23-4 5-15,4-4-5 0,0 2 8 0,5-1-11 0,2-1 2 16,2-1-5-16,4-2 16 0,4-4-16 0,1-1 7 16,3-2-8-16,1-1 4 0,-11-3-47 0,5-5-11 15,3-1-13-15,3-3-60 0,0-1-40 0,2-2 1 16,0-3-20-16,0 0-55 0</inkml:trace>
  <inkml:trace contextRef="#ctx0" brushRef="#br0" timeOffset="-170170.84">32937 12204 1044 0,'0'-2'12'0,"0"0"22"0,0 0-30 0,0 0 2 15,0 0-2-15,0 0 2 0,0 1-8 0,0-1-1 16,0 0 2-16,0 0 0 0,0 2 8 0,0 0-3 16,0 0 1-16,2 2-2 0,-1 0-1 0,-1 1 5 15,6 20-2-15,0 1 4 0,-1 0-2 0,-1 2 10 16,0 4-5-16,-3-2 5 0,1 1-11 0,0-1 9 16,0-4-8-16,0 2 9 0,0 0-10 0,1 0-6 15,1 0 5-15,0-2-5 0,1 0 4 0,-1-3 3 16,0-6 3-16,0 1-1 0,-1-4 7 0,1-1 3 0,0 0-1 15,-4-7 2-15,2 1 1 0,-2-3 1 16,0 0 5-16,1 2 0 0,1-1 26 0,0 1-9 0,2-2-4 16,0 0-2-16,-1-2-15 0,1 0-7 0,9-10 4 15,2-12-5-15,2-17 5 0,3-4-12 0,0-3 2 16,6-6-6-16,2-2-3 0,2-3-1 0,5-3 0 0,-3-3-2 16,3-4-4-16,0-3-31 0,4-3-9 0,0-1-15 15,-2 3-95-15,4 3-282 0</inkml:trace>
  <inkml:trace contextRef="#ctx0" brushRef="#br0" timeOffset="-168136.2">30800 12874 846 0,'-2'-2'0'0,"0"0"2"16,0-2 24-16,-2 1 2 0,1-1-3 0,-1 0-6 16,0 2-3-16,-1-1-3 0,-3-3-1 0,-1-1 0 15,5 5-6-15,0 0 14 0,1 0 2 0,-1 0 3 0,0 0 0 16,1 1 5-16,-1-3-3 0,2 0 4 0,0 2-8 16,0-1-16-16,0-1 5 0,1 0-9 0,-1 0-5 0,2-1 3 15,0-4-1-15,2-1 2 0,-1 3 2 0,7-4-8 16,-4 1 4-16,20 3-3 0,2-4 5 0,0 5-1 15,5 3-6-15,1-3 4 0,1-14 7 0,3 7-9 16,-1 5 5-16,2 6-9 0,-2 2 7 0,-1 6-4 16,-1 3 2-16,-3 2-3 0,-4 2 7 0,-2 2 0 15,-2-11 0-15,2 26 1 0,1 1 5 0,-5 8-8 16,-5-4 2-16,-8 3-5 0,-5-5 3 0,19 2-1 16,-8 1 0-16,-6-1-1 0,-5 2 2 0,-2 0 7 0,-6 2-1 15,-1 0 2-15,-4-2-12 0,0-2 11 0,-1 3-5 16,-1-1 8-16,2 0-11 0,2-4 0 0,-2 4-1 15,5-5 2-15,-1-2 5 0,1-2 1 0,1-4-3 16,1 4 2-16,2-4-5 0,0-2-4 0,2-2 7 0,0-8-6 16,0-1 11-16,0 0-2 0,2-2-4 0,-2-3 3 15,0-1-7-15,0-3 16 0,0 2-3 0,2-1 8 16,-2-1-3-16,2 2-1 0,2 0 1 0,-3-4-1 16,12 5 0-16,2-1 1 0,0-4 2 0,0-2-1 15,0-2 0-15,-4-3-12 0,2 1-2 0,0-19-1 16,-2-5 7-16,0-5-10 0,0-4 4 0,-1-6-6 0,-3 0 6 15,0 3-2-15,3-3 1 0,-1 2 0 0,0 3 6 16,-1 1-5-16,-1 0-3 0,1 1-1 0,-3 5-1 0,3 1 0 16,1 5 5-16,-4-3-3 0,8 4-5 0,-3 0 4 15,3 0-2-15,2 4 3 0,-1-1 0 0,1 7 0 16,4-5-6-16,1 6 4 0,-1 1 0 0,3-1-2 16,0 4 1-16,1-1-2 0,5 3 5 0,3 5-4 15,-1-3 7-15,1 3-4 0,1 1 7 0,-2-16-8 16,-1 8-1-16,-3 5-2 0,-7 3 9 0,0 1-11 15,1 2-1-15,8 0-9 0,1 2-40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6:25:18.2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10485 12302 31 0,'-2'0'1'0,"0"-2"11"15,1 0 7-15,-1 0 17 0,0 1-2 0,0-1-2 16,0 0-5-16,-2 0 5 0,1 0 2 0,-1 0-1 0,-3-1-21 15,1 1-1-15,-1 0-4 0,-1 0 2 0,-1-2-18 16,-4 1 45-16,-2-1-25 0,2 2 31 0,0 0-40 0,2 0-2 16,4 2 6-16,-3 0-6 0,1 0 8 0,-2 0-8 15,-2 0 0-15,-4 0-3 0,4 0 1 0,2 0 3 16,-2 0 9-16,2 0-4 0,-2 0 4 0,2 0-8 16,0 2-2-16,-2 0 0 0,0 0 11 0,1 0-11 15,-1 0 5-15,2-1-7 0,2 1 8 0,-4 2-7 16,0 0 1-16,0-1-2 0,0 1 10 0,2 0-5 15,-2 1 3-15,0 1-5 0,-2 1-6 0,0 1 13 16,0-3-3-16,-1 3 6 0,-3-1-16 0,2 1 9 0,-3 1-3 16,7-3 6-16,0 1-12 0,-8 4 6 0,5-2-1 15,-3 3 4-15,-1-1 3 0,7-4-6 0,2-1 0 16,-2 1-1-16,0 0-5 0,0 1 8 0,-2 1-3 16,2-1 4-16,2-1-7 0,-4 2 3 0,-2 2 0 0,6-3 0 15,-2-1-1-15,0 1 6 0,7-5-6 0,-3 5 5 16,4 7-3-16,-1 0 0 0,-5-1 5 0,3 3-6 15,-1 2-5-15,2-3 1 0,-1 5-2 0,-1-1 3 16,2 1 6-16,-1-1-3 0,1-5 3 0,1 4-3 16,1-5 1-16,1-1 1 0,0 0-2 0,2-3 2 15,0 1 6-15,1 0-1 0,-1 2 0 0,0-4-2 16,-6 1-5-16,3-3 6 0,1 0-3 0,0 1 5 0,1-1 4 16,-1 3-10-16,2-5 8 0,-2 3-10 0,1 1 15 0,1-2 4 15,0 1 2-15,0-1-1 0,2-1-8 0,0-3 3 16,-2 7-12-16,2-1 9 0,0 0-9 0,0 2 0 15,0-1 4-15,0-1-3 0,0 4-4 0,2-4 4 16,0 4-4-16,2-2 5 0,-1 2-5 0,1-1-1 16,0-1 1-16,0-2 0 0,-1 0 16 0,3 0-8 15,-1-1 3-15,3 1-5 0,-3-1 6 0,-1-1-6 16,2 0 1-16,3-1-4 0,8 1-3 0,-4 1 5 16,3-3-1-16,5 3 3 0,-6-1 8 0,1-1-11 0,-1-1 8 15,4 1-10-15,-2 0 9 0,5-1 1 0,-5 1-5 16,-1-3 3-16,5 3-11 0,-1 0 10 0,0-1-6 15,1-1 6-15,-1 0-15 0,1-1 12 0,-1 1-5 16,-3 0 7-16,1-2-7 0,-1-1-3 0,4 3 6 0,-3-2-4 16,1 2 5-16,-1-2 3 0,1 11-8 0,-1-2 5 15,3-4-7-15,-3-1 0 0,3-3 5 0,-1-1-2 16,1-2 4-16,3 0-5 0,0 0 6 0,4-2-5 16,0-1 6-16,-2-3 2 0,-2 1-12 0,0-1 8 15,0-1-12-15,4-3 12 0,0 1-5 0,-2 0 7 16,0-1-1-16,-2 1-2 0,2-2 5 0,-4 0-6 0,2 0-4 15,0 0 0-15,-3-1 0 0,-3-1 1 0,1 0 6 16,-4 10 1-16,2-12 1 0,-3-4-2 0,-1 3-10 16,0-3 4-16,0 1-1 0,-1-3 3 0,-3 1 1 0,-2-1 2 15,3 1-5-15,-5-2 4 0,3 3-7 0,-3-1 3 16,1-3 2-16,-1 3 1 0,-1-1 5 0,0 3-7 16,1-3-1-16,-3 3-1 0,4-1 3 0,-4-1-2 15,1-1 3-15,3 3-3 0,-2-1-4 0,-3 3 5 16,1-1-1-16,0 0 2 0,9 2-5 0,-1 0 4 15,-3 1-1-15,-3-1 3 0,-1 2 0 0,-1-2-4 16,-2 2 3-16,0 0-2 0,0 2 4 0,0-2 3 16,-2 2 1-16,1-1 1 0,-1-1-6 0,-2 0 0 0,-2 0-3 15,1 2 4-15,-1-2 0 0,3 6-1 0,-3-4 1 16,0 2-2-16,1-1-1 0,-1 1 5 0,1 0-6 16,-3-1 5-16,1 1-5 0,1 2-2 0,4-1 2 0,-7 1-2 15,0-1 9-15,0 3-6 0,-1-1 5 0,-1 1-6 16,-2-3 0-16,-4 5 0 0,-3-3-6 0,1 4 4 15,1 0-1-15,-6-1 4 0,3 1-1 0,-1-2 1 16,-2 2-3-16,2-13-7 0,-6 4 5 0,0 6-4 16,2 5 9-16,-8 0-6 0,5 3 4 0,-5 5-7 15,-3 3-7-15,6 0 6 0,-5 4-2 0,5 0 4 16,3 0 0-16,4 1-23 0,3-8-12 0,5 14-6 0,1 4-66 16,4 0-131-16,1 2 37 0</inkml:trace>
  <inkml:trace contextRef="#ctx0" brushRef="#br0" timeOffset="1220.77">11605 13292 81 0,'0'0'32'0,"0"0"-9"0,0 0 27 0,0 0-4 15,0 0-14-15,0 0-5 0,0 0 12 0,0 0-9 16,0 0 14-16,0 0-15 0,0 0 6 0,-2 0-7 16,2 0 7-16,0 0-2 0,0 0-5 0,0 0 3 15,-2-2-12-15,2 2-8 0,0 0 8 0,0 0-6 0,0 0 7 16,0 0-12-16,-2 0-2 0,2 0-1 0,0 0 0 15,0-2 8-15,0 2-9 0,-2 0 9 0,2 0-4 0,0 0-2 16,0 0 9-16,0 0-8 0,0 0-5 16,0 0 6-16,0 0-5 0,0 0 6 0,0 0-5 0,0 0-3 15,0 0 1-15,0 0-2 0,0 0 1 0,0 0-6 16,0 0 4-16,0 0-2 0,0 0 10 0,0 0-6 16,0 0-2-16,0 0 0 0,0 2-4 0,0 0 5 15,0-1 3-15,0 3 1 0,0 0-2 0,0 0-3 16,0 9 0-16,0-2 0 0,2 4 4 0,-2-2-5 15,2 0 4-15,-2-6-4 0,2 4 1 0,-2-3 5 0,0-3-5 16,2 4 3-16,0-3-8 0,0 1 10 0,-1 1-5 16,1-1 7-16,-2-3-7 0,2 2 8 0,0-3-5 15,0 1 3-15,0 0-8 0,0-1 7 0,-1 1 7 16,1 0-1-16,0 0-1 0,0-3 3 0,0 1 1 16,0 0 2-16,0 0 8 0,-1 0 6 0,1 0-2 0,0 0 4 15,0-1 5-15,0-1-12 0,2 0-5 0,3-1-2 16,8-7-4-16,1-3-4 0,1 5 6 0,2-21-7 15,-1 1 2-15,3-4 1 0,1-4-3 0,2 1 0 16,6-2-5-16,1-2-6 0,1 1 5 0,0-1-5 16,-5 4 4-16,9-1-7 0,-1 3-15 0,0-3 2 0,2 3-46 15,-1-1-115-15,1-1-36 0</inkml:trace>
  <inkml:trace contextRef="#ctx0" brushRef="#br0" timeOffset="7273.69">14384 12252 69 0,'0'0'0'0,"0"0"10"15,-2-2 10-15,1 0 11 0,-1 0 4 0,0 0-10 0,0 1-6 16,0-1-7-16,0 0 1 0,2 0 2 0,-2 0-1 15,1 0 10-15,-1 0-6 0,0 1 6 0,0-1-15 16,0 0 5-16,2 0-5 0,-2 0 6 0,0 0 10 0,1 0-12 16,-1-1 10-16,0 1-9 0,2-2 23 0,0 0-1 15,-2 3-6-15,0-1 1 0,0-2-16 0,0 2 7 16,1 0 1-16,-1 0-1 0,0 1-14 0,2-1-2 16,0 0-3-16,0 0 2 0,0 0-6 0,-2 0 1 15,0 0 0-15,2 1 1 0,0-1 5 0,0 2 0 16,0 0-3-16,0 0 2 0,0 0-11 0,2 0 10 0,0 2-3 15,0-1 7-15,0 1-4 0,-1 2-4 0,1 0 0 16,2 3 0-16,0 2 0 0,1 1-3 0,1-1 7 16,-2-2-4-16,1 3 10 0,-1-5-6 0,0 1-2 15,-3-2 1-15,3 1 5 0,11-1 1 0,-11 0-4 0,1-1 3 16,5 1-3-16,-7-2-1 0,8 0 3 0,-1 5-2 16,-1-1 5-16,-2-3-2 0,-1 1 2 0,3 0-2 15,-1-2 12-15,1 0-5 0,2-1 4 0,-2-1-6 16,3 0-7-16,1 0 8 0,0-1-4 0,-2-3 6 15,4-2-2-15,-2 1-12 0,1-3 8 0,-1 1-8 16,2-4 7-16,-2 9-4 0,4-13-4 0,-2 0 3 16,-2 2 3-16,2 2-9 0,-2-2 1 0,-2 0-4 15,0 0 7-15,0 2 3 0,-2 2-5 0,-1 3 2 0,1-1-14 16,-3 1-1-16,1 4-6 0,1-3-1 0,1-1-44 16,2 0-123-16</inkml:trace>
  <inkml:trace contextRef="#ctx0" brushRef="#br0" timeOffset="8442.26">13510 14263 118 0,'0'0'33'16,"0"0"-4"-16,0 0 17 0,0 0 0 0,0 0-7 0,0 0-16 15,0 0 14-15,0-2 0 0,0 0 6 0,0 0-3 16,0 0 4-16,0 0-5 0,0 1 5 0,0-1 4 0,0 0-3 15,0 0-3-15,0 0-2 0,0 0-12 0,2 0-1 16,-2 2-4-16,0 0 1 0,0 0-15 0,0 0-4 16,2 0-2-16,-1 0 0 0,-1 0-1 0,2 0-1 15,0 0 2-15,0 0-2 0,0 0 5 0,-2 0 6 16,0 0-1-16,0 0 2 0,2 0-9 0,0 2 6 16,-1 0 2-16,1 0 1 0,0 2-2 0,0 5-4 15,2 8-5-15,1 5 2 0,1 2-7 0,-1-5 4 16,1-1 0-16,-4-5 3 0,1 4 2 0,-1-6-4 15,0 0 1-15,2 0-3 0,-2-5 0 0,1 1-2 0,1 1 3 16,-2-5-2-16,2 3 16 0,-4-4-9 0,3 0 8 16,7 5-6-16,-1-1 20 0,2-3-8 0,0 1 4 0,4-2-7 15,-2-2-3-15,6 0 3 0,1-4-4 0,1-3 3 16,3-4-5-16,-2-2-9 0,4-4 3 0,2 11-4 16,-2-21 0-16,4-1 6 0,1-2-4 0,3 0 3 15,1 3-9-15,2-1 0 0,4 2-6 0,0 0 2 16,0 0-23-16,5 2-26 0,-2-1-10 0,3 3-10 15,3 0-67-15,-4 1-158 0</inkml:trace>
  <inkml:trace contextRef="#ctx0" brushRef="#br0" timeOffset="154720.69">1519 6938 256 0,'0'-2'10'16,"0"0"16"-16,0-2 15 0,-2-16 8 0,2-2 0 15,0 5-14-15,0 0-17 0,0 2-5 0,0 2-2 16,0 4-2-16,0-2 10 0,0 2 4 0,0 3 0 15,0 1 8-15,0-1 2 0,0 4 1 0,0-2 0 16,0 1-2-16,0 1 7 0,0-2 1 0,0 0 2 0,0 1-10 16,0-1-7-16,0 0-5 0,0 2 0 0,0 1-4 15,0-1-8-15,0 0-3 0,0 0-2 0,0 0-11 0,0 0 13 16,0 2-1-16,0 0 5 0,0 0-6 0,0 0 0 16,0 2 0-16,0 0 0 0,0 2-3 0,0 1 0 15,-4 19 2-15,1 1-1 0,-1 1 3 0,2 9-2 16,0-2 0-16,-1 8 1 0,1 4 5 0,0-1-6 15,0 5-2-15,2-5 0 0,0 1 2 0,0-1-1 16,-2-1 4-16,-3 0-5 0,-1-1-1 0,1-1 3 16,-1 0-3-16,2 0 3 0,1-2 1 0,-1 0 2 15,0 2 0-15,0-8 0 0,3-1-6 0,1-8 3 0,0-4-1 16,0 1 2-16,-2-1-3 0,2-1 8 0,0-1-5 16,0-1 5-16,0-6-6 0,0 0 3 0,0-1 0 15,0-7 1-15,2 3 4 0,-1-2 3 0,1-1 2 0,0 1 1 16,2 0 23-16,0-2-17 0,1-1 8 0,8 1-13 15,-2-2-4-15,2-5-1 0,2-5-2 0,0-4 3 16,0-18 3-16,1 0-6 0,1-3-3 0,0 2 0 16,0-3-4-16,-3-1 0 0,3 2 3 0,-2-2-3 15,0-2-3-15,2-2 6 0,-1 2-3 0,-1-6 3 16,2-3-11-16,3-4 2 0,-1-2-2 0,3-5 4 0,2-2 7 16,-5-2-3-16,-1-1-3 0,3 9 0 0,-3 5 1 15,-1 5-3-15,-4 6 7 0,-7 4-5 0,-1 5 17 16,1 6-9-16,-2 4 6 0,1 3-9 0,-1 4 1 0,0 5-2 15,-3 1-3-15,1 3 3 0,-2 2-6 16,4-1-6-16,0-1-9 0,-1 0 2 0,1 2-26 0,0 1-7 16,0-1 2-16,-3 2-7 0,1 0-26 0,0 0-85 15,2 3-13-15</inkml:trace>
  <inkml:trace contextRef="#ctx0" brushRef="#br0" timeOffset="155316.5">2059 7467 954 0,'0'-2'5'0,"0"0"0"0,-1 0 15 0,-1 1-12 0,0-1 10 15,2 0-18-15,0 0 0 0,0 0-1 0,-2 0-1 16,2 0-8-16,0 1 3 0,0-1 0 0,0 2 0 15,0 0-7-15,0 2 4 0,2-1 2 0,-2 3 1 16,0 5 9-16,0 14-1 0,-2 1 1 0,-2 2-2 16,-1 2 0-16,-3 1 4 0,-1 7 4 0,0-1-1 15,-4 4-5-15,2 2 1 0,-1-4-3 0,1 0 5 0,0 2 3 16,4-5-6-16,1-5 0 0,2 1-1 0,1-8-1 16,1-1 1-16,0-1 0 0,0-7 2 0,0 0 4 15,2-6-5-15,0 1 6 0,0-3-5 0,0-1 6 0,0-2-1 16,0 0-6-16,0 0 3 0,-2 1 0 0,1 1-11 15,-1 0 5-15,0 0-7 0,0-3 8 0,0 1-40 16,0 0-14-16,0 0-15 0,1 0-79 0</inkml:trace>
  <inkml:trace contextRef="#ctx0" brushRef="#br0" timeOffset="155558.94">2241 7118 1632 0,'-2'-2'14'16,"1"-2"-8"-16,-18-36 1 0,6 10 12 0,6 15-18 15,3 6-19-15,2 5-31 0,0 2 2 0,2 0-10 0,0 2-2 16,0 2-47-16,0 2-5 0,4 13-19 0,1 14-69 15</inkml:trace>
  <inkml:trace contextRef="#ctx0" brushRef="#br0" timeOffset="158485.21">2527 7220 256 0,'0'0'94'16,"0"0"-39"-16,0 0 25 0,0 0 3 0,0 0-70 0,0 0-6 15,0 0 1-15,0 0-1 0,0 2 2 0,0 0 12 16,0 0-10-16,2 0 4 0,0-1-7 0,0 1-1 0,2 0 19 16,-1-2 13-16,12 2 3 0,-4-2 36 0,4 0-43 15,2 0 4-15,-2 0-15 0,3-2 10 0,-3-2-18 16,4-1 3-16,-3 1-8 0,7 0-2 0,-5 1-1 15,-1-1-8-15,5 0 4 0,-3 2-9 0,3 2-4 16,-3 0 9-16,3 0-7 0,0 0 4 0,-3 0-1 16,5 0-4-16,-6 0 5 0,-1 2-4 0,0 0-6 15,-8-2-9-15,2 2 1 0,-3-2-24 0,-5 0-55 0,1 0-19 16,0 2-24-16,0 0-166 0</inkml:trace>
  <inkml:trace contextRef="#ctx0" brushRef="#br0" timeOffset="158739.16">2290 7629 722 0,'-2'-2'61'0,"0"0"115"16,2 0-160-16,-8-9-2 0,3 2-5 0,5 7 4 0,0 0-10 15,-2-2-3-15,2 0-3 0,0 1 0 0,2 1-3 16,0 0 3-16,0 2 2 0,20-4-1 0,0 4-3 15,2 0 2-15,0 4-6 0,-3 2 4 0,3 1-5 0,-4 0-17 16,1 1 3-16,-3-1-10 0,1-1-22 0,-2-1-38 16,1-1-9-16,-1 0-6 0,2-2-15 0</inkml:trace>
  <inkml:trace contextRef="#ctx0" brushRef="#br0" timeOffset="159292.69">3133 6841 1046 0,'0'-2'-5'0,"-2"1"9"0,-4-12-5 0,-1-8 4 16,1 6 1-16,4 8-6 0,2 3 0 0,0 2-5 15,-2-1-12-15,1-1 7 0,-1 2-8 0,2 0 7 16,0 0-16-16,0 2 10 0,0 0-7 0,0 2 8 15,0 0-8-15,0 0 8 0,0 2 9 0,0-1-3 16,-2 5 19-16,2-6-3 0,-2 5 5 0,0-1-4 0,2-5 6 16,-4 7 3-16,3-3-6 0,-1-1 6 0,-2 4-7 15,0 1-1-15,1 0 1 0,-3 4-1 0,0 6-2 0,3 3-2 16,1 2-2-16,2 0 1 0,0 4-2 16,0-4 3-16,2 4-2 0,0 6 2 0,1-5-2 0,1 1-5 15,0-2 4-15,-2-4-5 0,1 0 12 0,-1-2-8 16,-2-1 4-16,0-1-5 0,0-1 3 0,0-2 7 15,0-4-2-15,0-2 3 0,0-2-6 0,0-2 4 16,0 1 1-16,0-3 2 0,0 1-1 0,0-1 1 16,0-1-2-16,0 0 3 0,2 0 3 0,-2-3 0 15,2 3-4-15,-2-2 0 0,2 2-16 0,0-1 8 0,3 1-2 16,1 0 4-16,1 1-6 0,-1-1 4 0,-3-2-1 16,1 0 4-16,0 0 5 0,0-2-2 0,-1 0 5 15,-1 0-5-15,2 0 1 0,0 0 0 0,-1 0 1 16,3-2 0-16,-1-2-4 0,1-1 1 0,1-14-6 0,1-3 5 15,1-2-1-15,2-6-4 0,2-2 4 0,2-5-4 16,2-5 0-16,3-7 0 0,4 1-6 0,1-8 5 16,-1 2 1-16,4 1 0 0,-6 1 0 0,6 11 0 15,-4 2 1-15,-6 5 2 0,3 3 8 0,-14 1-5 16,4 4 16-16,-3 4 1 0,-5 3-2 0,7 4 2 16,-8 2-9-16,-1 4-11 0,1 4 5 0,0 1-7 0,-2 2-9 15,4-2-22-15,0 2-11 0,5-3-6 0,-2 3-74 16,-1 2-124-16</inkml:trace>
  <inkml:trace contextRef="#ctx0" brushRef="#br0" timeOffset="160209.65">3834 7276 398 0,'0'-2'77'0,"0"0"184"0,-1-2-238 16,1 1 3-16,-2-5 5 0,2 1-4 0,0 1 0 0,0 4-27 15,0 1 2-15,-2-3-10 0,0 2-3 0,0 0 8 16,0 2 3-16,-16 0 0 0,-10 4 8 0,-4 7 6 16,-1 4-5-16,-4 3 5 0,1 3-8 0,5-3 2 15,3-16 0-15,6 19 0 0,5-3-5 0,0 3-2 16,4-3-1-16,0 3 1 0,2-1 10 0,2-1-11 16,1 1 8-16,5-1-8 0,-12 1 9 0,6-3-9 0,3-1 1 15,2-1-3-15,4 0 2 0,0-2 5 0,2 0-4 16,4 4 6-16,-1-4-10 0,3 2 9 15,1 0-2-15,-3-6 7 0,1 4-6 0,-1-4-1 0,3 2 3 16,-5 2-2-16,3-5 4 0,-1 1-2 0,-1 0-2 16,-3-1 2-16,0 1 11 0,3-2 0 0,-3-3 6 0,0 4-4 15,-2-3 11-15,0 1 13 0,-2-1-4 0,-1 1 7 16,-23-2-11-16,-4-3-20 0,-2 7 1 0,3-4-7 16,-1-1 3-16,-2 1-11 0,5-2 4 0,2 0-6 15,5 0 2-15,1 11 1 0,3-4-1 0,3-4 1 16,2-1-8-16,3-2-16 0,3 0 1 0,3-2-6 15,-2 2-19-15,0 0-76 0,1-1-11 0,1 1-25 0,0 0-62 16</inkml:trace>
  <inkml:trace contextRef="#ctx0" brushRef="#br0" timeOffset="160459.6">3933 7508 1046 0,'0'-2'14'0,"0"0"0"16,-2 0 14-16,0 0 0 0,0 1-4 0,0-1-15 0,1 0-2 15,1 0-5-15,0 0-2 0,0 0 0 0,0 0 0 16,1 2 0-16,1 0-4 0,2 0 1 0,3 0 0 16,18 0 1-16,-1 0 2 0,0 0 0 0,0 0-3 15,-2 0 2-15,2 0 1 0,0-1-4 0,-3-1 8 0,1-2-6 16,-1 2 6-16,-3-2-12 0,4 1-10 0,-3-1-1 15,0 0-26-15,1 1-47 0,-9-1-5 0,2 0-21 16,2-1-72-16</inkml:trace>
  <inkml:trace contextRef="#ctx0" brushRef="#br0" timeOffset="160860.34">4627 6869 1017 0,'0'-2'11'0,"-2"-1"11"0,2-3 8 0,-1-5-4 16,-1 5-6-16,2 4-1 0,-2-1-26 0,0-1 7 15,2 2-4-15,0 0 5 0,0 0-8 0,0 2 2 16,2 2-3-16,0 2 3 0,3 11 1 0,6 24 3 16,-3 2 0-16,-3 5 1 0,-3 2 0 0,-2-1-2 15,0-3 2-15,-2 1-3 0,-3-6 5 0,-1 2 3 16,-1 0-2-16,-1-2 2 0,3 0-6 0,-1-4 0 0,-1-2 0 15,1-1 1-15,3-1 8 0,-1-6-8 0,2-1 2 16,0-4-5-16,2-3 3 0,0-2 4 0,0 0 1 16,0-6 2-16,0 2-3 0,0-7 1 0,0 1-4 15,0-1 5-15,2 0 17 0,0-1 8 0,0-1 1 0,0 0-1 16,-1 0-19-16,1-2-2 0,0-2-2 0,2 0 0 16,0-9-5-16,10-20 8 0,3-1-4 0,2-3 5 15,3-1-6-15,0-6 2 0,0-1 1 0,6-3-1 16,0-6-4-16,6-4-1 0,3-3-2 0,-2-6 3 15,0-2-4-15,-5 0 6 0,-6 6-4 0,-3 7 5 16,-1 5 2-16,-1 14-6 0,-5 2 1 0,1 9-3 0,-9 5 1 16,-2 6-1-16,-1 4-1 0,-1 5 0 0,0 0-16 15,4 1-62-15,-3 1 9 0,3-2-30 0,-1 2-21 0,1 0-81 16,0 2-33-16</inkml:trace>
  <inkml:trace contextRef="#ctx0" brushRef="#br0" timeOffset="161191.73">5481 7107 1291 0,'0'-2'38'0,"-2"0"-46"0,1-2 43 15,-3-1-24-15,-2-4-11 0,3 5-18 0,-1 2 8 0,2 2-11 16,-9 2 10-16,-4 7 10 0,-4 2-7 0,3 26 8 15,-1 1 0-15,0-1-1 0,4 4-1 0,0-6-2 16,-3 0-7-16,-1-2 7 0,6 3-1 0,-2-1 3 16,5 2 2-16,1-5 6 0,-2 1-2 0,1-3 3 15,-1 0-15-15,5 1 13 0,-1-1-4 0,-14 0 8 16,8-1-3-16,4 1-3 0,3-2 4 0,2-4-5 16,2 2 4-16,0 0-4 0,0 0-2 0,0 0 0 0,0-2-2 15,0-2 4-15,0 1 0 0,0-5 1 0,0 3-1 16,-2-5-4-16,0 1 1 0,-1-2-3 0,-1-4 1 0,-2 0-3 15,3-3-5-15,-3-1 1 0,-3-3-29 0,-15-2-75 16,-4 16 3-16,-4-7-30 0,2-5-27 0</inkml:trace>
  <inkml:trace contextRef="#ctx0" brushRef="#br0" timeOffset="161363.23">5038 7682 1140 0,'3'-1'16'16,"18"-12"19"-16,12-13 25 0,14 0-1 0,1 3 1 16,6-3-6-16,3 0-18 0,1 0-9 0,1 2-2 0,-1 2-4 15,1 3-22-15,1 6-6 0,-3 4-11 0,-9 5-7 16,-3-20-136-16</inkml:trace>
  <inkml:trace contextRef="#ctx0" brushRef="#br0" timeOffset="166156.1">23813 7510 256 0,'0'0'-47'16,"-2"0"45"-16,0 0-10 0,0-2-1 0,-2 0 35 0,-3 0-20 0,-6 0-2 15,-2 0 0-15,0 2-2 0,-1 0 0 0,-3 2 6 16,-5 4-6-16,-2 1 6 0,0 3-3 0,-4-1-1 15,2 2 1-15,-1 0-1 0,-1 0-2 0,-2 0 8 16,3-1 12-16,3-1-4 0,-2 0 20 0,0 1 1 16,6-3-8-16,-2 2 5 0,1 1-15 0,3 1 1 15,-2 4-5-15,-1-12 1 0,3 21-7 0,1-1-4 0,-1 1-1 16,1 7-2-16,3 3-3 0,-1 5-1 0,0 0 5 16,2-2-1-16,0-2 7 0,3-3-9 0,-3-1 7 15,2-5-8-15,2 2 3 0,1-2 6 0,3-2-10 16,5 0 7-16,-2 1-8 0,2-1 5 0,1-2 0 15,-14 2 2-15,5 0-2 0,3 4 2 0,5-2 4 0,0 2-2 16,0 0-1-16,2 2-3 0,2-1-1 0,4 1 1 16,1 0 8-16,4 3 3 0,2-3 4 0,0-2-2 15,0-2-3-15,0-6-3 0,-9 4-2 0,18-2 3 16,2 3 7-16,2-3-8 0,2-4 2 0,2-1-2 16,0-2 5-16,-1 0 13 0,5 0-5 0,-1-6 7 15,6 2-10-15,6-3 8 0,3 1-7 0,4-2 6 0,2-3-11 16,-4 22-9-16,2-13 10 0,0-7-12 0,0-6 1 15,0 0 6-15,2-6-11 0,2-5 8 0,-1 0-1 16,7-4-5-16,3-2 5 0,3-1-5 0,-1-5 5 0,-2 1 1 16,-4 0-4-16,-7-1 2 0,0-3-6 0,-6 23 1 15,-1-27 1-15,-5-2 0 0,-3 5 0 0,-3-1 4 16,-1 2-4-16,-5 2 4 0,1 0-7 0,1 3 6 16,-1-5 1-16,1 2 2 0,-2 0-6 0,1-2-1 15,-5 0 0-15,2-2 0 0,-4-2 0 0,-5 1 6 16,-1 1-7-16,-8-2 7 0,3-2-5 0,-8-1 2 15,-1-4 7-15,-2-4-5 0,20-5 13 0,-13-1-1 0,-9-7 2 16,-5 2 0-16,-5 4 11 0,-3 0-8 0,-5 3 4 16,-3 4-5-16,10 1 1 0,-31 2-10 0,-1 7 0 15,-5 3-4-15,-4 2-11 0,-2 4 7 0,-4 5-5 0,-3 2 4 16,-8 6-12-16,-7 5 0 0,-11-29-3 0,-13 22 1 16,-2 12-13-16,-2 11 7 0,3 6-1 0,7 6 4 15,4 4 4-15,5 0-2 0,3 4-11 0,4-25-2 16,0 34-64-16,12 11-104 0</inkml:trace>
  <inkml:trace contextRef="#ctx0" brushRef="#br0" timeOffset="166951.91">24314 9630 453 0,'0'-2'16'0,"0"0"-3"0,0-1 29 0,-7-23 0 0,1 9 1 16,-1-3-17-16,-1 5-12 0,1 2 2 0,-4-2-4 15,3 6 5-15,-1-3-15 0,-11 5 3 0,7 5-6 16,-10-13-7-16,-1 4 7 0,0 6-7 0,-8 3 7 0,5 4-5 16,-3 3 5-16,-2 3-3 0,-3 3 3 0,2 2 0 15,-1 0 2-15,-3 2-2 0,2-1 1 0,-1 1-1 16,1 0 2-16,-8 2 2 0,5-2-2 0,-1 1-6 0,-8 3 5 15,10-4 0-15,-2 3 0 0,-2 3 5 16,2-1-7-16,2 3 7 0,2-22-6 0,3 27 8 0,4 0-6 16,0 2-5-16,2-2 2 0,2 1 2 0,4 1 0 15,1 2 1-15,4-3-1 0,4 5 0 0,0-5 3 16,4 5 1-16,1-1-1 0,-1-3-9 0,5 5 11 16,-2-5-5-16,-14 0 9 0,6-1-3 0,7-4-2 15,3-1 0-15,2 2-3 0,0 2-6 0,4-6 9 16,3 6-1-16,1-6 3 0,3 2-11 0,0-2 8 15,4 1-7-15,-10-1 7 0,16-2-3 0,3 1 5 0,4-1-1 16,0-1 0-16,5-1-4 0,4 1 1 0,-2-1-1 16,6-3 0-16,2 2-3 0,7-6 3 0,2 0 1 15,-2-3-1-15,-3-5 0 0,-3 22 3 0,3-12-5 16,1-10 2-16,2-3-7 0,0-5 6 0,2-3 5 0,6-5 0 16,7-2 4-16,2 1-6 0,1-3-2 0,1 0-1 15,-6 0-7-15,0 1 8 0,-3-1 1 0,-5-2 3 16,-5 3 0-16,1-3-8 0,-3-1 4 0,-2 1-4 15,-3 3 6-15,0-1 3 0,-4 0-8 0,-2 2 6 16,4-3-8-16,-8 3 5 0,1-2 5 0,-14 6-1 0,-9 4 3 16,0-3 33-16,-3 7-3 0,-3-16 14 0,1-3-3 15,12-6 0-15,-8 4-5 0,-3-2 2 0,-3-8-12 0,-4 5-12 16,0-7 4-16,-6 1-4 0,1 2 14 16,-7-1-13-16,-2-1 4 0,-3 1-8 0,-4 1 1 0,12 1 7 15,-22 1-7-15,-1 1 7 0,-7 2-11 0,2 1 2 16,-4 2-5-16,-2 1 1 0,-3 4-19 0,-6 3-15 15,-11 2-7-15,-15 10-6 0,-13-29-63 0,-24 31-66 16,-8 16-29-16</inkml:trace>
  <inkml:trace contextRef="#ctx0" brushRef="#br0" timeOffset="168610.66">22266 8013 80 0,'0'0'35'16,"0"0"-4"-16,-2 0 17 0,0 0-4 0,1-2-7 15,-1 0-21-15,0 0-12 0,0 0 5 0,0 1-7 0,0-1 7 16,0 0-3-16,1 0-5 0,-1 0 2 0,0 0-3 16,0 0 15-16,0 1 5 0,0-1 3 0,0 0 23 15,1 0 4-15,-1-2-2 0,2 3-1 0,-6-9-25 0,2 3 7 16,-1-2-5-16,-3-4 5 0,3 3 0 0,-3-1-6 16,1 0 3-16,3 5-5 0,2-1 0 0,-7 1-13 15,2 1 3-15,-4-3-7 0,-2 1-4 0,-2 0-1 16,4 3-4-16,-1 2 4 0,1 2-1 0,-4 0 3 15,-1 2 1-15,-7 5 2 0,5 1 0 0,-1 3-8 16,-5 4 5-16,9-12-5 0,-9 18 9 0,0-6-5 16,4 7-6-16,-1 0 3 0,4-1 2 0,1 3-1 0,-3-6 2 15,1 5-3-15,-1-1-5 0,-1 4 10 0,1 2-4 16,2 1 5-16,3 3-4 0,-1 3 2 0,0 2 2 0,-2 6 1 16,0 2 0-16,3 3-6 0,-3 4 0 15,4 4-2-15,0 1 9 0,0 3-9 0,-2-5 4 0,2-1-6 16,-2-2 5-16,2-7 1 0,2-4 0 0,-4-6 1 15,4 0 2-15,2-1-3 0,1-3 3 0,6 4-3 16,-5 1-1-16,5 3 1 0,0 0 1 0,0 7 0 16,-22 0-2-16,9 8 1 0,6 2-6 0,5 3 7 15,3 1 2-15,1-8-3 0,1 2 8 0,-1-13-7 16,2-1 1-16,2-1 7 0,0-3-9 0,1 1 8 0,3-2-14 16,-1-1 5-16,4 1 2 0,2-2 2 0,0 2 5 15,2-1-8-15,2 3 4 0,-2 0-4 0,0-2-2 0,1 3 9 16,3-1-7-16,-2-4 9 0,-1 1-9 0,3 1 4 15,-1-4-6-15,1-1 4 0,-13 2-2 0,16-10-3 16,2 2 6-16,-2-3-5 0,4-5 13 0,2 3-8 16,4-4 9-16,1 1-10 0,2-4 6 0,-3 0-10 15,-1 0 1-15,-3-3-3 0,4 0 16 0,3-1-12 16,-1-1 6-16,-3-1-7 0,-3-3 11 0,2 3-8 16,-2-2 1-16,-1-1-3 0,3-1-4 0,-2 0 7 15,2 2-3-15,-4 12 3 0,2-3-4 0,-2-5 2 0,1-4 0 16,-1-4 2-16,2-2-2 0,2-2 6 15,1-3-5-15,3-5 4 0,-1-1-8 0,3-3 11 0,-3-5 7 16,-3 14 0-16,-2-25 6 0,-1-5-9 0,1-5 2 16,2-5-3-16,0-1-4 0,-6-2 5 0,2 1-8 15,-2 1 7-15,-5-2-3 0,3 4-3 0,-2-1 3 0,-1 1-3 16,-1-1 1-16,-1-1-7 0,0 2 0 0,-2-3-2 16,1-4 1-16,-3-5 7 0,0-7-7 0,-3-6 5 15,-1-3-3-15,-5 0-1 0,-3 0 2 0,29 1-4 16,-17 6 1-16,-9 4 3 0,-4 4 2 0,-2-2 1 0,-2-1 0 15,1-1 0-15,-1-4 0 0,-2-5 1 16,-1-4 2-16,-2-2 3 0,-1 4-2 0,1 5 2 0,-2 6 3 16,-2 5 4-16,-2 8 10 0,0 4-4 0,-1 5 23 15,-5 0-16-15,1 2 3 0,14 0-7 0,-22-2-4 0,2-2-8 16,-5 4-4-16,1 2-1 0,-2 2-6 0,-5 3 7 16,6 3-5-16,-5-3 4 0,-3 4-11 0,4 0 1 15,-4 1 0-15,4 2 0 0,1-1 3 0,-1 4-1 16,0 4-3-16,-4 3 0 0,0 2-13 0,0 3 9 15,-6 7-7-15,1-21 7 0,-10 12-8 0,-11 12-8 16,-7 12 9-16,-14 14-9 0,1-17 6 0,-4 56-10 16,-4 17-14-16,-2 12 1 0,-7 8-66 0,-21 12-91 15,-8 4-61-15</inkml:trace>
  <inkml:trace contextRef="#ctx0" brushRef="#br0" timeOffset="170353.37">19479 11841 314 0,'0'0'0'0,"-2"-1"29"16,0-1 8-16,1 0 42 0,-1-2 9 0,-2 0-21 0,0 1-1 15,-3-3-37-15,1 2-9 0,3 3 4 0,-1-1-6 0,2 2-7 16,-2-4 1-16,1 0-4 0,-1 2 2 0,2 1-10 16,0-1 9-16,0 0-9 0,0 0 10 0,1 0-3 15,-1 0-2-15,0 2-1 0,2 0 0 0,0 0 4 16,0 0 1-16,0 2 1 0,0 0 1 0,0 0 11 15,0 2-2-15,0 9 6 0,2 7 0 0,-2 4-14 16,0-2-4-16,2-1-3 0,-2-1-9 0,0 3 6 16,0-7 4-16,1 8 1 0,1-7-7 0,0-4 5 0,2 2-4 15,-2-6 5-15,1 2-6 0,1-1 6 0,-2-7 2 16,-2-1 2-16,2 2 0 0,2 0 4 0,-1-1 0 16,1 1 4-16,2-2 6 0,5 2 15 0,5-1-4 15,3-3 7-15,0-3-16 0,7-8-8 0,3-8-3 16,7 6 1-16,4-28 2 0,7-2-10 0,-3-5-2 0,8-6-3 15,0 0 1-15,0 1-4 0,-2 1 0 0,2 5-5 16,2 3-12-16,4 5-36 0,9 2-38 0,3 3-7 16,6 3-187-16</inkml:trace>
  <inkml:trace contextRef="#ctx0" brushRef="#br0" timeOffset="171223.12">23382 13195 369 0,'-2'-2'181'16,"0"0"-254"-16,0 0 222 0,1-1-124 0,-3-5 9 0,-4-3-6 15,3 2-1-15,3 3-1 0,-2-1-4 0,2 1-18 16,1 3 12-16,-1-1-14 0,2 0 5 0,0 2 0 15,-2-1-11-15,0-1 7 0,0 0-9 0,2 0 9 16,0 3-3-16,0-1 3 0,0 0-8 0,0 0 4 16,2 0 5-16,0 0-2 0,0 0-2 0,0 1 5 15,1 1-5-15,1 0 5 0,0 0-3 0,5 1-1 16,2 3 0-16,6 5-1 0,-8-1 0 0,10-1 6 0,-3 16-6 16,-3-1 6-16,10 0-7 0,-5 0 3 0,1-3 3 15,7 1-1-15,-6-3 0 0,3-2-1 0,1-2-1 16,-2-2 0-16,-2-2 2 0,6-7 17 0,-1 0 3 15,1 13 6-15,1-8 23 0,5-5-9 0,1-7 3 0,6-8-8 16,6-10-22-16,7 5-6 0,5-30-5 0,20-6 3 16,8-6-6-16,12-14-4 0,6-11-3 0,-2-17-4 15,-1-10-36-15,10 1-211 0</inkml:trace>
  <inkml:trace contextRef="#ctx0" brushRef="#br0" timeOffset="176595.95">8454 9038 22 0,'0'-2'0'0,"0"0"8"16,-2-2 82-16,2 3-17 0,-4-12 7 0,1-2-41 16,-1 0-10-16,0 0-15 0,2 2-9 0,1-2 5 15,-1 2-9-15,0-2 6 0,0 0-2 0,2 2 2 16,0-3-3-16,-2 1-5 0,0-2 3 0,0 2-3 0,-1 0 4 16,-1 2 3-16,0-1-6 0,-1-1 7 0,-1 2 19 15,2 3 24-15,-1-1-6 0,1 6 5 0,2 1-31 16,-9-3 24-16,-6 3-13 0,3 0 14 0,-5-1-33 0,-1-10 1 15,3 7 6-15,-2 3-4 0,-7 1-5 0,2 4-7 16,-6 2 1-16,1 2 0 0,1 3 3 0,-2 4 3 16,0 2-10-16,3 2 6 0,-1 2-4 0,2-1 1 15,0-10 1-15,0 11-1 0,0 5-5 0,3-2 6 16,1 1-1-16,2 1 3 0,1 0-10 0,1 1 5 16,-1-3 1-16,2 4 0 0,3-3 3 0,1 3-2 15,0 0 2-15,0 2 0 0,-4 0-1 0,2 4-2 0,2-1-3 16,-2 3 1-16,0 1-4 0,2 1 11 0,2-1-3 15,2 2 5-15,3 1-13 0,1 1 3 0,-5-2 4 16,7-1 1-16,-3 1 4 0,2-4-5 0,-16 7-1 16,11-3 0-16,5 0-6 0,4-1 9 0,2-3-4 15,2-3 6-15,1 2-4 0,1-2-1 0,-1-1 2 0,1 3-2 16,1-2 0-16,1 2-4 0,1-1 1 0,2 3 0 16,2 1 3-16,0 1 1 0,0 1 4 0,-2-3-3 15,2 3 1-15,0 0 3 0,2 2-8 0,0-1 6 16,0-3-5-16,2 0-6 0,-3-5 4 0,1-4-4 15,-11 1 9-15,22-5 1 0,2 2-2 0,0-3 0 16,3 1 1-16,1-1-2 0,1-4-1 0,4 3-1 0,4-7 2 16,0 2 1-16,0 2-1 0,-2-4 2 0,-6 2-2 15,3 0 0-15,1-2 3 0,-2-3-3 0,0 1-3 0,-5-3 3 16,-2-4-2-16,0-1 3 0,-4 16 1 0,2-6 2 16,2-3 0-16,-2-6 1 0,1-2 5 0,-1-2 11 15,0-4-3-15,2-1 5 0,-2-3 0 0,2-3-5 16,4-3 3-16,-3-3-5 0,1 15-7 0,2-22 4 15,-3-1-5-15,-6-1 4 0,3-6-4 0,-4-3 2 16,-2-2 1-16,-3-7 0 0,-4-2 1 0,-2-3-5 16,0-2 2-16,8-1-2 0,-6 0 1 0,-4 0-8 15,-1 0 0-15,-3 2 0 0,21 0 10 0,-13-3-9 0,-5-3 7 16,-8-5-9-16,0-6 2 0,0-1 0 0,0-7 4 16,-2 5-3-16,-4 3 2 0,-3 8-4 0,0 5 2 15,-1 4-1-15,1 2 5 0,-2 6 8 0,0 3-10 0,-4 4 10 16,-4-2-6-16,-1 0 0 0,9 2 6 0,-24-1-5 15,-4 1-3-15,1 4-9 0,3-2 2 0,-2 5-3 16,0 0 9-16,0 6-8 0,-2 2 4 0,0 0-3 16,-2 5 8-16,2 2-10 0,-2 0 0 0,-9 8-3 15,4-3 7-15,-6 5-3 0,-2-21-2 0,-4 11 0 16,-1 9-2-16,-4 6 3 0,3 4 0 0,8 5 1 16,2 3 3-16,4 1-1 0,5 1 1 0,2 5-3 0,0-17-4 15,2 37 1-15,-6 2 0 0,0-1 2 0,-1 7 1 16,-6-1 5-16,5-1-2 0,-3 1 2 0,-2-3-5 15,7 5 1-15,4-1 0 0,7 1-1 0,4 4-4 0,6 0 4 16,2 4 1-16,7 5 2 0,2 0 7 0,5 6-13 16,1 0 5-16,3 2-7 0,-28-4 8 0,19-4 1 15,7-2-1-15,4-1 1 0,4-1-8 0,3 7 1 16,4-1-2-16,2 3 2 0,4 7 0 0,2-3 1 16,1 1 3-16,6-4-2 0,2-6-13 0,-24-5 1 15,33-8-4-15,0-5 4 0,6-6 8 0,3-4-15 0,-5-5 3 16,3-4-7-16,1-1 9 0,1-3-9 0,3-3 9 15,3-6-9-15,2-4 15 0,5 21 5 0,11-13-2 16,8-13 4-16,0-8 5 0,10-5-5 0,-8-6 4 16,-6-3-3-16,0-4 4 0,-9-2 2 0,0 22 7 15,4-35-4-15,3-2 8 0,2-11-12 0,4-1 4 16,-3-9-5-16,-5-5 7 0,-5-1 0 0,-11-5-1 0,-6 1 3 16,-7 1 8-16,-7 1-9 0,-1-1 7 0,-7-1-6 15,0-6 4-15,-7-13-6 0,-5-8 0 0,-6-6-1 16,-3-3-3-16,29 6 10 0,-25 3-9 0,-11 8 9 15,-7 0-13-15,-10-5 23 0,-3-1-11 0,-6-3 12 16,-5 7-31-16,20 13-28 0,-45 17-21 0,-18 19-14 0,-17 12-190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6:25:35.5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1313 6240 301 0,'0'0'16'0,"0"0"2"16,0-2 18-16</inkml:trace>
  <inkml:trace contextRef="#ctx0" brushRef="#br0" timeOffset="357.36">3415 6542 976 0,'0'0'-4'0,"0"0"3"0,0 0-49 15,0 2-11-15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6:34:14.1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25205 9095 256 0,'0'0'-63'0,"-2"0"33"0,1 0-3 16,-1-1 0-16,0-1 55 0,0 0 2 0,0 0-8 16,0 0 7-16,-1 0-5 0,1 0 4 0,-2 1 1 15,0-1-6-15,1 0 4 0,-3-2-1 0,-3-1-2 16,-2-3 6-16,3 4-6 0,1 1-7 0,-3-3 6 15,5 2-8-15,-3 1 6 0,-1-3-6 0,7 6 4 0,-5-5-5 16,-1-1 4-16,1 0-10 0,-4-1 9 0,5 3 3 16,-5-3 0-16,6 3 0 0,-7-1-2 0,3-1-3 15,0 0 1-15,-6-1-1 0,4 1-7 0,-4-1 3 16,2 0-5-16,-2-1 4 0,0 1-11 0,1-1 8 0,-1 3-7 16,4 1 12-16,-2 0-8 0,3 1-2 0,-3-1-1 15,2 0 7-15,0 0-3 0,0 1 6 0,0 1-5 16,1 0-2-16,1 0 1 0,-2-2-2 0,0 1 3 15,0 1 4-15,0 0-1 0,-2-2 0 0,0 1 0 16,1-1 2-16,-1 0 2 0,0 0 2 0,0 1 0 16,-1-1 9-16,1 0-5 0,-2 1-5 0,2-1 2 0,-2 0-10 15,0 0 13-15,-4 1-2 0,3 1 5 0,-5 0-12 16,8 0-2-16,-2 0-3 0,-1 0 1 0,-1 2 0 16,-5-1 1-16,-2-1 4 0,7 2-2 0,-4 0-1 0,3 0 1 15,-1 0-2-15,1 0 2 0,-4 0-5 0,-3 0 2 16,3 0 3-16,-6 0-1 0,4 0-3 0,2 0 7 15,1 0-9-15,1 0 8 0,3 0-5 0,-1 0 0 16,-1 0 5-16,1 2-3 0,-1-1 1 0,2-1-3 16,-1 0 4-16,1 0-3 0,0 0 2 0,1 2 1 15,-1 0-4-15,-4 2 2 0,1 1-3 0,0 1-3 16,-3 0 2-16,1 1-1 0,2 0 11 0,-3 1-9 16,3-1 2-16,-1 3-5 0,-3-1 5 0,4-2 3 0,-8 4-2 15,2-1 0-15,2-1-9 0,-2 0 10 0,4-1-3 16,-1 1 5-16,-1 2-3 0,-2 0-5 0,2 0 3 15,-2 2-4-15,6-3 6 0,-1-1-3 0,-1 2 3 0,2 0-2 16,1 2 1-16,0 0 2 0,3-11-3 0,-3 15 2 16,1 1 1-16,1 5-3 0,-2-3 1 0,4 4-1 15,-1 0-2-15,1 1 1 0,0 2 2 0,2 1-1 16,2 2-4-16,2 3 5 0,-3 3-1 0,1-1 4 16,2 4 2-16,0 2-8 0,-1 0 1 0,3-1-3 15,-2 3 7-15,-2-9-4 0,0 1 3 0,-2-2-3 16,3 1 2-16,1-1-1 0,-4 2-5 0,6-1 2 0,-3 1 0 15,5 2 0-15,1 0 3 0,-2 4 0 0,1 0 0 16,1 2 4-16,-1 5-4 0,3 2 2 0,-2 0-5 16,0 4 4-16,-1-2-2 0,3-2 3 0,0-1 0 0,0-5-1 15,0-5 2-15,-20 0-3 0,11-4-1 0,3 2-2 16,7-1 0-16,1-1 0 0,1 0 8 0,1-1-8 16,2-1 3-16,0 2-5 0,1 3 11 0,3 1-6 15,3 0 4-15,2 0-5 0,2 1 5 0,0-2-5 16,-1 2-3-16,1 1-1 0,-2-2 2 0,0 0 3 15,0-4 2-15,2 1-1 0,2-3-2 0,-1 1 5 16,1-5-6-16,2 1 5 0,-14-2-9 0,18-2 8 0,3 2 1 16,-2 0 2-16,4-1-1 0,3-1-5 0,3 0 1 15,14 0-2-15,0-1-2 0,-1 2 5 0,3-2-1 16,-4-3 2-16,2-4-2 0,3-3 5 0,1 0-4 0,-8-8 3 16,2-3-10-16,-5 18 7 0,4-9 0 0,-1-9 4 15,1-4 5-15,5-7-3 0,4-4-1 0,0-6-2 16,3-5-1-16,3-2 5 0,-3 22 1 0,3-26 0 15,-8 0-5-15,-4 0 0 0,-5 2 4 0,-6-4-3 16,0 3 3-16,-4-5 8 0,3-1-7 0,-3-5 8 16,2-1-1-16,-1-5 5 0,1-6-1 0,6-8 1 0,-6-7-8 15,6-9-3-15,4-2 3 0,-14-2-4 0,1-2-7 16,-6 2 8-16,-6 2-7 0,8 0 8 0,-2-6 8 16,-6-13-10-16,-7-12 9 0,-1-12-9 0,-1 0 8 0,-2 2-6 15,0 9 1-15,-1 1-1 0,-1-5 9 0,30-3 12 16,-26-4-1-16,-14 6 5 0,-14 13 13 0,-5 14-15 15,-6 10 6-15,19 8-11 0,-36 3-18 0,-11 0-12 16,-3 3-2-16,-2 5-3 0,-8 3 0 0,-2 9-35 16,-5 8-9-16,-7 15-11 0,-16 5-51 0,-27-18-118 15,-15 39-25-15</inkml:trace>
  <inkml:trace contextRef="#ctx0" brushRef="#br0" timeOffset="6233.36">29921 9732 108 0,'0'-2'0'0,"-1"1"18"0,-1-3 164 0,-2-7-60 16,0 0 4-16,2 1-89 0,2 3-6 0,0-1-10 15,-1-1-4-15,1 4 2 0,0-1-11 0,-2-3 13 16,2 3-5-16,0 1 6 0,0-5-5 0,0 5 6 15,0 1 8-15,0 0-3 0,0 1 3 0,0-1 3 16,0 2-6-16,0 0 5 0,0-2-14 0,0 1 1 0,0-1-9 16,0 0 5-16,0 2-14 0,0 1-2 0,0-1 2 15,0 0-4-15,0 2-9 0,0 0 14 0,2 0-6 16,-1 2 7-16,1 0-6 0,0 1-3 0,2 18 2 16,0 1-2-16,-1-2 4 0,1 5 1 0,-2-1-4 0,0 4 2 15,0-1-6-15,1 3 10 0,-1 0 2 0,0 0 2 16,0 1-6-16,0-1-1 0,1 1 1 0,-1-1 0 15,0 2-3-15,2-5 6 0,-2 7-6 0,0-3 7 16,-1-1-2-16,1 0-2 0,0-2 0 0,2 1-1 16,-2-1 9-16,0-4-9 0,-1-1 9 0,1-5-11 15,0-1-1-15,0 0 7 0,0-2-4 0,0-1 6 0,-2-1-1 16,0-1-4-16,0-5-2 0,0-1-1 0,0 3-1 16,0-4 8-16,0 3-4 0,0-3 5 0,0-1-2 15,0 0-2-15,2 0 6 0,-1-1-7 0,1 1 4 0,0-2 5 16,0 0 0-16,0 0 0 0,0-1-7 0,1-1 4 15,-1 0-3-15,9-3 4 0,2-5 0 0,-1 5-4 16,1-20 2-16,0-3-2 0,0-3 6 0,-2-1 2 16,2-5-3-16,0-3 2 0,-2-4-9 0,2-1 5 15,0 0-4-15,2-5 4 0,-1 2 0 0,3-1-3 16,2-1 2-16,-3 3-3 0,-1-1-2 0,0 0-1 16,-4 1 0-16,0-1 0 0,2-5 7 0,-1 3 7 0,-3 0-3 15,0-2 4-15,-1 5-1 0,-3 4 14 0,3 6-1 16,-7 9 3-16,5 4-5 0,-2 7-4 0,7 0 0 15,-6 4-4-15,1 0-11 0,-4 5-4 0,0 2-5 0,0 1 0 16,-1-1-25-16,1 2-5 0,0 0-3 0,0 0 0 16,0 1-20-16,0 1-70 0,0 1 8 0,-2 5-33 15,-4 35-38-15</inkml:trace>
  <inkml:trace contextRef="#ctx0" brushRef="#br0" timeOffset="6860.63">30436 10295 370 0,'-2'-2'66'0,"0"0"-45"0,0 0 74 15,0 0-26-15,0-1-14 0,1-1-10 0,-1-3-3 16,2 5-2-16,-2-4-3 0,0 2-6 0,0 1-8 0,0-1 1 16,0 0-22-16,1 2-4 0,-1 1 1 0,2-1-3 15,-2 0 0-15,2 0 11 0,-2 0-7 0,0 2 7 16,2 0-14-16,0 0 11 0,0 2 0 0,0 0 4 15,0 0-7-15,0 0 10 0,-2 1-9 0,0 3 8 16,-1 11-4-16,-1-3-6 0,-2 3 8 0,3 0-8 16,-1 0 3-16,-2 1-2 0,5-3 4 0,-1-4-3 15,0 2-1-15,0 0 2 0,0 2 0 0,0-2 4 0,2 4 2 16,0-8 0-16,0 0-3 0,0-3 3 0,0 1 8 16,0 1-7-16,0-1 3 0,2 2-5 0,-2-3 6 0,2 0 3 15,0-1-2-15,0-1 3 0,0-1-2 0,1 3 2 16,-1-2 4-16,-2-2-1 0,0-1 4 0,6 1-12 15,3 0 2-15,-2 4-5 0,3-1 7 0,-5-1-15 16,8 2 11-16,0-1-12 0,2-1 6 0,0 0 3 16,-2-3-3-16,-4-1 5 0,2 0-1 0,6 0-3 15,0-1 1-15,-2-1 0 0,-4-2 18 0,-2 0 1 16,0 1-1-16,3-5 2 0,-3 1 3 0,2-1-9 16,-2-14 7-16,-1-2-9 0,3 2 3 0,-4-1-5 0,1-6-2 15,-1 3 0-15,-3-2-12 0,-2-4 5 0,16 4 0 16,-7 1 4-16,-3-1 22 0,-6 4-2 0,-2-1-2 15,0 5-2-15,-2 1-12 0,0 5-8 0,-2 2-3 0,1 3-2 16,-1 0-14-16,0 3-25 0,4 4-2 0,-20-11-10 16,-4 4-22-16,-6 5-4 0,-2 6-5 0,-3 8-1 15,0 6-35-15,-8-5-104 0,-2 34-18 0</inkml:trace>
  <inkml:trace contextRef="#ctx0" brushRef="#br0" timeOffset="7546.65">29793 11162 408 0,'-2'0'66'0,"1"0"0"16,-3 0 19-16,-18-4-14 0,-1 1-9 0,-1 1-24 16,2 0-11-16,0 0 1 0,1 2-4 0,6 0 7 0,0 0-4 15,2 0 2-15,4 0-3 0,-2 0 3 0,4 0-12 16,-1 0 3-16,3 0-6 0,1 0-6 0,0 0 11 15,0 0-5-15,3 0 5 0,-1 0-11 0,0 0-4 16,0 0-2-16,0 0 0 0,0 2 2 0,2 0 8 16,0 0 0-16,0-1 2 0,2 1-8 0,0 0 8 15,9 0-7-15,15-2 6 0,4 2-13 0,7 0 1 16,0-2 6-16,6 0-1 0,0 0 2 0,5 0-7 0,0 0 1 16,-1-2 0-16,3-2 6 0,-4-1 0 0,8-1-6 15,0 2 4-15,3-1 0 0,3 1 2 0,3 0 7 16,0 1-5-16,-2-1 4 0,2 2 7 0,-5-2 0 15,0 1 3-15,-5-1 3 0,-4-2-4 0,-3 1-2 0,-5 1 0 16,-2-2-6-16,-2 1 5 0,2-1 0 0,-4 1 2 16,1-1 4-16,-3 2-4 0,-5 3 3 0,2-1-2 15,-10 0 4-15,0-2-8 0,-7 2 4 0,-5 0-4 16,-1 1 6-16,-3 1-4 0,0 0-1 0,-1-2-1 16,1 0-7-16,0 0-7 0,0 0-2 0,-1 0-1 15,1 0-10-15,0 2-70 0,-2 0 3 0,-1 0-34 16,-1 0-75-16,-1 2-255 0</inkml:trace>
  <inkml:trace contextRef="#ctx0" brushRef="#br0" timeOffset="15488.1">15376 8412 1 0,'0'0'0'0,"0"0"1"0,0 0 3 15,0 0 3-15,0 0 6 0,0 0 2 0,0 0 1 0,0 0-8 16,0-2 3-16,2 0-3 0,0 1 7 0,-1-1 1 16,1 0-5-16,0-2 3 0,0 0 4 0,-2 3-14 15,2-9 13-15,0 1-14 0,0 0 13 0,-1 1 14 16,1 1-7-16,-2-1 9 0,0 1-5 0,0 0 23 16,0-1-12-16,0-3 12 0,0 4-42 0,-2-5 10 15,1 3-10-15,-1 0 9 0,-2 0-8 0,0 1 3 0,1 1 2 16,-1 1-3-16,0 1-5 0,0-1 8 0,1 2-3 15,-10 1 4-15,-4-1-12 0,4 0 1 0,2-5-4 16,2 3 3-16,-1 1 0 0,-3-1-3 0,-3 1 1 16,-7 1-2-16,5 4-1 0,-5 0 4 0,1 2 3 15,4 0-1-15,-5 3-4 0,-1 1 0 0,-4 1-4 0,4-1 4 16,-2 1 2-16,0 1 4 0,6-1-1 0,-4 0 0 16,1 1-12-16,7-1 11 0,-1 1-4 0,4-3 8 15,0 1-5-15,0 1-4 0,2 1 3 0,0-1-2 16,-1-5 2-16,1 17-2 0,0-1 2 0,0 3-2 15,0 3 2-15,0 2-1 0,2 2-6 0,1 3 4 16,1 3-1-16,-1-3 7 0,1 1-1 0,1 1 2 0,-1 2-8 16,1 4-1-16,3 0 3 0,-3 2-2 0,2-6-1 15,2 1 0-15,-1-3 3 0,-1-5 0 0,-15 0 3 16,8 0 1-16,4 0-6 0,1-1 3 0,4-1-4 0,2 0 3 16,0 0 1-16,2 2 1 0,2-2 0 0,2 0-2 15,1 2 1-15,0-6-1 0,3 4 7 0,1 0 1 16,2 0 1-16,0 0-1 0,2 2 6 0,-2-2-4 15,2 0 8-15,-1-2-8 0,1-1 2 0,-13-1 4 16,17 0-1-16,1 2 3 0,4-5-7 0,2 1 7 16,0-5-5-16,4-2 6 0,0-2-14 0,-1 0 8 0,1-3-2 15,-2-4 6-15,-2-1-6 0,2 1 1 0,1-2 1 16,-1 16 1-16,0-6 4 0,-6-7 0 0,3-1-5 16,-5-4 3-16,2-2 1 0,-3 0-2 0,-2-2-1 15,-1-3-1-15,-1-2 2 0,2 7-7 0,1-22 7 16,-1 1-8-16,2-1 4 0,-3-9 3 0,3-4-7 0,-1-4 4 15,3-4-11-15,-1 3 12 0,1-3-4 0,-3 2 5 16,1 3-12-16,-2-3 3 0,-6 0 5 0,2 0-3 16,0-1 1-16,-4-1 0 0,0-1-2 0,-7-8 2 15,0-5-9-15,26-5 6 0,-13-2 2 0,-12-3 4 16,-3-2 1-16,-3 6 4 0,-7 2 0 0,-1 8 2 0,0 4-2 16,-2 3 4-16,-2 4-6 0,-1-1 5 15,-1 2-12-15,-2 4 3 0,-1-2-4 0,-2 4 4 0,20 6-7 16,-22-3-1-16,-4 7-1 0,-2 4 0 0,-3 5-7 15,-6 7-17-15,-4 7-6 0,-11-18-3 0,-9 18-16 0,-11 21-6 16,-10 16-3-16,-1-16-6 0,-1 42-36 0,8 6-67 16,4 6-12-16</inkml:trace>
  <inkml:trace contextRef="#ctx0" brushRef="#br0" timeOffset="17319.98">30139 11654 13 0,'0'0'1'15,"0"0"17"-15,0-2 22 0,0 0 10 0,0 0 9 16,0 1-8-16,1-1-21 0,1-2 4 0,0-2-5 16,2-5 11-16,1-4-11 0,1 2 4 0,0 0-7 15,1-3-4-15,0 1 6 0,1-2-6 0,-1 2 8 16,3-1 12-16,-3 1-9 0,0-2 7 0,1-2-8 0,-3 3 4 16,1-1 12-16,0 0-7 0,-3 4 8 0,1-2-16 15,0 2-6-15,-1 0-1 0,1 4-1 0,0 0-3 0,-2 3 0 16,-2 4 2-16,0 1-2 0,0-1 2 0,0 0-14 15,2-2-4-15,-1 0-2 0,1 1-13 0,0 1 6 16,0 0 2-16,0 0 2 0,0 0 11 0,0 2-12 16,-1 0 1-16,1 2-3 0,0 2 7 0,4 16-1 15,-3 10-3-15,-1 2-1 0,-2 1-2 0,-3 4 3 16,-3 4-1-16,-3 4 3 0,-1-1-7 0,1 4 6 16,0 3-2-16,0-1 2 0,-1-2-4 0,1-2 2 15,2-1 3-15,3-4-2 0,-2 0-4 0,3-4 5 16,-1-4-1-16,0-3 4 0,0-2-3 0,3-4-1 0,-3-2 2 15,2-5-1-15,-2 0-1 0,2-6-3 0,1-2 0 16,-3 2 0-16,2-3 3 0,0-1 5 0,0-1-3 16,0-3 2-16,1 1-6 0,1-2 3 0,0 0 0 0,-6 0 2 15,-3 5 1-15,1-1-5 0,1-3 4 0,-1 1-3 16,1 0 8-16,1-2 1 0,1-1 1 0,3-1 2 16,-4 0 6-16,3 0 2 0,1 0-4 0,0 0 3 15,-2 0 3-15,1 0-13 0,-1 0 4 0,2 0-9 16,0 0-7-16,0 0 3 0,1-1 0 0,1-1 3 15,0 0-2-15,1 0-2 0,1 0 0 0,4 0 0 0,20-9-3 16,2 0 7-16,5 0-7 0,0 3 6 0,5 1-9 16,1 0 5-16,3 1 1 0,-1 0 2 0,2-1 4 0,-2 0-5 15,-6 1 3-15,0 0-4 0,-3 1 0 0,-4-1 0 16,-2 3 0-16,-10-1 0 0,3 0-3 0,-6 2 3 16,-2 0 0-16,-2 1 1 0,-1 1-6 0,-3 0-5 15,-1 0-2-15,0 0 0 0,0 0-13 0,-1 0-35 16,1 0-6-16,-2 0-13 0,0 0-53 0,-1 0-54 15,-1 1-14-15</inkml:trace>
  <inkml:trace contextRef="#ctx0" brushRef="#br0" timeOffset="17595.66">29925 11468 769 0,'0'-2'270'0,"-2"1"-396"0,2-1 331 0,-13-19-192 16,2 5 4-16,6 6-9 0,1 3-1 0,2 1-1 15,2 4 1-15,-2-1-10 0,0-1 0 0,2 0-4 0,0 1-4 16,2-1 18-16,-2 2-4 0,13-9 8 0,13 2-13 16,0-3 4-16,6 3-2 0,1 2 5 0,-1-8 7 15,3 4-6-15,-2-2 2 0,4 2-4 0,1 5-1 0,-1-1-3 16,4-1-1-16,-4 4 1 0,0 3 4 0,2-20-4 15,-2 10-1-15,4 7-5 0,-2 4-12 0,-2 4-17 16,0 3-19-16,-5 3-3 0,-1 3-97 0,-3 2-49 16,-4-12-21-16</inkml:trace>
  <inkml:trace contextRef="#ctx0" brushRef="#br0" timeOffset="17976.34">30918 12062 982 0,'0'-1'11'16,"0"-1"-1"-16,-1-2-1 0,1 0 2 0,-4-5-4 16,2 3 9-16,0-1-9 0,0 3 5 0,0 1-8 15,1-1-8-15,-1 0 1 0,2 2-1 0,0 0 2 16,0 1 0-16,0-1 5 0,0 0-1 0,0 2 3 0,0 0-6 15,0 2 2-15,0 1 0 0,0 22 4 0,-2 12-3 16,-2 2-2-16,0 2 3 0,-1 1-1 0,-3 3 4 16,-1 3 0-16,2-1-4 0,1-3 3 0,2-5-9 0,3-4 11 15,-1-5-7-15,2-2 8 0,0 0-10 0,2-6 4 16,1 0 3-16,1-3 1 0,2-1 0 0,-3-5 12 16,3 2-3-16,-1-5 5 0,-1-3-17 0,0-1 5 15,7 3-5-15,4 0 7 0,2-1-4 0,-1-3-2 16,3-3 0-16,1-2-1 0,-3-2-6 0,3-5-13 15,-1-3-8-15,5 9-6 0,-3-24-70 0,1-4-54 16,2-5-44-16</inkml:trace>
  <inkml:trace contextRef="#ctx0" brushRef="#br0" timeOffset="18195.99">31429 11485 1637 0,'-2'-2'22'16,"0"0"-2"-16,-7-14 24 0,-13-10 3 0,7 11 0 15,6 5 9-15,3 3-27 0,4 5 1 0,2 0-11 16,-4-1-20-16,1-1-20 0,1 0 3 0,0 2-6 0,0 0 14 16,0 1-21-16,2 1-2 0,0 1-13 0,2 1-71 15,0 2-73-15,0 0-45 0,5 14-17 0,1 5-266 0</inkml:trace>
  <inkml:trace contextRef="#ctx0" brushRef="#br0" timeOffset="18796.62">28380 11086 389 0,'-2'-2'72'0,"-1"-5"134"0,-5-18-137 0,-7 7-1 0,-1 1 0 16,-1 0-2-16,2 3-24 0,-3 1-15 0,6 0-1 15,5 3-3-15,-2 1 1 0,1 3-6 0,3 5 1 16,-1-3-5-16,2 2-9 0,3 2-5 0,-3-4-3 16,0 1 1-16,2 1 2 0,0 0-1 0,1 0 1 0,-1 0 0 15,0 0 10-15,2 2 8 0,0 0 3 0,2 0 1 16,0 0 17-16,1 0 2 0,16 0 1 0,7 0-1 15,2-2-8-15,-2 1-9 0,3-3 2 0,1 0-6 16,0 0-7-16,1-1-6 0,-1 1 2 0,0 0-2 16,1 1-6-16,-1 1 1 0,2 0-5 0,-4 0 4 15,-2 2 5-15,0 0-6 0,-4 0 0 0,-4 0-3 16,7 0-1-16,-12 0 1 0,5 0 0 0,-1 0-1 0,-10 0-19 16,3 0-25-16,-3 0-8 0,-3 2-4 0,-1 0-12 0,1-2-22 15,0 0 0-15,-2 0-11 0,-1 0-29 0,1 2-49 16,-2 0-7-16</inkml:trace>
  <inkml:trace contextRef="#ctx0" brushRef="#br0" timeOffset="18987.46">28304 11450 709 0,'0'0'55'0,"-2"0"65"0,0-2-28 0,1 0-9 0,-1 0-4 15,0 0-3-15,0 0-31 0,0 1-10 0,0-1-5 16,2 0 0-16,0 0-8 0,2 0-7 0,2 0 1 15,26-14-4-15,1 1 5 0,6-2-14 0,2 0 4 0,4 1-6 16,2-1-1-16,1 2 2 0,2 2-2 0,2 4 1 16,6-1-12-16,4 7-77 0,-3 1-21 0,-1 2-28 15,-4 5-165-15</inkml:trace>
  <inkml:trace contextRef="#ctx0" brushRef="#br0" timeOffset="20110.66">27188 10612 447 0,'0'-2'24'16,"0"1"-3"-16,0-1 54 0,0-2-7 0,-3-9 12 16,1 4-27-16,0-1-12 0,2 5-4 0,-2-1-2 15,2 3-14-15,-2-1-21 0,0 0 5 0,0 0-8 16,2 3 6-16,0-1 0 0,-1 0-3 0,-1 2 1 0,0 0-2 15,0 2 7-15,-2 5 2 0,-16 32 2 0,-2 8-5 16,-4 6 5-16,24 7 1 0,-30 10 1 0,1 8 0 16,-3 0 8-16,3 4-6 0,-1-6 7 0,0-5-5 15,7-6-4-15,-1-8 1 0,5-10-4 0,1-3-5 0,1-5 8 16,4-3-3-16,2-5 3 0,8-1-12 0,-1-8 10 16,2-3-6-16,1-3 8 0,1-4-12 0,-4-5 12 15,3-1-3-15,1-3 7 0,2-1 1 0,0 0 30 16,-2 2 4-16,0-1 11 0,0 1 20 0,0-2-52 15,0 0 2-15,1-2-20 0,1-2-12 0,0-2 0 16,3-24 0-16,7-11 1 0,1-3 4 0,5-5-5 16,3-8-3-16,1-9-1 0,3-4-7 0,1-7 13 0,-2-2-4 15,0 0 4-15,1 1-7 0,-3 6 0 0,0 5 3 16,1 7-2-16,-3 4 4 0,1 8 0 0,-2 3 1 16,-1 4-1-16,1 0 8 0,-2 8-12 0,0 1 4 0,-6 10-5 15,0 3 6-15,-3 6-5 0,-2 3 0 0,1-1-4 16,-5 7-6-16,2 2 3 0,4-4-2 0,3-1 3 15,2 1-4-15,-2 4 7 0,3 4-2 0,-5 0 6 16,2 5 9-16,-1 21-6 0,-3-1 2 0,1 6-5 16,-2-1-1-16,-3 7 2 0,5 0 3 0,-2-1 0 15,-1 3 7-15,1 0-4 0,0 0-4 0,1 1 3 16,1 3-7-16,-2-8 10 0,5 5-8 0,2-3 7 0,0-6-1 16,0 4 1-16,-3-9 5 0,-4-2-4 0,-1 1 4 15,3-4-7-15,-1-1 5 0,3-2-7 0,1-2 7 0,2 3-8 16,0-5 1-16,-3-1-2 0,-1 0 10 0,3-4-9 15,-7-2 2-15,1-4-4 0,3 3 2 0,-3-5-1 16,0 3 1-16,0-5-1 0,-3 1 4 0,-1-2-14 16,2-2 3-16,2 4-9 0,0-1-1 0,-1 1-53 15,1-2-15-15,0 0-22 0,-2 0-110 0</inkml:trace>
  <inkml:trace contextRef="#ctx0" brushRef="#br0" timeOffset="20334.29">26919 11257 1426 0,'0'-2'10'0,"-19"-32"11"16,7 10-11-16,4 9 1 0,4 6-7 0,4 7 4 16,0 0-19-16,-1-1 5 0,1-1-7 0,0 0 9 15,1 1 3-15,3-1-4 0,24 0 5 0,9 2-6 16,4-3 7-16,3 1-14 0,3 2-11 0,1-3-9 0,4-21-85 15,0 13-37-15,0 5-9 0,2 6-14 0,-4 2-115 16</inkml:trace>
  <inkml:trace contextRef="#ctx0" brushRef="#br0" timeOffset="20693.21">27773 11440 1046 0,'-2'0'43'0,"0"0"4"0,1-1-16 16,-1-1-8-16,-2 2-14 0,0 0-7 0,-7 0 1 0,0 2 1 16,-4 5 1-16,0 2 8 0,-1 1-4 0,1 16-1 15,5 0-1-15,-1 0-4 0,4 0-1 0,1-2 1 16,4-4-2-16,-12 2 1 0,4-3-1 0,7-4 0 16,1 0-1-16,2 0 0 0,0-8 3 0,0 0-1 0,0 1 4 15,2-3 2-15,-2-3 3 0,1 2 0 0,1 0 1 16,2-2 3-16,0-1 3 0,-1 1 6 0,7 0-1 15,1 0 20-15,-4-2-7 0,3 0 3 0,-3-2-3 16,2-3 8-16,2-3-4 0,-1 3 1 0,-3-18-4 16,2 1-7-16,-1-4-2 0,-1 0 3 0,3-2-3 15,-5 0 2-15,-1-1 2 0,0 1-3 0,-3-2 1 16,20-3-5-16,-10 3 2 0,-4-4-3 0,-5 3 4 0,-2-1 1 16,0 1-26-16,-2 5 7 0,-1 5-13 0,-3-1-1 15,2 7-20-15,1 2-8 0,-3 0-7 0,4 8-52 0,0-1-64 16,1 2-14-16,-1 1-28 0,0-1-150 0</inkml:trace>
  <inkml:trace contextRef="#ctx0" brushRef="#br0" timeOffset="22189.52">31687 9352 493 0,'-2'-2'51'16,"2"0"78"-16,-15-22-43 0,4 5-35 0,0 1 5 15,2 3-18-15,0 2-18 0,3 4-11 0,-1-3 0 16,3 7-3-16,-2-3 0 0,4 5-2 0,1-1 0 0,-1 2-2 16,-2-2-2-16,-2 1-1 0,-1-1 5 0,1 0-3 15,-3-1 0-15,0-1 1 0,-2 1-4 0,-2-3 4 16,0 1 2-16,0-3 8 0,-4 1-4 0,4-2 4 15,-2 0-8-15,-2 2 12 0,-1-3-4 0,-1 1 6 16,-1 0 2-16,-1 2-14 0,5-2 7 0,-1 1-9 0,-1-1 10 16,-5 0-8-16,3 2 0 0,-2-4-3 15,-6 2-3-15,0-2 3 0,0-2 3 0,-2 2-1 0,4-2 1 16,-3-2-7-16,1 2 5 0,-2-1-4 0,2-1 11 16,2 4-2-16,0 2-6 0,2-2 3 0,0 0 1 0,-2 0-2 15,0-2 0-15,-2 0-2 0,0 4-6 0,-3-4 3 16,-3 0 3-16,-1 8 0 0,-6-8 0 0,-2 4-2 15,1-2 1-15,-8-4 0 0,1 8 4 0,-1 0-3 16,-2-1 0-16,2 7 1 0,0-5 4 0,0 3-7 16,-4-21-1-16,2 13-1 0,-4 9 4 0,-3 6-7 15,-8 2 7-15,-5-1-7 0,-10 3 11 0,-4-1-9 16,5 3 3-16,1-1-3 0,11-1 4 0,6-3 1 16,6 1-6-16,3-4 3 0,0 0 3 0,2 0-6 0,-4 2 9 15,0 2-8-15,-1 1 8 0,-6 5-11 0,3 1 0 16,3 0-3-16,-4 2 11 0,9 0-3 0,0 0 4 15,1 5-4-15,1 3 3 0,2-1-3 0,0 1 0 0,-1-1-2 16,-4 1 2-16,-3 1 1 0,-5-2 0 0,-1 1 1 16,3-3-2-16,-2 3-5 0,7-3 3 0,-2 5-3 15,6-3 11-15,4 2-3 0,1 1-1 0,2-1-2 16,1-20-4-16,3 26 0 0,-2 1 2 0,-2 5-1 16,0-1 1-16,-1 4 7 0,-6 2-5 0,0 6 4 15,-2 3-11-15,-2 2 4 0,5 6 1 0,3-8 2 16,0 0 0-16,3 3 1 0,2-7-1 0,0 4 0 0,4 1-6 15,0 1 8-15,0 2-2 0,1 3 4 0,-1 1-12 16,2 9 5-16,-4 6 1 0,2-1 2 0,2 8 5 16,1-3-7-16,6-12-1 0,-3-2-2 0,3-7 6 0,-4-4-2 15,10 0 3-15,5 0-3 0,-3 0-3 0,7-1 7 16,2 1-3-16,2 2 7 0,1 2-3 0,-1-4-2 16,5 2 2-16,-20-4-1 0,11 4-1 0,9-2 5 15,4-4-7-15,8 1 6 0,1-8-6 0,4 2-2 16,6 1 2-16,1-1-1 0,-13 2 1 0,27 3 2 15,-3 1-2-15,3 1 3 0,-1 2 5 0,4 0-3 16,-1 2-1-16,5 2-2 0,-2-4-6 0,0 4 4 0,1-7 2 16,-1-3 2-16,-2 3-1 0,4-8 3 0,4 1-6 15,-1-2 2-15,1-3-5 0,5 2 6 0,8-5 4 16,-3 3-1-16,5 0 3 0,-3-1-11 0,-8 3 6 0,8-4-7 16,-5 4 8-16,0 0-2 0,2-1 1 0,-2 1-2 15,4 4 2-15,1-6 0 0,6 4-3 0,14-2 3 16,-3-2 4-16,4 1-5 0,-4-7 5 0,-3-3-5 15,1-2 2-15,0-7 11 0,5 0-5 0,-1-2 6 16,4 0-9-16,7-1 2 0,4 1-5 0,5-5 3 16,-3-1-7-16,-4-2 8 0,-3-1-3 0,-8-2 4 15,5-1-6-15,5 1-4 0,1-2 5 0,7 33-4 0,1-24 11 16,-6-11-12-16,0-2 7 0,-4-5-7 0,0-2 11 16,6-1-1-16,2-1-6 0,7 0 3 0,-2 0-13 0,-5 0 8 15,0-4-2-15,-12 0 5 0,1-3-2 0,3-1-1 16,4-1 7-16,-2-5-5 0,6 1 7 0,-6-7-9 15,-4-1 1-15,-3 27-2 0,-6-38 10 0,-5-7-2 16,-1 3 0-16,1-1 0 0,1-2 10 0,-1 3 3 16,-3-5 5-16,1 1-4 0,-6-3 0 0,-3 2-2 15,-3-2-4-15,-7-4 1 0,-1-3-7 0,-5-10-7 16,3-1 2-16,-5-6-4 0,3 2 4 0,-1 0-2 16,-1 2-2-16,2 1 1 0,-1 3-2 0,-7-1 3 0,0-1 2 15,-7-6-1-15,-4-8-2 0,-2-3 2 0,-7-4 1 16,-8 4-1-16,-3 6 6 0,-2 3 3 0,25 4 2 15,-19 1 2-15,-12-5 6 0,-13-7-1 0,-4-7-1 16,-7-10-1-16,-5 1 2 0,-5 5-17 0,25 5 7 0,-37 6-9 16,0 3 3-16,-8-3 6 0,-1-6-2 0,-7-1 2 15,-6-7-6-15,-10 1 1 0,-9 11 0 0,-15 5 0 16,-8 10-4-16,-12 2 3 0,-6 5-7 0,-9 7 5 16,-17 1-12-16,-20 3-3 0,-18 8-2 0,-23 9-1 15,-17 11-22-15,-16 23-20 0,-29-36-1 0,-24 59-9 16,-18 25-39-16,-32-21-78 0,-12 62-27 0,-29 16-29 0,-13 21-225 15</inkml:trace>
  <inkml:trace contextRef="#ctx0" brushRef="#br0" timeOffset="28924.44">20300 11806 416 0,'0'0'0'0,"0"-2"76"0,-2 0 8 0,0-1 10 16,0-1 0-16,0 0-74 0,2 3-7 0,-1-3-7 15,-1 0-4-15,0 0 1 0,0 1-8 0,0-1 9 16,0 2-1-16,0 0 4 0,1 0-8 0,1 1 3 16,0-1-2-16,0 0 4 0,0 0 2 0,0 2 0 15,1 0 3-15,1 0-1 0,0 0 8 0,0 0-12 0,2 2 7 16,-1 0-8-16,9 3 14 0,4 6 8 0,-1-7-7 16,-2 15 6-16,8 8-15 0,-3-1-1 0,-3 2-2 15,4-2 1-15,-8 2 1 0,4 4 1 0,-2-6-1 16,-2 3 0-16,4-4-5 0,-4-5-1 0,2-3 2 0,0-4-2 15,2-2 1-15,-3-2 15 0,1-5 2 0,-3-2 8 16,-1 5 35-16,4 1 30 0,2-3-11 0,2-5 12 16,1-4-50-16,3-5-4 0,1-4-4 0,0-31 0 15,4-5-17-15,6-8-4 0,-1 1 0 0,8-3-1 16,-3 1-6-16,3 4-6 0,0 2 3 0,5 2-3 16,8 2-1-16,0 0 5 0,-2-1-4 0,2 3 4 0,0-1-6 15,2-1-4-15,2 2-1 0,-4-4-1 0,-8-1-14 16,3 5-167-16,-1 0-70 0</inkml:trace>
  <inkml:trace contextRef="#ctx0" brushRef="#br0" timeOffset="35876.46">16824 16816 256 0,'0'0'-29'0,"0"0"25"0,0 0-2 16,0 0-1-16,0 0 28 0,0 0-7 0,0 2 11 0,0-1 5 16,0 1-1-16,0 0-1 0,2 0-4 0,0 0-8 15,0 2 5-15,1 3 2 0,5 8-5 0,1 3 12 16,0 5-10-16,2 1 6 0,-1 0-3 0,-1-4 0 15,0-1-1-15,1-1-10 0,-1-1 2 0,-2-4-4 16,3 2 5-16,-9-4-2 0,11 0-8 0,2-1 4 0,1-3-3 16,2-1 4-16,-2 1-3 0,0-1-3 0,1-3 3 15,-1 1 3-15,0-2 2 0,2 9 5 0,3 0-3 16,-3-5 4-16,3-3 8 0,1-1-10 0,3-2 9 16,2 0-5-16,0-2 8 0,2-3-5 0,-2-4 3 15,4-3-17-15,1-2-7 0,6-3 5 0,0 0-6 16,2 0 9-16,0 1-9 0,-2-3-1 0,-1 1-3 0,-3-1-1 15,-1 0 2-15,1 1 2 0,1-1 0 0,-1 3 4 16,0 3-4-16,3 1 0 0,-3 3-3 0,2 4 1 16,1 1-3-16,-1 2 1 0,0 2-3 0,2 4-10 0,2 3-42 15,0 4-34-15</inkml:trace>
  <inkml:trace contextRef="#ctx0" brushRef="#br0" timeOffset="36953.11">23094 14757 15 0,'0'0'7'0,"0"0"1"0,0 0 19 0,0-2 2 16,0 0 7-16,0 0 23 0,0-2-1 0,0 1 4 15,0 1-4-15,0-11-6 0,0 2 0 0,0-1-13 16,0-1 7-16,0 4-18 0,0 0-9 0,-2-4 3 0,2 5-5 16,-2-3 10-16,1 4-12 0,-1-2 8 0,-2-4-11 15,2 3 7-15,-1-3-2 0,-1 0 4 0,-2-3-2 16,-1-3 4-16,-1 0 2 0,1-1-4 0,0 0 4 16,-1-1-6-16,-1-1-2 0,0 0-3 0,-3-1 2 15,-1-3-5-15,2 2 6 0,-2-2-4 0,2 2 5 0,0 2 3 16,0 0 0-16,-2 1 6 0,-2 1-6 15,11-1 8-15,-14 5-12 0,3-3 5 0,-2 4-8 0,0 0-1 16,-1 4-1-16,3 0-4 0,-9 2 1 0,5 1-7 16,-3 3-8-16,-2-1 3 0,7 4-5 0,-5 0 13 0,1-12-3 15,-3 2-2-15,0 5-2 0,2 3-6 0,-2 4 0 16,1 0 6-16,-3 4-4 0,2 2 9 0,0-1-1 16,-2 4-1-16,2 3 0 0,-4 1-6 0,2 0 10 15,0 0-3-15,0 1 6 0,0 3-11 0,2-13 4 16,-2 20-5-16,4 0 5 0,-2 0-6 0,-2-1 3 15,0 3 4-15,3 5-1 0,3 1 2 0,5 3-4 16,2 4-2-16,0-6-1 0,2 3 3 0,-2-1 1 0,6-4 1 16,3 1 1-16,2 0 1 0,-2-3-3 0,-14 3-5 15,5-1 1-15,3 3-1 0,7 3 2 0,1 0 3 16,2 4 0-16,4 2 1 0,1 5-1 0,4 4 3 16,-1 4-3-16,-4 5-1 0,-1 6-1 0,1 0 1 0,0-2 1 15,1 0 3-15,-1-12-3 0,0 3-2 0,-1-8 1 16,3 1 2-16,1-5-4 0,1-1 3 0,1-2-4 15,4 0 4-15,0-6-2 0,2 0-2 0,0-1 0 16,2-1 2-16,-1-1 5 0,-1-6 0 0,2 0 2 16,-12-2-12-16,20-2 7 0,-1 2-1 0,-2-5 2 15,2-1-3-15,-2 1 5 0,3-2-4 0,-1-3 6 0,0 1 1 16,0-4-9-16,0-3 3 0,0-1-3 0,0-1 11 16,2 5-6-16,4-2 1 0,-2-5-4 0,3-2 0 15,3 18 8-15,-3-9 2 0,1-7 2 0,0-4-2 0,1-2-5 16,2-3 1-16,2-6-2 0,2-4 11 0,-5-2-9 15,-1 8 6-15,-1-30-7 0,-1-2-1 0,-3-2 12 16,0-1-8-16,-4-5 9 0,0-1-10 0,-3-6-1 16,-1 3 2-16,-1-1-2 0,-3 0-1 0,-3 0-2 15,-1-2-2-15,-5-7 1 0,0-9 4 0,-5-8-3 16,32-7 2-16,-23-2-2 0,-9 1-2 0,-6 5 1 0,-5 3 4 16,-2 9-2-16,-4 3-2 0,-2 3 14 15,-3 2-14-15,-3-1 15 0,1 3-5 0,-2 5 2 0,2 10 2 16,18 3-4-16,-29 10-21 0,-3 9 1 0,-1 2-8 15,2 12 5-15,0 1-20 0,5-10-29 0,-2 8-4 16,6 11-15-16,-2 8-63 0,2 7-100 0</inkml:trace>
  <inkml:trace contextRef="#ctx0" brushRef="#br0" timeOffset="37467.71">26111 13993 693 0,'-1'-1'18'0,"-1"-1"-2"0,0 0 26 0,0 0 6 0,-2-2-1 15,1 1 2-15,1 3-26 0,-2-2-2 0,2 2-9 16,0 0-15-16,-1-2 3 0,-1 0 2 0,0 0 2 15,0 2-3-15,1 2-1 0,-1 0 1 0,-5 16 1 16,1 25 4-16,3 7 1 0,-5 6-7 0,-1 7 4 16,4 4-7-16,-4 9 10 0,0 2 0 0,1 0 3 15,1-2-1-15,-4-2 2 0,0-1 5 0,-2 3-2 0,-2 4 13 16,3 5 1-16,-3 6 0 0,0-2-1 0,-1 6-8 16,-1-11-5-16,6-10 0 0,-2-9-2 0,4-9 2 15,2-8-6-15,3-2 5 0,2-7-5 0,-18 0 4 16,9-2-8-16,8-7 1 0,1-4-2 0,4-4-2 0,-2-3 3 15,2-6-9-15,0-6 5 0,0-3-13 0,0-2-31 16,0 0 5-16,0 1-16 0,0 1-10 0,0-2-124 16,0-2-91-16</inkml:trace>
  <inkml:trace contextRef="#ctx0" brushRef="#br0" timeOffset="38038.07">26013 13997 1368 0,'0'-2'8'15,"-2"0"-2"-15,-3-14-1 0,-1-5 2 0,0 5-6 16,5 6-9-16,-1 3-26 0,2 3 10 0,0 0-13 16,0-1 14-16,2 1 5 0,5 0 4 0,23 1 2 15,1 1 9-15,-3 0-1 0,2-17 0 0,-2 8 1 16,1 4 4-16,-3 5 0 0,2 2-4 0,-4 2 2 0,0 3 3 15,-3 3-3-15,-3 1 1 0,-1 0-3 0,-2 1 2 16,-4-7 7-16,2 20 1 0,-2-1 1 0,-3 4-4 16,1 4 4-16,-5 3-7 0,14 2 6 0,-8 4-8 15,-10 2 4-15,-6 2 6 0,-3 5-2 0,-6-3 4 0,0-6-4 16,-2 0-7-16,1-10 2 0,-1-3 0 0,15-5 4 16,-15-6 1-16,4-6 0 0,0 2 0 0,4-5 0 15,-2-1 1-15,0-3 0 0,2 0 4 0,-3 7 1 16,3-3 3-16,0-1-3 0,1-3-1 0,1 0-2 15,1 0 2-15,3-2-2 0,-1 2-9 0,0-2 1 16,1 0-5-16,-1 0 3 0,2 0-12 0,0 0-3 0,0 0 2 16,2 0-1-16,0 0 13 0,2 0-3 0,2 0 0 15,3 0 0-15,16 4 3 0,3 1-2 0,-2 3 1 16,2 1-1-16,-2 2-3 0,-2 0 3 0,2 4 3 16,0 0 0-16,-1-2 1 0,-5 0 1 0,-3-9-4 0,-4 12 4 15,0 1 2-15,-3 0 3 0,3-2 0 0,-2 1 1 16,-3-1 4-16,-3 2 5 0,-3 0 1 0,-3-1 0 15,-7 5 4-15,7-5 5 0,-29 3-2 0,-3-4 3 16,0 2 7-16,-1-4 0 0,1-2 2 0,2 0-4 16,-3-2-17-16,7-3-6 0,1-1 0 0,4 1-1 15,0-2-4-15,5-1-1 0,4 1-3 0,2-2 0 0,8 2-16 16,1-3-16-16,0 1-7 0,2-2-5 0,-1 4-49 16,-1 0-61-16,2-2 2 0,0-1-18 0,2 1 20 15</inkml:trace>
  <inkml:trace contextRef="#ctx0" brushRef="#br0" timeOffset="38358.91">27149 14385 1208 0,'-2'-4'8'16,"-7"-10"19"-16,-2-3-10 0,5 9-6 0,-1 5 4 16,0-1-6-16,-3 0-1 0,7 3-5 0,-1-1-4 0,0-2 0 15,0 0-3-15,1 2-2 0,1 1 9 0,0-1-5 16,0 0 7-16,0 0 0 0,0 0-2 0,1 0 7 16,-1 2 35-16,2 0-11 0,0 0 6 0,2-2-10 15,-1 1-3-15,1-1-8 0,4 0 3 0,14-6-7 16,4 1-11-16,4 0-4 0,-2 1 4 0,6 0-3 0,-1 3-1 15,-1 1 0-15,4 0-2 0,-7 0 2 0,5 0-4 16,0 2-8-16,-8 0-9 0,5 0 3 0,-6 0-14 0,-3 2-33 16,2 2-16-16,-5 0-11 0,-2-1-89 0,-2 3-41 15,-8-2-21-15</inkml:trace>
  <inkml:trace contextRef="#ctx0" brushRef="#br0" timeOffset="38569.28">26936 14738 963 0,'0'0'31'0,"-2"-2"59"0,0 0-70 0,0 0 1 0,0 1-5 16,0-1 2-16,1 0-23 0,-1 0 23 0,2 0-9 15,0 2 14-15,2-2-9 0,-1 0-1 0,3 1 0 16,17-3-1-16,8-4 9 0,5 1-12 0,1 0 8 16,4-1-11-16,2 1 2 0,0-3-5 0,5 1 0 15,-1 2-1-15,3-1-4 0,2 3-18 0,-5 1-3 0,-1 2-17 16,-1 0-135-16</inkml:trace>
  <inkml:trace contextRef="#ctx0" brushRef="#br0" timeOffset="42499.21">16159 13293 6 0,'0'0'0'0,"0"0"3"0,-2 0 26 0,1 0-8 0,-1-1-3 15,0-1-6-15,0 0 5 0,0 0 12 0,-2 0 9 16,1 0-4-16,-7-1 6 0,-3-3 10 0,-3 0-4 16,3 1 6-16,-4-1 0 0,0 1-7 0,1-1-4 0,-5-1-1 15,1-1-6-15,1 3-3 0,-1-3 2 0,-6 1-2 16,11 3 5-16,-9-1-17 0,3 1 9 0,7 0-13 15,-11 0-3-15,3 1-4 0,-4 1 2 0,0 0 0 16,0 2 8-16,4 0-8 0,0 0-7 0,-1 2 3 16,-1 0-5-16,4 1 5 0,-4 3-4 0,-1 0 3 15,5-1-2-15,0 1-2 0,-1 1 9 0,1 1-7 0,-4 1 6 16,5-2-10-16,-1 3 4 0,1-1-4 0,-1 2 1 16,-3 2 6-16,1 2-5 0,4-10 6 15,-5 16-13-15,1 3 9 0,0 0-9 0,-1 0 9 0,5-3 1 0,1 5-3 16,-1-4 0-16,1 4-2 0,2-2-1 0,-4-3 8 15,3 3-3-15,1-2 3 0,-4 2-10 0,10 2 2 16,-6-4 5-16,6 3-1 0,1-5 1 0,1 0-4 16,-8 1 1-16,4-1 0 0,2 4-3 0,3 0 4 15,1-3-3-15,-1 1 5 0,2 2-1 0,1 2-5 16,1 2 1-16,2 0-2 0,2 0 11 0,-1 2-7 16,3-1 0-16,0 1-3 0,0 0 2 0,1 1 3 0,3-1-2 15,3 2 2-15,0 1-8 0,-2 0 6 0,0-1 0 16,1-2 2-16,-1-3 2 0,0-1-8 0,1 0 8 15,1 2-8-15,2-2 9 0,2-2-3 0,-1-1-5 16,-8-7 2-16,9 1-5 0,3-2 6 0,-3-4 6 0,0 0-2 16,7 2 6-16,-5-3-8 0,7 1 3 0,-5-4-2 15,3 1 7-15,-1-1-8 0,-3-1 1 0,4-1-3 16,-3-1 11-16,1 0-6 0,1-1-5 0,-1 1 1 16,2 0-6-16,3 1 1 0,1-1 5 0,1 0-1 15,1-2 7-15,0-1-4 0,2 1 1 0,1 17-3 16,-1-8 2-16,2-4-8 0,1-3 5 0,4-2-7 15,-1-2 3-15,1-2 5 0,-2-3-3 0,-3-1 4 0,-1-1 0 16,-3-3 7-16,-4 1 0 0,0-2 3 0,-3 0-4 16,-3-2 3-16,3 7 8 0,-5-22-1 0,1 0 15 0,0-3-1 15,-1-1-8-15,-1-3 6 0,2-4-11 0,-2-2-1 16,0-2 0-16,0-1-2 0,-1-2 1 0,1 5-11 16,-2-2 9-16,0 6-10 0,-2-2 1 0,-3 2 5 15,3 1-8-15,-5 5 9 0,1-3 3 0,-3 5-3 16,-2-1 4-16,16-2-3 0,-7 3 8 0,-3-5-6 15,-3 1 2-15,-3-2-3 0,-2-4 8 0,-2 0-14 16,-1-2 6-16,-3-2-8 0,-1 0 7 0,-3 3 2 0,-1-3-1 16,0 4 1-16,-2 2-4 0,0 0 8 0,0 3 2 15,-2 3 2-15,0 1 0 0,0 4 5 0,1 4-13 16,10-1 10-16,-17 3-21 0,1 1 3 0,-6 1 2 16,2 3-2-16,-6 2 0 0,-7 0-7 0,-2 0 2 0,-4 2-3 15,-3 2-4-15,0 3 5 0,1 4-4 0,-3-22 4 16,-4 11-14-16,-2 11 3 0,-4 4-5 0,3 5 5 15,1 5 2-15,4 4 2 0,1 3 3 0,-1 1-1 16,0 2-6-16,0 3 2 0,0 1-4 0,2-25 0 16,1 31-30-16,3 0-19 0,5 3-1 0,1 4-4 15,7 0-4-15,1 5-18 0,8 5-12 0,5-1-4 16,4 4-69-16,9 2-52 0</inkml:trace>
  <inkml:trace contextRef="#ctx0" brushRef="#br0" timeOffset="43329.08">28319 13626 1039 0,'0'-2'7'0,"0"0"0"0,-4-15 6 0,1-7-4 16,1 6 3-16,2 1 5 0,0 4-5 0,0 4-3 0,0-1-2 16,0 3-7-16,0 0 9 0,0-1 1 0,0 4 2 15,0 3-4-15,0-3 12 0,0 2-2 0,0-2 6 16,-2 1 3-16,0-1 5 0,2 0 0 0,0 2 2 15,0-1 0-15,-2-3-10 0,0 2 1 0,0-1-5 16,1 1-9-16,1 2 1 0,-4-2-7 0,2 4 5 16,-2-1-8-16,-5-5-7 0,3 4 3 0,-7-2-4 15,-3 4 11-15,3 2-9 0,0 4 3 0,0 3-5 0,-6 6 6 16,1 11-2-16,-3 0 3 0,10 7-1 0,0-5 1 16,-2 4 1-16,6-4-3 0,-10-2 1 0,9 0-8 0,7-2 6 15,-9-2 2-15,8 0 0 0,-12 1-11 0,4-5 1 16,3 4-11-16,3-3 7 0,2 1-23 0,2-3-38 15,2 2-8-15,2-4-12 0,1-1-39 0,5 1-32 16,-3-2-8-16</inkml:trace>
  <inkml:trace contextRef="#ctx0" brushRef="#br0" timeOffset="43790.73">28713 13691 762 0,'0'-2'40'0,"0"0"1"0,0 0-9 0,0 0-6 0,0 1-11 15,0-1 0-15,0 0-10 0,0 0 0 0,0 0-4 16,0 0 1-16,0 0 4 0,0 1 1 0,0-1-2 16,0 0-3-16,0 0 22 0,0 0-2 0,0 0 11 15,0 0 23-15,0 1-2 0,0-1-2 0,-2 0-3 16,2 2-23-16,0-2 0 0,-2 0-6 0,0 0 1 0,0 0-14 15,2 2-4-15,0 0 2 0,0 0-3 0,0 0-1 16,0 0 0-16,0 0-1 0,-2 0 0 0,1 2 6 16,1 0-7-16,-2 2 2 0,-2 14-4 0,0 3-4 0,1 3 8 15,-3 4-5-15,0 0 5 0,3 3-7 0,-3 3 7 16,2 3-1-16,1 4 2 0,-3 3-5 0,2 3 4 16,1 1-1-16,-1 4 1 0,2 0-5 0,0 4 4 15,0 1 1-15,2-5 2 0,0 0-3 0,-1-6 7 16,-3-5-4-16,0-4 6 0,2 1-12 0,0-11 10 15,1-1-6-15,-3-7 9 0,0-2-3 0,0-4 13 0,1-2 4 16,-3 2 1-16,1-2-2 0,-1-2-1 0,-1 2-9 16,1-3 4-16,2-1-14 0,-11-1-1 0,1-2 3 15,1-3-4-15,0 9-10 0,1-3-15 0,3-3-18 16,0-2 0-16,0-2-66 0,1 0-69 0,-1-2-40 0</inkml:trace>
  <inkml:trace contextRef="#ctx0" brushRef="#br0" timeOffset="44007.59">28345 14144 1426 0,'0'-2'30'16,"0"0"5"-16,0 0 4 0,0-1-9 0,0-1-1 0,0 0 2 16,0 0-17-16,0 1 1 0,0-1-6 0,0 0 3 15,2 1-10-15,-2 1 1 0,13-6-4 0,13-3-5 0,7 0 1 16,1-4 5-16,3 2-3 0,2-2 1 0,-2 0-6 15,0 1-1-15,-3 1-3 0,-5 0-17 0,-1 1-20 16,-6 3-9-16,-1-2-4 0,-4 2-32 0,-6-1-19 16,5-1-40-16,-8 0-4 0,3 0-237 0</inkml:trace>
  <inkml:trace contextRef="#ctx0" brushRef="#br0" timeOffset="44427.41">28202 13422 925 0,'-2'-2'126'0,"0"-2"-184"0,-9-16 152 0,0-5-88 15,4 5 3-15,1 7-7 0,2 2 2 0,1 2-3 0,-1-1 10 16,2 3-10-16,0 1 4 0,0 1-5 0,1-1 12 15,-1 1-6-15,2 3 4 0,0-2-3 0,-2-2 19 16,2 3 3-16,-2-3 8 0,2 2-3 0,-2-1 23 0,2 1-3 16,0 0-3-16,-2 1-2 0,0-1-22 0,1 0-9 15,-1 1-8-15,0-1 2 0,0 0-15 0,0 2-3 16,0 0 3-16,0 2-3 0,-1 2 6 0,-1 2-1 16,-13 20 1-16,-3 19 0 0,3 9 0 0,4 2 0 15,0 3-1-15,6-3 1 0,-3-2-3 0,5-2 6 16,1-5-2-16,2-2 4 0,2-8-2 0,2-7 0 15,0-4-2-15,2-2 0 0,1-3-2 0,1-1 1 0,1-3 2 16,1-2-1-16,1 0 6 0,0-2 4 0,6-3-6 16,2-1 6-16,-2-1-4 0,0-3 4 0,-2 1-1 15,1 0 0-15,7 11-8 0,-1-6-4 0,-7-4-1 16,6 1-3-16,-4-4-12 0,-4-2-10 0,2 0-5 16,-2 0-4-16,0-2-35 0,-2 0-26 0,2-2 1 0,-3 1-13 15,-1-5-41-15</inkml:trace>
  <inkml:trace contextRef="#ctx0" brushRef="#br0" timeOffset="44689.86">28196 12651 1616 0,'0'-2'11'0,"-1"-2"-2"0,-5-10 25 16,-1-3-7-16,5 9 7 0,2 5-17 0,-2-1-11 16,0 0 2-16,0 1-6 0,0-1-14 0,0 2 7 15,1 0 0-15,1 0 4 0,0 0 6 0,0 2-2 16,0 0 3-16,0 0-2 0,0 0 8 0,0 0 60 0,0-1-18 16,0-1 29-16,0 0-44 0,0 0-21 0,0-2-2 15,0 2-7-15,1-12-9 0,1 2-4 0,0 1 1 16,0 2-2-16,0 2-16 0,0 1-46 0,0 0-26 15,-2 3-15-15,0 1-162 0,1-2-148 0</inkml:trace>
  <inkml:trace contextRef="#ctx0" brushRef="#br0" timeOffset="45565.14">27669 14883 596 0,'0'0'6'0,"-2"0"-3"0,0-2 21 0,1 0 3 15,-3 0 3-15,0 0-6 0,-1 1 6 0,-8-5-1 16,1 2 4-16,1 1 14 0,8 3-2 0,-1 0 0 0,2 0 0 16,0 0 13-16,-2-2-38 0,1 0 5 0,1 2-18 15,0 0-10-15,0 0 14 0,2 0-5 0,0 0 10 16,2 0 2-16,2 0-4 0,12 0-2 0,18-2-3 15,1 2-13-15,2 0 11 0,6 0 1 0,3 0 4 16,3 0-1-16,5 0 9 0,7 0 3 0,4 0 1 16,0-2 9-16,5-2 3 0,-3 1 1 0,-4-1 2 15,2-2-2-15,-7 1-11 0,-2-1-2 0,-6 3-2 0,-2-1-2 16,-5 0 5-16,-2 0-2 0,-1 1 2 0,1 1-8 16,-5 0 5-16,1 0-8 0,-13 2 5 0,0-2-16 15,-7 2 4-15,-4 0-3 0,5 0 1 0,-10 0-6 16,1 0-1-16,0 0-1 0,-7 0-1 0,5 0-12 0,-3 0-77 15,0 0-13-15,0 0-35 0,-3 0-161 0</inkml:trace>
  <inkml:trace contextRef="#ctx0" brushRef="#br0" timeOffset="47439.93">22476 14146 22 0,'0'0'7'0,"0"0"0"0,0 0-9 15</inkml:trace>
  <inkml:trace contextRef="#ctx0" brushRef="#br0" timeOffset="47454.83">22454 14144 6 0,'0'0'2'0</inkml:trace>
  <inkml:trace contextRef="#ctx0" brushRef="#br0" timeOffset="47924.15">22745 14105 539 0,'0'0'-38'16,"0"0"10"-16</inkml:trace>
  <inkml:trace contextRef="#ctx0" brushRef="#br0" timeOffset="49017.93">28208 14959 1262 0,'-2'-2'16'0,"0"-2"25"0,-4-5-18 0,1 0 1 16,1 1-3-16,4 7 1 0,-2-3-10 0,0 0-5 15,0 0-1-15,1 1-2 0,-1 1-4 0,0 0 4 0,0 0-4 16,0 0 4-16,0 0-5 0,2 1-1 0,0 1 3 16,0 0-2-16,0 1 1 0,2 3 0 0,4 20 0 15,3 12 1-15,2 6-1 0,0 6 5 0,-1 6-3 0,-3 9 5 16,-3 1-6-16,-1 2 4 0,1-1-3 0,-4-11 2 15,0 0-9-15,0-7 7 0,2-3 3 0,2-3 0 16,-1-2-5-16,3-6 4 0,-2-1-7 0,3-2 7 16,-1-6-6-16,-1-2 4 0,1-2 1 0,-1-3 1 15,1 0 3-15,0-6-9 0,-5-7 4 0,1-1-3 16,0 1 23-16,0 0 20 0,0 0 2 0,0-1 7 0,0-1 24 16,-1 0-22-16,1 0 2 0,0-2-12 0,0-2-18 15,0-2-4-15,11-24 0 0,0-11-2 0,-2-1-4 16,2-5-8-16,0-3 1 0,0-1-4 0,4-4-6 0,1-9-1 15,5-6 3-15,-1-5 0 0,0-3 0 0,-1 4 8 16,-5 7-9-16,1 7 8 0,-4 8-10 0,-4 11 2 16,-1 6 1-16,-1 3 0 0,-1 6-4 0,-1 3-1 15,1 5-8-15,-2 5 3 0,-1 1-19 0,-3 7-53 16,0 1 2-16,2-2-23 0,0 0-35 0,0 2-30 16,2 1-8-16,-1 1-12 0,1 1-65 0</inkml:trace>
  <inkml:trace contextRef="#ctx0" brushRef="#br0" timeOffset="49390.84">28818 15685 1292 0,'0'0'37'16,"-1"0"1"-16,-1-2-48 0,0 0 9 0,0 0-32 15,0 2 31-15,-1 0 0 0,1 0 4 0,-8 4-2 0,5 0 6 16,-1 5-10-16,1 15 4 0,1 0-3 0,-2 0 4 16,3 2 3-16,1 0-5 0,-13-5 4 0,4 1-3 15,5-3-2-15,3-3 2 0,1-1-2 0,0 0 0 0,2-6 10 16,0-1-5-16,0-4 8 0,0 1-1 0,0-3 17 16,0 0-6-16,0 0 8 0,2 3-7 0,0-1-12 15,1 0 4-15,1-2-7 0,11 7-1 0,5 0 0 16,4-3 9-16,2-4-3 0,-5-2 24 0,-3-2-8 15,1-4-2-15,-4 1-1 0,1-5 0 0,-4 7 30 16,-3-20-7-16,2-6 11 0,2-1-18 0,-2-2-1 16,-2-3-2-16,-5-2-1 0,-2-2-19 0,20 0-3 0,-11 2-8 15,-5 3 3-15,-6-1-18 0,-2 4 4 0,-3 3-11 16,-5 0 4-16,-1 2-51 0,-2 0-112 0,-2 4-30 16,-3 3-47-16,-32 15-286 0</inkml:trace>
  <inkml:trace contextRef="#ctx0" brushRef="#br0" timeOffset="51057.36">29296 13947 220 0,'0'0'77'0,"0"0"12"0,0-2-20 16,0 0-29-16,0 0-10 0,0 1-10 0,0-1-12 15,0 0 2-15,0 0-4 0,0 0 6 0,0 0 2 16,0-1-3-16,0-1 2 0,2 0-1 0,-2 0 3 0,1-1-2 16,1-1 3-16,0-1 8 0,0-1 11 0,0 1 8 15,0-2 0-15,-2 1 17 0,2-3-9 0,-2-2-1 16,0 0-3-16,0-4-10 0,0 3 2 0,-2-5 0 15,0-5 0-15,-2 3-7 0,0-5 0 0,1 6 4 0,-3 2-3 16,1-7-4-16,-3 3-2 0,-1-6-2 0,0 2 1 16,-3-2-5-16,1 2 0 0,2 4-3 0,-2-2 2 15,0 4 1-15,-2-3-5 0,-2-1 1 0,0 2-1 16,13-2-3-16,-20 1-6 0,-2 1-1 0,0-2 0 16,-4 0 0-16,0 2 2 0,0-1 0 0,-2 1 1 15,-1-2-8-15,-5 2 5 0,-3-3 0 0,2-1 2 16,-2 2 5-16,2-5-6 0,0 1 0 0,-2 2 1 0,0-4 13 15,0 2-12-15,0-1 5 0,-2-1-8 0,0 4 0 16,2 2-2-16,-3-2 2 0,-7-4-1 0,1 6-2 16,-4-4-2-16,-2 6-5 0,8 7 3 0,-8-7-1 0,2 7 0 15,2-4 2-15,-2 6 0 0,4 4 0 0,-1 0-2 16,-3 3-1-16,-9 0-1 0,0 3 1 0,-10-1-5 16,1-26 2-16,3 17-2 0,-4 11 8 0,5 4-8 15,2 2 3-15,-8 5-5 0,1 4 6 0,1 2 4 16,-8 2 0-16,2 3 3 0,-6 3-3 0,-1 1-5 15,5-2 1-15,9-2-2 0,8 3 5 0,5-1 2 16,0 2-1-16,-3-22 1 0,-3 31-8 0,-6 8 6 0,-6-4-3 16,-4 1 4-16,3-3-1 0,7 2 0 0,4 0 0 15,5 4 0-15,1 0-1 0,1 3 0 0,3 1-1 16,4 5 0-16,2 6 2 0,5 1-4 0,-2 8 4 16,6 4-4-16,0 3 7 0,6 1-9 0,1-1 6 0,-1-7-7 15,3 0 13-15,2 0-5 0,4 0-1 0,11 2-2 16,0 2 1-16,4 1-1 0,0 5 0 0,1-1-2 15,6 0-5-15,-27 0 6 0,21-5 2 0,8 0 0 16,8-1 0-16,5 1-1 0,3 4 0 0,5 5 0 16,3 7 3-16,2 0-1 0,4 8-1 0,-4-7-1 15,2-3 3-15,1-5-1 0,1-9-2 0,-24 0-1 0,34-1-4 16,5 6 7-16,1 3-2 0,6 2 3 0,4-1 0 16,7 2 1-16,2-5 0 0,6-5 1 0,3-5-8 0,4-7 10 15,-2-6-4-15,2-6 7 0,0 0-1 0,6-1 4 16,12-2-2-16,4-4 2 0,8 2-9 0,2-6 2 15,-4-5 1-15,1-4-1 0,-1-2 1 0,9-2 1 16,2-5 1-16,11-6 0 0,-3-7-4 0,-7 31 9 16,3-28-3-16,-2-7 6 0,2-7-4 0,3-8-4 15,-1-5 4-15,-10-6-2 0,0-4 9 0,-5 0 0 16,5-5-6-16,-5 31 5 0,3-37 1 0,-1-7-3 16,-10 2 6-16,0-5-5 0,-7-2 7 0,-4-9-5 0,4-5 0 15,-2-7-1-15,2-7-2 0,-6-7 2 0,-7-3 0 16,-6-3 0-16,-7 4-4 0,-9 3 12 0,-4 2 1 15,-8-8 6-15,-5-9 12 0,-10-10-9 0,-8-3 4 16,-7-2-4-16,-6 2 13 0,25-4-16 0,-28-5 5 0,-12-4-10 16,-14-11-2-16,-9-4 16 0,-9 2-14 0,24-1 13 15,-46 3-30-15,-17-7 5 0,-10-5-6 0,-12 3 6 16,-15 5-6-16,-6 11-17 0,-9 9 2 0,-13 1-11 16,-6 1-19-16,-17 10-29 0,-14 7-6 0,-13 26-10 15,-21 16-49-15,-25 23-23 0,-31 25-12 0,-46-24-10 16,-22 66-105-16</inkml:trace>
  <inkml:trace contextRef="#ctx0" brushRef="#br0" timeOffset="68675.11">16304 16803 236 0,'0'-2'16'15,"-2"0"4"-15,0 0 53 0,1 0 5 0,-1-1-5 16,0-1-6-16,0 0-27 0,-2-1-10 0,2 1 9 16,1-2-20-16,-3 1 14 0,0-3-6 0,0 3 6 15,-3-5-25-15,3 5 11 0,4 3-8 0,0 0 9 16,0 0-6-16,-3-1-4 0,1-1 4 0,0 0-6 0,0 2-7 16,0 0-1-16,0 1 1 0,0-1-1 0,1 0 1 15,-1 0-3-15,0 0 1 0,0 0-1 0,0 0 2 16,2 2 0-16,0 0-3 0,0 2 3 0,0 0 2 0,0 6 3 15,0 16 0-15,0 2-1 0,4 7-5 0,1-5 6 16,1 0-7-16,1-4 5 0,1 0-13 0,-1-5 8 16,3 1 3-16,1 0 1 0,-2-5-3 0,-7 0 6 15,16 0-6-15,-1 0 6 0,2-2-7 0,1 0 8 16,4-2-7-16,-3 0 7 0,3 0-6 0,2 0-2 16,-2 1 3-16,2-3-5 0,2 2 2 0,-4 0 2 15,-2 0 0-15,1 0 0 0,1 1 4 0,-2-1 1 0,-2-2 0 16,-3 0-1-16,-2 1-4 0,-2-3-4 0,4-1 1 15,3-1-1-15,-7-1 7 0,2 0 21 0,-2-3-1 16,-6 5 7-16,4 1-5 0,-3-3 12 0,-1 0-9 16,1-2 9-16,-1 0-14 0,-1-2 2 0,-3 0 1 0,1 0-2 15,0 0-10-15,0 0-11 0,1 0 3 0,3-2-5 16,-1 0 7-16,2-2-4 0,1 0 0 0,1-1-1 16,0-1 1-16,2-1-1 0,0-1 0 0,2-1-1 15,1-2-10-15,-1 2 8 0,2-2-4 0,0 1 5 16,1-1-2-16,5-2 1 0,-3 2 0 0,4-4 0 15,0 0-4-15,2 0 5 0,0-1 0 0,-2 3 2 0,2-2-10 16,-5 4 7-16,3 0 0 0,0-1 3 0,-3 3-11 16,-1 0 8-16,-3 1-2 0,1 1 6 0,1 1-3 0,-1 3-5 15,1 1 0-15,-2 2-2 0,-1 0 6 0,3 0 0 16,-1 2 0-16,-1 1 1 0,4 3 0 0,-5 1 0 16,3 3-4-16,-4-3 3 0,1 2 4 0,1 3-3 15,-2-3 4-15,-2 0-5 0,0 0 0 0,-2-1 0 16,0-1 1-16,0 1-1 0,-1-1-1 0,-3-1-2 15,1-4 3-15,-1 3 1 0,-1 3 6 0,-3-3-7 16,1 4 0-16,-2-3-1 0,2 3 5 0,-3-1 1 16,1-1-1-16,0 1 0 0,4-1-5 0,-1 0 0 0,-1 1-1 15,0-3 2-15,-2 1 6 0,-1-2-8 0,1-1 4 16,0 1-6-16,-2-2 7 0,2 2 2 0,0-1 1 16,0 1 0-16,0 0 1 0,-1-2 0 0,1 0-2 15,0-1 1-15,0 1-6 0,0 0 7 0,0 0-4 0,0 0 5 16,-1-2-10-16,1 0 7 0,0 0-3 0,0 0 4 15,0-2-13-15,0 0 6 0,0 0 2 0,-1-1 2 16,1-1 5-16,2-2-6 0,2-3-2 0,1-2 0 16,-1 3 4-16,1-1-10 0,-5 0 6 0,15-2-7 15,1 0 13-15,6 1-4 0,0-3 1 0,2 4-3 16,2-4-1-16,0 2 1 0,5 3-1 0,-3 1 1 16,2 1-1-16,3-1-3 0,-2 0 4 0,5 1-3 0,-5-1-2 15,-1 1 7-15,-3-5-2 0,-1-2 4 0,2 5-9 16,1-1 6-16,-1 4-2 0,4 1 4 0,-3-4 1 0,-1 1-4 15,1 0-1-15,1-1-1 0,1 3 3 0,3 1-1 16,-1-2 4-16,2 4-4 0,4-3 3 0,-6 1 6 16,0 2-7-16,-1 0 6 0,1 1-10 0,0-20-2 15,3 10 7-15,-3 7-3 0,-7 4 6 0,1 2-2 16,1 2-4-16,-4 0 1 0,2 3-1 0,-2 0-1 16,2 3-1-16,0 1-2 0,-2 0 5 0,0 4-1 15,0 0 4-15,0 0-4 0,0 1-3 0,0-14 3 0,1 20 3 16,-1-1 0-16,4-1-1 0,-6 1 0 0,-3-3-6 15,7-1 4-15,-4 2 5 0,2-3-7 0,0-1 4 16,-6-2-4-16,4 2 2 0,2-4-1 0,2 2 0 0,0-2-1 16,0-3 7-16,0-1 0 0,-2-1-3 0,0-3 0 15,0 1-9-15,-2-2 10 0,0 15-3 0,0-6 7 16,2-4-3-16,2-3 2 0,0-4-1 0,3 0-1 16,-1-4-1-16,3-1-3 0,5-3 5 0,6-1-5 15,3-2 10-15,-1 2-8 0,2-3 0 0,1 1-2 16,-1 0 4-16,2-2-8 0,-4 2 4 0,1 0-5 15,-5 0 13-15,1 0-10 0,2-4 3 0,-1 0-5 0,1 4 4 16,1 0-2-16,3-1 4 0,1 3-2 0,4 0 3 16,-1 0 1-16,-1-1-6 0,0-1 3 0,0 2-3 15,-2 3-1-15,-3-1 7 0,-4 1-4 0,-6 1-1 16,-6-1 3-16,1 1-5 0,-2-1 5 0,-1 0 1 0,-3 1 2 16,0-1-3-16,2 1 3 0,-4-1-5 0,2 1-1 15,0 1 2-15,-2 0-2 0,2 0-1 0,4 1-38 16,-2 3-84-16,11 3-7 0,9 12-459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6:36:34.1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6012 1490 111 0,'-2'-2'0'0,"1"1"64"16,-1-1 16-16,-2-2 42 0,-7-9 6 0,-4-4-53 0,2 2-8 16,-6 1-41-16,1 1-6 0,3 3-1 0,-3-1-12 15,3 4-1-15,-2-3 8 0,0 1-8 0,1-2 2 16,-5 0-1-16,1-6-1 0,-1-1 0 0,1 1-6 0,1-4 17 16,3 7-1-16,-5-5 9 0,1 2 10 0,-4-3-1 15,-2 1-5-15,0 3 1 0,-2 1-9 0,0 2-1 16,-2 2-4-16,-1 5-1 0,-3 0-15 0,-7 3 3 15,0-20 4-15,-9 10-3 0,-2 10-4 0,-3 5-1 16,-3 3 0-16,2 4 0 0,-1 4 1 0,1 0 1 16,0 2-5-16,4 0 3 0,2 2-3 0,2-2 14 15,2 3-3-15,-6 3 6 0,3-3-3 0,-4 1 9 16,-5-2 5-16,6-4-1 0,-9-2 2 0,3 2 5 0,1 0-5 16,-3 0 6-16,8-2-5 0,2 0-3 0,2 0-1 15,1 2-2-15,5 0-15 0,-1 2 0 0,2 0 1 16,-2 0-1-16,1 1-1 0,-3 3 5 0,-1 0-4 15,-1-1 4-15,6-3-4 0,-5 0 10 0,3-2 2 0,1 0 3 16,-3 2 4-16,10-4 3 0,-2 2-11 0,5-2 8 16,2 0-17-16,3 4-3 0,1 0 3 0,1 0-3 15,3-12 7-15,0 20-13 0,1-1 8 0,3 4-8 16,-1 2 9-16,4 1-2 0,4 1 4 0,0 2-2 16,2 1 13-16,-2 1-8 0,1 5-5 0,-1-8 0 0,8 4-1 15,-18-1-6-15,10 3 3 0,7 2-4 0,4 0 4 16,6 2-5-16,-1-6 4 0,5 0-5 0,1-1 2 15,0-3 1-15,4 3-7 0,0 1 6 0,1-2-9 16,3 3 3-16,1-1 4 0,-14 2-2 0,18 4 5 0,2 0-4 16,2 0-1-16,5 3 0 0,1-5 5 0,3 4-5 15,4-4 4-15,-4-7-5 0,11 3 4 0,6-9-5 16,5 2 2-16,5-4-3 0,-5-6-10 0,-3-3 15 16,-2-6-5-16,-1-3 8 0,1 0-9 0,0-1 5 15,4 23-4-15,-1-15 6 0,6-9 2 0,-1-4 4 16,1-2 1-16,-4-4-1 0,-7-1-3 0,0-1 5 15,-5-3-4-15,-5-4 4 0,-3-1-5 0,-3-3 1 0,-1 17 2 16,0-24-1-16,0-3-2 0,-1-7-1 0,-3 1 0 16,3-2 0-16,-1-4 4 0,-1-2 0 0,-1 3-6 15,-1-3 3-15,-6 2-1 0,4-2 1 0,-2 1-1 16,-7-3 0-16,-5 2-2 0,-2 1 5 0,-9-5 3 0,1 1 0 16,22-4 2-16,-13-6-6 0,-7 6 2 0,-6-4-3 15,0 0 9-15,-6 10-4 0,-7-7 3 0,0 9-4 16,-4 1 1-16,-5-2-4 0,2 4-1 0,18 2-1 15,-26 4-4-15,-4-1 7 0,-1 3-4 0,-1 5 5 16,1 0-4-16,0 3-8 0,-1 1 0 0,-1 5-5 16,0-1-8-16,-1 5-21 0,1 4-8 0,-2 5-8 15,-6 2-51-15,-1-22-86 0,-3 15-17 0</inkml:trace>
  <inkml:trace contextRef="#ctx0" brushRef="#br0" timeOffset="844.04">6816 920 415 0,'-50'0'48'0,"-22"-2"102"0,7 1-97 0,2 1-14 15,7 1-2-15,2 5-9 0,6 5-33 0,3 2 10 16,1 4-5-16,3 1 6 0,0-16-5 0,-2 32 0 0,2 3 4 15,-1 4-3-15,-5-1-2 0,3 5-6 0,1-4 3 16,0 5-3-16,4-1 10 0,8-1 4 0,-1-1 3 16,4-2-1-16,4 0 1 0,2-6-3 0,0-1-6 15,7 1 4-15,2 2-2 0,4 0-2 0,1 2 4 16,6 4-5-16,0 3 8 0,-24 4-5 0,13 0 3 0,8 6-4 16,3 0 1-16,6 5 7 0,3 2 0 0,4-1 1 15,4-1-1-15,2-11-3 0,3 0-2 0,-18-5 3 16,28-1 12-16,13-1-15 0,-1 0 10 0,7-1-12 15,3 1 14-15,-1 3-7 0,1-3-4 0,-1 0-1 16,-1 0 0-16,0-3 0 0,6-1 4 0,-1-3-3 16,7-5 2-16,6 3 5 0,7-5-8 0,2-1 6 0,5-4-9 15,-2-9 1-15,-4-4 9 0,0-5-6 0,-3-4 9 16,3 1-12-16,4 29 0 0,5-23-2 0,8-9 11 0,3-5-9 16,-3-5 3-16,-4-4-6 0,-7-5 2 0,-2 0 0 15,-2-5-1-15,5 0 0 0,-3-2-5 0,6-5 2 16,-5-1 4-16,-4 28-2 0,-5-33 8 0,-11-2 4 15,-3-3-1-15,-8-3 3 0,-4 0 2 0,-3 1 7 16,-4-3 2-16,-6-1 2 0,-1-2 4 0,-4 0-5 16,-2-8-6-16,-4-7 1 0,-1-5-14 0,-8-12 3 15,-4-3-3-15,-2 1 3 0,25-3-2 0,-25 5-1 0,-10 6 4 16,-12 0-4-16,-6-2 1 0,-5-4 2 0,-7-5-2 16,24-4 3-16,-36-2 2 0,-9 4 3 0,-3 4 3 15,-7 5-1-15,-6 9-1 0,-10 3-11 0,-5 8-6 16,-12-1-1-16,-3 3-28 0,-4 10-20 0,-6 2 0 15,-14 18-6-15,-15 11-3 0,-23 15-42 0,-16-22-12 0,-21 52-23 16,-14-11-164-16</inkml:trace>
  <inkml:trace contextRef="#ctx0" brushRef="#br0" timeOffset="22891.86">791 14602 5 0,'0'0'0'0,"0"0"3"0,0 0 48 0,-2 0 17 16,1 0 12-16,-1 0-5 0,-2 0-2 0,0 0-31 0,-9-3 1 15,0-1-5-15,8 2 2 0,-5-2-2 0,5 3-10 16,1-3 2-16,0 0-26 0,-3-9-5 0,-2-4 5 16,-1-1-4-16,5 1 9 0,1-3 2 0,2-1 0 0,2 3 2 15,0-5 7-15,0 3 6 0,0 0 1 0,-2-1 0 16,1 3-10-16,1-1 8 0,0 2-6 0,0 3 8 16,0 1 3-16,0 3-5 0,0 3 7 0,0 1-7 15,0-1 13-15,0 3 10 0,0 2-1 0,0-1 3 16,0-1-12-16,0 0-16 0,0 0 2 0,0 1-7 0,0 1-7 15,0 0-4-15,0 0-6 0,0 0 3 0,0 2-10 16,0 0 10-16,0 0-5 0,0 2 6 0,0 2 0 16,0 18-2-16,1 0 4 0,3 4-4 0,-2 2-2 15,0-2 1-15,0 4-2 0,0 1 1 0,-1 1-7 0,1 0 10 16,-2 3 1-16,0-4 3 0,2 3-7 0,-2-4-1 16,0-1 0-16,0-1 0 0,0 0-2 0,0-4 11 15,0 0-10-15,-4-1 10 0,1-3-7 0,-1-1-1 16,2-5 5-16,0-1-5 0,0-3 1 0,1-1 1 15,-1-2 1-15,2-3 1 0,0 0-3 0,-2 0 4 16,2-3-1-16,-2 3 3 0,0 0 5 0,0 0 4 16,0-1 2-16,1 1-1 0,-1 0-3 0,0-2-4 0,0-1-6 15,0 1 4-15,0 0-5 0,0 0-6 0,1 0 6 16,-1 0-5-16,2 0 8 0,0-1-3 0,2 1-2 16,-1 0 0-16,3 0-1 0,4 0-2 0,10 0 2 15,-1-2 1-15,3 0 6 0,-5-2-5 0,0-2 0 0,7-3-2 16,1-1 0-16,-7 3 0 0,-1-1 1 0,2-1-1 15,-2-1 2-15,-8 5 0 0,4-5 0 0,0 1 0 16,-1 1 2-16,-3 1-8 0,2-1 4 0,1 0-6 16,-3 1 12-16,0-1-6 0,1 1 0 0,-3 1-1 15,1 0-4-15,-2 2-30 0,-2-1-6 0,-1-5-11 16,3-3-42-16,5-2-48 0,1-2-20 0</inkml:trace>
  <inkml:trace contextRef="#ctx0" brushRef="#br0" timeOffset="23147.26">461 14265 1188 0,'-4'-2'18'0,"-7"-4"7"0,-13-5 18 0,9 5-5 15,6 3-10-15,-1-1 4 0,8 4-19 0,-1-2-9 0,-1 0 3 16,2 0-6-16,0 1 3 0,2-1-2 0,0 0 1 15,2 0-3-15,2 0-1 0,26-15 0 0,7 3 0 0,13-1 1 16,-15 4 0-16,6 1-11 0,-2 1 0 16,-9 2-6-16,3-1-22 0,-1 3-22 0,-3-1-11 0,-1 0-3 15,-2 5-44-15,2-1-58 0,0 2-45 0</inkml:trace>
  <inkml:trace contextRef="#ctx0" brushRef="#br0" timeOffset="23524.6">1207 14816 911 0,'-2'0'2'0,"-1"-2"6"0,1 2 8 0,-4-2-8 16,-1 0 3-16,3 1-7 0,0-1-4 0,1 0-4 16,-1 0 4-16,2 0-2 0,0 0 10 0,0 2-1 0,0 0-2 15,1 0 1-15,-1 0-2 0,0 2 2 0,0 0 1 16,0 0 0-16,0 2 10 0,2-1-15 0,-3 12 8 0,3-2-10 16,0 2 7-16,0 0 1 0,0 2-5 0,1-3 5 15,1 1-6-15,2 2 0 0,0-2-2 0,1 2 0 16,1 1 2-16,-1 1-2 0,1-3 1 0,0-1-2 15,-3-2 7-15,1-4-3 0,0 1 6 0,-4-7-7 16,2 1-2-16,-2-2 1 0,0 0 3 0,3 3 0 16,-1-1 8-16,0 0-9 0,0-4 3 0,9 7-3 15,-4-3 2-15,6 0-12 0,-3-4-1 0,1-2-6 0,-4-2-25 16,6-5-9-16,2-6-12 0,6-11 3 0,-1 0-47 16,-7 0-67-16</inkml:trace>
  <inkml:trace contextRef="#ctx0" brushRef="#br0" timeOffset="23718.52">1287 14341 1222 0,'-2'-2'6'16,"0"0"4"-16,-1 0-8 0,-1-2-40 0,0 3-7 15,2-1-12-15,0 0-27 0,2 0-28 0,0 0-19 0,2 2-19 16,0 0-205-16</inkml:trace>
  <inkml:trace contextRef="#ctx0" brushRef="#br0" timeOffset="24115.47">1573 14196 525 0,'0'0'40'0,"-2"0"-3"0,0 0 48 0,0 0-15 16,0 0 9-16,1 0-36 0,-1 0-18 0,0 0 3 15,0 0-10-15,0 0-10 0,0 0-3 0,2 0 3 0,0 0-2 16,0-2 8-16,2 0-10 0,0 0 4 0,2 0-4 16,11-7 8-16,3-4-2 0,-1 2-4 0,0 0 1 15,-1 2-3-15,-1-1-1 0,-2 3 0 0,2-2 0 16,-2 1 5-16,-2 3-9 0,-2 1 5 0,-1 0-7 15,1 0 6-15,-1 3-2 0,-1-1-6 0,-3 2 2 16,1-2-6-16,-3 2-17 0,2 0 3 0,0 0-11 16,-3 0-26-16,1 0-43 0,2 0-12 0,0 2-16 0,-1 0-80 15</inkml:trace>
  <inkml:trace contextRef="#ctx0" brushRef="#br0" timeOffset="24326.66">1634 14500 880 0,'0'0'34'0,"0"0"-4"0,-2 0 29 16,0 0-3-16,1 0-3 0,-1 0-30 0,0 0-11 15,2 0-3-15,0 0 0 0,0 0 4 0,0 0-11 0,0 0 9 16,0-2-9-16,2 1 8 0,0-1-8 0,-1 2 0 16,20-11-2-16,1-1-6 0,0 3-8 0,3-2-9 15,1-2 0-15,0 0-50 0,5-2-83 0,1 0-13 16</inkml:trace>
  <inkml:trace contextRef="#ctx0" brushRef="#br0" timeOffset="24921.54">2319 13802 608 0,'0'0'10'0,"-2"-2"-2"0,1 0 16 16,-1 1 6-16,0-1-2 0,-2-2 2 0,0 0 11 15,4 2-7-15,-1-3 8 0,-3-1-19 0,-2-1 1 16,4-4-9-16,-1 5 5 0,-1 1-16 0,0-1 9 0,4 4 8 15,-2-2 0-15,2 3 22 0,-1-3 0 0,-1 0-5 16,0 0 3-16,2 3-13 0,-2-3-16 0,0 0-2 16,0 2-5-16,0 0-1 0,1 1-1 0,-1-1 2 0,0 2-3 15,0 0-2-15,2 2 4 0,0-1-3 0,0 3 6 16,0 9-3-16,0 9-2 0,0 1 1 0,0 1-2 16,0 2 0-16,0 0 6 0,2 0 1 0,0 2-1 15,-2 1-3-15,0-1 0 0,0 0-1 0,0 2 2 16,0-2-1-16,0-2-2 0,0-2-2 0,0 0 1 15,0-4 1-15,0-1 0 0,0-2 1 0,0-1-2 16,-2-1-6-16,0 0 7 0,0-2-1 0,-2 2 3 0,3-6-6 16,-1 1 4-16,0-3-4 0,2-3 6 0,-2 3 5 15,2-5-9-15,0 0 7 0,0 2-8 0,-2-1 4 16,0 1 10-16,0 0-5 0,1-2 7 0,-1-1-7 0,0 1 0 16,0 0-4-16,2 0 4 0,-2 0-2 0,2 0-4 15,0 0 5-15,0-1-5 0,0-1 14 0,0 0-9 16,2 0 4-16,0 0-6 0,0-1-3 0,1-1 4 15,3 0-5-15,7-6 6 0,2-1-1 0,0-2-6 16,1 0 8-16,3-2-8 0,0 0 1 0,-1 0 0 16,1 0-2-16,-1 0 2 0,3 0 11 0,-1 0-8 15,1-2 0-15,-3 2-4 0,1 0-6 0,-3 2 0 16,-3 2 7-16,0-1-2 0,-1 1 2 0,-1 0-18 0,0-1-8 16,-2 9-4-16,-1-9-36 0,-3-1-58 0,-3 2 2 15,0 0-26-15,5-1-60 0</inkml:trace>
  <inkml:trace contextRef="#ctx0" brushRef="#br0" timeOffset="25164.91">2054 13824 937 0,'-2'-1'264'0,"0"-1"-371"0,-13-8 321 0,-9 3-180 0,9-6 13 16,6 6-23-16,3-1 0 0,3 3-8 0,-1-1-3 15,-2-3-15-15,3 1 6 0,3 5-10 0,0-5 6 0,2-1 0 16,3-2-3-16,1-2 1 0,23 0-6 0,5 0 3 16,-1 4 1-16,-3-1-1 0,0 1-19 0,-1 2-36 15,-3 1-10-15,2 4-12 0,-6-2-73 0,-3-9-76 16,-4 6-49-16</inkml:trace>
  <inkml:trace contextRef="#ctx0" brushRef="#br0" timeOffset="25609.77">2620 13834 1357 0,'-2'0'5'0,"0"-2"1"0,1 0-4 0,-3 0-1 0,0 0-1 16,0 2-7-16,1 0-7 0,-1 0 4 0,-2 0-3 15,1 2 11-15,-4 4-6 0,-1-1 0 0,1 21-1 16,-4 2 3-16,0 4 6 0,0-1-7 0,-2 5 7 0,0-5 3 16,4-1 0-16,0-6 4 0,5-5-3 0,1-3-6 15,-3-6 7-15,3-1-4 0,1-2 4 0,2-1-10 16,0-1 9-16,2-1-6 0,0 0 5 0,0 0-10 0,0-3 7 16,0 1 2-16,2 2 0 0,2 0-4 0,0-2 3 15,20 12-2-15,0-2 3 0,2-3-4 0,2-2 3 16,2 1-2-16,-1-1 1 0,1 1 0 0,0-1 0 15,-4 0 0-15,0 1 0 0,-2-3-6 0,-2 3 9 16,-3-3-1-16,-1 3 3 0,-3-3-4 0,-6-1 5 16,-1 0-2-16,-6-4 3 0,1 2-4 0,1 1 23 15,0 1 1-15,-1 0 8 0,-1 0 15 0,-2-3-12 0,0 3-5 16,0 5-2-16,0 1-17 0,-2-1-1 0,-3 4 5 16,-3-4-5-16,-5 2-1 0,-11-1-3 15,0 3-3 1,6-2 4-16,-3-2 2 0,3-2-12 0,-3 1 3 0,5-4-5 0,-1-1-2 0,2-1 4 0,4 2-1 0,2-2 1 15,-1 0-14-15,3 1-8 0,-1 3-8 0,1-2-1 16,3-3-34-16,2-1-43 0,-1 2-2 0,-1-2-16 16,2 0-35-16,0-2-98 0</inkml:trace>
  <inkml:trace contextRef="#ctx0" brushRef="#br0" timeOffset="25931.06">2943 13676 577 0,'-2'0'100'0,"0"0"29"0,-1 0-53 16,-8-2-59-16,-2 0-3 0,1 2 0 0,5 0-13 15,1 0 9-15,1 2-10 0,1 0 8 0,2-2-5 0,-1 2-1 16,-1 2-1-16,0-1-7 0,2 1 11 0,0 0-3 15,1-1 8-15,-1-1 12 0,0 0 10 0,0 0 4 16,0 0 0-16,0 0 4 0,2-1-5 0,0 1 8 16,0 0-6-16,0-2 11 0,2 0-15 0,0 0-1 0,0-2-4 15,2 0-14-15,-3 2-11 0,18-11-2 0,-4 4-1 16,3-2 0-16,-3 1-17 0,-2 1-6 0,6-2-7 16,-4 1-64-16,0 1-101 0,1 1-30 0</inkml:trace>
  <inkml:trace contextRef="#ctx0" brushRef="#br0" timeOffset="26485.83">3313 13271 810 0,'0'0'36'0,"-2"0"0"0,0-2 28 0,0 0-4 15,-2 1-1-15,1-1-16 0,-1 0-28 0,0 0 2 0,1 0-9 16,1 0-6-16,0 0 3 0,0 1-5 0,0 1 4 15,0 0-12-15,0 0 6 0,1 0-3 0,-1 1 5 16,0 1 1-16,0 2 3 0,2-2-3 0,-2 13 2 16,2 3-1-16,0 1 0 0,0-1 0 0,0 3-2 15,2 1-3-15,0-1 6 0,2 8 1 0,-1-1 4 16,1 0 4-16,-2 4-6 0,0-6 2 0,0 1-4 0,-1 5 2 16,-1 0-4-16,0-3-2 0,-3 3-1 0,-1-6 3 15,-2-2 0-15,1 0 4 0,-1-9-4 0,1 2 2 16,-1-6-3-16,1 0 5 0,1-4-4 0,0-1 12 0,0-2-1 15,-3-1-3-15,0-1 1 0,-1 0-3 0,3 2 5 16,-1-1 3-16,0 1 0 0,3-2 6 0,-1 0 1 16,0 0-6-16,2-2 4 0,-1 2-12 0,-1-1-5 15,0 1 2-15,2 0-4 0,1-2-6 0,-1 0 7 16,0 0-4-16,2 0 4 0,0-2-4 0,0 0 4 16,2 1 3-16,0-3 1 0,-1 0 3 0,1-3-8 15,13-4 2-15,2-4-2 0,1 0 4 0,3 4-2 16,-3-4 0-16,3 2-1 0,-1-4-3 0,1 2 3 0,-1 0-2 15,1-1 1-15,-5 1-5 0,-1-2-7 0,-2 2-3 16,0 2-3-16,-2 0-18 0,-2-1-34 0,1 2-7 16,-7-2-12-16,-1 1-60 0,9-4-169 0</inkml:trace>
  <inkml:trace contextRef="#ctx0" brushRef="#br0" timeOffset="26692.2">3092 13277 985 0,'-2'-2'36'0,"0"0"46"16,0-2-23-16,0 1-18 0,0-1 0 0,-1-2-8 0,-1 1-17 15,2-1-8-15,0-1 3 0,0-1-4 0,2-1-2 0,0 0-2 16,4-1-1-16,2 1 0 0,-4 0 4 0,20 0-12 16,2-3 4-16,-2 5-8 0,-1 0-10 0,1-1-84 15,-2 4-20-15,3 1-30 0,-1-12-163 0</inkml:trace>
  <inkml:trace contextRef="#ctx0" brushRef="#br0" timeOffset="27109.82">3632 13254 1301 0,'-2'0'87'0,"-2"-1"-126"0,-5-3 110 0,-6-2-64 16,4 3-3-16,6 1-12 0,3 2-1 0,-2 0-2 16,0 0 14-16,1 0-2 0,-1 2-3 0,0-1 0 15,0 1-1-15,3 2 1 0,1-2 4 0,-6 9-3 16,0 0-4-16,3-2 8 0,1-1-4 0,0-4 7 0,0 1 2 16,0 1-3-16,0-1-2 0,1 3-2 0,-1 1-5 15,2-2 9-15,-2 3-2 0,2 6 5 0,0 1-7 16,0 4 0-16,4 3 0 0,-1 4-1 0,3 1 0 0,3 5 0 15,2-1 1-15,2 2-1 0,2 3 0 0,4-1-3 16,-1 2 3-16,-1-8-2 0,0 3 5 0,-4-7 1 16,2 1-3-16,-2-2 1 0,-2-2-7 0,0-1 6 15,-2-3 1-15,-1-3 0 0,-1-2-3 0,-1-2 12 16,-1-2-1-16,1 0 7 0,-3-2 6 0,1-1-4 16,-2-3-1-16,0 1-2 0,0-2-6 0,-2-1 4 15,0 1 1-15,0-2 2 0,0 0 4 0,0 1-7 0,0-1-3 16,0 0-2-16,0 0-9 0,0 0 2 15,0 0 2-15,0 1-2 0,0 1-2 0,0 0-16 0,-2-2-16 16,0 0-4-16,0-1-73 0,0 1-30 0,0-2-7 16,-1 0-11-16,-1 0-78 0</inkml:trace>
  <inkml:trace contextRef="#ctx0" brushRef="#br0" timeOffset="27302.88">3582 13830 933 0,'-2'-2'93'0,"0"0"171"0,0 0-174 16,-1-1-24-16,1-1-7 0,0 0-7 0,0 1-38 15,0-1 11-15,0 0-2 0,2-3 4 0,2-8-2 0,6 0-8 16,-7-5-3-16,33-5-3 0,5 1-6 0,4-5-8 16,1 1 2-16,-3-2-7 0,0 2-16 0,-6 2-59 15,2 0-16-15,-1 6-22 0,-3 1-118 0</inkml:trace>
  <inkml:trace contextRef="#ctx0" brushRef="#br0" timeOffset="28360.46">2815 14797 608 0,'-2'0'0'0,"0"0"0"0,0 0 1 0,-1 0 2 15,1 0 0-15,-11 0 1 0,0 0-4 0,4 0 3 16,-4 0-3-16,0 0 8 0,2 0-9 0,-4 0-2 0,2 0-1 15,-2 0 8-15,-2 0 6 0,-1 0 3 0,3 0 0 16,-6 2 15-16,3 0-2 0,1 0 11 0,-2 2-7 16,1-1 15-16,-1 1 8 0,-1 0-12 0,1 1 9 15,1 1-15-15,3-2-4 0,2-1 0 0,4-1-3 16,1 0-14-16,3 0-3 0,3-2-1 0,0 0-1 0,-2 2-7 16,0 0 4-16,3 0 1 0,-1-1 1 0,0 1 5 15,2 0 1-15,2 0-2 0,1-2 1 0,12 0 3 16,19-4 12-16,7-5-2 0,1-2 4 0,5-6-5 15,7-1 3-15,5-3 2 0,4-1 0 0,0 0-1 0,-2-3-1 16,-1 1-7-16,-4-2 4 0,1-2-10 0,-1 25 8 16,1-27 1-16,3-2 2 0,3 1-2 0,0 3-3 15,-2-4-1-15,1 3-1 0,-7 3 2 0,1 0 0 16,-8 3 0-16,-1 1 1 0,-1 2-3 0,-14 1-13 16,-3 4 7-16,-6 6-8 0,-5-2 9 0,-1 4-11 15,-6 1 2-15,-2 2-4 0,-3 1 4 0,-4 3 5 0,0 0-3 16,1-4 4-16,1 0-1 0,-2 0-12 0,0 3 1 15,0-1-7-15,-2 0-17 0,-2 0-2 0,0 0-2 16,-5 2 0-16,-23 4-6 0,-2 5-23 0,-3 4 1 16,-2 6-9-16,0-17-6 0,-6 27-13 0,2-1 3 15,2-2-6-15,-5 0-11 0,1 0-14 0,-2 4-6 16,-1 3 0-16,3 1-16 0,2-1 4 0,1-1 7 0,1-3 4 16,-2 3 60-16,4-1 53 0,-6-1-6 0,0-2 21 15,-3 0 26-15,-1-2 46 0,-3 0-3 0,4 2 12 16,-3-2-13-16,-1-2-4 0,4 0-2 0,1 0-2 15,6-2-8-15,2 1 7 0,8-1-3 0,-1-5 2 16,8-1-3-16,3-3-6 0,4-3 3 0,4-5-6 0,4-3-3 16,5-2-31-16,-2 4-1 0,0-1-11 0,2 1-8 15,1 0 11-15,1-2 1 0,1 0 2 0,9-2 0 16,42-8 3-16,7-9-1 0,12-7 3 0,5-5 1 0,4 25-8 16,1-31 4-16,5-2-4 0,-3-1 10 0,3 1 2 15,7 0-1-15,5-2 1 0,8 0-6 0,-2 2-3 16,-6-4 4-16,-9 8-2 0,-7-6 11 0,-6 2-7 15,-3 5 2-15,-3 0-4 0,-5 8-1 0,-6 2-3 16,-5 2-2-16,-9 3 0 0,-12 0-10 0,-9 6-7 16,-5 2-9-16,-4 3-10 0,-4 2-134 0</inkml:trace>
  <inkml:trace contextRef="#ctx0" brushRef="#br0" timeOffset="40098.82">795 10733 248 0,'0'0'-8'0,"0"0"16"0,-2-2 26 0,0 0 6 16,0 0 12-16,-1 1-8 0,-1-3-29 0,2 4-2 16,0-8-1-16,0 3-2 0,-1 1-6 0,-1 0-2 15,0 1-2-15,1-1-9 0,1 0 8 0,0 1 3 0,0 1 1 16,0 0 3-16,0-2-6 0,0 0-2 0,1 1 0 15,-1-1 15-15,0 0 3 0,0 1-2 0,0-1 1 16,0 0-5-16,0 0 8 0,2 1 3 0,0 1 0 16,0 0-5-16,0 0-2 0,0 0-3 0,-1 0 1 15,1 1-3-15,0-1-7 0,0 0-1 0,0 0-1 16,0 0-4-16,-2 0 3 0,2 0-4 0,0 1 4 0,0 1-3 16,0 0 11-16,0 0-7 0,2 0 8 0,-1 1-10 15,1 1 1-15,0 0 4 0,0 2-3 0,-2-2 0 16,4 13 3-16,-1-1 0 0,3 3 0 0,-2-2-4 0,-1 2 4 15,-1-4-3-15,2 0 3 0,0 0-3 0,-4-10 4 16,2 5-1-16,-2-3 4 0,0-1-3 0,0 0 6 16,0-2 8-16,1 1 0 0,1 1 29 0,0 0 21 15,0 0 2-15,0-3 5 0,-2 1-8 0,0 0-32 16,0 0 1-16,0 0-10 0,0-2 6 0,0 0-7 16,0 0 1-16,0-2-5 0,2 0-9 0,0-2-5 15,3-10-3-15,8-12 1 0,6-6-2 0,-17-3 1 0,25-2 1 16,1-4-1-16,6-4-4 0,-7-3 5 0,9-2-7 15,-1-4 4-15,4 4-5 0,0-2-5 0,-6 4 1 16,-3 5-7-16,5 2-28 0,1 2-73 0,6 7-19 16</inkml:trace>
  <inkml:trace contextRef="#ctx0" brushRef="#br0" timeOffset="69710.89">20680 7421 87 0,'0'-2'30'0,"-1"0"43"0,-1-2-3 0,2 0 9 16,-4-7-8-16,0 0 4 0,2 4-35 0,1-3-13 15,-1 3 3-15,0 1-6 0,2 3-4 0,0 1-10 16,0-2 0-16,0 2-4 0,0 1-7 0,-2-3 4 16,0 0-2-16,0 0 4 0,0 3-3 0,1-1 2 15,-1 0 5-15,0 0 0 0,0 0 32 0,2 0-7 0,0 0 3 16,0 1-6-16,0-1-2 0,0 0-12 0,0 0-1 16,-2 0-4-16,2 0-10 0,0 0-3 0,0 1-4 15,0-1 0-15,0 2 5 0,0 0 1 0,0 0 1 16,0 0-2-16,0 2-4 0,0-1 2 0,0 1 4 0,0 2-2 15,0 0 0-15,0 5 0 0,2 4 0 0,0 0 0 16,0 0 2-16,0 0 4 0,-1 0-6 0,1 0 4 16,0 0-7-16,0-2 1 0,-2 0 5 0,0 2-3 15,0-2 9-15,0 0-10 0,0 2-2 0,-2-1 1 16,0-1 10-16,0 0-11 0,1-2 8 0,-1-3-9 16,0-1 5-16,-2 1 7 0,0-2-8 0,-7-1 6 15,-2 1-11-15,6-2 8 0,-1 0-1 0,1 3 4 0,-2 1-4 16,3-2-2-16,-5-1 6 0,2-1-3 0,5-2 9 15,-3 0-3-15,5 0-5 0,-2 0 3 0,2 0-13 16,-1 0 12-16,-1 0-6 0,-2 0 9 0,4 0-9 0,-1 0-5 16,1 0 7-16,-2 0-6 0,2 0 9 0,0 0-4 15,1 0-1-15,-1 0-1 0,0 0-3 0,0 0-6 16,0 0 5-16,0 0-4 0,0 0 14 0,1 0-2 16,1 0-1-16,0 0 0 0,0 0 2 0,1 0-3 15,1 0 6-15,0 0-6 0,7 0 1 0,10 2 4 16,5 0-6-16,-4 0 6 0,3 0-7 0,1-1 3 0,-2-1-1 15,0 0 3-15,1 0 5 0,-5 2-7 0,3-2 3 16,-3 0-5-16,-1 0 0 0,-4 0 9 0,0 0-8 16,-2 0 7-16,0 0-8 0,-3 0-3 0,-3 0 5 15,1 0-3-15,-1 0 10 0,-3 0-2 0,2 0-3 16,-2 0 0-16,2 0 2 0,-1 0-11 0,1 0 11 0,0 0-11 16,-2 0 6-16,-1 0-12 0,1 0 1 0,0-2-7 15,0 1-21-15,0-1-83 0,0 0-23 0,0 0-20 16,-1-2-97-16</inkml:trace>
  <inkml:trace contextRef="#ctx0" brushRef="#br0" timeOffset="69953.95">20343 7332 333 0,'-2'-2'86'0,"0"0"189"0,-2-2-251 0,-1-3 14 15,-3-3 2-15,3 3 2 0,5 5-17 0,0 0-7 16,-4-1-4-16,0-1 0 0,2 0-16 0,0 2 0 16,1 0-3-16,1 1 4 0,0-1 4 0,0 0 2 0,1 0 1 15,3 0-1-15,11-2 5 0,7-1 13 16,1-1-3-16,-5 3 5 0,12-3-17 0,-6 4 0 0,-5 0-2 16,3-1 2-16,-11 1-4 0,6 0-4 0,3 0-3 15,-5 2 1-15,3 0 4 0,-3 0-11 0,-4 0 2 16,4 2-8-16,4 3-12 0,-2 1-69 0,1 1-20 0,-3-1-24 15,-2 0-141-15</inkml:trace>
  <inkml:trace contextRef="#ctx0" brushRef="#br0" timeOffset="70379.2">20942 7452 773 0,'0'-2'8'0,"0"0"0"0,0 1-2 16,-2-1 2-16,1 0-5 0,-1 0-4 0,0 0 2 15,0 0 2-15,2 0 1 0,0 1-1 0,0-1-5 16,0 0-6-16,0 0 2 0,0 0-1 0,0 0 3 16,0 0 7-16,0 1-2 0,0 1 11 0,0 0-9 15,0 0-1-15,0 0-2 0,0 0 0 0,0 0 3 0,0 0-3 16,0 0 2-16,0 0-5 0,0 0 1 0,0 0 0 15,0 1 2-15,0 1 10 0,0 2-8 0,0 2 0 16,0 12-3-16,0 4-7 0,0 3 8 0,0 1 0 16,0 0 1-16,0 3 7 0,2-5-9 0,0 2 5 15,1-3-7-15,1-5 9 0,2 1-2 0,-3-4-4 16,3 0 3-16,0-2 10 0,-3-4-2 0,1-4 4 0,2 3-5 16,-3-3 6-16,3-1-1 0,5 0 3 0,-2 0-2 15,2-1 3-15,1 7-12 0,-1-3 6 0,0-1-7 16,-4-5 4-16,1 1-11 0,-1-2 3 0,-1 0-4 15,1 0 1-15,1 0-3 0,-5 0-11 0,7-3 4 16,-3-1-49-16,0-2-83 0,3 4-2 0,-3-12-32 0,-1-5-63 16</inkml:trace>
  <inkml:trace contextRef="#ctx0" brushRef="#br0" timeOffset="70614.7">21050 7196 669 0,'0'-2'11'0,"0"0"-1"0,0 0 34 0,0-1-8 16,0-1 11-16,0 0-13 0,0 2-3 0,0-3-1 15,0 1-2-15,0 0-8 0,0 1 4 0,0-1 1 16,0 0 0-16,0 2 1 0,0 1 2 0,0-1-4 0,0 0 1 15,0 0-19-15,0 0-6 0,0 0 1 0,0 0-2 16,0 1 1-16,0-1-2 0,0 2-11 0,0 0-7 16,0 2-124-16</inkml:trace>
  <inkml:trace contextRef="#ctx0" brushRef="#br0" timeOffset="72664.56">17793 8416 15 0,'0'0'11'0,"0"0"8"0,0 0 13 16,0 0 2-16,0 0 17 0,0 0-18 0,0 0 4 15,0 0-11-15,0 0-19 0,0 0-3 0,0 0-1 16,0-2 2-16,0 2 4 0,0 0-2 0,0 0-3 15,0 0 1-15,0 0 0 0,0 0-2 0,0 0 7 16,0 0-3-16,0 0 27 0,0 0 17 0,0 0-1 0,0 0 5 16,0 0 0-16,0 0-15 0,0 0 6 0,0 0-9 15,0 0 7-15,0 0-6 0,0 0 0 0,0 0-1 16,0 0-7-16,0 0-11 0,0 0-2 0,0-2-3 16,0 0-7-16,0 0 5 0,0 1 3 0,2-1 1 15,0-2 6-15,-2 0-14 0,6-11 1 0,-1-1-5 16,1-1-2-16,-1 0 6 0,1-1-3 0,-2-3 3 0,-1 1-9 15,1-1 7-15,0 3-6 0,-1 1 6 0,1-1-3 16,-2-3-6-16,0 3 8 0,0-3-7 0,0 3 10 16,-1 1-4-16,-1 2-3 0,2 0 1 0,0 0-1 0,0 0-2 15,-2 2 1-15,2 0-1 0,0 0-3 0,0 2 4 16,-1 2-1-16,1 2 2 0,2-4 0 0,0 1-2 16,-1 1 2-16,1 0-2 0,-2 3 2 0,0 2-1 15,2-1-2-15,-3 1 1 0,1 0-8 0,-2 3 9 16,0-1-5-16,6-2 5 0,7-5-3 0,0 1 6 15,4-1-3-15,5 2 4 0,-4 1-7 0,8 0-2 16,2 1 5-16,-4 3-3 0,10 0 3 0,-5 0 1 0,5 0-3 16,-1 2 2-16,3 0-6 0,-1 0 6 0,-4 0 0 15,3 0 0-15,-4 0 2 0,-3 0-1 0,3 0-2 16,-4 0 0-16,2 0-1 0,-4 0-3 0,0 0 8 0,-3 0-5 16,-1 0 9-16,-1 0-5 0,-1 0-2 0,1 2 0 15,-4 0 0-15,-2-2-1 0,-2 0 1 0,2 0-2 16,-2 0 0-16,-2 0 3 0,-1 0-3 0,-5 0 3 15,1 0 2-15,2 0-3 0,-3 0 4 0,1 0-4 16,-2 0 1-16,2 0 0 0,-1 0 2 0,1 0-1 16,0 0-2-16,-1 0-2 0,1 0 3 0,-2 0-2 0,0 0 0 15,0 0-2-15,0 0-21 0,-1 0 8 0,1 0-58 16,0 0-75-16,0 0-23 0</inkml:trace>
  <inkml:trace contextRef="#ctx0" brushRef="#br0" timeOffset="73049.25">18757 7623 661 0,'-2'-2'48'0,"0"0"100"0,-2-1-140 0,1-1-5 0,-1 0-3 16,0 2 0-16,1 0-3 0,-1 1 3 0,2-1-2 15,0 0 2-15,0 2-3 0,0 0-4 0,1 0 2 16,-1 0-2-16,0 2 4 0,0 0 2 0,2-1 1 0,0 1 0 16,0 0 6-16,0 2-1 0,0-2 5 0,2 0-3 15,0-1 11-15,0 3-7 0,-1 0-2 0,3 0-1 16,0-3 0-16,11 9-3 0,-2-5 7 0,3 3-6 16,1-3 6-16,-4-1-13 0,4 2-1 0,-2-1-2 15,-2-1 12-15,5 3-9 0,1 1 8 0,-8-3-8 16,0 1 9-16,-3-2-11 0,-7-4 2 0,5 1-4 0,0 12 9 15,-5 0 7-15,9-1-2 0,-3 1 3 0,-3-2-7 16,-2-2 24-16,-2 2-12 0,0-2 14 0,-4 4-25 0,-3 0 4 16,1 0-5-16,-18 0 3 0,2-1-12 0,7-3 7 15,4-2 0-15,5 1 2 0,-3-3-8 0,3 1-6 16,1-2-6-16,-1 1-1 0,2-1-29 0,2-2 4 16,-1 0 3-16,-3 1-4 0,2-1-36 0,1 0-43 15,-1 0-24-15,0 0-4 0,1-2-79 0</inkml:trace>
  <inkml:trace contextRef="#ctx0" brushRef="#br0" timeOffset="73655.1">18809 7103 525 0,'0'-2'13'16,"-2"0"3"-16,-2-11-2 0,-5-14 2 0,2 2-4 16,3 5 17-16,0 3-15 0,0 1-2 0,3 3-2 15,-1 1 9-15,2 3-8 0,0 2 7 0,0 5-7 0,0-6 4 16,0 5-11-16,0-1-4 0,0 0-2 0,0 1-3 16,0 1 9-16,0 0-4 0,0 0 4 0,0 0-6 0,0 0 4 15,0 0 0-15,0 1 3 0,0 1-1 0,0 0-3 16,0 1-1-16,0 1-1 0,0 2-4 0,0 5 5 15,0 12 2-15,0-3 1 0,0 3 9 0,0-1-9 16,0 2 4-16,2 4-7 0,-2-1-6 0,0-1 8 16,0 0-7-16,0-6 8 0,0 3-2 0,0-6 1 15,0-2 4-15,0 0-4 0,0-6 1 0,0 2-1 16,0-1 1-16,0-1-1 0,0-1 1 0,0-2 6 0,0-1-1 16,0 1 3-16,-2 0-4 0,-2 1 1 0,2-1-1 15,-7 0 1-15,-6 1 0 0,-4-1-2 0,1 0-3 16,1 1 1-16,-3 1-5 0,3-1 6 0,-1 3-3 15,1-3 4-15,0 1-12 0,4-2 10 0,2-1-4 0,0 1 4 16,3-2-9-16,7-2 6 0,-3 2 1 0,2-2 3 16,2 2 6-16,-4 1 0 0,1 1 0 0,-1 0 0 15,2 0 6-15,0-3-5 0,0 1-2 0,0 0-2 16,1 0 6-16,1 0-10 0,0-2 12 0,0 0-13 16,1 0 12-16,1 0-8 0,2 0-1 0,3-2-2 15,8-2 7-15,0-1-9 0,4-3 6 0,1 1-7 0,1 1 6 16,-1 1 1-16,0-1-6 0,1 1 4 0,3-1-14 15,-6 2 10-15,-1 1-3 0,-4-1 5 0,-2 2 0 16,0 0-6-16,4-2 6 0,-2 3-7 0,-2-1 4 16,2-2 5-16,-5 2-6 0,1 0 5 0,0 0-14 0,-3 2-1 15,3-1-10-15,-1-1 5 0,-5 2-23 0,3-2-27 16,1 0-6-16,-3 0-12 0,0 0-68 0,0 0-63 16</inkml:trace>
  <inkml:trace contextRef="#ctx0" brushRef="#br0" timeOffset="73920.89">18441 6971 417 0,'0'-2'17'15,"0"1"3"-15,-2-3 41 0,2-2-24 0,-3-7 23 16,1 6-33-16,2 1-11 0,0 3-3 0,0-1-4 15,0 0-13-15,0 2 4 0,0 0 8 0,2 1-2 16,0-1 13-16,-1 0-2 0,3 0-2 0,4 0 2 16,8-3 5-16,5 1 4 0,-1 0 9 0,2-1-5 0,1-1 2 15,-1-1-6-15,4-1-3 0,0 1-1 0,2-1-19 16,1 3 7-16,-1-1-10 0,0 2 8 0,-2 3-7 0,2-1-9 16,4 2-1-16,-1 2-6 0,-9-1-25 15,4 3-123-15,-7 0-1 0</inkml:trace>
  <inkml:trace contextRef="#ctx0" brushRef="#br0" timeOffset="74307.6">19340 6992 1001 0,'-2'-2'7'0,"0"0"-1"0,0-2 8 0,-7-11 2 16,5 8-1-16,2 3-1 0,-3 2-10 0,-4-5 0 15,-3 1-2-15,1 3 11 0,-3 3-11 0,-5 2 1 16,-1 5-3-16,1 6 0 0,2 6 0 0,-1 18 2 0,1-8-2 16,-2-1 0-16,3-4-2 0,-1-3 3 0,6-3-2 15,5-1 5-15,1-6-4 0,1-1 0 0,2-7 0 16,0-1 0-16,2 0 0 0,-2 2-4 0,1-1 1 16,1-1 2-16,0 0-1 0,0 0 0 0,0 0-1 15,0 0 3-15,1 1 2 0,3 1 3 0,7 5-3 16,12 4 0-16,-1-1 1 0,-2-5 0 0,1 0-1 0,-3-1 0 15,-1 0-2-15,0-1 1 0,-2-1-1 0,-4 0 0 16,-2-1 0-16,-3-1 2 0,-1 2 1 0,-3-4 15 0,2 4 1 16,-1-1 7-16,-1 1-2 0,0 2 22 0,0-1-8 15,-2 1-7-15,0 1-2 0,-2 1-25 0,-4 3-1 16,-1 0 3-16,-19 0-5 0,-7 2-11 0,-4 0-29 16,1 2-15-16,-5 0-3 0,2 1-55 0,4-1-115 15,-4 2-52-15</inkml:trace>
  <inkml:trace contextRef="#ctx0" brushRef="#br0" timeOffset="75703.81">20216 8878 43 0,'0'-2'16'15,"0"0"22"-15,2-1 2 0,0-1 2 0,2-9 9 16,-1-2-5-16,1-2 11 0,-2 3-9 0,0 1-4 0,0 0 0 16,0 3-7-16,1-3 3 0,-1 2 0 0,0 2 1 15,-2 0-9-15,0 3 0 0,0-1-7 0,0 1 4 16,0 2-12-16,0-3-8 0,0-2 10 0,0-1-7 15,0 1 19-15,0-4-14 0,0 7 5 0,0-1-6 16,0 0 1-16,0-1 0 0,0 1 0 0,0 3 0 16,0 0-1-16,0 1-1 0,0-1-4 0,0 0 2 0,0 2-13 15,0 1 2-15,0-1-2 0,0 0 1 0,0 0 2 16,0 0-3-16,0 0 4 0,0 0-4 0,0 1-7 16,0 1 9-16,0 0-7 0,0 1 8 0,0 1-6 0,0 0 5 15,0 2 2-15,0 9 0 0,0 9-4 0,0 2 3 16,0 0-3-16,0 2 2 0,0 0-1 0,-2 4-4 15,0-4 0-15,0 4 0 0,1-2 4 0,-1-2-4 16,0 0 4-16,0-4-3 0,2 2 2 0,0-4 4 16,-2 1-1-16,2-4 1 0,0-1-8 0,0 1 7 15,0-2-4-15,0-2 6 0,0 0-4 0,0-2-1 16,2 0 3-16,-2-2-3 0,2 4 0 0,0-3-5 0,0 1 2 16,-2-2-2-16,0-1 6 0,0 1-7 0,0-5-1 15,0 1-5-15,0-1-17 0,0-2-8 0,0 3-4 16,0-3-1-16,0 0-11 0,1 2-50 0,1-1-1 15,0 1-15-15,0-2 3 0</inkml:trace>
  <inkml:trace contextRef="#ctx0" brushRef="#br0" timeOffset="76133.83">20157 9116 147 0,'0'0'45'0,"0"0"-27"0,-2 0 46 0,0 0-13 15,0-2-10-15,0 0-6 0,1 0-4 0,-1 2-1 16,0-2-6-16,0 2-12 0,0 0 6 0,0 0-8 0,0 0 9 15,1 0-11-15,-1 0 4 0,0 0-5 0,2 0 3 16,0 0 9-16,0 2-1 0,0 0 5 0,0 0 3 0,0 0-6 16,2 2-2-16,0-1-2 0,-1 3-8 0,5 7-4 15,1 0 5-15,1 0-4 0,-1 0 12 0,1 0-12 16,1 2-1-16,-2 0-3 0,1-2-1 0,-1 0 1 16,-1-2 4-16,-1-2-3 0,1 2 0 0,0-2 3 15,-1 1-2-15,-1-3 2 0,0-1-3 0,1 3 0 16,-3-4 0-16,2 3 0 0,-1 1 7 0,-3-7-9 15,2 4 8-15,0-3-7 0,0 1 6 0,0 0-5 16,0-1 2-16,0 1-2 0,-1-2 15 0,1 0 20 0,0 0-3 16,0 0 10-16,0-1 4 0,0 1-7 0,-2 0-3 15,0 0 0-15,2 0-9 0,-1-2-9 0,-1 0 1 16,2-2-5-16,0 0 1 0,0 0-7 0,0-3 5 0,5-16-6 16,1 1 5-16,-1-2-4 0,1-4 2 0,-3 1-3 15,1 0-4-15,-1-1 6 0,-1 1-4 0,-2 1 4 16,0 0-2-16,-2 6-6 0,0-1-2 0,0 4 1 15,0 2 2-15,0 2-8 0,0 2 2 0,0 1-9 16,0 3-26-16,0 1-70 0,2 0-22 0,-2 1-18 16,1-1-109-16</inkml:trace>
  <inkml:trace contextRef="#ctx0" brushRef="#br0" timeOffset="76831.62">19383 9212 321 0,'0'-1'165'0,"0"-1"-231"0,-2-2 205 0,0-5-111 0,-2-4 43 16,0 3-36-16,3 3 11 0,-1 1-22 0,2 3-5 15,0 1-16-15,-2-2 8 0,0 0-11 0,0 1 1 16,0 1 0-16,0 0-5 0,2 0 4 0,0 0 8 0,-1 0 2 16,-1 1-4-16,0 1 1 0,0 0-10 0,0 0 9 15,0 1 2-15,0 1 2 0,1 2-5 0,-3 9 0 16,-2 6-7-16,3-3 3 0,1 3-2 0,0-2 3 16,0 1 1-16,2 2-1 0,0 3-5 0,0-1 5 15,0 0 0-15,0 2 2 0,0-1 0 0,2 3 0 16,-2 0 1-16,0-4-2 0,2 6-4 0,-2-2 1 15,0-2 0-15,0 0 1 0,0-3 5 0,-2-3 8 16,0-1-12-16,-2 0 10 0,2-6-11 0,1-2 11 0,-3 0 0 16,2-1 2-16,0-5-13 0,0 1 6 0,2-2 1 15,-2 2-1-15,1-1-7 0,-1 1 7 0,0-2-2 16,0 0 6-16,0 0 0 0,0 0-6 0,0-1-4 0,1-1-1 16,-1 0-7-16,0-1 10 0,0-1-5 0,0-2 5 15,-3-7-5-15,-5-10 3 0,5 7-1 0,-1-5 2 16,3 6-2-16,3 9-4 0,-2-7 8 0,2 7-5 15,0 3 5-15,0-1-4 0,0 0-2 0,0-2 0 16,0 0 2-16,0 1-4 0,0 1 1 0,0 0-2 16,0 0 2-16,0 0 5 0,2 0 4 0,-1 1 1 15,1-1 7-15,0 0 5 0,2 0-6 0,-2 2 6 0,9-4-3 16,-2 1-8-16,4-3-3 0,0 0-1 0,0 1-3 16,0 1 2-16,0-1 1 0,0 1-1 0,2-2-2 15,-2 1-1-15,-2 1-6 0,2-2 1 0,-2 3-16 0,4-1-13 16,0 0-7-16,-4 1-7 0,2-3-50 0,-4 2-70 15,-1 1-2-15</inkml:trace>
  <inkml:trace contextRef="#ctx0" brushRef="#br0" timeOffset="77098.45">19227 9056 1040 0,'-2'-1'8'0,"0"-1"-2"0,0 0 4 0,2 0 6 0,-5-5-4 16,3 3 6-16,0 0-15 0,0 0-4 0,0 1-3 15,0-1-1-15,0 2-1 0,2 0 5 0,0 0-4 16,2 1 5-16,0-1 0 0,2 0-1 0,16-6-1 16,1 5 3-16,-3 1-9 0,3 2 4 0,-3 0-9 15,1 0-6-15,-3 2-5 0,3 1-4 0,-2 1-3 16,-4 0-34-16,-2 0-58 0,0-1-1 0,0 3-24 0,2 1-58 15</inkml:trace>
  <inkml:trace contextRef="#ctx0" brushRef="#br0" timeOffset="77429.12">19702 9266 743 0,'-2'0'16'0,"0"0"-1"0,-1-2 29 16,-10-1-8-16,-2-1 6 0,5 2-37 0,-3 2-2 15,4 0 2-15,-4 2-1 0,4 2 0 0,1-1-4 16,1 3-4-16,-8 14 2 0,2 6 0 0,4 4 8 0,3-2-5 16,4 0 7-16,2-2-8 0,0 0-3 0,2-2 2 15,0-4-3-15,4 3 9 0,-3-9-2 0,1 1 7 16,2 4-6-16,1-1 2 0,1 5 4 0,-1-3-3 0,-1-1 6 16,-1-1 0-16,1 1-2 0,-1-2-6 0,3 1 4 15,-1 1 5-15,1-1-8 0,-1 1 4 0,-1-2-8 16,-1-1 1-16,-1-1 0 0,1 2 4 0,-1-2-2 15,0-2 2-15,-2 0-3 0,0-2 3 0,-1 0-1 16,1 0 3-16,-2 0-5 0,0-2 1 0,-2 1-2 16,1-1 3-16,-3-2-17 0,-2 3 0 0,3-5-7 0,-12 1-7 15,-2-2-18-15,-3-1 3 0,1 10-8 0,0-3 0 16,1-5-31-16,1-3-21 0,0-2-4 0,3-2-72 16,-1-2 59-16,4-1 4 0,3-1 22 0,-1 1 38 15,5-12 41-15</inkml:trace>
  <inkml:trace contextRef="#ctx0" brushRef="#br0" timeOffset="77521.37">19394 9870 105 0,'0'-2'25'0,"0"0"45"0,0 0 3 0,0-2-24 15,2 1 14-15,-2 1-17 0,3-9 18 0,1 3-17 16,3-1 7-16,-1 2-10 0,11-1 13 0,-1-1 4 16,3 1-5-16,0-3 4 0,1 0-18 0,6 0-2 15,0 0-5-15,7-2 0 0,8-2-21 0,9-4-4 16,1-3-10-16,8 2 3 0,0-4-31 0,1 3-288 0</inkml:trace>
  <inkml:trace contextRef="#ctx0" brushRef="#br0" timeOffset="81626.67">19867 7779 12 0,'0'0'0'0,"0"0"0"0,0 0 14 16,-2 0 2-16,1 0 8 0,-1 0 13 0,0 2 1 0,0-2 13 15,0 0 11-15,0 0-5 0,0 0 20 0,1 0-39 16,-1 0 6-16,0 0-14 0,0 0 7 0,-2 0 0 16,1 0-7-16,-1-2 2 0,0 0-17 0,0 0-9 15,1 0 4-15,-1 2-5 0,-2 0-4 0,1 0 6 16,-1 0-9-16,-1 0 6 0,1 0-3 0,-1 0-4 15,-1 2 5-15,1 0-5 0,1 0 8 0,-1 2-3 0,-4 1-2 16,7-3 0-16,-7 6 11 0,0-1-12 0,5-3 9 16,-3 3-11-16,3-3-2 0,-1 5 6 0,1 4-4 15,-1 2 6-15,1 0 3 0,3 3-8 0,-1 1 6 16,2-2-7-16,-2 1 0 0,3-1 4 0,-1 2-4 0,-11-1 5 16,3 1 5-16,1-1-9 0,4-1 6 0,-1 0-7 15,0-1 6-15,5-3-1 0,-3 0-2 0,2 0 1 16,0-2-1-16,2 2-4 0,0 2 3 0,0-4-4 15,2 2 3-15,0-1 1 0,2-1 0 0,-1 0 1 16,3 0 10-16,-1 0-12 0,1-2 5 0,1 1-7 16,-5-1 10-16,11-2-3 0,6 3-3 0,-8-5 0 0,4 3-1 15,-2-3 8-15,-4 1-1 0,2-1 3 0,6 1-8 16,2 1 9-16,-1-1-6 0,1-2 7 0,-4 1-2 0,-1-1-9 16,3 0 8-16,2-1-8 0,-1 5 9 0,1-4-7 15,-1-1 1-15,3 1-3 0,-3 9 0 0,1-2 2 16,-1-3 3-16,1-3-1 0,-2-1 3 0,1-2-4 15,3-2 3-15,-1 0-4 0,-1-2 8 0,-1-2 3 16,-1 0-9-16,-2 1 8 0,0-5-1 0,-2 1 5 16,2-2 0-16,-1-1-1 0,-1 8-8 0,-1-14 11 15,-3 1-3-15,2 0 5 0,-4-2-13 0,3 2 6 16,-5-1-1-16,-1-1 2 0,3 0-4 0,-5 1-5 0,4-3 1 16,-4 2-3-16,0-1-3 0,-1 1 11 0,12-2-6 15,-3 1 8-15,-3-3 0 0,-3 3 1 0,-2 1 4 16,-2 0-3-16,0 1-4 0,-2 1 6 0,-2 0-4 15,-1-2 4-15,-1 4-11 0,-1-1-1 0,-3-1-4 16,3 4 3-16,-2-2-1 0,-1-2-4 0,3 4 4 0,5-1-4 16,-11-1 1-16,0 4 6 0,0-2-6 0,-2-4 6 15,0 2-3-15,0 0-3 0,-1 0 4 0,-1 6-3 16,0-3 6-16,4 3-7 0,-2-2 0 0,1 1-2 16,-1 1 4-16,2-1-1 0,0 1 3 0,2 1-4 15,-1 3-1-15,1-7-3 0,-2 3 1 0,0 0 0 0,-2 1 1 16,2 2 0-16,-1 2-4 0,-1 2 3 0,4 0-6 15,-6 4 7-15,2 0-3 0,-3 3 5 0,-7 4 2 16,7 1-7-16,-1-7 4 0,3 21-7 0,1-4 2 0,2 3 3 16,2-5 0-16,-1 0 1 0,5-1 5 0,1-4 1 15,-5-4-5-15,2 0 1 0,3 2-1 0,1 2-5 16,-6 2 6-16,3-2-5 0,1-1 2 0,-1 5 1 16,3-2 0-16,-1 5 2 0,4-4 5 0,2 1-9 15,2 1 5-15,2 1-7 0,0-3 6 0,-1 3 0 16,1-1-3-16,2-1 3 0,1-1-3 0,2-1 3 15,1-2-1-15,-1-2 1 0,-2-2-5 0,16-3 5 16,-3-3-1-16,4 1 1 0,2-3-7 0,-3 1 5 0,4 15 2 16,-1-8 1-16,2-4 1 0,2-3-2 0,-2-4-2 15,1 0 0-15,1-4 2 0,-2 1 0 0,2-3 0 16,-2-1 0-16,-2 1-6 0,-4-1 13 0,0-1-7 0,0 1 10 16,-1-3-11-16,-1 1 2 0,-7 2 0 0,-7 3 3 15,1-2 3-15,-1-1-2 0,3-8 4 0,-1 0-3 16,-3-3 11-16,-3-1 1 0,-2 1 4 0,-6-5-4 15,-3 1-6-15,-2 2 0 0,-4-3 2 0,11 3 1 16,-18 5-5-16,-4-4-4 0,0 8-8 0,-2 6 4 16,-3-1-7-16,-1-12-42 0,-7 7-1 0,-4 11-17 0,-12 13-36 15,-16 14-150-15</inkml:trace>
  <inkml:trace contextRef="#ctx0" brushRef="#br0" timeOffset="92021.49">2382 12946 256 0,'0'0'-78'0,"-1"-2"48"16,-1 1 22-16,0-1 6 0,0 0 79 0,2 0 1 0,-6-7-51 16,-3-6 14-16,0 2-17 0,0 0 33 0,-3-2-18 15,11 6 0-15,-12-1-10 0,0 3-28 0,1 1-1 16,-1 5 0-16,6-5-2 0,-4 0-2 0,-4 5-1 16,0-5 0-16,-5 4 0 0,3-9 3 0,-2 0 2 15,3 3 3-15,-3 1 0 0,1 0-1 0,-3-1 1 16,1 3 2-16,-2-5 5 0,-1 1 37 0,-3-2 12 0,4 0-4 15,-6-2 1-15,4 2-32 0,2-1-9 16,-4 1 2-16,7 4-3 0,-3-1 2 0,0 3 2 0,-1-1-3 16,1 3 2-16,0-1-4 0,3 2 8 0,-3 0-4 15,0 2 4-15,-3 0-8 0,3 0-1 0,-2 2 4 16,4 2-2-16,-5 1 3 0,-2 3-4 0,1-1-2 0,-4 2-1 16,-3 3-5-16,3-3 0 0,-4 4-2 0,1 0 2 15,3-2-3-15,-3 6-6 0,5-2 4 0,4-1-3 16,-2 3 10-16,0-13-7 0,-6 20-1 0,1-2-1 15,1 2 7-15,4 1-5 0,0-1-1 0,0 4-3 16,-4-2-4-16,2 1 9 0,2 1-1 0,0 2 2 0,-1 1-2 16,-1-1 3-16,-4 4 1 0,-7-1-1 0,10 0-5 15,-9-1 5-15,1 0-4 0,8 1 3 0,-7 0-7 16,7 3 5-16,4 1 1 0,1-2 1 0,-2 4-7 0,4 2 1 16,-2 0 0-16,7 0 1 0,2-6 6 0,0 2-3 15,1-7 0-15,1 1-2 0,-4 1 1 0,4-6 3 16,2 0-5-16,-4-2 3 0,4 4 1 0,0-2-4 15,1 5 3-15,3 1-5 0,-2 1 0 0,3 5 5 16,-1-3-2-16,-1 4 2 0,1 4-1 0,3-4-6 16,2 1 6-16,-20 1-5 0,11-4 6 0,5 4-5 0,6 2-1 15,0-8-1-15,4-1 6 0,1-5-4 0,5-3 5 16,1-2-5-16,2 2 4 0,4 2 6 0,-10-4-2 16,15 2 2-16,6-1-4 0,2-1 1 0,0 2-1 15,5 2 1-15,-4-1 3 0,5 1-5 0,-3-2 7 16,4 2-7-16,4-2 3 0,-7-2-4 0,3 0-5 0,-9-3 2 15,3 3 5-15,-1-2 6 0,-2-1 0 0,5 3 1 16,-1-2-7-16,-1 0 9 0,3-1-4 0,3-5 5 16,0 3 0-16,6-6-1 0,-1-2 6 0,3-2-6 15,1 3 0-15,-1-3-2 0,3 6-7 0,4-6 5 16,0-3-11-16,-4 1 10 0,1-1-5 0,-9 1 5 16,1 0-13-16,0-3 4 0,4 2 1 0,-1-1 2 0,3-1 2 15,5 3-2-15,2-3 1 0,3 24-2 0,3-15-2 16,-1-9 2-16,-5-4-3 0,0-2 3 0,-4-4 6 15,-6-1-1-15,-1 1 0 0,-4-1-2 0,2-2-6 0,-2-3 6 16,5-2 3-16,-1-5 1 0,5 0-1 0,3-3-4 16,4-4-2-16,1 2 2 0,2 22 8 0,3-28-10 15,-7 1 6-15,1-3-7 0,-5 4 6 0,-9 0 1 16,2 1-2-16,-4 1 1 0,0-2-3 0,0 2 1 16,-2 0-2-16,4 2 1 0,0 0-6 0,5-1 6 15,1 3 3-15,1 2 0 0,4-4 0 0,-2 3-1 16,4-1-3-16,0-2 1 0,-4 0 0 0,0-1-3 0,-9-6 5 15,-2-3-4-15,-4 3 6 0,-1-8 1 0,1 2-5 16,-2 0 1-16,3-2-6 0,-7-2 2 0,3 2 2 16,-6-2 0-16,3 0 4 0,-1 0 0 0,-4 0 1 15,2 1 0-15,-7 1 6 0,3 0-10 0,2 1 6 0,-1 1-7 16,1 2 12-16,-7-2-7 0,-4-4-5 0,0-4 0 16,-2-1 1-16,2 0 0 0,5-6 2 0,-8 3-2 15,6-1-3-15,-6-2 6 0,-3 8-1 0,0-3 2 16,-1 3-12-16,1-1 8 0,-3 2-2 0,2 3 2 15,-3-1 3-15,1 4-3 0,0-2 2 0,18 1-2 16,-9-2 6-16,-5-5-3 0,-7-1-3 0,-1-3 0 16,0 5-6-16,0-3 9 0,-3 1-3 0,-3 0 3 0,-3-1-9 15,-4 6 9-15,-2 4 0 0,-2 6 3 0,1 1-12 16,14 2 9-16,-21 2 4 0,-4 2 2 0,-3 0-2 0,-4 2 3 16,-6 3-4-16,2 2 5 0,-1 1-4 0,0 3-4 15,0 0-2-15,-3 5 1 0,-3 1-2 0,1 3 5 16,-3 2-2-16,-5-24 3 0,-9 11-1 0,-8 8 4 15,-11 5 3-15,1 4-1 0,2 2 1 0,3 3-2 16,6 2-4-16,-3 2 3 0,4 2-7 0,0 2 8 16,-11 6-5-16,0 1 5 0,-9 6-4 0,-10 3-6 15,10-29 4-15,-2 39-5 0,7 7-5 0,16 10-11 0,1 5 0 16,7 6-7-16,0-1-35 0,3 3-64 0,-3-2-32 16</inkml:trace>
  <inkml:trace contextRef="#ctx0" brushRef="#br0" timeOffset="95704.74">23828 9084 26 0,'0'0'0'0,"0"0"2"0,0 0 20 0,1 0-8 0,1 0-3 15,0-2-9-15,0 1 2 0,0-1-2 0,0 0 8 16,0 0-5-16,-1 0 29 0,1 0-5 0,0 0 4 16,0 1-5-16,0-1-2 0,-2 0-1 0,0 0-6 0,0 0 4 15,0 0-11-15,0 0 7 0,0 1 1 0,0-1 1 16,0-2 3-16,0 0-16 0,0 1 3 0,0-1-7 16,0 0 4-16,0 0-5 0,0 1-2 0,0-1-1 15,-2 0-1-15,0 1-2 0,0-1 5 0,0 0-2 16,1 0 16-16,-1 1-8 0,0-1 3 0,0 2-7 15,-2-2-9-15,1 1 10 0,1 3 0 0,-8-6 7 0,-4-3 5 16,2 3-9-16,-1 1 0 0,2 1-2 0,-2-2 5 16,-2 3-10-16,4 1 5 0,-3-2-6 0,-1 2 5 15,2 0-2-15,-2 1-6 0,0-1 3 0,2 0 10 0,-4-2-6 16,2 2 6-16,2 0-8 0,4 1 6 16,-4-3 5-16,-4-2 3 0,4 3-2 0,-5-3-9 0,3 0 5 15,0 1-1-15,4 1 4 0,0 0-3 0,0 1-4 16,0-3-5-16,-2 1 3 0,1-1 5 0,5 2-4 15,-2 1 1-15,1-1-2 0,1 0 7 0,-4-1-11 16,1 1 8-16,3 0-8 0,-2 0 6 0,-1 1 3 16,-1-1-1-16,0 0 2 0,0 1-7 0,0-1-4 0,-2-2 6 15,0 3-5-15,0-1 14 0,0 0-11 0,-2 0-2 16,-2 1-1-16,2-1-2 0,1 2 11 0,-3 0 1 16,4 0 4-16,-4-1-6 0,4 1 1 0,-5-2-6 15,-1 0 5-15,4 3-8 0,-3-1 13 0,-1 0-10 16,1 0 9-16,-3 2-18 0,-1-2 11 0,1 2-3 0,1 0 5 15,0 0-8-15,-5 0-1 0,1 0 6 0,4 0-4 16,-2 0 6-16,1 0-8 0,-3 0-2 0,0 0-1 16,0 0 13-16,1 0-8 0,3 0 1 0,-2 0-4 15,-1 0 4-15,3 0-2 0,5 0 5 0,-2 0-4 16,4 0 7-16,-3 2-6 0,-1-2-2 0,0 0-2 16,2 0 3-16,1 0-5 0,1 2 6 0,0 0-4 15,0 0 1-15,0-1 2 0,0 1 0 0,0 2 2 0,-2 0 1 16,4-2 3-16,-4-1-3 0,2 1 3 0,2 0-6 0,-4 0 1 15,2 0-1-15,-2 0 0 0,0 0 0 0,-2-1-3 16,1 3 3-16,-1 0-1 0,-3 1 11 0,-3 1-12 16,1 1 2-16,0 1-5 0,-4-1 8 0,7 1 1 15,-5 1 0-15,0 0-2 0,3-1-10 0,-6 3 6 16,1-2 5-16,7-3 0 0,-5 3 2 0,2-2-2 16,3-1-5-16,-3 1 3 0,1 1-7 0,6-3 8 15,-1 1-1-15,1 0 5 0,-2 1-6 0,-3 2 6 16,-1 1-6-16,1 1 5 0,1 0-5 0,1 0-1 0,-3 0-2 15,1 2 2-15,-2 2 1 0,1-2-4 0,1 2 6 16,1-2-6-16,-1-9 12 0,-1 12-11 0,1-1 3 16,1 4-5-16,-1-4 8 0,-2 1-2 0,3 5 3 15,-5-1-2-15,2 2 3 0,3-1-3 0,-1-1-3 0,5 4-1 16,0-3-4-16,-4-3 7 0,6 3 1 0,4-6 1 16,-6 3-9-16,2 1 8 0,0-4-3 0,-2 3 5 15,4-3-4-15,4 2 5 0,-4-1 0 0,5-1 4 16,-1 4 11-16,-1 1-17 0,5-5 11 0,-3 0-12 15,1 2 7-15,-3-2-2 0,-3 1-4 0,0 3 4 16,3-2 1-16,3-3-10 0,-1 3 2 0,3-2-3 16,1 0 6-16,0 0-3 0,2 1 6 0,0-1-5 0,2 0 7 15,1 2-4-15,1-2-8 0,2 1 4 0,-3-1-4 16,3 2 3-16,1 2 3 0,3-1-2 0,-1 2 0 0,2 1 3 16,0-1-3-16,0 1 4 0,0-1 3 0,1-1-7 15,1 1 0-15,0 1-2 0,1 1 6 0,-10 0-4 16,18-3 2-16,-1-1-2 0,5 1 3 0,0-2-5 15,0-1 6-15,0 3-7 0,0-6 4 0,-6-4 2 16,3 6-2-16,-1-4 3 0,2 2-2 0,2 4 0 16,0-4-3-16,2 4 1 0,0-3-9 0,0 3 10 15,-1-2-1-15,3 0 2 0,0-2-2 0,3 2 5 0,4 1-5 16,0-3 6-16,1 2-9 0,-3-2 8 16,2 2-4-16,4-2 6 0,0 2-7 0,1 0 7 0,-3-4 1 15,-5 0 0-15,-3 2 0 0,1-4-2 0,1-1 5 16,1 1-4-16,-1-3 2 0,3-1 6 0,-1 1-7 0,2-3 5 15,2 1-13-15,5 0 10 0,8 22-6 0,-1-11 5 16,-1-8-13-16,2-5 7 0,-4-2-3 0,-2 0 5 16,6-2-5-16,-5-2 5 0,-4-1-3 0,-4 1 2 15,0-3-1-15,-2-3 2 0,2 1 1 0,0-2-1 16,1 0-11-16,-1 0 11 0,4-2-5 0,0 0 8 16,1-2-8-16,5 0 0 0,1-2 3 0,2-3-2 0,0 0-1 15,-2-1 8-15,-4 1-7 0,-3-1 7 16,2-3-18-16,-5 20 10 0,-1-23-4 0,-1-3 5 0,-3 2 7 15,-5 2-7-15,-1-4 3 0,-3 1-4 0,2 1 10 16,-6-2-11-16,-1 6 8 0,-3 0-10 0,3-2 4 0,-6 3 6 16,0 1-3-16,-4 0 5 0,-2 0 3 0,2 1-3 15,-5-1 2-15,1 1-1 0,2-1 7 0,-7 2-9 16,4-1 0-16,-4 1-3 0,13 0-1 0,-6-1-2 16,0 1 3-16,-3-6-2 0,-3 2 4 0,-3-4 5 15,-3-4-6-15,-1 1 4 0,-3-1-8 0,-3-5 9 16,-1-2-2-16,-2-4 4 0,-2 0-7 0,0 1 10 15,-1-1-6-15,-1 4 6 0,-3-4-8 0,1 4 5 0,0 0-3 16,-1 2 2-16,1 2-5 0,-1 0 0 0,1 3 2 16,18 2-1-16,-22 1-2 0,1 3 2 0,-2-2 2 15,-2 6-1-15,0-4 3 0,0 0-8 0,-4-2-1 16,0 2-1-16,-3 0 6 0,-2 0-5 0,-6 0 3 0,0 0-5 16,-2 3 5-16,-5 1-4 0,2 2 1 0,-6 1-3 15,0 3-9-15,2 4-6 0,-4 9 0 0,-6-25-1 16,-3 19 3-16,-11 12-24 0,-17 14-4 0,-19 15-9 15,-10-21-36-15,-16 55-112 0,-7 14-86 0</inkml:trace>
  <inkml:trace contextRef="#ctx0" brushRef="#br0" timeOffset="139809.17">16922 15364 256 0,'0'-2'54'0,"0"0"-13"0,-1-5 41 16,-7-19 13-16,4 9-23 0,-1-5 0 0,3 9-33 15,0-2 1-15,-2-4-11 0,3 6-15 0,-3-4 11 16,0 3-10-16,2 2 9 0,0 5-13 0,1 0-3 16,1 1 5-16,0 4-6 0,0-2 0 0,0 1 2 15,-2-1 1-15,0 0 2 0,0 1-8 0,0 1-3 16,0 0-4-16,2 0 3 0,0 0 6 0,0 0-11 0,0 2 10 16,0 0-9-16,0 2 11 0,0 2-4 0,0 13-2 15,4 9 0-15,0-2-2 0,1 2 0 0,3 3-1 16,-1-1 2-16,-1-4 5 0,1-1-6 0,-1-8 5 15,-1-2-5-15,3 0 7 0,-3-6-1 0,1 0 0 0,-1-5 0 16,8 8 3-16,0-3 24 0,2 0-4 0,0-3 10 16,0-2-15-16,-2-2-7 0,0-2 2 0,-2-3-2 15,2-5-2-15,0-1 4 0,0-20-12 0,0 1 10 16,2-4-8-16,-2 1-1 0,-2 3-2 0,0-1-1 16,-3 1-1-16,-3 2 0 0,-1 4-1 0,2 2 0 15,-3 5-2-15,8 0 3 0,-3 2-1 0,-4 6 2 16,-1 0-4-16,-1 3 5 0,-2 3 2 0,0 1 0 0,0 0-5 15,2-2-12-15,0 0 4 0,0 1-7 0,0 1 6 16,-1 0 2-16,1 0-6 0,0 2 5 0,0 2 3 0,0 0 0 16,0 2 3-16,16 27-2 0,-3 4 2 0,0 3-1 15,-2 1 5-15,-2-2-3 0,0 2-2 0,0-4 3 16,1 0-6-16,-1-1 5 0,0-5-7 0,0 1 12 16,-2-6-4-16,-1-3 7 0,-3-1-10 0,-1-5 1 15,0 0 6-15,-1 0-1 0,-1-6 6 0,0 0 8 16,-2 1-6-16,0-1 8 0,-2 0 2 0,-2-1 1 15,-1-1 0-15,-21 0-1 0,0-1-2 0,-2 1-6 16,4-1 8-16,-6 0-7 0,2-5-1 0,4 1-2 0,2 13-6 16,5-6 5-16,2-3 1 0,1-1-14 0,1-1 6 15,5-2-8-15,1 0 8 0,1-2-15 0,2 0 0 16,3 0-7-16,-1 0-12 0,-2 2-27 0,0 0 2 0,2-1-9 16,1 1-3-16,-1 0-4 0,2 0-14 0,0 0 5 15,2 0-38-15,-1 0-67 0</inkml:trace>
  <inkml:trace contextRef="#ctx0" brushRef="#br0" timeOffset="140078.17">17827 15481 621 0,'0'-2'11'0,"0"0"21"0,0 0-15 0,0 0 7 16,0 0-4-16,0 1 3 0,0-1-8 0,0 0-13 15,0 0 2-15,0 0-5 0,0 0 2 0,0 0 6 16,0 2 0-16,0 0 0 0,0 2 3 0,0 0 11 16,0 2 2-16,-2 9 1 0,-2 11 6 0,0 2-4 15,3 0 3-15,-3 2-1 0,0 0 11 0,0 1-14 16,3 3 4-16,-3-1-9 0,0 3-5 0,0-1-4 0,1 1 0 16,-1-1 0-16,2-7 0 0,0-2-9 0,0 0 0 15,1-7-3-15,1-2 1 0,0-8-12 0,0-3 1 16,0 0-8-16,0 0-34 0,0-1 12 0,0 1-17 15,0-2 17-15,1 0-11 0,1-2-127 0</inkml:trace>
  <inkml:trace contextRef="#ctx0" brushRef="#br0" timeOffset="140540">18081 15440 900 0,'0'0'23'0,"0"-2"1"16,0 0 24-16,-2 0-5 0,0 0 3 0,0 1-19 0,1-3-4 16,-1 0-5-16,2 2 3 0,0-3-14 0,0-5-1 15,2 1-2-15,3 0 0 0,6-6-14 0,-3 4 14 16,8-4-7-16,1 4 10 0,2 3-6 0,-1 7-3 16,1-12 0-16,-4 5-2 0,1 3 6 0,-3 1 5 15,4 2 2-15,-4 2-1 0,0 0-2 0,-2 4-9 16,-1 1 2-16,-3 1-5 0,0 14 6 0,-3 6-2 15,0 6 2-15,14-2 0 0,-5 3 0 0,-7 2 1 16,-6-1-1-16,-4-1 2 0,-5 2 14 0,-4-5-5 0,-2 0 2 16,0-6-6-16,0 0-6 0,4-7 9 0,9-1-2 15,-5-6 5-15,1 1-2 0,5-4-9 0,-1-3 5 16,0 0-5-16,-2-1 5 0,0 1-4 0,1 0-3 16,-1 0 1-16,2-1 9 0,0-1 2 0,0 0 5 0,2 0-4 15,0 0 1-15,2-2-5 0,0 0 1 0,2 0-2 16,1 0 3-16,16-8-8 0,-1 1 3 0,-1-2-3 15,1-1 2-15,1-1-6 0,-1 2 2 0,-1 0-2 16,-1-1 4-16,1 1-2 0,-1 0-3 0,1-1 2 16,1 1-4-16,-1 0-4 0,0 1-2 0,-5 1 0 0,-1 1-10 15,-3 1-48-15,-1-1-1 0,-2 3-20 0,-3 1-58 16,-2 2-196-16</inkml:trace>
  <inkml:trace contextRef="#ctx0" brushRef="#br0" timeOffset="140975.37">16055 15852 742 0,'-1'0'29'0,"-1"0"54"0,-2 0-65 16,0 0 6-16,1 0-4 0,1 0 5 0,-6 0-2 16,1 0-1-16,1 0 6 0,4 0-5 0,-1 0-8 0,-1 2-2 15,0 0-8-15,1 0 6 0,1-2-3 0,0 0 9 16,0 0 1-16,0 0 4 0,2 0 11 0,0 0-1 16,0 0-3-16,2 0 0 0,0 0-14 0,2 0-3 15,3-2-1-15,12-6 0 0,-3 1-1 0,3-2-5 16,-2-1 2-16,-1 1-5 0,5-2 2 0,-5 2-5 15,3-3-2-15,1 3-2 0,-1 0-7 0,-2 1-3 0,1 1-17 16,-3 1 1-16,0 3-91 0,-2-1-54 0,-2 2-25 16</inkml:trace>
  <inkml:trace contextRef="#ctx0" brushRef="#br0" timeOffset="141156.74">16172 16266 968 0,'0'0'77'16,"0"0"1"-16,0-2-32 0,0 0-8 0,0 0-32 16,0 1-8-16,0-1 23 0,0 0-5 0,2-2 10 0,4-3-14 15,5-14-6-15,17 3 2 0,5-6-4 0,4 1-4 16,6 7-18-16,5-8-11 0,-3-6-8 0,9-2-92 16,-4-1-177-16</inkml:trace>
  <inkml:trace contextRef="#ctx0" brushRef="#br0" timeOffset="141765.57">15157 15718 270 0,'-2'-2'70'0,"0"1"128"0,0-1-134 0,0 0 9 16,-1 0-13-16,-1 0 8 0,0 0-34 0,0-1-2 16,3 3 1-16,-3-2-4 0,2 2 0 0,-4-4 1 15,3 2-4-15,-1 0 1 0,0 0-15 0,1 1-12 16,-1-1 7-16,2 2-7 0,0 0 12 0,0 0 3 15,0 2 0-15,1-1 0 0,-1 3-7 0,-6 18 6 0,3 3-6 16,3 4 4-16,2 5-7 0,0 3 3 0,2 6 1 16,0 5 1-16,1 2-1 0,3 6-7 0,-1 3 6 15,-1 4-6-15,-2 0 9 0,0 0-1 0,2 1-4 16,-1-3 3-16,-1 6 0 0,0 0-7 0,0 1 0 16,2 5-2-16,-1 1 0 0,3-2 1 0,-1-10 3 0,1-7-2 15,0-10 0-15,-3-10 2 0,1-3-4 0,0-10 2 16,-2-3-2-16,-1-3 0 0,1-5 0 0,-2-3 0 15,0-1 1-15,0-3-4 0,0-2-2 0,2 2-1 16,0-1 3-16,-2 1-16 0,0-2-9 0,0 0-4 16,0 0-30-16,0-1-28 0,0-1 15 0,0-1-21 0,-2-3-12 15,-2-26-166-15</inkml:trace>
  <inkml:trace contextRef="#ctx0" brushRef="#br0" timeOffset="142294.28">14949 15754 1042 0,'-2'-2'30'0,"0"0"-38"0,-2-6 36 16,-9-14-18-16,4 5 15 0,2 3-9 0,1-1-3 15,2 2-4-15,2 0-11 0,2 0 0 0,0 2 4 16,0-2-2-16,4 0-3 0,2 2 3 0,1-1-4 15,-1 3 4-15,10-2-1 0,3 4 2 0,1-1-1 0,-5 1 1 16,2 3 1-16,0-2 3 0,-4 1 3 0,3 3-3 16,5-4-5-16,-1 5 0 0,3-1 3 0,3-15-1 15,-4 6-1-15,0 3-1 0,0 5 0 0,-5 1 0 16,4 2 4-16,-1 2 8 0,-1 1-10 0,-5 3 9 16,-2 0-9-16,1 1 11 0,-6-3-2 0,-1-2 3 15,-1 14-7-15,-3 3 1 0,11-1 6 0,-4 1-3 0,-3 1 11 16,-6 3-8-16,-2 1 6 0,-5 2-4 0,-5 0 9 15,-2 0-8-15,10-2-3 0,-18-4 0 0,-4 1-2 16,5-5-5-16,1-3 0 0,5-5-2 0,-2-1 2 16,6 1-2-16,2-5-3 0,1 1 1 0,8-2-1 0,-3 0-2 15,-1 0 2-15,2-2-3 0,-2 2-7 0,1 1-12 16,-1 1 3-16,2 0-5 0,0-2 14 0,0-1 4 16,2 1-1-16,0 0 2 0,2 0 0 0,0-2 1 15,2 0 3-15,20 0-1 0,2 0 4 0,0-2 0 16,2 0-4-16,0 0 3 0,-2 2-4 0,0 0 7 15,0 0-3-15,-2 0 6 0,0 0-3 0,-4 0 7 16,-1 2 2-16,-3-2 1 0,-1 2 0 0,-2 0-1 0,-3 0-1 16,-5 0 1-16,-1 0 10 0,0-1 22 0,-1 1-7 15,-1 2 9-15,-2-2-25 0,-2 24-21 0,-14 7-2 16,-16 17-7-16,-40 8-14 0,-29 13-63 0,-17 7-40 0,-27 7-35 16,-4 17-389-16</inkml:trace>
  <inkml:trace contextRef="#ctx0" brushRef="#br0" timeOffset="144033.01">17877 14589 551 0,'0'0'7'0,"0"0"13"0,-2 0 25 0,0-1 8 16,0-1 9-16,0 0-6 0,1 0-24 0,-1 0 19 16,0 2-16-16,2 0 17 0,0 0-6 0,0-2-12 15,0 0 7-15,0 1-14 0,2-1-7 0,0-2-1 16,3-5-4-16,6-8-11 0,2-2 6 0,-11 5-5 15,15-1 6-15,0 5-5 0,1 1-4 0,1-2-1 0,-3 2-1 16,1-1-4-16,0 3 3 0,-1-2 4 0,-3-1-2 16,0 1-1-16,-3 4 1 0,-7-5-6 0,5 8 5 15,-6-1-13-15,1-1 4 0,5-2-4 0,-1 1 0 16,-1 1-44-16,1 0-48 0,-1 3-10 0,-4 1-17 0,5-2-86 16</inkml:trace>
  <inkml:trace contextRef="#ctx0" brushRef="#br0" timeOffset="144250.22">18033 14693 951 0,'0'0'18'0,"-2"0"0"0,0 0 3 16,0 0-1-16,0 0-5 0,0 0-1 0,1 0-11 15,-1 0 1-15,0 0-3 0,0 0-1 0,0 0 5 16,2 0-1-16,0 0 5 0,0 0 2 0,0 0-13 0,2-1 8 15,0-1-9-15,2 0 8 0,1 0-5 0,8-2-6 16,2 1 3-16,5-5-5 0,-3 3-14 0,0-1 1 16,1-1-7-16,3-3-11 0,1-3-38 0,4-2-48 15,4 6-8-15,-4-19-244 0</inkml:trace>
  <inkml:trace contextRef="#ctx0" brushRef="#br0" timeOffset="144791.91">18404 13277 1030 0,'-2'-2'12'0,"0"0"-2"0,1 2-1 15,-14-6 11-15,2-3-11 0,2 0 7 0,3 5-2 16,4 2-8-16,1 0 3 0,1 2-21 0,0 0 1 16,-2-3 5-16,1-1-2 0,1 2 10 0,0 0-3 15,0 2-2-15,2 0 1 0,0 2 3 0,0 0-2 16,0 0 1-16,4 22 0 0,-1 4 0 0,1-2 5 0,0 5-4 16,1-3 6-16,-1 2 0 0,0-2-7 0,0-2 3 15,1 2-4-15,1 0 8 0,-1 1-8 0,1 1 0 16,-1 3-3-16,-1-3 9 0,0 0-8 0,0-2 3 0,-3-2-4 15,1 0 8-15,-2-2-3 0,0 2 1 0,0-4-2 16,-3 0-1-16,-1-3-2 0,-2-4 3 0,-1 0 0 16,-1-2 5-16,1-2 0 0,3-4-4 0,2-3 1 15,-7 0 0-15,-4-3 4 0,0 9 7 0,8-7-4 16,-8 5 6-16,9-6 4 0,2-2-6 0,-2 2 4 16,1-1-6-16,-1 1 6 0,0 0-4 0,2 0 2 15,0 0-22-15,1-2 7 0,1 0-4 0,0 0 5 0,0 0-2 16,0 0 4-16,1-2 2 0,3 0-1 0,4-2 2 15,10-7-2-15,1-2 2 0,-4 2-2 0,1 9 0 16,-1-16-3-16,2 1-1 0,1-2-2 0,1-3 1 0,1 4-13 16,1-3 4-16,-4 3-7 0,-1-1-6 0,-5-5-12 15,1 7-2-15,-5-3-2 0,-3 3 3 0,-2 6 3 16,9-6-9-16,-4 2-1 0,-1 1-69 0,-4-1-70 16,-2-2-8-16</inkml:trace>
  <inkml:trace contextRef="#ctx0" brushRef="#br0" timeOffset="144966.87">18105 13427 468 0,'0'0'42'0,"-2"-2"-6"0,0 0 58 0,-1 1-7 16,-1-1 6-16,0 0-33 0,-1 0-13 0,3 2-6 15,-2-2-2-15,0 0-21 0,3 0 0 0,-1 1-1 0,0-1-1 16,2-2-3-16,0 0-9 0,0 1 4 0,5-9-6 16,5-1-2-16,1-1 1 0,19-1-1 0,5-2 0 15,-5-2 2-15,5 1-9 0,0-1 2 0,-3 3-7 16,3-1-19-16,-3 2-13 0,-3 4-11 0,1 0-7 15,0 1-117-15</inkml:trace>
  <inkml:trace contextRef="#ctx0" brushRef="#br0" timeOffset="145290.1">18709 13327 764 0,'-2'0'67'0,"0"0"16"0,0-2-11 15,-2 0-34-15,1 0 2 0,1 2-13 0,-4-2-16 16,4 2-6-16,-1 0-2 0,-1 0-6 0,0 0 3 16,0 0 4-16,3 2-2 0,-1 2-9 0,-2 7 10 15,-3 17-5-15,5 0 7 0,2 0-5 0,2 3 0 16,1-1 2-16,1 0 0 0,2 3 0 0,-1-1-2 0,3-4 3 16,1 5-3-16,0-5 0 0,0 0 5 0,1-4-7 15,-3-4 7-15,-1-3-2 0,1 0 0 0,1-3 4 16,-3-2-3-16,1 1 0 0,-3-4 2 0,1 2-4 15,-2-2 4-15,0 1 5 0,0-3-14 0,0 0 10 0,-1 1-11 16,1-1 4-16,-2 1 3 0,2-1-4 0,-2-1 4 16,0 1 0-16,0 1-6 0,0-1-4 0,0 0 0 15,0-1-6-15,0 1-12 0,-2 1-9 0,0-3-4 16,-1 3-50-16,-1-1-44 0,-2 1-19 0,-8-3-17 16,-3 1-151-16</inkml:trace>
  <inkml:trace contextRef="#ctx0" brushRef="#br0" timeOffset="145479.37">18545 13858 222 0,'0'-2'34'0,"0"0"34"0,2-2 12 0,2-5-7 15,3-9-7-15,4-3 0 0,1 1-27 0,-11-1 5 16,22-5 4-16,5-2-1 0,-1 4 1 0,9-3-10 16,1 1-2-16,-4-6-3 0,12 4-5 0,-6 0-21 15,0 2 4-15,2 8-9 0,-10 1-1 0,1 6-3 16,-3 5-7-16,-3 1 2 0,-1 1-6 0,-3 0-9 15,-4 2-4-15,-1-9-9 0,-2 2-82 0,0 2-138 0</inkml:trace>
  <inkml:trace contextRef="#ctx0" brushRef="#br0" timeOffset="145827.28">18445 14378 807 0,'-2'0'14'0,"0"0"-7"15,0-2 16-15,1 0-4 0,-1 0 6 0,0 0-20 16,0 2 2-16,0 0-7 0,0 0-4 0,2 0 11 15,0-2-2-15,0 1 5 0,2-1-1 0,0 0 3 16,5-4 5-16,21 4-3 0,4-18-2 0,-1 0-5 16,3-4-5-16,3-2 2 0,2 1-5 0,0 1 7 15,2 2 5-15,0 2-1 0,-6 1-9 0,-2 2 2 16,-1 4 0-16,-12 0 3 0,10 2 13 0,-10 2-2 0,-7-2-1 16,12 1-1-16,-11 3-2 0,3 0-9 0,2 1-2 15,-12 2-2-15,4 2 3 0,-1 1-8 0,-3-1 7 16,0-4-8-16,1 1 0 0,-1 1-18 0,3 0-6 15,-9 4-9-15,5-2-86 0</inkml:trace>
  <inkml:trace contextRef="#ctx0" brushRef="#br0" timeOffset="147718.56">19037 14857 73 0,'0'0'32'0,"0"0"8"0,0 0 21 15,-2-2 6-15,1 0-18 0,-1 0-5 0,0 0 4 16,0-1-7-16,-2-1-19 0,1-2 12 0,-5-3-12 15,6-2 12-15,-5 2-11 0,-1-2 0 0,3 1 1 16,-1 3-3-16,1-2 0 0,1 1 12 0,-2 1-2 0,3 1 5 16,-1 1-5-16,2 1-8 0,0 0 4 0,0 0-7 15,1 1-5-15,-1 1-3 0,0 0-5 0,0 0 1 16,2 0-13-16,0 0 12 0,0 1-4 0,0 1 10 16,2 0 7-16,0 1-5 0,0 3 6 0,5 9-6 15,6 13 3-15,0 2-3 0,0 2 0 0,0-2-1 16,0 1 3-16,-2-1-7 0,0 0 1 0,0 0-4 0,1 0-7 15,-1-1 4-15,-2 1-6 0,0 2 5 0,-1-4-4 16,-1-4-2-16,-1 1-1 0,-3-5-1 0,1 1 5 16,0-1-10-16,-2-1 7 0,0-6-9 0,-2 0 8 0,0-1-4 15,0-7 4-15,0 1-3 0,0 0 14 0,-2-1-7 16,0-1 0-16,0 0-2 0,0 0 5 0,0 0 1 16,-1 0 0-16,1-2 0 0,-9 2 3 0,-1-2-3 15,7 0 2-15,1 0-4 0,-1 0-2 0,1 0 6 16,0 0 6-16,0 0 1 0,1 0 13 0,1 0-3 15,0 0-8-15,0 0 2 0,0 0-17 0,0 0 1 16,1 0 3-16,1 0 2 0,0-2 8 0,0 0-1 16,1 0 2-16,1 0-3 0,2-2-2 0,7 3-6 0,6-7-1 15,-2-3 0-15,0-6-1 0,-4 8-4 0,0-4 4 16,-4 2-4-16,1 3 2 0,-1-3-2 0,-1 4-5 16,-1-2 3-16,1 1-8 0,-4 1-9 0,0-6-3 0,7 0-2 15,0-4-27-15,-1-3-3 0,-5 1-14 0,-3-1 5 16,-3 1-39-16,-3 2-38 0,-3 1-2 0,5-1-18 15,-31 2-73-15</inkml:trace>
  <inkml:trace contextRef="#ctx0" brushRef="#br0" timeOffset="147851.06">18662 14788 356 0,'-2'0'71'15,"0"-2"-6"-15,-1 0 42 0,-12-5 0 0,0 0-13 0,2 1-18 16,4 2-27-16,0-1 6 0,3 3-12 0,0-2-4 16,3 2-9-16,1 2-5 0,-2-3 1 0,0-1-6 15,1 0-2-15,1 0-4 0,0 1 0 0,2-1-17 16,0-3 7-16,2-6-4 0,7-6 7 0,2 2-3 0,4-1-5 15,17-1 4-15,3 2-6 0,2 1-8 0,2-1-16 16,7 6 0-16,-3 2-9 0,2-1-35 0,-1-14-142 16</inkml:trace>
  <inkml:trace contextRef="#ctx0" brushRef="#br0" timeOffset="148242.91">19444 14939 1161 0,'-2'0'23'0,"0"0"6"0,0 0-13 0,-1 0-14 0,-1 0-1 16,0 0-1-16,0 1-3 0,1 3 7 0,-5 7-6 16,-1 15 2-16,5 2-2 0,4-2 0 0,2 0 0 15,4 0 7-15,1-4-8 0,4 2-4 0,-1-5-1 16,-1-4-1-16,0-2 8 0,-3-8-1 0,10 3 2 15,-1-1-5-15,0-5 9 0,-6 6 0 0,3-1 4 0,-1-1-7 16,5-1 3-16,5-1 4 0,-3-4 1 0,5-2 14 16,-5-2-12-16,-1-3 1 0,2-4-5 0,3-4-5 0,-5 11 14 15,3-13-9-15,-3-1 10 0,-6-1-8 0,0 4 5 16,-5 1 10-16,-1 2-4 0,-3-1 14 0,0 4 6 16,5 0-8-16,-1-2 6 0,-2 0-20 0,-3-2-3 15,-1 0-1-15,-5 0 0 0,-6-2 7 0,-15 2-17 16,-8 0 1-16,-8 2-7 0,-7 0-22 0,-5 5-17 15,-1 0-5-15,1-20-10 0,6 15-63 0,-1 11-118 16,-3 10-73-16</inkml:trace>
  <inkml:trace contextRef="#ctx0" brushRef="#br0" timeOffset="148953.31">17806 16613 375 0,'-2'0'45'0,"1"0"14"0,-1 0 7 16,-2 0-37-16,0 0 16 0,1 0-21 0,-1-2-19 15,0 1 2-15,0 1-7 0,3 0-3 0,-1 0 7 16,0-2-2-16,0 2 6 0,0-2 1 0,2 0-3 16,0 0 6-16,2 0-3 0,0 0 18 0,0 2 0 15,20-1 3-15,2-12-2 0,6 0 0 0,1 0-3 16,7-2 1-16,4-4-1 0,3 1 8 0,7-5 9 15,3-1-5-15,5 2 5 0,1-6-11 0,-1-2-3 16,-3-3-3-16,3-6 0 0,1 0-7 0,2-7 4 0,8 1-6 16,3-5 3-16,7 0-12 0,1 7-1 0,-2-2-1 15,-6 10-1-15,-9 2-2 0,-5 3 1 0,-10 6 1 16,-4 2-2-16,-1 3-3 0,-6 2 2 0,-2 1-1 0,0 3 1 16,-4 1-4-16,-1 5 2 0,-4 0 1 0,-8 1 0 15,3 2-1-15,-12 1-1 0,0 1-11 0,-2-6 4 16,-5 5-24-16,0 1-14 0,-1 0-7 0,-1 0-7 15,0 0-55-15,-2 0-31 0,-2 2-37 0</inkml:trace>
  <inkml:trace contextRef="#ctx0" brushRef="#br0" timeOffset="149201.64">17918 16825 658 0,'-4'0'41'0,"-11"4"-39"16,-26 7 53-16,13-2-22 0,6-1 10 0,9-3-29 15,6-1-2-15,3-2-8 0,0 0-3 0,2-1-2 16,1 1 8-16,1 0-5 0,0 0 20 0,3-2-8 16,27-6 4-16,28-14-4 0,5-8-3 0,13 15-4 15,11-31 1-15,4-7 0 0,2 3 6 0,-6-2 14 16,2 0-4-16,-1-2 8 0,6 0 7 0,14-4-7 0,1-3 9 16,5-6-8-16,-8-4 4 0,-14-3-12 15,1 1-1-15,0 2-4 0,0 6-8 0,5 9-9 0,-5 8-3 16,-6 9 0-16,-10 3-6 0,-12 8 0 0,-10 4-3 15,-7 7-11-15,1 4-122 0</inkml:trace>
  <inkml:trace contextRef="#ctx0" brushRef="#br0" timeOffset="151092.34">27625 13921 111 0,'0'0'22'16,"-2"0"10"-16,0 0 39 0,0 0 9 0,-2 0-9 15,1 0-13-15,-1 0-30 0,0 0 0 0,-1 0-2 16,-5 0-5-16,7 0-8 0,-3 0 4 0,-1 2-6 15,5-2-7-15,-2 2 11 0,0 0-10 0,-5 11 9 0,-6 9-16 16,4 0 5-16,0 6-6 0,2 2 6 0,1 3-7 16,1 2 7-16,1 4-3 0,-1 4 4 0,-1 0-4 0,3 3 0 15,-1 1 7-15,3-5-4 0,1 3 4 0,2-6-9 16,-2-8 0-16,2 5-2 0,0-10 9 0,2-4 18 16,1-2-3-16,1-3 8 0,0-4 0 0,0-2-3 15,-1 0-3-15,3 1-1 0,-1-3-7 0,-3 0 0 16,11-1 2-16,-2-1-3 0,6 2 4 0,0-1 0 15,-2-1-1-15,5 1-1 0,-5-1-3 0,2 0 3 16,1 3-2-16,1-3 1 0,3 1-8 0,-2-3 4 16,6 3 1-16,-1-5 2 0,1 1 11 0,-2-2-13 15,0 0 7-15,4 14-10 0,-2-4-2 0,5-7-3 0,6-5 1 16,-3-2 0-16,5-3-3 0,-2-3 5 0,-7-1-6 16,5-2 5-16,-3-2-3 0,-1-2 7 0,-3 0 0 15,-4 2 2-15,-2 0-7 0,-3 0 0 0,1 9-4 0,-3-16 2 16,2 0 0-16,-6-5 2 0,0-1 5 0,-2-1-4 15,-2 1-3-15,-3-4 18 0,-1-4-3 0,-1 1 9 16,-2-8 1-16,22-2-6 0,-11 1-5 0,-6-5 2 16,-5 5 1-16,-2-1-5 0,-4 0 11 0,-1 2-10 15,-1 2 5-15,-1 0-1 0,-2 2-7 0,-1 2 5 16,-1 0-4-16,-2 1-1 0,-2 1 9 0,0 3-5 0,1 2 16 16,-1 2 0-16,13 4-8 0,-22-4 4 0,1 4-21 15,1 9-4-15,-2 2-3 0,2 7-1 0,1 2-12 0,-8-15-9 16,-3 10 0-16,-3 9-5 0,-10 11-9 0,1 9-8 15,-1-9-8-15,-1 28-2 0,5 5-49 0,2 4-62 16,7 2-25-16</inkml:trace>
  <inkml:trace contextRef="#ctx0" brushRef="#br0" timeOffset="152232.37">30376 15709 400 0,'-2'-2'102'0,"1"0"222"0,-5-1-310 0,-11-7 7 15,4-1-1-15,0 2 4 0,0 1 2 0,8 5-1 16,-5-3-4-16,5 2 1 0,-1 1-15 0,3 1 6 16,-1 0-2-16,2 2 4 0,0 0-10 0,0 0-9 15,-1-4 4-15,-1 1-6 0,0 1 13 0,0 0-5 16,3 0-3-16,-1 2 0 0,0 0 1 0,0 2 2 15,0 2 6-15,-3 12-5 0,-3 12-2 0,4 2 3 16,4 3-5-16,0-1 4 0,4-2 3 0,2-4-3 0,3 0 0 16,0-6-1-16,2 0 4 0,1-3-9 0,-1-2 6 15,-2-6-8-15,13 2 11 0,-3-5 4 0,-4 5 8 16,0-2-3-16,-2-5 8 0,0-2-4 0,3-2-6 0,-1-2 4 16,-6-2 1-16,8-7-7 0,-11-7 4 0,7-12-6 15,-2 0-2-15,-4-1-1 0,3 3 0 0,8 0 0 16,-5 0 4-16,-5 6-3 0,-3-2-5 0,-1 3 1 15,-2 3-10-15,-2 3 10 0,0 0-3 0,0 2 5 16,0 2-8-16,0 2 14 0,0 3-3 0,0 2 6 16,0 2-9-16,-2-1-2 0,0-1 4 0,0 0-5 0,0 1-8 15,2 1-5-15,0 0-7 0,0 0 4 0,0 0-4 16,0 2 17-16,0 0-6 0,2 0 9 0,0 2-3 16,0 0 0-16,-2 0 2 0,9 18-1 0,2 2 1 15,-1 3-5-15,1 2 3 0,0 3-5 0,0 2 6 0,0 1 4 16,4 6-4-16,-2 4 2 0,2 5 2 0,0 2-8 15,-4 0 7-15,-2 1-8 0,-2-3 5 0,-3 0 6 16,-4-1-5-16,0-3 7 0,-4-3-5 0,-1-2 2 16,-2-6-1-16,-5-1 2 0,-1-4 5 0,0-6-3 15,0 0 6-15,-16-1-5 0,-7 1 14 0,-3-5-5 16,2-1 8-16,-9-3-7 0,3-1 13 0,0-5-1 0,-1 0 2 16,9 14-1-16,-3-8-9 0,5-6-10 0,3-5-1 15,4-2-3-15,4-2 3 0,3 0-16 0,5 1-1 16,2-3-7-16,5 2-17 0,3 0-56 0,2 2-9 15,-1-2-20-15,1-1-69 0,2-1-33 0,0-11-85 16</inkml:trace>
  <inkml:trace contextRef="#ctx0" brushRef="#br0" timeOffset="152699.44">30952 16325 683 0,'-2'0'242'0,"0"-1"-349"16,-2-1 293-16,-10-6-166 0,-3-1 10 0,6 5-4 16,1 1 1-16,5 1-4 0,-1 0-6 0,4 2-3 15,1 0-2-15,-3-2-2 0,0 0-19 0,0 0 0 16,3 0 5-16,-1 1-2 0,0-1 13 0,0 0-6 15,0 0 5-15,0 0-4 0,2 0 12 0,0 2-2 16,0 0-7-16,0 0 4 0,2 0-9 0,0 0 18 0,0 2-4 16,0 0 5-16,1 2-15 0,7 12 9 0,1 9-9 15,0 4 8-15,-2 3-9 0,-3 3-2 0,-6 0 3 16,-2 1-3-16,-4-3 12 0,-1-3-7 0,-2-2 4 16,-2-2-7-16,-1-2-3 0,3-6 6 0,0-1-2 0,1-4 3 15,1-2-3-15,0-1 12 0,1-3-4 0,4-3 5 16,-2-1-5-16,1 1 11 0,-1 0 3 0,0 0 3 15,2-3 7-15,1 1-16 0,-1 0-6 0,0 0-2 16,0 0-15-16,0 0-2 0,0 0 3 0,2-2-1 16,0 0 8-16,2-2-5 0,0 0 3 0,2 0-3 0,11-7 0 15,7-4 4-15,0 0-4 0,2 0 3 0,4 0-10 16,-2 2 8-16,4-2-4 0,1 1 4 0,-3 3-12 16,4-2-15-16,1 0 2 0,-7 2-6 0,6-1-5 15,-6 3-22-15,0-2 0 0,5-1-16 0,-1 1-87 0,-6 0-155 16</inkml:trace>
  <inkml:trace contextRef="#ctx0" brushRef="#br0" timeOffset="152924.34">31360 16181 1154 0,'-2'-2'21'0,"1"0"-18"0,-7-9 34 15,-3-6-12-15,2 0 30 0,7 14-11 0,0-3-9 0,2 4 0 16,-2-1-33-16,0-1-1 0,1 2-2 0,-1 0 0 16,2 0-7-16,0 2 4 0,2 0 9 0,-1 2-2 15,7 11 14-15,10 22-13 0,-3 1-1 0,-2-1-1 16,-2 4 6-16,0 2-2 0,1 1 1 0,-3 5-3 16,4 5-9-16,0 5-11 0,2 7-36 0,1 10-9 15,5 11-283-15</inkml:trace>
  <inkml:trace contextRef="#ctx0" brushRef="#br0" timeOffset="198740.97">27842 14207 13 0,'0'0'11'0,"0"0"1"15,0 0 29-15,0 0 3 0,0 0-12 0,0 0-6 0,0 0-27 16,0 0-4-16,0 0 2 0,0 0 3 0,0 0-14 16,2 0-7-16</inkml:trace>
  <inkml:trace contextRef="#ctx0" brushRef="#br0" timeOffset="199266.98">28176 13761 93 0,'-2'-2'18'0,"0"1"25"15,0-1-27-15,1 0 0 0,-3 0-6 0,0 0 4 16,-1-2-1-16,-3 1-8 0,1-1 4 0,-1 0-8 16,7 4-4-16,-9-3 4 0,5 1-5 0,-3 0 5 15,1 0-6-15,-1 2-5 0,1 0-11 0,-4 0-3 0,0 0-80 16</inkml:trace>
  <inkml:trace contextRef="#ctx0" brushRef="#br0" timeOffset="200541.81">26884 14701 9 0,'2'0'6'0,"0"0"4"16,-1 0 27-16,22-4-8 0,1 0 37 0,-2 1-25 15,2-1-6-15,0-2-2 0,4 1-13 0,-2-1 1 0,4 1-7 16,1-1 5-16,1 1-8 0,5-5-2 0,4 1-3 15,-4-2-1-15,6-2-8 0,-2-2 7 0,-2 2 1 16,2 0 2-16,-6 0-5 0,-4 0-8 0,-1-2 6 16,-6 0-4-16,0 12 15 0,-7-16-13 0,0-3 3 0,-2-4-4 15,-2 0 16-15,-2-6-2 0,0 1 2 0,-2 1 1 16,-1-2 27-16,-1 3-7 0,-3-3 6 0,-1 4-9 16,16-3-4-16,-8 1-7 0,-3 0 0 0,-5-1-2 15,-1 1 5-15,-2 0-8 0,0 1 0 0,-4 1-2 16,-1-2 9-16,-3 0-11 0,1 4 7 0,-4-2-9 0,0 2 3 15,-4-3-10-15,0-1 7 0,0 4-6 0,0 4 11 16,6 1-13-16,-21 7-2 0,-3 1-3 0,-2 1 2 16,-8 11-15-16,-2-3 5 0,-3-20-9 0,-2 11 4 0,-2 11 2 15,4 4 3-15,-1 5-1 0,3 4-1 0,1 2 14 16,3 4-6-16,1 0 9 0,-2-1-9 0,6 3 2 16,-4 1 2-16,-3 1-1 0,-5-3 6 0,1 3-2 15,4-1 0-15,-1 2-1 0,2 1-6 0,1-1 4 16,3-2 2-16,9-16 0 0,6 22-2 0,1 2 2 15,7 5-1-15,1 1 3 0,0-3-2 0,4 7-2 16,3-3 1-16,1 2-2 0,5 2-7 0,0 4 8 16,-22 1-10-16,13 3 10 0,7-8-10 0,6 1 5 0,4-4 1 15,1-1-1-15,4 0-9 0,2-7 10 0,2 0 1 16,-7-2 3-16,23-2 2 0,4 0-3 0,6 0 0 16,-2-3-1-16,6 1 4 0,-2 0-3 0,-3 1-4 15,5-3 3-15,-4-1 0 0,0-4-1 0,0-2 1 16,-1-6-2-16,1-5-1 0,2 22 11 0,5-13-2 0,0-9 5 15,1-2-1-15,3-7-1 0,9-6-2 0,-5-2-1 16,3-4 0-16,-3-1 6 0,-10 1 4 0,3-5-1 16,-5 20 12-16,-7-33 13 0,-3-9-10 0,-3-8 8 15,-5-4-19-15,-2-10-2 0,-3-1-3 0,-6-4-1 16,-2 3-12-16,-8 1 2 0,1 6-10 0,-4 6-1 0,24 3-80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6:35:54.9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1159 3137 256 0,'0'0'-52'15,"-2"0"32"-15,0 0 8 0,0-2 15 0,-1 0 55 16,-1 1 7-16,-11-7 7 0,2 3-5 0,-4-3 5 0,4 3-22 16,0-3-16-16,0 1-4 0,2-1-1 0,-4-1-2 15,2 3-12-15,0 1 3 0,-3-3-6 0,3 3 6 0,0 1-7 16,1 0-3-16,3 3 0 0,-2-1-1 0,4 2 2 15,-1 0 2-15,1 0-3 0,-1 0-6 0,5 0 6 16,-3 0-8-16,4 0 7 0,0 0-8 0,-1 0 3 16,-1 0-1-16,0 2 0 0,0-1-2 0,1 1 4 15,-1 0-1-15,2 0 2 0,0 0-8 0,0 0 4 16,1 0 2-16,-1-1 1 0,0 1-3 0,0 0-3 16,0 2 3-16,2-2-3 0,-7 11 1 0,-1 0 1 0,1 2 1 15,1-1 0-15,1 1 6 0,-1 2-8 0,1 2 3 16,1-1-3-16,2 1 8 0,0 1-4 0,0 1-4 15,2 3 0-15,0 0-3 0,0 2 2 0,-1 4 6 16,1-1-3-16,0 3 5 0,0-1-2 0,0 3-3 0,0 5 0 16,0 0-10-16,0-2 14 0,1 2-4 0,1-2 6 15,-2-7-12-15,2 1 4 0,-2-5 0 0,2 0 2 16,2 4 3-16,-2-10 1 0,1 6-7 0,3-1 3 16,-2-7 0-16,1 3-2 0,1-5 4 0,-1 1-4 15,1 2 9-15,-1 1-8 0,1-1 5 0,-1-1-6 16,1-1 6-16,1 0 0 0,1-1 2 0,1 3-1 0,0-2 3 15,1 1-7-15,-1-1-1 0,2 0-2 0,-2-3 0 16,1-1 10-16,-7 0-5 0,10 0 6 0,2-2-9 16,0-1 0-16,2-1 3 0,7-2-1 0,-2 3 9 0,2-5-7 15,-1 1 6-15,-1 1-6 0,2-3-1 0,-5 0 4 16,7-1-3-16,-15-1 4 0,7 0 1 0,7 2-9 16,-7 9 4-16,12 2-4 0,-8-8 5 0,0-3 2 15,1-2-1-15,-7-2 2 0,1 0 2 0,4-4-2 16,-3-2 3-16,3-3-1 0,-1-2-1 0,-7 9 7 15,0-18-6-15,4-3 6 0,-4 1-8 0,1-2 0 0,1 0-4 16,-2 2 2-16,2-1-9 0,-4-1 7 0,0 0-4 16,-1 0 5-16,-1 0-8 0,-2-2 6 0,1 0 1 15,-3-9 1-15,1-3-1 0,-2-4 2 0,-1-3-6 16,1 2 4-16,-2-3-7 0,0 1 18 0,20 5-1 16,-9 1 7-16,-7 1-3 0,-4 7-4 0,-2-2 0 0,0 5-2 15,-2 2-6-15,-2-2-3 0,0 6-1 0,1-1 0 16,-3 1 0-16,0 2 1 0,1 1 0 0,-3-1 1 15,1 1-4-15,0 0 1 0,-1-1 5 0,-1 1-2 16,0 1 2-16,-3-3-6 0,1 1 1 0,0 0-1 16,0-1-3-16,2 6 11 0,-2-1-12 0,1 1 10 0,3 2-10 15,-1 0 5-15,-1 0 3 0,7 3 0 16,-9 5-4-16,-2-1-3 0,-2 4-1 0,2 1 0 0,2-9 2 16,-2 3 2-16,4 3-2 0,-8-1 1 0,2 1-4 0,-1 4 1 15,-1 0 2-15,2 4-2 0,-3 1 2 0,1 1-3 16,-2 3 3-16,-7 2-3 0,8-2 5 0,-8 4-1 15,2-1 0-15,3-1 0 0,-5 2 2 0,8-4 3 16,-7 2-2-16,5-2 1 0,3 1-7 0,-1 1-3 16,3-2 7-16,-2 2-3 0,0 0 4 0,4-1 4 15,2-5-5-15,2 10 3 0,3 4-10 0,1-3 0 16,1 7-9-16,2 3-2 0,-16 2-91 0,5 3-80 16,5 4-41-16</inkml:trace>
  <inkml:trace contextRef="#ctx0" brushRef="#br0" timeOffset="1709.44">2854 4234 55 0,'0'0'37'0,"0"0"5"16,0-1 37-16,0-1-1 0,-2 0-11 0,0 0-20 15,0 0-4-15,1 0-3 0,-1 0-7 0,0-1-4 16,0-1 2-16,0 0-4 0,0 2-2 0,0 1-9 15,1-1 7-15,-1 0-7 0,0 0 6 0,0 0-12 0,0 0-4 16,0 0 0-16,0 1 4 0,1-1-7 0,-1 0 5 16,0 0-8-16,2 0 0 0,0 0-2 0,0 0 4 15,0 1-2-15,0 1 10 0,2 0-9 0,1 0 0 16,3 0-1-16,24 0-4 0,-2 0 6 0,5 0 1 0,8 0 3 16,-6 0-6-16,2 0 7 0,-1 0-9 0,3 0 9 15,1 0-5-15,3 0 1 0,2 0 6 0,1 1-4 16,6 1 3-16,0 0-10 0,6 4 2 0,-6-3-3 15,1 1 12-15,-2 0-5 0,-3 0-2 0,4 1 0 16,-6-1 2-16,-1 0-1 0,-2-1 2 0,-6-1-2 16,4-2 8-16,-1 0-1 0,-1-2 2 0,2-1-2 0,-2-1-6 15,-4-2 9-15,3 1-3 0,-5-1 3 0,4 1-17 16,-5 1 11-16,-4-2-7 0,-12 4 10 0,-3 1-10 16,-7 1 4-16,-4 0 6 0,3-2 0 0,-1 2 32 0,0 0 2 15,-1-2-7-15,1 0 3 0,0 0-25 0,-2 0-13 16,0 1 6-16,-2-1-8 0,-2 0 5 0,0 0 10 15,-6-2-5-15,-25-9 5 0,0 6-12 0,-1 1 2 16,-3 3-4-16,4 1 3 0,-5 0-8 0,3 0 9 16,-2 2-1-16,0-2 2 0,0 2-11 0,0 0 7 15,-2-2-4-15,-8 2 5 0,-7 0-5 0,1 0 9 16,-3-2-7-16,-2 2 5 0,4 0-7 0,-3-1 2 16,3 1 2-16,2-2-1 0,2 0 2 0,5 2-2 0,1-2 1 15,3 2-2-15,0-2 4 0,2 2-5 0,2-2 7 16,-2 2-7-16,-2 0 2 0,0 0 1 0,4 0-2 15,6 0 2-15,3 2-1 0,7 0 1 0,3 0-2 0,1 0 1 16,0 1-4-16,8-1 1 0,0 2-3 0,-1 0 3 16,7-2 1-16,-1 1-3 0,4-1 2 0,-7 9-1 15,3-1 3-15,4-1-3 0,0-2 0 0,2-1 0 16,1-1 3-16,31-1 0 0,5-2 0 0,9 22 0 16,-1-13 0-16,-1-5-1 0,6-6 1 0,2 0-1 15,5-6-2-15,1 1 7 0,5-1-8 0,2-1 6 0,3-1-9 16,4 1 7-16,1-1 1 0,-7 1 3 0,-1-2 5 15,-6-1-12-15,-7 3 8 0,-2 0-10 0,-2 1 11 16,-5 0-10-16,0 1 3 0,-3 1-5 0,1 2 1 0,1 2-1 16,-1 0-10-16,2 4 3 0,-4 2-43 0,1 1-156 15,-5 2-35-15</inkml:trace>
  <inkml:trace contextRef="#ctx0" brushRef="#br0" timeOffset="2834.34">6228 4244 543 0,'0'0'5'0,"0"0"1"0,0-2-11 15,-2 0 0-15,0 0-7 0,0 0 2 0,0 0-1 16,0 2 7-16,1 0-4 0,-1 0 8 0,0 0 2 16,0 0 5-16,0 0 0 0,0 0 25 0,0 0-2 15,1 0 4-15,-3 0 0 0,0 0 26 0,-3 0-21 16,-8-3 13-16,-4-3-15 0,4 2 7 0,-1-1-5 0,3 1-6 16,-10-3 3-16,3-1-14 0,1 3-6 0,3-1 3 15,5 2-4-15,-2 1 0 0,3-1-7 0,-1 0-4 16,6 3-1-16,-5-1 0 0,1 0-5 0,5 2 1 15,2 0-2-15,-1 0 3 0,-1 0-1 0,2 0 1 0,0 0-1 16,0 0 1-16,-1 0 6 0,1 0-3 0,0 0 2 16,-2 0-11-16,1 0 5 0,1 2-8 0,0 0 7 15,0-1 1-15,2 1-3 0,0 0 5 0,2 0-3 16,0 0 1-16,3 0 3 0,23 11-1 0,2-4 2 16,3-2-3-16,-1-1 2 0,1-1 2 0,1-1-1 15,1-2 3-15,2 2 0 0,6-2-4 0,1-2 3 16,1 0-8-16,5 0 6 0,0 0-1 0,8-2 5 0,5 0 3 15,-4-4-8-15,8 3 5 0,-6-3-7 0,-1-1 0 16,-1-1 0-16,-7 3 4 0,0-1-1 0,-2 0 4 16,-3 1-4-16,-3 1-6 0,5 1 3 0,-7-1 0 0,3 2-1 15,-2 0 2-15,-14 0-2 0,-6 2 1 0,-3-2 0 16,-5 2 0-16,2 0 0 0,-1 0 0 0,-12 0 6 16,2 0 2-16,-3 0 2 0,1 0 18 0,-2 0-17 15,0 0 4-15,-2-1-9 0,0 1-6 0,-2 0 1 16,-15-2 1-16,-26 0-1 0,-9 2-2 0,4 0 4 15,-2 4-3-15,-2-1 5 0,2 1-5 0,0 0 2 0,-4-1-1 16,2 1 2-16,-6 2-2 0,-5-3 1 0,2 1-2 16,-11 0 3-16,7-1 4 0,-4 3-5 0,6-2 0 15,3-1-1-15,3 3 5 0,3-2-6 0,4-1 1 16,2 3-4-16,3-2 2 0,2-2 1 0,1 1 0 16,4-1 0-16,5 0 11 0,1-2-11 0,6 0 3 0,4 0-5 15,4 0-3-15,5 0 6 0,9 0 1 0,0 0 1 16,2 0-4-16,-1 0 1 0,1 0-6 0,-2 2 6 15,0 0-8-15,1 0 4 0,1-1 4 0,0 1-1 16,2 0 4-16,2 0 1 0,0 2-3 0,13 5 2 16,23 8-11-16,5-4 5 0,2-6-1 0,-3-1 4 15,1-4 4-15,2-2 1 0,3 0-2 0,2-2 0 0,2-2-4 16,0 0 5-16,4-3-4 0,0-1 5 0,-3 3-8 0,-1-1 2 16,-2 1 2-16,-1-1 0 0,-5 2 8 0,1-1-8 15,-6 1 2-15,-8 0-3 0,3 1 3 0,-8 1-3 16,-4 0 0-16,-1 0-2 0,-7 0 5 0,-2 0-1 15,-3 2 2-15,-4 0-1 0,-1 0 15 0,0 0 6 16,0 0-1-16,-1 0 1 0,1 0-7 0,-2-1 1 16,0-1-3-16,0 0 2 0,-1 0-15 0,-1 0 6 15,0 0-1-15,-1 0 2 0,-1 1-6 0,-2-1 6 16,-9 0-6-16,-11-4 6 0,-4 3-4 0,2 1 0 16,-7-2 3-16,1 0-3 0,-3 1-1 0,1-1 5 0,6 0-5 15,-3 0 5-15,1-1-2 0,-1-1-2 0,1 1 3 16,4-1-4-16,0 1 2 0,0-1-3 0,4 2-2 15,5 3 0-15,2-1-1 0,4 0-2 0,2 2 2 16,1 0-3-16,3 0 1 0,-1 0-18 0,2 0-6 0,1 0-8 16,-1 2-62-16,0 0-19 0,1-1-6 0,1 1-7 15,0 0-71-15</inkml:trace>
  <inkml:trace contextRef="#ctx0" brushRef="#br0" timeOffset="4327.46">4529 2888 27 0,'0'0'9'0,"0"0"-4"0,0 0 4 0,0 0 6 15,0 0-6-15,-2 0 10 0,0 0-7 0,0 0-2 0,0 0-1 16,-1 0 4-16,-1 0 8 0,-2 0 8 0,-14-3-3 16,7 1 7-16,-2 0 1 0,2-2-7 0,2 1 5 15,-8-3-5-15,1-1 1 0,-3-1 3 0,1 1-4 16,-2-1-12-16,-1 3 3 0,-1-1-8 0,4 2 6 16,-4 1-15-16,0-1 2 0,1 2 1 0,-1 0 1 15,4 0 3-15,-3 1-6 0,1-3 0 0,0 2-2 0,-2-2-4 16,1 1 13-16,1-1-7 0,2 2 9 0,-1 0-15 15,3 0 8-15,-3 0-3 0,-1 1 4 0,0 1-12 0,-2 0 14 16,0 0-8-16,-4 0 9 0,-2 0-7 0,0 1-2 16,1 1 2-16,1 2-4 0,0 0-1 0,-4-1 5 15,1 1-1-15,-1 0 3 0,2 1-1 0,1 1-1 16,-1 0 1-16,2 1-1 0,0 0 5 0,4-1-6 16,-2 0 0-16,4 1-2 0,-2 0-2 0,2 3 4 15,-3-1-1-15,3 0 1 0,-2 2 0 0,2 2 2 16,1-2 5-16,-3 2-3 0,2 0-8 0,0 0 4 15,-4 4-3-15,1-2 4 0,1 0 3 0,-2-2-5 0,0 0 2 16,2-2-1-16,-2 0 10 0,0 0-10 0,4 0-2 16,-4 2-2-16,2 0 1 0,1-1 6 0,-4 2-3 15,6-2 4-15,1-1-9 0,-6 2 5 0,5-4 0 0,3 0 0 16,1 1-3-16,0-1 3 0,1 2 0 0,-3 0 1 16,2 0 1-16,4-1 1 0,2-5-3 0,0 8 1 15,-2 4 2-15,4 1-6 0,-2 3 6 0,1-1-6 16,3 1 4-16,0 1 3 0,1 0-4 0,0 1 2 15,1 1-3-15,-1 0 3 0,3 2-4 0,1-2 3 16,-2 0-1-16,2-2 0 0,0 2 5 0,0 2-5 0,1 0 0 16,-16 0 3-16,4 0-4 0,4 2 3 0,3 4-9 15,2-2 7-15,2-1 0 0,1-1 3 0,1-2-7 16,0-2 12-16,0 0-6 0,0-3 7 0,0-3-18 16,0 3 12-16,1-3-8 0,1 1 9 0,0 0 1 0,0-1-9 15,0-1 5-15,0 0-6 0,1-1 9 0,1 1 0 16,2 0-2-16,-3-2 0 0,5 3 1 0,-1-1-6 15,1-1 6-15,1 1-6 0,2 2 3 0,2-1 3 16,-7 1-3-16,16 1 5 0,4 1-5 0,0-6 0 16,6 1-1-16,5-3 1 0,0-2 3 0,4-3 0 15,-2-1-1-15,1-1 0 0,3-2 5 0,5-1-6 0,-3 21 3 16,-4-11-5-16,-4-7 0 0,-2-4 6 16,4-2 0-16,-2 0 2 0,4 0-5 0,0-4 6 0,6-1-6 15,3-1 5-15,2 0-2 0,9-1-6 0,-5 0 5 16,7-3-6-16,-4-1 3 0,-3 0 4 0,3 0-4 0,-10 0 5 15,-5-2-6-15,-1 2 6 0,-2-1-1 0,0 1 1 16,-1-2-11-16,-1 0 8 0,-2 0-2 0,2 0 6 16,0 0-3-16,0 0 1 0,0-2-3 0,-1 1 2 15,-1-1-7-15,-2 0 8 0,-2-2 4 0,1 1 2 16,-3-3 7-16,-3 2-1 0,0 14-2 0,-7-20 1 16,1 1 5-16,-4-4-5 0,-1 0 3 0,0-2-4 15,-2-3 0-15,-4-3-1 0,0 1-1 0,-4-4 1 0,1 1 0 16,-4 3 6-16,-1-1 0 0,18 1 4 0,-8 0 13 15,-8 1-10-15,-1 0 4 0,-4 5-7 0,-2-5-4 0,-2 4-9 16,-1-1-2-16,-3 1-1 0,-1 2-4 0,-2-2 5 16,-2 2-1-16,0 4 3 0,9-3 3 0,-20 5-14 15,0-2 7-15,0 3-7 0,-4 2 13 0,0 1-2 16,-2 1 3-16,-1 0-4 0,3 2-4 0,-4 2-7 16,-1 0-2-16,-2 1-1 0,-2 5 2 0,3 1-3 15,1-16 0-15,3 9 0 0,0 3 1 0,2 6-6 16,1 4 5-16,-3 6-5 0,4 3 1 0,2 4-5 15,0-12 0-15,1 23 0 0,1 0-2 0,4 4-33 0,3 2-6 16,2-1-10-16,3 4-40 0,5 1-66 0,3 1-46 16</inkml:trace>
  <inkml:trace contextRef="#ctx0" brushRef="#br0" timeOffset="5075.57">6094 3146 535 0,'0'-1'10'0,"0"-1"-8"15,0-2 7-15,0-2-2 0,-2-7-6 0,2 6 0 16,0 0 9-16,0 1-6 0,0 0 1 0,-2-1 9 15,0 1-4-15,1 1 6 0,1 3 0 0,-4-4 15 16,0 1-1-16,-13-1 6 0,-10-3-5 0,1 2-12 16,-6-6-4-16,0 3 0 0,1-1-3 0,-4 2 3 0,-2 1 2 15,-1 1-1-15,-1-2-4 0,6 3 2 16,-2 2-10-16,3-14 7 0,2 9-7 0,3 5-6 0,-3 4 8 16,2 5-8-16,0 5-1 0,2 3 6 15,2 2-3-15,0-8 4 0,0 21-10 0,0 0 9 0,-1 3-4 16,-2-1 6-16,-1 0-13 0,2-2 6 0,-2 1 0 15,2 1 2-15,4 3 7 0,1-1-5 0,3 3-3 0,5-1 1 16,-2 1 0-16,-4-3-3 0,6 3 3 0,2-4-3 16,6 5 8-16,3-3-3 0,-17-1 3 0,8 1-4 15,5-1-1-15,5-3 4 0,1 3-5 0,3-1 4 16,7-1-6-16,3-2 4 0,1 0 1 0,3-4 0 16,-11 0-3-16,20-2 0 0,3-1 1 0,5-1 0 15,-3-1 2-15,-1 1-2 0,2-1-1 0,-3-1 0 0,3 1 2 16,1 1 0-16,4-1 1 0,4 1-2 0,2 1-6 15,2 1 7-15,5-1-4 0,5 1 4 0,1-4-1 16,7-1 0-16,-3 0-1 0,1-8 1 0,4 0-5 0,-4-3 3 16,0-4 2-16,-3 26 0 0,-2-15-1 0,-1-10 1 15,3-3 0-15,1-3 1 0,3-3 8 0,-1-1-6 16,2-3-2-16,-2-1-1 0,-1 0-1 0,-5 0 4 16,-3 2 4-16,-9-3-2 0,-4-1 2 0,-2 0 8 15,0-1-5-15,1-3 6 0,-1-2-4 0,-2 1-2 16,0-3 9-16,4-1-8 0,-2 20 2 0,0-24 1 0,-1 0-11 15,-5-3 6-15,-7-3-12 0,4-5 10 0,-4 0 3 16,4 0 0-16,-4-4-6 0,-9-2 10 0,4-3-6 16,-10-3 7-16,0 3-3 0,3 3 21 0,-11 2-9 15,3 4 12-15,18 0-12 0,-10 2-4 0,-7 1 5 0,-7 3-7 16,-1 1-10-16,-3 2 6 0,-3 0-4 0,-1 1 5 16,-1 1-3-16,-4-2-2 0,-1 0-2 0,-3-2 0 15,12-5-5-15,-14 0 9 0,-3 1 3 0,-2-5 2 16,2 2 8-16,-6 0-8 0,1 2-3 0,1 5-3 15,-4 0-16-15,-1 6 6 0,-2 0-5 0,-6 7 4 16,0 8-10-16,-7 7-9 0,-12-24 2 0,-12 22-6 16,-17 16-17-16,-19 15-49 0,-15-14-9 0,-3 54-18 0,-6 7-76 15,-11 4-147-15</inkml:trace>
  <inkml:trace contextRef="#ctx0" brushRef="#br0" timeOffset="8463.23">10422 3609 11 0,'0'0'4'0,"0"0"-5"15</inkml:trace>
  <inkml:trace contextRef="#ctx0" brushRef="#br0" timeOffset="8804.7">10435 3588 10 0,'2'0'4'0,"0"0"0"0,0-2 8 0,-1 1 1 16,1-1-2-16,0 0 2 0,0 0-9 0,2-2 4 15,-1 1-1-15,5-1 2 0,1-5-5 0,0-1 0 16,1 3 1-16,1-2-1 0,0-1 0 0,-4 3-1 15,5-2-6-15,-5 3 3 0,0 1 2 0,-1-1 3 0,-2 0 16 16,-1 1-6-16,-1 1 54 0,0 0-11 0,0 1 3 16,0-1-7-16,-2 2-11 0,0 0-6 0,4 0-9 0,-1-1 1 15,1-1-27-15,0 0 6 0,-1 2-6 16,-1 1 5-16,0-1-7 0,0 0 5 0,0 0 5 0,0 0-1 16,0 0 1-16,-1 0 0 0,1 2 11 0,0 0-3 15,0 0 44-15,0 0-30 0,0 2 1 0,0 0-13 16,-2 0-16-16,0 2 2 0,0-1-4 0,0 10 3 15,0 6-3-15,0 1 1 0,0 5-3 0,-2-1 1 16,0 0-6-16,0 7 8 0,-4 1 0 0,3-1 2 16,-3 8-5-16,4-5 3 0,0 3 0 0,1-2 0 0,-1-3-4 15,0-1 1-15,-2-6 0 0,0-3 0 0,1-2-1 16,-1-1 4-16,-2-1-4 0,1 1 4 0,-1 0-10 0,1-3 3 16,-1-1 0-16,1-2 3 0,1-2 2 0,0-1 1 15,0-3-5-15,1-1 3 0,-1-3-4 0,-3-1-13 16,1 0 0-16,-9 9-8 0,4-5-24 0,-4-1-19 15,4-3-7-15,0 0-5 0,0-2-35 0,-2 0 24 16,0-2-7-16,2-2 16 0,3 1 25 0</inkml:trace>
  <inkml:trace contextRef="#ctx0" brushRef="#br0" timeOffset="9148.9">10249 3958 49 0,'0'0'25'0,"0"0"-4"0,2-2 38 0,0 0-4 15,0 0 5-15,-2 0-7 0,2-1-1 0,0-1 1 16,0 0-2-16,-2 1 1 0,1-5-1 0,1 1 3 0,-2 1-2 15,2-1 4-15,-2 5-33 0,0 0 5 0,2-2-14 16,0 1 7-16,-2-1-23 0,2 2 5 0,0 0-9 16,-1 0 13-16,1 0-8 0,0 1 5 0,0-1-6 15,0 2 4-15,0 0 2 0,0 2-7 0,1-1 4 16,-1-1-6-16,9 4 4 0,0 11 1 0,1 4 1 16,1-3 3-16,-2 3-4 0,2 3-3 0,-2-1 1 15,0-1 0-15,4 0 3 0,-4-1 3 0,-4-2-2 0,1 1 1 16,-1-3-5-16,1-2 3 0,5-2-2 0,-2-1 0 15,-6-5 3-15,3 1-1 0,-6-3 2 0,-1 1-4 0,3-2 8 16,-2-2-3-16,4 4 6 0,-3-2-13 0,-1-2 12 16,4 1-5-16,-3 1 9 0,1-2-7 0,5 0 6 15,-3 0-2-15,3-3 2 0,-1-1-16 0,3-5 10 16,2 1-4-16,-2-10 8 0,-2 1-10 0,-1 0 1 16,-1 0 3-16,1 3-1 0,1-1 3 0,-5 4-4 15,3-2-1-15,-3 1 0 0,3 3-5 0,1 0 2 16,1 3-9-16,-2 4-1 0,3-5-88 0,1 0-158 15</inkml:trace>
  <inkml:trace contextRef="#ctx0" brushRef="#br0" timeOffset="9849.04">13285 3219 15 0,'0'0'11'0,"0"0"38"0,-2-2 10 0,0 0 14 0,1 0 9 15,-1 0-48-15,0 1 1 0,0-1-18 0,0 0-16 16,0 0 10-16,0 0 3 0,1 0 2 0,-1 0 11 15,0 1 6-15,0-1-4 0,0 0 3 0,0 0-25 0,0 0 5 16,1 0 1-16,-3 0 3 0,2 2 7 0,0 0-11 16,-2 0 1-16,3 0-5 0,-1 0-9 0,-2 0 7 15,0 0-7-15,1 0 7 0,-1 2-7 0,2-2-3 16,-7 6 4-16,1 5-2 0,1 13 0 0,1 2 8 16,-1 4-6-16,3 1 6 0,-1 3-11 0,1-3 9 15,2-1-4-15,-17 0 3 0,8 1-7 0,4 1 3 16,3 0 6-16,4-3-3 0,0-5 10 0,0 2-12 0,2 0 0 15,2 0-2-15,1 2 7 0,-1-4-5 0,2 0 4 16,-3-7-5-16,1 2-2 0,0-3 5 0,-1-1-6 16,1 2 5-16,0-4-2 0,-2-4-8 0,0-1 8 15,-2-5-7-15,1 1 12 0,1 0-29 0,0 0-9 0,-2-3-12 16,0 1-54-16,0 0-34 0</inkml:trace>
  <inkml:trace contextRef="#ctx0" brushRef="#br0" timeOffset="10178.44">13079 3562 161 0,'0'0'35'0,"0"-2"52"0,0 1-26 15,0-1-22-15,0 0 3 0,0 0-12 0,0 0-14 0,0 0-8 16,0 0-4-16,0 1-1 0,0-1-7 0,0 0 13 16,0 2-3-16,0 0 8 0,2 0-3 0,0 0 3 15,0 0 6-15,-1 2 0 0,-1 0 25 0,0 1-3 16,2 12-4-16,0 11-1 0,0 4-32 0,-2 3 7 15,0-1-9-15,0 5 9 0,0-4-10 0,0 5-3 16,-2-3 9-16,0-5-8 0,0-3 0 0,2-6 5 16,0-4-8-16,0-6 7 0,0-2-2 0,0-3 3 15,0 1 2-15,0-3 1 0,0-2 10 0,0-1 0 0,0 3 5 16,0 0-2-16,0 0 23 0,0-1 1 0,0-1-5 16,0 0 1-16,2 0-22 0,0 0-1 0,0-2-4 15,0 0 1-15,2-2-15 0,9-6 4 0,7-6 0 0,0 2 2 16,-1-14-5-16,0-5 0 0,3 1 0 0,-4-3 0 15,3 1-1-15,-4-1-3 0,1-1-3 0,-1 3-2 16,0-1-27-16,-1 8-142 0,-5-2-14 0</inkml:trace>
  <inkml:trace contextRef="#ctx0" brushRef="#br0" timeOffset="20146.75">11516 6203 256 0,'-2'-2'34'0,"0"0"-1"16,0 0 25-16,-2-2 5 0,-5-3-20 0,0-1-13 16,-8 1-13-16,0 1-5 0,3 5 1 0,-5-3-9 0,-1 0 8 15,-1 0 0-15,-3-1 1 0,4-1-9 0,1 3 2 16,-5-7 0-16,0 1 3 0,-10-2 6 0,1-2 10 15,-1 0-1-15,1 0 5 0,0 0 2 0,-3-2 10 16,1 0 0-16,2 0 5 0,1 1 0 0,2 1-12 16,-3 0-5-16,-2 1-2 0,-2 3-32 0,-2 2 18 15,-2 1-11-15,-4 4 14 0,1-22-11 0,-3 11 4 16,3 8-3-16,-7 5 1 0,5 0-7 0,-2 3 6 16,1 3 5-16,7-1-1 0,1 5-3 0,3-1-5 0,3 2-1 15,3 0-1-15,0 2 6 0,3 2-8 0,1 2 2 16,1-8-5-16,-1 21 1 0,2 1 5 0,-2 3 1 15,4 1 2-15,0 0 3 0,-1 2-7 0,3 2 3 0,0 0-3 16,-1-1-2-16,1-5 3 0,3 0-6 0,6-3 4 16,3-2-2-16,3 2 1 0,-14-1 3 0,8 1-3 15,4 2-1-15,5 1-8 0,4 1 5 0,3 1-5 16,6-2 7-16,4 2-3 0,4 3-2 0,-17 2 1 16,26 1 9-16,1 4-6 0,-1-4 5 0,2-2-7 15,1 0 5-15,1-4 6 0,3 2-5 0,2-3 4 0,1-3-6 16,2-7 7-16,3-1 2 0,5-5 1 0,4-3 2 15,2-2-7-15,6-4 10 0,3-3-8 0,2-2 5 16,2 25-1-16,1-18-5 0,-3-11 4 0,0-3 4 0,2-5-10 16,4-1 9-16,1-2-9 0,4 0 11 0,-3-2-7 15,1 0 0-15,-4 0-1 0,-5-4-1 0,-3 0 6 16,-5-1-2-16,-1-6 5 0,2-1 7 0,-1 1-9 16,6-4 2-16,4 25-5 0,2-33 0 0,-2-1 1 15,-2-2 3-15,-6 0-3 0,-3 0-1 0,-2 4 2 16,-4-4-1-16,-8 2 1 0,-3-2 3 0,-2-2 1 15,-1 0 0-15,-7 0 1 0,1-1 0 0,-6-3 24 16,-1 1-4-16,-5-5 11 0,-5 1 5 0,-4-2-9 0,-7 2 5 16,22-1-7-16,-12 1-4 0,-12 3-4 0,-6-3-3 15,-5 9 2-15,-4 0-2 0,-5 4-9 0,8 2-4 16,-27 1-1-16,-7 2-14 0,-13 4 4 0,-16 2-1 0,-14 4 0 16,-18 3-7-16,-14 4-12 0,-11 7 3 0,-20-33-7 15,-21 36-8-15,-26 21-13 0,-23 18-13 0,-35-23-1 16,-14 66-68-16,-31 37-127 0,-29 21-132 0</inkml:trace>
  <inkml:trace contextRef="#ctx0" brushRef="#br0" timeOffset="21503.93">880 5677 276 0,'0'0'0'0,"-2"0"0"0,1 0 18 15,-1 0 4-15,-2 0 2 0,0 0-13 0,1 0-7 16,-1 0-7-16,2 0 4 0,-2 0 1 0,1 2-4 0,-1 0 3 16,0 0-4-16,1 0 3 0,1-1-3 0,0 1 1 15,0 0-3-15,0 0 4 0,2 0 29 0,0 0 0 16,2 0 12-16,0-2 0 0,2 0 5 0,-1 0-10 15,19-10 6-15,3-1-24 0,-3-2 13 0,4-2-8 0,-2 0 8 16,0 1-22-16,-2-1 1 0,-1 2 2 0,-1 2-1 16,1-1-2-16,-1 1-7 0,-3 4 6 0,-2 1-5 15,-8 4 2-15,2 1-5 0,1-1-9 0,-3 0 6 16,-3 2 2-16,1 0-6 0,1 0 4 0,-4 0-5 16,2 0 7-16,-1 2-30 0,-3 0 2 0,8 18-23 15,-6 0-116-15</inkml:trace>
  <inkml:trace contextRef="#ctx0" brushRef="#br0" timeOffset="22023.03">2913 5577 228 0,'-1'0'-7'0,"-1"0"-3"0,-9 0 21 0,-15 0-2 0,-2 0 10 15,0-2-10-15,6 2 5 0,-4-2 11 0,7 0-5 16,1-1 18-16,1 1 10 0,0-2-1 0,0 0 4 15,4 2-5-15,2-1-3 0,0-1-15 0,4 2 8 16,1 0-27-16,4 2-5 0,0 0-4 0,-1-2-1 16,-1 1-16-16,0-1-4 0,2 0 4 0,1 2-4 0,-1 0 6 15,2 0 0-15,0 2 1 0,2 0 0 0,-1-1 6 16,9 5 8-16,21 11-3 0,1-4 5 0,9 0 1 0,9-4 22 16,2-3-6-16,9-5 10 0,-3-2-10 0,-1-7 1 15,-1-1 1-15,-2-4-1 0,0-4 3 0,-1-1-6 16,5-5-6-16,3 3 0 0,-5 1-11 0,0 1 3 15,-3 3 4-15,-6 2-2 0,-3 2 6 0,-5 2-4 16,-3-1 5-16,-7 3-4 0,-4 1-1 0,-5 1-7 16,-5 1 1-16,-4 2-2 0,-4 0 5 0,-1 2 1 15,-2 0 6-15,-1 0-1 0,1 0 21 0,0 0-3 0,-2 0 2 16,0 0-3-16,-1 0-7 0,-1 0-15 0,0 0-5 16,-1 0-1-16,-1 0-8 0,-2 2 0 0,-2 0 3 15,-12 5-2-15,3 1-3 0,-2 1-41 0,2 0-3 16,14-9-22-16,-3 6-93 0</inkml:trace>
  <inkml:trace contextRef="#ctx0" brushRef="#br0" timeOffset="22805.46">6118 5659 493 0,'0'-2'3'0,"2"0"11"0,0 0-9 0,0 0-4 16,0 0 5-16,-1 0-4 0,3 1 8 0,0-1-7 15,0 0-2-15,-1 0-1 0,-1 0 3 0,0 0 41 0,0 0-11 16,0 1 19-16,0-1-12 0,-2 0-21 0,0 0 7 15,-2 0-12-15,0 0 6 0,0 2 9 0,-20-3 0 16,-8 1 2-16,2 0-9 0,6 2 3 0,-4 0-8 16,9 0 6-16,2 0-9 0,0 0-9 0,8 0 7 15,1 0-9-15,5 0-4 0,-3 0-19 0,0 0 1 0,0 0-3 16,3 2 13-16,-1 0 4 0,2-1 5 0,2 1-1 16,1 0 7-16,23 4-1 0,15 1 3 0,-2-3-1 15,4-4 7-15,3-4-7 0,1-5 1 0,5-4-1 16,3-2 3-16,3 0-6 0,5-2 2 0,2 1-2 15,0-3 8-15,4-1-11 0,-4-1 4 0,-2 1-5 16,-4 1 6-16,-9 3-6 0,1-1 5 0,-7 2-4 0,1 4-1 16,-8-2 10-16,0 0-12 0,-4 2 9 0,-1 2-13 15,-6 3 11-15,0 2-5 0,-11 2 6 0,0 1-7 16,-8 1 5-16,-3 0-1 0,-1 0 4 0,1 0 6 0,0 0 3 16,-2 0 3-16,0 0-3 0,-2 0-8 0,0 0-4 15,-2 1 2-15,-19 7-3 0,-18 5-7 0,-5 4 6 16,-8-1 3-16,-4 7 2 0,-5 1 8 0,-8 0-10 15,-3 2 1-15,-8-6-2 0,-2 1 0 0,2-5 6 16,4-1-4-16,6-2 5 0,5 0-9 0,5 0 7 16,3 0-9-16,5-2 8 0,3 0-10 0,1 1 6 15,4-3-4-15,5-2 5 0,1 1-4 0,11-5 3 0,8 1 2 16,4-2-2-16,4 0-4 0,4-2-12 0,5 0 5 16,0 0-10-16,-2 2 2 0,2 0 5 0,1-1 3 15,-1 1 2-15,2 0 11 0,2 0 2 0,1-2-5 0,38 11 3 16,0-3-9-16,2-5 12 0,3-3-7 0,2 0 10 15,1-2-6-15,3-3 2 0,0-1-1 0,1-1-1 16,3-2-6-16,4-1 9 0,1 1 0 0,-5 0 3 16,-1 1-6-16,-5 1 1 0,-7-1-2 0,2 1 1 15,-10 1-6-15,-5 1 1 0,-3-1 0 0,-8 3 3 16,-2 1 5-16,-6 0-3 0,-2 0 3 0,-3 2-3 16,-3 0 13-16,1 0 10 0,0 0-2 0,0-2 3 0,-3 0-14 15,1 0-9-15,0 1 3 0,-2-1-5 0,-2 2-3 16,0 0-6-16,-9-2-3 0,-26 0 0 0,-4 2-3 0,0 4-13 15,-1 1 3-15,-3 1-7 0,8 1-9 16,-8 1-108-16,1 1-6 0,7 0-61 0,-10 2-283 0</inkml:trace>
  <inkml:trace contextRef="#ctx0" brushRef="#br0" timeOffset="23554.67">3069 5748 425 0,'0'0'-5'0,"0"0"5"0,0 0 3 15,2 0-2-15,0 0 9 0,9-2 7 0,23-2 0 16,5 0 4-16,5 1 0 0,6-3 17 0,8-3-17 16,5 0 1-16,8-4-5 0,1 1 13 0,2-2-6 0,-3-3 2 15,-4-2-4-15,-10 1 3 0,-5-5 13 0,-3 3-7 16,-3-2 7-16,-1-1-10 0,-6 3-1 0,-2-2 3 16,-4 3-4-16,-1 2-5 0,-6 5-9 0,-2-1 2 15,-9 5-5-15,3-1-11 0,-10 5 8 0,-5 2-1 16,1 0 5-16,0 1-5 0,-1-1 3 0,-1 0-2 0,0 0 2 15,-2 0-8-15,0 2 8 0,-2 0-10 0,-20 0 10 16,-19 6-3-16,-5 7-1 0,-3 3 12 0,-4 5-9 16,-1-1 6-16,-2 2-2 0,-3-1-5 0,-4 1 4 15,-2-1 1-15,-4-3-3 0,2-1 5 0,2 0-5 16,2-4-7-16,7 1 4 0,6-2-3 0,6-1 4 16,3-2 7-16,7 0-9 0,3 1 4 0,3-3-5 15,2 0 5-15,7-1 2 0,1 0-4 0,8-5 3 0,5-1 2 16,-1 0-10-16,3 2 2 0,-1 0-5 0,0 0-10 0,2-2 6 15,0 0 4-15,2 0 2 0,0 0 19 0,2 0 1 16,2-2-6-16,20-7 2 0,11-4-11 0,6-4 6 16,2 0-3-16,7-1 1 0,2-1-8 0,4 1 4 15,5-1-3-15,-3 1 3 0,-3 1 4 0,-3 2-7 16,-5 0 2-16,-3 2-4 0,-5 0 0 0,-7 4-3 16,-6 1 3-16,-6 1-3 0,-1 1 1 0,-6 3-12 15,2 1 2-15,-4 2-6 0,-2 0-3 0,-3 0-36 16,-1 0-1-16,1 0-23 0,-2 0-125 0,-1 2-56 0</inkml:trace>
  <inkml:trace contextRef="#ctx0" brushRef="#br0" timeOffset="23957.31">5875 5681 519 0,'0'0'27'16,"0"-2"-31"-16,0 0 30 0,0 0-16 0,0 0-8 0,0 1-5 16,0-1 1-16,0 0-2 0,0 0 14 0,0 0 0 15,0 0 0-15,0 0-1 0,0 1 2 0,0-1 6 16,0 0 0-16,-2 0 3 0,0 0 9 0,0 0 7 15,1-1 2-15,-1-1 0 0,0 0-2 0,0 0-14 16,0 1 1-16,0-1-6 0,0 0-11 0,2 2-7 0,0-3 1 16,0-1-2-16,0 3 8 0,0 1-7 0,19-4 4 15,22-16-4-15,3 7 1 0,5 4 0 0,3 5-3 16,-4-3 3-16,4-2 0 0,0 0-3 0,5-6 4 16,5 0-2-16,5-1 4 0,3-3-2 0,4 3 0 15,-5-4 1-15,-4-1 13 0,-4 1-4 0,-5 0 13 0,-8-1-8 16,-3 3 26-16,-6 3-8 0,-4 1-1 0,-1 1-2 15,-5 2-2-15,-5 3-14 0,-5 3-2 0,-4 1-4 16,-6 3-8-16,-1 1 1 0,-5 2-2 0,1-2-1 16,0 0-9-16,-2 2-12 0,-1 0 3 0,-1 2-8 15,-1 2-13-15</inkml:trace>
  <inkml:trace contextRef="#ctx0" brushRef="#br0" timeOffset="25838.78">15374 6949 72 0,'0'0'38'0,"0"-2"-9"15,0 0 27-15,0 0-1 0,0 1-28 0,-2-1 6 16,0 0-1-16,0 0-1 0,1 0-7 0,-1 0 8 0,0 0-1 15,0 1 1-15,-2-3-13 0,1 2 6 0,-5-2-2 16,-3-1 4-16,2-1-9 0,-4 1-1 0,2 1-4 16,-4 0 3-16,0 2-2 0,4 2-11 0,-6 0 2 15,2 0-5-15,2 2 0 0,0 4 3 0,4-1 2 0,3-1 0 16,-3 15 0-16,3 3-3 0,3 9-4 0,-16-3 0 16,10 2-5-16,5 2-18 0,6-6 12 0,7 0-12 15,2-4 22-15,1-4 11 0,25 1-4 0,4-4 7 16,5-2-11-16,-1-4 7 0,3-1-1 0,4 1 2 15,5-4-1-15,8 1 5 0,8-2-3 0,5-2 3 16,7 31 2-16,4-24 4 0,2-9 8 0,-3-5-5 16,-3-6 7-16,0-1-13 0,1-1 1 0,7 0-3 0,3-1 2 15,1-1-4-15,1 0 4 0,-11 2-2 0,-5 0 9 16,-10 2-8-16,-3 0 2 0,-2-1-3 0,-2 1 5 0,-2 2 10 16,-3-2 0-16,-10 0 4 0,0 1 9 0,-9 1-4 15,-8 0-2-15,0 0 0 0,-7 1 1 0,-7 3 5 16,-2 1-3-16,-10 2 4 0,1 0-11 0,-5 0-16 15,1 0 3-15,0 1-8 0,-1-1 4 0,1 0-25 16,-2 0-5-16,0 0-11 0,0-2-34 0,0 1-202 16</inkml:trace>
  <inkml:trace contextRef="#ctx0" brushRef="#br0" timeOffset="202179.12">26347 5781 407 0,'-2'-2'0'0,"0"0"5"15,1 1 66-15,-1-1-6 0,-2 0-2 0,0 0-21 16,1 0-21-16,1 0-21 0,0 0 4 0,0 1-7 16,0-1 1-16,0 0 0 0,0 0 4 0,1 0-2 15,-1 0 6-15,0 0 0 0,0 1 2 0,0-1 0 16,0 0 12-16,0 0 41 0,1 2-5 0,-1-2 16 0,0 2-14 16,2-2-25-16,0 0 1 0,0 1-8 0,2-1-10 15,0 0-7-15,3 0 0 0,17-5-1 0,6 1-4 0,4 2-4 16,1 1-1-16,6-1 1 0,2 2 9 0,4 2-8 15,-3 0 2-15,3 0-3 0,-8 0 5 0,0 0-3 16,0-2 4-16,-5 0-6 0,1 0-2 0,-3-1 10 16,-2-1-6-16,-2 2 7 0,-4-2-12 0,0 1 6 15,-3 1-3-15,-2 0 3 0,-2 2-6 0,-4 0 2 16,-4 0 3-16,-1 0 0 0,-3 0 5 0,-1 0-3 16,2 0 4-16,0 0-3 0,-1 0 4 0,-1 0-8 15,0 0-3-15,0 0-1 0,-2 0-7 0,-2 0-1 0,0 0 0 16,-9 0 0-16,-19 4 3 0,-3 1 6 0,-2 1-2 15,-2 1 4-15,-4 1-7 0,-4-1 10 0,-3 1-6 16,2-5 7-16,1 1-9 0,0 0 8 0,1-1-3 16,5-1 4-16,-2 0-5 0,4 0-3 0,5 0 7 0,1 0-4 15,5 0 3-15,0 1-2 0,2 1 1 0,5-2-1 16,0 2 0-16,5-3 4 0,1 1-4 0,2 2 4 16,3-2-4-16,4-2 0 0,1 2-3 0,-1 0 2 15,0-1-2-15,1 1-1 0,1 0 7 0,0 0-4 16,0 2 3-16,0-1 8 0,2 1-5 0,0 0 7 0,2 0-4 15,0-4-5-15,26 14 3 0,7-2-4 0,0-5 0 16,6-1-1-16,0-5-1 0,13-1 1 0,-4 0 6 16,2 0-3-16,2-1 2 0,-6-3-2 0,2 0 3 0,-5 0-2 15,-3 1 4-15,-6-1-3 0,-3-2 10 0,-5 3-1 16,0-3 1-16,-4 2-1 0,0-1 9 0,-2 1-9 16,-3 0 7-16,-1 1-8 0,-1-1 1 0,-6 2-2 15,-3 0 1-15,-3 2 1 0,-1 0 7 0,0 0-1 16,-1-2-2-16,1 1-1 0,0 1-11 0,0 0-19 15,-3 0 0-15,1 0-7 0,0 0-15 0,0 0-69 16,0 0-10-16,0 0-35 0,-2 0-168 0</inkml:trace>
  <inkml:trace contextRef="#ctx0" brushRef="#br0" timeOffset="203490.31">29264 3874 86 0,'0'0'20'0,"0"-2"-1"0,0 1 30 0,0-1 2 0,0-2 0 16,0 0-12-16,0 1-5 0,-2-9-4 0,0 3 3 15,1 2 0-15,-1-1-2 0,2 5-3 0,-4-9 0 16,0 5-12-16,1-2-2 0,-3-4-2 0,0 2 0 15,-1-2-4-15,0-4 10 0,-1 2-7 0,3 4 8 16,-1 0 0-16,-1-4 7 0,1 2-1 0,0 0 1 16,1 2-1-16,-3-4-2 0,3 6 4 0,-1-1-6 0,1 1-9 15,3 5-3-15,-4-3 0 0,3 1 1 0,-7 1 2 16,3 1-12-16,1 2-1 0,-1 0-2 0,-2-5 11 16,-3-1-6-16,-6-1 4 0,-3 4-5 0,1 3 1 0,-4 2 4 15,0 2-2-15,1 3 2 0,-1 3-11 0,-7 5 3 16,-1 1 1-16,-3 5 1 0,2 0 11 0,5-16-11 15,-2 21 0-15,4 4-3 0,0-2 3 0,4-2 1 16,-1 1 0-16,3-1 0 0,1 4 4 0,5-8-9 16,-1 6 6-16,2-4-7 0,-2-3 9 0,0 3-2 15,0-3-3-15,0-1 1 0,0 3 0 0,2-1 5 16,-1 2-2-16,1 1 1 0,1-1-3 0,-2 4-2 0,-1 0 1 16,2 2-4-16,0 0 2 0,3 1 5 0,7-1-2 15,-3 4 4-15,1-3-2 0,1 1-2 0,-2 0-2 16,-12-2 0-16,7 1-2 0,5-1 3 0,4 2 5 15,2-4-2-15,2 0 7 0,2-2 4 0,3 2-2 16,1 0 0-16,3 0-11 0,-2-2 1 0,4 2 1 0,2 2 1 16,-2-6 6-16,2 1-6 0,-13-3-1 0,20-1-1 15,-2-1 1-15,1 1-2 0,1-1 8 0,0-1-4 16,2-2 11-16,2 0-14 0,-1 0 6 0,1-2-6 16,1-2 12-16,3 0-8 0,4 0-3 0,-1-4 0 15,0 3 6-15,3-5-3 0,-5-1 4 0,4 0-3 0,1 16 1 16,-3-7 0-16,1-5-4 0,-3-5 2 0,-1-3-6 15,-2 0 7-15,1-2 2 0,-3 1 1 0,-1-3-8 16,-5 0 1-16,-1-1 2 0,-3-1 1 0,1 0 15 0,2-1 1 16,-3 0-1-16,1-3 0 0,0-1-10 0,-2 0 4 15,-1 4-5-15,3-10 5 0,0-4-5 0,-2-1 0 16,1 2 2-16,-3-10-1 0,2 4 4 0,0-4-7 16,-2-7 7-16,-2 6-6 0,-2-8 13 0,-1 0-7 15,-1 3 3-15,-5-1-3 0,6-2 9 0,14 2-3 16,-9-2-1-16,-8 2-1 0,-5 2-8 0,-1 3 2 15,-3 1-5-15,-4-1 4 0,-1 2-8 0,-4 1 2 16,0 1-2-16,-2-2 0 0,-3 0-2 0,14 1-2 16,-26-1 3-16,-1 0-3 0,-1 4-1 0,-3 2 0 0,-6 0-5 15,-7 0 2-15,-6-2-11 0,-7 7-27 0,-8 1 2 16,-5 10-12-16,-6 6-12 0,-4-31-17 0,1 31-5 16,3 11-11-16,4 14-65 0</inkml:trace>
  <inkml:trace contextRef="#ctx0" brushRef="#br0" timeOffset="205646.21">18404 2424 41 0,'0'0'6'0,"-2"0"7"0,0 0 1 0,1 0 3 0,-1 0-3 15,0 0-8-15,-2 0-6 0,0 0 1 0,-10 0-4 16,1 0 5-16,-4 0 10 0,0 0-7 0,6 0 8 15,-4-2 5-15,-2 0 16 0,3 1 6 0,-5-3 1 16,0 0 5-16,-5-1-6 0,4-1-4 0,-1 0 0 16,-5-1-11-16,6 0-9 0,0-1 8 0,-1 3-9 0,1-1 3 15,1 2-14-15,-1 1-4 0,1 1 0 0,3 0 0 16,-1 0 0-16,-2 0 7 0,3 2-6 0,-3 0 4 0,2 0-3 16,-1 2-2-16,-1 0 4 0,1 0 13 15,1 0 19-15,0-1-4 0,0 1 9 0,1 0-2 0,-1 2-16 16,2-2 0-16,0 0-6 0,0 1 0 0,2-1-11 15,-5 4 2-15,3-3-6 0,2 1-3 0,-2 2 5 16,6-3-4-16,0 1 6 0,-8 4-13 0,6-3 6 16,-2 1 1-16,-4 3 2 0,8-3 6 0,-2 1-10 15,-1 0 4-15,3-1-5 0,0-4-2 0,-6 9 9 16,6 4-7-16,-4-2 7 0,5 0-6 0,-3 0 1 0,2 4-1 16,-2-3 2-16,-10 3 8 0,6-2-7 0,-3 2 4 15,7 3-7-15,2-1-6 0,-1-3 7 0,-1 3 1 16,0-2 4-16,2-1-3 0,-1 3-1 0,1-2-2 0,2-1 2 15,1 5 0-15,2-3-1 0,-10 5 3 0,2-1-1 16,5 0-1-16,1 2 0 0,3-1-1 0,3 3 1 16,2 3 0-16,-1-5 0 0,3 1 0 0,0-3 0 15,0-4 5-15,-1 1-5 0,3 3 0 0,-2-7 0 16,1 4 0-16,1 1 4 0,-1-3-4 0,3 1 4 0,-1-1-10 16,-1 0 10-16,1 0-4 0,1-3 8 15,-1 1-6-15,2 2-4 0,1-2 3 0,1 2-2 0,0-1 5 16,-9-1-2-16,9-2 1 0,4 2-1 0,-2-4-1 15,3-2 7-15,-3 3-4 0,2-5 6 0,6 0 0 16,-8-1 0-16,5 0 1 0,-7-3 0 0,2-1 8 0,4 0-9 16,0 0 3-16,-1 0-5 0,3 11 5 0,-6-6-7 15,4 1 6-15,-2-5-5 0,-1-1 9 0,5-2-2 16,-2 0 1-16,3-4 1 0,-1-1 0 0,1-4-3 16,1-1 0-16,1-3-1 0,0-2 0 0,0 10 4 15,1-16-6-15,1 3 4 0,-4-3-12 0,4 3 12 16,-1-1-4-16,-5-1 6 0,3 1-14 0,-7-3 2 0,7 2-4 15,1-3 2-15,-1-3 0 0,1 0-2 0,-9-2 7 16,2-3-5-16,-2 1 2 0,-4-5 1 0,2-2-6 16,-3 3 4-16,3-1 0 0,-2 4-4 0,6-1 1 15,-10-1-2-15,3 1 0 0,-6 2 8 0,14 2-1 0,-4 4 3 16,-5 4-6-16,-3-1 3 0,-2 3 0 0,-2 1 0 16,0 2 4-16,0 2 0 0,-4-2-2 0,0 4 0 15,-1-2-8-15,-1 2 8 0,-1 2-2 0,-1-2 5 16,-9 1-6-16,-9 1 2 0,2 0-3 0,0 0 2 15,-7-3-8-15,6 3 10 0,1 0-3 0,-4 0 5 16,4-1-9-16,-2 1 7 0,-1-4-5 0,2 2 6 0,1 2-6 16,4-1-1-16,-2 3 0 0,1-1-1 0,-1 3-1 15,1-1 1-15,1 3 1 0,0-3-1 0,-1-1-1 16,1 5 3-16,-3-2 0 0,5-9 1 0,-3 4-4 0,-3 1-1 16,2 5-2-16,-6-1 0 0,0 4-3 0,4 0 3 15,-2 4 4-15,-4 3-1 0,4 0-1 0,-5 5-2 16,-1-1-2-16,3 0 2 0,-3 2 4 0,2 0 3 15,4 0-3-15,0 2 3 0,2 0-9 0,6-2 4 16,-1-10 2-16,4 14 1 0,0 2 3 0,2-1-8 16,0 3 4-16,2-3-4 0,0 3 12 0,2 1-9 15,0 0-1-15,3 6-2 0,-1 2 1 0,3 1 0 16,2 1-3-16,0-1 3 0,0 1 5 0,-16 0-2 0,5 5-1 16,5-4-3-16,6 2 3 0,2 2 1 0,0-5 0 15,4 0 0-15,2-5 2 0,-1-1-4 0,1-1 4 16,1-5-4-16,1 0-5 0,-3-3 5 0,3-2 0 15,-1-2 1-15,2 2-1 0,-1-4 0 0,-3 0-1 0,12 0 1 16,2-1-1-16,3-1 3 0,2-2 1 0,4 1 0 16,-4-3 0-16,6-1 0 0,0-2-1 0,-6 0 0 15,4 16 0-15,-1-7-1 0,-1-5-4 0,8-2 3 16,-1-4 4-16,-3 0-5 0,0-4 5 0,-4 0-5 16,-4-1 8-16,0-1-4 0,0-1 1 0,-3-1-2 15,3-1 7-15,-3 0-7 0,-1-1 4 0,-1 1-4 0,0-2 4 16,0 0-2-16,-1 9-2 0,-1-13 1 0,0-3 2 15,-2 3 2-15,0-4 0 0,-4 1 0 0,1-3-5 16,-5-5 6-16,3-5-2 0,-7-3 3 0,1 1-8 0,0-1 7 16,20-3-3-16,-10 0 5 0,-7-7-2 0,-5-1-6 15,-4 4 7-15,-3 2-7 0,0 4 4 0,-3 5 4 16,-1-1-3-16,0 5 3 0,0 1-6 0,2 9-4 16,-3-1 1-16,3 4-3 0,7 4-4 0,-9 3-20 15,0 2-19-15,2-3-1 0,1 3-75 0,1 1-7 16,-1 1-10-16,-1 2-4 0,0 2-93 0</inkml:trace>
  <inkml:trace contextRef="#ctx0" brushRef="#br0" timeOffset="206412.87">18586 2684 42 0,'0'0'9'0,"0"-2"-1"0,-2 0 15 15,0 1-10-15,1-1 5 0,-1-2-21 0,0 0 1 16,0 1 5-16,0-1-3 0,0 0 1 0,0 0-3 0,1 3-2 16,-1-1 2-16,0 0 7 0,0 0 33 0,0 0-5 15,0 0 13-15,0 0-15 0,1 1 12 0,-1-1-5 16,0 0 9-16,-2 0 13 0,0 0 6 0,1 0 0 0,-1 0-2 15,2 1-21-15,0-1-12 0,0 0-3 0,1 0-3 16,-1 2-16-16,0 0-5 0,0 0-2 0,0 0 1 16,0 0 5-16,0 0-1 0,1 0-1 0,-1 0-1 15,0 0-1-15,0 0 8 0,0 0-2 0,0 2 3 16,2 0-3-16,0 0 0 0,0-1-2 0,0 1 0 16,0 0-3-16,0 0-2 0,0 0-2 0,0 2 0 15,0-1 0-15,0 5-3 0,0 3 5 0,0 0-5 0,0-2 8 16,0 1-2-16,0 1-4 0,0 0 1 0,0 2-6 15,0-2 6-15,0-2 1 0,0-1 3 0,0 1 1 0,0 0-6 16,0-1 1-16,0 1-3 0,0 2 2 0,0-2 2 16,2 4-2-16,-2-5 1 0,0-4-4 0,2 5 15 15,0-4-1-15,0 5 5 0,0-5-6 0,-2-1 7 16,1 0 1-16,1-1 1 0,2 5-5 0,-2-4 5 16,0-1-8-16,1 1 8 0,1 0 3 0,0-2-4 15,-2-2 3-15,5 3-3 0,2 1 0 0,1-2 4 16,1 0-5-16,2-2 3 0,2 0-14 0,0 0 6 0,-1-2-6 15,3-2 5-15,0-1-11 0,3-3 6 0,1-1 1 16,1-2 0-16,2-4-3 0,8-4 6 0,-1 1-2 16,4 14 3-16,1-18-5 0,1-2 10 0,2-1 0 15,-4-1 3-15,2-1-7 0,-1-3-3 0,-3 0-1 16,2 0 1-16,-3 1 3 0,1-1-8 0,-1 0 7 0,-1 2-7 16,-1 1 6-16,-2 2 1 0,0 1-3 0,1 2 3 15,-3-4 4-15,-1 2-14 0,-5 3 5 0,2 1-9 16,-1 5 2-16,1 2 2 0,-2-2-5 0,-7 4 1 15,6 4-34-15,-6 5-197 0,4-9-64 0</inkml:trace>
  <inkml:trace contextRef="#ctx0" brushRef="#br0" timeOffset="208551.99">9050 3943 57 0,'0'0'15'0,"0"0"19"15,0-2 18-15,-2 0 2 0,0 0-7 0,0 1-23 0,1-3 0 16,-1 0 3-16,-2 0 1 0,-3-1 9 0,-5-3-3 15,-2-1-5-15,-5 0 2 0,0 1-8 0,-3 1-7 16,0 0 4-16,5 5-6 0,-7 0 2 0,0 2 1 16,-2 4-2-16,-2 1 0 0,2 3-9 0,0 3 0 15,0 2-2-15,-2 3 2 0,2-14 2 0,-2 21 2 16,-1-1-5-16,-1 0 3 0,2 2-11 0,-2-1 13 0,1 1-8 16,-3 2 11-16,-1-2-14 0,-4 2 19 0,-4 0 0 15,0 0 5-15,2 2-21 0,0 3 9 0,2-1-8 16,-2 7 9-16,0-2 0 0,2 8-7 0,5 0 2 15,2-2-5-15,4 1-6 0,4 1 7 0,2 0-3 16,1-2 4-16,0-4-6 0,6-8 0 0,2 1 1 0,4-4 1 16,1-2 4-16,3-2 0 0,-1-1-4 0,-9-3 1 15,4 1-6-15,3-4 4 0,2-2 3 0,3 0-1 16,-1 2 9-16,2 0-6 0,0-1 1 0,2 1-4 16,1 0 2-16,3-2 2 0,1 0-5 0,1-2 3 15,1 0 3-15,-4-1 2 0,12 1 7 0,2-2-5 0,1 0 3 16,2-3-4-16,6 3 5 0,-4-3-5 0,6 3-4 15,4-1 10-15,-5-3-9 0,5-1 8 0,-6-2-15 16,5 1 8-16,2 18 0 0,-3-10 6 0,5-2-1 0,-5-7 4 16,-1-2-3-16,1-4 4 0,-4-1-5 0,1-4-7 15,3-3 1-15,-1-1-2 0,3-1 7 0,-1-3-6 16,1 0 5-16,1-1-6 0,2-5 3 0,6-1 1 16,5 0-1-16,8-4 1 0,-4 4 3 0,0-2-11 15,-2 0 1-15,-7 2-2 0,-1 22 10 0,-3-24-6 16,-5 0 2-16,-7-4-5 0,1 3 6 0,-4 1-6 15,-1-6 2-15,-1 4-4 0,-2 0 7 0,-3-3 8 16,-2 1-1-16,0-2 2 0,-2 1 3 0,0-3 5 0,-2 1 3 16,-2 0-1-16,-1-3-14 0,-5 5 12 0,-1-3-11 15,17 5 12-15,-8-1 0 0,-5 2-6 0,-5 0 5 16,-1 2-6-16,-3 2 5 0,-5 0-1 0,-3-2-2 0,-2 2 1 16,-2 0-2-16,13 0 0 0,-20 1 0 0,-6 1 0 15,0 2-4-15,-5 3-6 0,-4 0 4 0,-10 8-6 16,-6 3-9-16,-12-22-36 0,-11 21-4 0,-12 16-12 15,-5 15-38-15,-9-14-44 0,-7 55-12 0,-21 20-31 16,-21 23-259-16</inkml:trace>
  <inkml:trace contextRef="#ctx0" brushRef="#br0" timeOffset="-214726.36">23497 12597 256 0,'0'0'52'16,"0"-2"-21"-16,0 0 17 0,0 1-4 0,0-1-37 15,0 0-5-15,-2 0 2 0,0 0-3 0,1 0 2 16,-1 0-10-16,0 1 7 0,0-1 1 0,2 0 1 15,-2 0 4-15,0 0 0 0,0 0 8 0,1 0-3 0,1 1 30 16,0-1-6-16,-2 0 2 0,2 0-5 16,-2-2-7-16,0 1-10 0,2-1-1 0,0 0-2 0,-2 2-11 0,0 0-3 15,0 1 1-15,2-1-1 0,0 0 5 16,-1 0-2-16,1 0 0 0,0 0-1 0,0 0 6 0,0 1-6 16,0 1 0-16,0 0 0 0,0 0 0 0,0 0-1 15,1 0 2-15,1 1-1 0,0 1 5 0,2 0 1 16,1 0 1-16,18 11-1 0,-1-2-6 0,11 6-3 15,3 0 2-15,-1-3-2 0,4 1 6 0,0 0-2 16,2 0-5-16,7 2 3 0,-3-2 0 0,3-2 1 16,6 0 3-16,3-2-1 0,5-2 2 0,6-3-1 0,1-3 4 15,5 1-2-15,4-4 7 0,-4-2 5 0,3-2-2 16,-7-1 3-16,-1-3-9 0,3 3 6 0,4-3 1 16,6-1 2-16,2 2 10 0,8-4 0 0,-1-1-3 15,-7 1 1-15,0 2-4 0,-8 2 4 0,-2-1-2 0,4 4 1 16,0 1-11-16,2-1 7 0,3 0-4 0,3 2 4 15,-3 1-14-15,-1-1 3 0,-4 2-8 0,-4-2 7 16,1 2-6-16,1 0 4 0,5 0 1 0,12 0-2 16,-2-2-2-16,2-4-3 0,-6 1 3 0,-12-4-4 15,2-1 3-15,1 1 4 0,2 2-7 0,4-3 6 16,-1 3-3-16,5-1 0 0,-5 1 2 0,-5-2-3 0,2 3-7 16,-11 2 8-16,-1 1-5 0,-1 1 4 0,-4 0-7 15,8 2 5-15,0-2 6 0,1 0-3 0,4 0-2 16,-5 1 3-16,-1-1-6 0,-9-2 6 0,1 0-1 0,-7-1-2 15,-3 1-1-15,-3-2 0 0,-3 1-4 0,-1-1 3 16,-3 1 2-16,1-1 0 0,2 1 1 0,-8 1 4 16,0-2-3-16,-9 3 4 0,-4-1 4 0,4-2 12 15,-4 3-1-15,-4-1 3 0,4 0-18 0,-11 2 4 16,-3 1-10-16,-3-1 6 0,-1 2-10 0,-4 0-4 16,-1 0-3-16,3 0-2 0,0 0-14 0,0 0-25 15,-1 0-5-15,-1 0-10 0,0-2-26 0,0 0-17 0,0 0-8 16,0 0-10-16,-2 0-79 0</inkml:trace>
  <inkml:trace contextRef="#ctx0" brushRef="#br0" timeOffset="-214271.42">28588 12172 301 0,'0'-2'65'0,"-2"-2"144"16,-1-9-173-16,-3-11 31 0,1 4-7 0,1 3 11 15,-2-5-32-15,3 7-10 0,1 2-3 0,0 4-3 0,0 1-8 16,2 3-7-16,-2-1 2 0,2 2-4 0,0 3-4 16,0-1-2-16,-2-2 0 0,0 0 0 0,1 2-1 15,-1 1-5-15,2-1 4 0,0 0-3 0,0 0 5 0,0 0 6 16,0 2-7-16,0 0 6 0,0 0-5 0,0 0 8 16,0 0 8-16,0 2 0 0,0 0 11 0,2 0-6 15,-1 1-6-15,1 1 2 0,15 11-6 0,7-2-8 16,2 4 6-16,8-2-7 0,3-1 10 0,2 1-12 15,5-2 2-15,-1 2-4 0,-2 0 7 0,-4-2-4 16,4 2 4-16,-6-2-4 0,2 2 4 0,2 0-4 16,-5-1-1-16,1 1-1 0,-2 2-6 0,-3-2 7 15,-4 2 0-15,0-1 3 0,0 3-2 0,-2-1 2 0,-2 5-4 16,-1-3 1-16,-1 2-7 0,-3-3 5 0,-2 1 3 16,-4-1 1-16,2-1 1 0,-6 1-3 0,-1-2-1 15,-4-4 0-15,7 0 1 0,-1-2 10 0,-5 0-1 16,-1-2 6-16,-2 2 5 0,-2 2 20 0,-3 0-3 0,-3 6 8 15,-31 3-13-15,-7-3-13 0,-12 11-7 0,-16-1 1 16,-11 3-12-16,-16 1-1 0,-12 3-7 0,-6 1 0 16,-5 4-37-16,-4 1-30 0,-4 1-16 0,-9-2-23 15,-2 3-233-15</inkml:trace>
  <inkml:trace contextRef="#ctx0" brushRef="#br0" timeOffset="-209244.19">30037 14051 25 0,'0'0'0'0,"0"0"0"0,0 0 7 0,0 0-2 16,0-2 2-16,0 0 5 0,1 0 0 0,1 1 15 15,0-1 3-15,0 0 2 0,0 0 17 0,0 0 11 16,0 0-2-16,-1 0 4 0,-1 1-4 0,0-1 2 16,0 0-2-16,0 0 0 0,0 0-16 0,0 0-8 15,0 0-3-15,0 1-2 0,0-1-5 0,0 0-12 16,0 0 6-16,0 0-9 0,0 0-9 0,0 0 0 0,0 1-6 15,0-1 6-15,0 0 0 0,0 0-2 0,0 0 3 16,0 0-1-16,0 2 2 0,0 0-3 0,0 0 1 16,-1 2-2-16,-1 0 6 0,0 0-5 0,0 2 1 0,2-3-2 15,-6 14 9-15,1 0-2 0,-1 0-2 0,1 2-2 16,1-2-8-16,0-2 5 0,1 3 5 0,1-3 0 16,-2 4-3-16,2-2 0 0,0-2 0 0,2 2 2 15,0 0 16-15,0-6-14 0,0 4 10 0,0 2-9 16,0-8 25-16,2 6-10 0,0-4 2 0,0-3-4 15,2 3-5-15,-3-1 1 0,1-5 1 0,0 3 1 0,0-2 9 16,2-1 2-16,-1 1-3 0,1 0 3 0,0 0-3 16,-2-4-5-16,3 1 8 0,1 1-7 0,1 0 2 15,1-2-13-15,-1 0 2 0,-1 0-4 0,1-2 1 16,-3 0-3-16,1-1-1 0,1-1 0 0,-1-9-8 0,-1-2 6 16,0-3-5-16,-2 1 6 0,1 4-2 0,-1-2 5 15,0 4-4-15,7-2 2 0,1-2-6 0,-7 6 2 16,1-1 0-16,0 1 0 0,-4 5-1 0,2-1 1 15,-2 1 2-15,0 2-2 0,0 0-12 0,0-1-3 16,0-1 5-16,0 2-3 0,0 0 5 0,0 0 5 16,0 2-4-16,-2 0 6 0,0 0 0 0,0 2-1 0,-2 2 0 15,1 2-1-15,-7 14-1 0,1-1 7 0,2 1-5 16,-1 4 5-16,3-2-6 0,1-1 6 0,-2-1-4 16,5-5 4-16,-1 2-7 0,-9-2 4 0,1-1 0 15,5-2 0-15,1 1-4 0,2-6 4 0,2 0 6 16,0 1-3-16,0-4 1 0,0 3-3 0,0-1 4 0,0-5-3 15,0 3 1-15,2 0 0 0,0 0 0 0,0-1 2 16,0-1 9-16,1 0-4 0,1 0-2 0,4 0-1 16,1-2-7-16,0 0 2 0,2-2 4 0,-2-2-2 15,-3 0 8-15,0 1-9 0,-1 1-4 0,-3-11 0 16,0 0-4-16,9-4 6 0,-2 0 0 0,-5 8 2 16,0-4 2-16,-4 6 1 0,0-1 1 0,0 5-2 15,0-1-7-15,0 0-1 0,-2 1-3 0,0 1 2 0,0 0 2 16,0 0 4-16,-1 2 0 0,-9 2 1 0,-1 3-6 15,2 3-3-15,0 3 3 0,4 7-3 0,-1-1 12 0,3-2-6 16,3-4 4-16,-5-2-4 0,1 1 0 0,0-1 0 16,5-3 0-16,1-3 0 0,-2 3 11 0,0-2-1 15,2-1 3-15,0 1-1 0,0-2 11 0,0 0-11 16,0 0 1-16,2-2-4 0,0 0-2 0,-1 0 1 16,3-2-3-16,0 0 1 0,0-2-6 0,5-7 3 15,4-8 1-15,-6 5 0 0,1-3 1 0,-3 2 0 16,1 0 1-16,-3 0 0 0,1 2 4 0,-2 6-7 0,-2 1 2 15,0 1-4-15,0-1 5 0,0 3-6 0,0-1-1 16,0 0-3-16,0 0-6 0,0 3 0 0,0-1-3 16,0 0 2-16,0 0 1 0,0 0 4 0,0 2 6 15,-2 0-5-15,0 0-1 0,0 2 9 0,1 0-7 16,-1 2 9-16,0-1-4 0,0 3-1 0,0-1 4 0,0 1-4 16,2-4 2-16,0 0-3 0,-2 1 0 0,1 1-1 15,-1 0 2-15,0 0 7 0,2-1-1 0,0-1 1 16,0 2-12-16,0-2 7 0,0 0-3 0,0-1 6 15,0 1 1-15,0 0-7 0,0 0 6 0,0 0-5 16,0 0 4-16,0-1-7 0,0-1-4 0,0 2-1 16,0 0-5-16,0 0 2 0,0 0-1 0,0 0 2 0,0 0 10 15,0-2-8-15,0 0 6 0,0 0-7 0,0 0 14 16,0 0-5-16,0 0 0 0,0 0-2 0,0 0 2 16,0 0 1-16,0 0 0 0,0 0 1 0,0 0-2 0,0 0-2 15,0 0 2-15,0 0-4 0,0 0 4 0,0 0 0 16,0 0 5-16,0 0-3 0,0 0-1 0,0 0 2 15,0 0-5-15,0 0 4 0,-2 0-1 0,2 0-1 16,0 0-1-16,0 0 0 0,0 0-3 0,0 0 8 16,0 0-4-16,0 0 3 0,-2 0-5 0,2 0 0 15,0 0 4-15,0 0-3 0,0 0 1 0,0 0 1 16,0 0-1-16,0 0 1 0,0 0 3 0,0 0-4 16,0 0-2-16,0 0-1 0,-2 0 3 0,2 0 0 0,0 0 1 15,0 0-1-15,0 0-4 0,0 0 4 0,0 0 0 16,0 0 1-16,0 0-2 0,0 0 4 0,0 0-4 15,0 0 3-15,0 0-7 0,0 0 9 0,0 0-1 16,0 0 3-16,0 0-13 0,0 0 11 0,0 0-5 16,0 0 6-16,0 0-13 0,0 0 10 0,0 0-5 0,0 0 6 15,0 0-3-15,0 0 0 0,0 0 2 0,0 0-3 16,0 0-1-16,0 0 4 0,0 0-2 0,0 0 3 16,0 0-3-16,0 0 0 0,0 0 1 0,0 0-1 15,0 0-6-15,0 0 9 0,0 0-5 0,0 0 6 16,0 0-9-16,0 0 4 0,0 0 2 0,0 0 0 0,0 0 5 15,0 0-6-15,0 0-1 0,0 0-1 0,0 0 2 16,0 0-1-16,0 0-1 0,0 0-1 0,0 0-3 0,0 0-9 16,0 0-3-16,0 0-5 0,0 0-30 0,0 0-15 15,0 0-17-15,0 0-1 0,0 1-78 0,0 1 19 16,0 0-33-16,0 0 21 0,0 2-68 0</inkml:trace>
  <inkml:trace contextRef="#ctx0" brushRef="#br0" timeOffset="-208710.56">30087 14575 24 0,'0'0'11'16,"0"0"-1"-16,0-2 11 0,0-2 1 0,0 2 1 15,0-15 20-15,0 3 0 0,0-3 2 0,0-2-3 0,0 3-10 16,0 6 18-16,0-3-4 0,0 4 10 0,0 3-6 16,0-7-6-16,0 10-3 0,0-1-1 0,0 0-4 0,0 2-17 15,0-1-1-15,-2 1-6 0,0 0-4 16,0 0-1-16,0 0 1 0,0 2-1 0,-1 0 7 0,1 0 2 15,-7 6-2-15,1-1 0 0,3 18-5 0,1-5-2 16,-11 3 5-16,6-1-3 0,3-3 21 0,2-4-7 16,3-2 6-16,1-4-5 0,0-1 10 0,0 0 7 15,0-3-6-15,0-1 5 0,3 2-9 0,1-2 3 16,16 7 4-16,5-3-2 0,2-5-4 0,1-4-17 16,2-5 2-16,-2-3-7 0,0-2-7 0,-6 0 2 0,0 11-2 15,-5-24 3-15,0 6 0 0,-6-1 0 0,-4 1 2 16,-1 1-1-16,-4 3 1 0,1-1-1 0,-1 2 0 15,6 4 0-15,-3 0-7 0,-1-2-1 0,-4 5-1 16,0 1 2-16,0 0-7 0,-2 3 3 0,-2 0-8 0,-5-1 7 16,-13-6 2-16,-4 3 6 0,3 6-3 0,-3 2 2 15,2 2-5-15,2 2 0 0,2 3 5 0,1 1-3 16,4-1 6-16,4-1-5 0,2-1 0 0,5-3-1 16,0 0 1-16,2-2 1 0,-1 4-1 0,-1-1 1 15,0 1-11-15,3-2 6 0,-1 0 0 0,0 1 3 16,0-1-5-16,0 0-10 0,2 0-4 0,0 0-7 0,2 2-77 15,0-1-165-15,0 1-45 0</inkml:trace>
  <inkml:trace contextRef="#ctx0" brushRef="#br0" timeOffset="-207200.41">30285 15191 742 0,'0'-2'30'16,"0"0"6"-16,0 0-10 0,0-1-6 0,0-1-8 16,0 2-9-16,0 0 1 0,0 0-10 0,2 1 7 0,0-1 0 15,0 2-2-15,0 0 6 0,0 2-5 0,1-1 1 16,1 1 2-16,0 0 0 0,-1 2 0 0,1 0-2 16,2 3 12-16,1 4-12 0,2 2 12 0,1 0-11 0,-5-4 4 15,3 4 6-15,-1-1-1 0,1 1 12 0,-3-2-7 16,1 0 1-16,-1 2-4 0,3 2-9 0,-1 3-4 15,-1-1 3-15,-3 0-1 0,1 1 10 0,0 1-12 16,0-1 3-16,-3 1-4 0,1 0 2 0,0-1 1 16,-4 1-2-16,0 1 1 0,-1-1-3 0,-1-1 2 15,0 3 2-15,-3 1 1 0,-1 0 5 0,-3 0-1 16,0 3-1-16,0-3 1 0,-2 4-1 0,0 0-6 16,2-2 4-16,-2 2-4 0,2-2 9 0,0 0-4 15,-2-1-5-15,0-1 2 0,0 0-5 0,0 0 5 0,0-1-2 16,11-1 4-16,-15-7 1 0,2 4-2 0,0 0 1 15,0-6-2-15,1 4-2 0,-1-4 4 0,0 4 0 0,0 1 2 16,-2-1-4-16,1 2-4 0,-1-2 2 0,-3-2-2 16,1 2 4-16,0-2-2 0,-1-4 6 0,1 2-4 15,-5-3 14-15,4-3-4 0,-2-3 0 0,-1 13-1 16,3-4 8-16,-8 0-1 0,-2-4-2 0,4-3 1 16,-2-2-1-16,-1 0-3 0,5-2 2 0,-6 0-5 15,0 0-10-15,0 0 4 0,-1 0 2 0,-1 0 1 16,1 0 2-16,3 0-5 0,-2 0-4 0,2 2 0 0,1 0 0 15,1-2 0-15,-2 1 3 0,-4 1-1 0,1 0 5 16,-3 0-2-16,1 0-3 0,-1 0 0 0,-5 0-10 16,-2-1 13-16,1-1-3 0,-5 0 7 0,6 2-7 0,0 2-5 15,-2 0 4-15,4-1-4 0,-2-1 10 0,2 0-5 16,2 0 0-16,-1 0-2 0,5 0 1 0,1 0 4 16,-1 1-5-16,1-1 3 0,-4 0-1 0,5-2-1 15,-1 0 5-15,2 0-5 0,2 0 3 0,0 0-3 16,0 0 0-16,0 0 0 0,-4-2 8 0,-1 0-10 15,-3-1 3-15,3-1-4 0,-1 0 10 0,3 2-11 16,-5-1 7-16,-3-1-8 0,2 2 5 0,1 0 1 16,-1 0-2-16,4 0 3 0,-3 2-2 0,3-1 1 0,1-1-3 15,0 2 2-15,2 0 6 0,-1 0-12 0,-3 0 6 16,2 0-6-16,-5 0 14 0,3 0-9 0,-1 0 3 0,-4 0-3 16,2 0 3-16,-6-2-3 0,2 0 3 15,-4 0-3-15,2 0-2 0,-1-1 6 0,-1 1-5 0,6-2 5 16,1 2-8-16,1-2 2 0,-2 1 2 0,0-1 1 15,0-2 7-15,0 3-8 0,1 1 0 0,1 0-2 16,-4 2-2-16,0 0 5 0,-5 0-1 0,-1 0 2 16,2-2-4-16,-5-1 2 0,0-1 0 0,-2 2 2 15,3 0-2-15,3-2 4 0,5 1-3 0,-2-1 4 16,0-2-4-16,2 3-5 0,0-3 4 0,-2 1-4 0,4 1 4 16,-2-2 2-16,-4 1 0 0,-1-1 0 0,-10 1-4 15,4-1 4-15,3 2-2 0,-3 1 3 0,6-1-1 0,-10-2-2 16,2 3 0-16,3 1-1 0,3 0 4 0,3 2-4 15,1 0 3-15,-1 0-4 0,2 0 2 0,-2 2 0 16,1 0-1-16,-1-1 1 0,0 3-5 0,-5-2 5 16,0 0 0-16,3-2 2 0,-1 0 4 0,-1 0-3 15,1 0-6-15,-2 0 3 0,1 0-6 0,5 0 9 16,1-2-2-16,-2 0 3 0,4 0-9 0,0 0 4 16,-2 1 5-16,2-1-2 0,-2-2 6 0,-1 2-10 0,-1-2 2 15,-2 3-2-15,-1-1 6 0,-1 0-3 0,3-2 0 16,1-1 1-16,-1-3-1 0,3 3 1 0,-2-1 0 15,2-1 2-15,4-1 9 0,-2 1-11 0,2-1 8 16,2 3-7-16,-1-3 9 0,3 3-8 0,-2-3 1 16,1 3-3-16,-3-3-2 0,0 1 6 0,0-2-7 0,-8-1 6 15,5 1-8-15,-3 2 1 0,-2-3 2 0,4 1 0 16,-3 0 1-16,3-1 7 0,0-1-9 0,4 0 7 16,0-2-8-16,0-2 8 0,1-1 2 0,1-3 1 15,4 17-4-15,1-22 15 0,2-2-4 0,2 2 7 16,-2 0 6-16,4 0-11 0,-2 1 1 0,6 1-6 0,-4 3 2 15,1 1-10-15,1-1 8 0,-2 3-10 16,2-1 3-16,1 4-3 0,-1-2-3 0,3 6 0 0,-1-4-2 16,-2 2 2-16,-1 0 0 0,3-1 0 0,5 3 0 0,-4-2 1 15,3 4-2-15,-1-1 3 0,0-1 5 0,2 1-9 16,1-3 4-16,-1-2-5 0,0 2 8 0,0-2-2 16,0 2-1-16,6 2-1 0,0-2-4 0,-1-2 6 15,3-2-3-15,-1 0 4 0,1 0-11 0,3 0 8 16,-1 2-2-16,3 0 4 0,0 8 0 0,0-8-1 15,0 1 1-15,-1 3-2 0,-1-6-1 0,0 6-2 16,2 2 2-16,-3-3-2 0,1-1 3 0,0 6 3 16,1-3-2-16,-1 4-1 0,0 1-9 0,0-3 11 0,1-1-3 15,-1 1 6-15,2 2-9 0,-2 3-1 0,3-1 2 16,-3-2 0-16,0 0 3 0,0 1-3 0,1-1-3 16,1 2-1-16,0 0-4 0,0 0-15 0,0 0 8 15,1 1-10-15,-1-1 6 0,0 2-32 0,0 0-2 0,0 2-15 16,2-1-63-16,0 3-52 0,0 5-18 0,4 12-16 15,5 3-133-15</inkml:trace>
  <inkml:trace contextRef="#ctx0" brushRef="#br0" timeOffset="-206633.28">23614 15592 685 0,'0'0'157'0,"0"-2"-221"16,-2 0 185-16,0 1-105 0,1-1-12 0,-1 0 3 16,0 0-3-16,0 0 2 0,0 0-16 0,0 0 17 15,-1 1-7-15,-1-1 9 0,0 2-18 0,0 0 12 0,1 0 0 16,1 0 4-16,-13 3-3 0,2-1 33 0,-2 2-6 15,0 0 19-15,2-1 21 0,-3 1-19 0,-1-2 10 16,-2 0-14-16,1 0 2 0,-3 0-24 0,1-2-1 16,-1 0-7-16,-1 1-2 0,0 1-7 0,-2 0-1 0,-2 0-2 15,-4 2-8-15,2 1 9 0,0-1 0 0,4 0 3 16,2-1-9-16,0 1 10 0,-4 2-6 0,2-1 8 16,-2 1-4-16,0-3 10 0,0 1-3 0,-2 0 3 15,-2 0-15-15,2-3 6 0,4 1-6 0,-2 0 6 16,4 0-1-16,-4 2-6 0,0-1 2 0,0 1-5 15,0 0 1-15,5-2 5 0,-1 1-5 0,7-1 4 0,2 0-12 16,0 0 10-16,6 0 0 0,-3 0 3 0,5 0-6 16,1-2 0-16,2 0-4 0,0 0 0 0,-1 1-10 15,-1 1 6-15,2 0-3 0,0 2 4 0,0 0-1 0,1-1 2 16,1 1 2-16,0 3-1 0,1 1 10 0,5-1-3 16,11 1 0-16,14-1-2 0,6 1 0 0,-3 1 0 15,-3 0 2-15,3 0 0 0,-3 1-2 0,7-1 3 16,-1 2-4-16,-4-2 2 0,1 3-1 0,-3 1-2 15,-3-4 3-15,2 4-1 0,-3-4 8 0,-2 0-5 16,1 6 3-16,-2-5-2 0,-2-1 10 0,-2-2 1 16,-1-1 3-16,-4-4 0 0,0 9 4 0,-4-4-13 0,0-1 0 15,-2-2-5-15,1-1-2 0,-1 1-2 0,-2 0 1 16,3 1-2-16,-5-1-12 0,1 0-69 0,-3-2-23 16,1 3-32-16,-2 29-230 0</inkml:trace>
  <inkml:trace contextRef="#ctx0" brushRef="#br0" timeOffset="-202050.75">32634 4246 20 0,'0'0'12'0,"0"0"10"0,0-2 38 16,-2 0 13-16,0 0 0 0,0-2-7 0,2 2-23 15,-9-12 7-15,0-1-1 0,2 2 20 0,-1 0-46 0,1 0-1 16,-1 0-12-16,1 2 10 0,-1 0-8 0,1-1 7 15,1 3-9-15,-1 0 0 0,5 0-1 0,-9-1-4 16,0 1 2-16,0 3-4 0,-2-3-3 0,0 4 0 16,-4-1 0-16,-2-1 8 0,1 3-7 0,-3 0 8 0,1 2-9 15,-2 0 3-15,-2 1 1 0,-4-18 1 16,-2 6 0-16,0 4 3 0,-1 3-8 0,1 2-1 0,-2 3 0 16,-5-1 7-16,2 0-6 0,-4 2 6 0,0 0-6 15,0 2 3-15,0 1-3 0,-2 3 0 0,4 1-1 16,4 5 1-16,1-1 1 0,2 0-2 0,3 2 2 15,-1 2-1-15,0 1 8 0,0 1-8 0,0 2 6 16,2-16-8-16,0 20 3 0,2 1 5 0,-4 2-3 0,-2 0-7 16,3 3 4-16,-1-1-2 0,2 4 4 0,3 3 5 15,-1-1-13-15,0 3 10 0,2 4-9 0,5-6 12 16,4 8-6-16,4-3-1 0,-2 1-1 0,-2 2 1 0,2 0 2 16,0-4-6-16,1 2 4 0,-1-4 1 0,-2 0-6 15,4 2 11-15,1 3-10 0,1 5 12 0,-19 3-14 16,11 2 2-16,6 4-5 0,9 3 16 0,4 1-10 15,3-1 4-15,4 0-6 0,2-5 7 0,4-2 2 16,-2-9 0-16,3-2 0 0,-3-6-6 0,4 0 5 16,-16-3-1-16,20-2 4 0,6-1 4 0,-1 1 0 15,-2-2 3-15,2-2-2 0,0 0-2 0,0-4-5 16,-2 0 3-16,2 1-3 0,-2-3 5 0,1-1-2 0,3-1-1 16,0-1 2-16,0-2 6 0,-3-2-8 0,7-4 6 15,1-5-6-15,2 0 10 0,0 18-4 0,8-9-3 16,-6-11 1-16,2-4 3 0,2-4 2 0,-5-3 2 0,3-4-2 15,4-4-7-15,-1-5 9 0,-1 20-1 0,0-29 4 16,0-3-6-16,-1-5-2 0,1 0-2 0,2 0 1 16,-5-2 1-16,3 0 0 0,-2-5 2 0,2 0-1 15,-2-8 8-15,-3-9-11 0,-2 0 5 0,-10-8-6 16,2 2 11-16,-2 1-5 0,-6-3 4 0,0 2-4 0,-3-1 7 16,-8-1-5-16,-1-7-6 0,-6-9 0 0,33-11-9 15,-26-10 9-15,-16-2 0 0,-10 10 2 0,-7 7 2 16,-4 15 4-16,19 6 1 0,-41 1-1 0,-8 1-7 0,-12-5-15 15,-5 1-8-15,-10 4-1 0,-13 10-13 0,-31 12-9 16,-21 16-1-16,-26 23-6 0,-14-26-19 0,-29 53-49 16,-13-7 2-16,-24 77-38 0,-25 12-205 0</inkml:trace>
  <inkml:trace contextRef="#ctx0" brushRef="#br0" timeOffset="-186990.83">12477 14771 256 0,'0'0'-73'0,"0"0"40"0,0 0-8 0,2 0 4 0,0 0 60 16,0 0 2-16,0 0 18 0,0 2 5 0,0-2 7 15,-1 0 32-15,1 0-48 0,0 0 2 0,0 0-18 16,0 0-15-16,0-2 0 0,0 1-1 0,1-1 0 16,1-2 5-16,2-7-12 0,5-6 10 0,0-3-10 15,-2-1 3-15,0-3 8 0,3-2-6 0,-5-2 6 16,0 2-11-16,1-3 7 0,-6-1 2 0,1-2 5 0,18-1 24 15,-8-4-8-15,-6 1-1 0,-5 3-4 16,-2 0-2-16,-2 3 1 0,-1 2-2 0,-3 4 1 0,-1 0-5 16,-1 5-3-16,-1 1-2 0,0-1-2 0,1 4-8 0,-1 2 3 15,1 2 8-15,5 4-4 0,-10 1 3 0,0 2-7 16,0 3-6-16,0-9 1 0,0 3-1 0,0 1 1 16,0 3-2-16,0 1 1 0,-2 2-5 0,0 3-7 15,0 5-2-15,0 5-14 0,2 35-116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6:42:01.6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15036 1737 200 0,'-2'0'22'0,"0"-2"-1"0,0 0 39 16,-1 1-15-16,1 1 14 0,-7-8-16 0,-3 1-19 15,1-1 5-15,4 5-12 0,-2-3 6 0,5 4-9 16,-2-2 14-16,3 3-11 0,-1-1 11 0,0 0 4 16,0 0-8-16,3 2 7 0,-1 0-6 0,0 0-9 15,-2-2 5-15,0 0-5 0,1 0 8 0,1 1 4 16,0-1-8-16,0 0 5 0,0 0-5 0,0 0-9 15,1 0 9-15,-1 2-9 0,2 0 7 0,0 0-17 16,2 0 2-16,-1 0-5 0,3 0 11 0,9 0-6 0,8 2 3 16,6 0-5-16,1 2-6 0,4-1 3 0,7 3 1 15,0 0 1-15,2-1-2 0,5 1 6 0,-3-1-5 16,1 1 5-16,3-2-8 0,-1 1 3 0,1-1 0 16,3 0 1-16,0 1-7 0,6 1 7 0,3-1-1 0,2 1 3 15,2-2 4-15,6 1-4 0,0-1-2 0,-2 1 0 16,3 1-9-16,-5 0 9 0,0-1 0 0,4 1 3 15,0-1-3-15,3 1 3 0,6 1-4 0,7 3 4 16,1-3-6-16,5 0 7 0,-4 1-7 0,-3-3 7 16,1 3-6-16,0-1 1 0,5 1 4 0,4-3-3 15,5 1-1-15,3-1 1 0,-2-1 2 0,-3 0 2 0,-5 0 4 16,-1 1-6-16,10 1-4 0,1 1 0 0,5 1-3 16,-1-1 4-16,-2-1 5 0,-3-1-2 0,-3 1 0 0,6-1 0 15,4 3 0-15,5-5 1 0,0 3 3 0,-1-2-3 16,-7 1-2-16,-3 1 0 0,-1-1-1 0,8 3 4 15,3-1-3-15,1 1 3 0,2-1-4 0,-9-1 3 16,-4 3-3-16,2-2 3 0,7 3-8 0,6-7 5 16,0 1 5-16,-2-2-2 0,-7-2 3 0,-6 4-4 15,0-2-3-15,8 1 1 0,5 1 5 0,6 0-7 16,-4-2 6-16,-6-2-6 0,-7 0 5 0,4 0 0 16,3 0-1-16,4 0 1 0,4 1-4 0,-6-1 1 0,-5 0 2 15,-6 0 1-15,-3 0 1 0,5 0-5 0,3 4-4 16,3 0 1-16,-2-4 4 0,-8 2 0 0,-9-2 3 15,-2 2-3-15,4 3-2 0,1-1 4 0,5 1-5 16,-3 1 5-16,-3 0 1 0,-7-5-3 0,-3-1 6 0,-5 0-6 16,2 2 0-16,4 0 5 0,-8 2-5 0,7 0 6 15,-7-3-7-15,-3-1 3 0,-1 0 0 0,-11 0 4 16,1 0-1-16,-7 0-8 0,-4 0 2 0,-1 0-3 16,-8 0 14-16,-1 0-8 0,0 0 4 0,-2 0-6 15,-2 0-3-15,-5 0 7 0,-6 0-4 0,-8 2 6 16,-1-2-6-16,0 2 3 0,-4 0 4 0,-6-2-1 0,-5 0 3 15,2 2 2-15,-1 0 4 0,1 0 2 0,0-1 31 16,-2 1-23-16,0-2 4 0,-1 0-11 0,-1 0 1 16,-1 0-11-16,-1 0 3 0,-11 0-6 0,-19 0-2 0,-9-2 4 15,-5-1-1-15,-6-3 3 0,-2-1 3 0,-2-3-10 16,-3 1 4-16,-8 2-5 0,-3 1 9 0,-8-1-5 16,-8-1 5-16,-1 1-7 0,-8-2-2 0,2-1 3 15,1-1-3-15,-5-2 5 0,-3 4 1 0,-8 0 3 16,-7-1-5-16,-6 3 3 0,1-1-6 0,-1 3 6 15,0-3-5-15,-7 1 5 0,-2 0-8 0,-9-5 4 16,3 3 1-16,4-4 2 0,-5 4 6 0,-4 0-13 16,-4-3 6-16,-3 5-8 0,-1-2 13 0,2 5-5 0,-3-2 0 15,-6 1-3-15,-2-1-1 0,4 1-2 0,-2 1 5 16,0 0-5-16,-5 1 0 0,-1-1 8 0,1 2-8 16,-1-2 8-16,-1 2-11 0,-3-1 5 0,5-1-1 15,3 0 4-15,2 1-1 0,-4-1-4 0,-1 0 1 0,1 2-1 16,6 2 5-16,-4 0-4 0,-1 0 0 0,1 2 0 15,-2 0-1-15,13 2 1 0,4-2-1 0,-1 1 1 16,-1-1-5-16,6 2 7 0,-1 0-3 0,14-1 2 16,2 3-8-16,1-1 9 0,2 1-6 0,8 0 7 15,5-1-4-15,6 1-2 0,8 3 4 0,-1 0-3 16,6-1 1-16,0-3 0 0,5 1 1 0,14-4 0 0,3 1 8 16,11 1-9-16,10-2 0 0,7 2-5 0,5-1 1 15,10-1-4-15,4 0 1 0,3 0-3 0,6 0-3 0,5-2-12 16,2 0-1-16,3 0-7 0,-3 2-18 0,0 0 29 15,2-1-11-15,0 1 20 0,2 2 4 0,2 0-1 16,11 9-1-16,36 0-3 0,8 0-8 0,17 0 6 16,8 0 6-16,15-2-3 0,5 2-3 0,6-6 15 15,7 4-13-15,2 2 14 0,13-3-13 0,13 1 13 16,9-4-1-16,6-5 3 0,3 6 2 0,14-7-4 16,7 1 3-16,7 0-4 0,0 41-1 0,10-34 9 15,2-7-8-15,1 2 9 0,10 1-4 0,-1-1 8 0,3 0-4 16,1-2 3-16,12 3-3 0,-8 3-3 0,4-1 5 15,11 6-5-15,-8-4 2 0,-1 1-1 0,9 3 4 16,-6-4-3-16,-1 0 3 0,-1 4-3 0,-3-6-4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6:50:24.7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17821 7967 65 0,'0'0'13'0,"0"0"9"0,0 0 27 15,0 0 12-15,0 0-1 0,0 0-6 0,0 0-20 16,0 0-5-16,0 0-1 0,0 0-28 0,0 0 11 16,0 0-7-16,0 0 11 0,0 0-4 0,0 0 13 15,0-2 6-15,0 2 1 0,0 0 13 0,0 0-7 16,0 0 5-16,0-2-4 0,0 0 5 0,0 0-6 0,-2 0-1 15,0 0 1-15,1 1 5 0,-1-1-9 0,0-2-4 16,0 0-1-16,0 1-12 0,0-1 2 0,0 0 2 16,1 0-1-16,-3-3-10 0,0 0 3 0,2 3-1 15,0-2 2-15,1-1 7 0,-1-1 2 0,-2-1-4 16,2 2 4-16,0-1-2 0,0-1-3 0,1-2 0 0,-1 0-2 16,2 1 4-16,0-1-3 0,0-2 0 0,0 0-2 15,0-5-10-15,0 3 1 0,0-4 2 0,0 6-1 16,0-5-2-16,0-1 7 0,0 2-6 0,0-1 6 15,0-3-2-15,0 3-3 0,0-3 1 0,0 3-2 16,2-3 4-16,-1 3-7 0,1-1 1 0,0 3-3 0,2-3-6 16,1 2 6-16,1 1 1 0,1-3 1 0,-1 2-2 15,1-1-1-15,-1 1 1 0,0 4 0 0,-1-4 1 16,1 4 3-16,-1-1-4 0,1-3 4 0,-1 2-9 0,-1 0 3 16,0 0 2-16,-2 4 1 0,1-4 0 0,1-1 2 15,-2-1-3-15,0-4 3 0,-2 3 1 0,0-3-3 16,0 3 5-16,0-3-6 0,0-1 0 0,0 2 1 15,0-8 1-15,0 0 2 0,0 0 2 0,0 0-3 16,0 4-6-16,0-4 3 0,0 4-4 0,0-2 4 16,0 2 0-16,0 4 0 0,0-5 0 0,0 5 3 15,0 0-3-15,0-1 3 0,2 3-1 0,0-1-1 16,-1 4 2-16,-1 0-3 0,0-1-4 0,0 3 6 0,0 2-2 16,0-2 4-16,0 0-1 0,0-2 0 15,0 2 0-15,0 2 1 0,0-2 3 0,0 0-2 0,0 0 6 16,0-4-5-16,0-2 3 0,0 3-2 0,0-5-6 15,0 4 4-15,-1-3-1 0,1 0 2 0,0 1 0 16,0-1-1-16,0 3-5 0,0 0 6 0,0 4-4 0,0-2 3 16,0 2-4-16,0 4 0 0,0-6 2 0,0 6-2 15,0 0 8-15,-2-3-6 0,0-1 4 0,2 6-5 16,-2-8 7-16,0 2-8 0,0 2 3 0,0-2-4 16,1 4 7-16,-1-2-3 0,0 3 3 0,-2-3-3 15,0-2-3-15,1 2 3 0,-1 0 0 0,2 3 1 16,-2-1 5-16,1 0-8 0,-1 0 5 0,2 3-5 0,0-1 5 15,0 1-2-15,1 0 0 0,-3 1-1 0,2 1 3 16,0 0-7-16,-2-1 6 0,-1 3-5 0,-6-4 9 0,1 3-4 16,-3-1-1-16,0 0 0 0,-1 2-5 0,1-3 7 15,0 1-6-15,0 0 7 0,-4 1-8 0,2 1 6 16,0-2-2-16,-2 0 1 0,3 3-8 0,-5-12-1 16,-7 0 6-16,6 5-2 0,3 3 7 0,0 1-3 15,2 0-2-15,-3 0-1 0,1 3-5 0,-2-3 5 16,1 2-4-16,1 0 4 0,-3 0-4 0,-3 0 3 15,3 1 3-15,2-1 0 0,1 0 1 0,-4-2-1 16,5 2-5-16,-3-1 2 0,-1-1-4 0,1 0 7 0,1 0 1 16,3 3 2-16,-4-3-2 0,2 2-7 0,-1-2 8 15,-3 2-7-15,3 1 2 0,-1-1 0 0,-1 2-4 16,-1 0 4-16,-1 0 0 0,2 2-1 0,-4-1 0 16,1 3 0-16,-3 0 3 0,0 1-2 0,0 1 3 0,-2 0-3 15,2-1 0-15,0 1 1 0,-1-1-5 0,1 1 4 16,7-2 3-16,-5-1-5 0,4 1 6 0,-1-2-6 15,-3 0 0-15,4 0 2 0,1-2-2 0,2 0 3 16,-3 0 5-16,1 0-8 0,1 0 4 0,-1 0-6 16,2 0 4-16,1 0 1 0,-1 0 0 0,0 0 1 15,1 0-1-15,1 0-1 0,0 0-2 0,2 0 1 0,0 0 2 16,0 0 1-16,2 0 2 0,-2 0-2 0,2 0-2 16,-1 0 0-16,-1 0-1 0,2 0 1 0,2 0-4 0,-2 0 7 15,3 0-4-15,-1 0 4 0,2 0-1 0,-3 0-4 16,5 0 6-16,-4 0-5 0,3 0 6 0,-1 0-7 15,-3 0 0-15,1 0-3 0,0 0 8 0,-1 0-3 16,-1 0 4-16,2 0-4 0,-2-2 0 0,0 0-1 16,1 2-1-16,3 0 2 0,-2 0 2 0,0 0-4 15,1 0 4-15,1 0-3 0,-3 0 4 0,-1 0-2 16,0 0-1-16,-4 0 0 0,10 0-5 0,-6 0 5 0,-2 0 0 16,3 0 4-16,-6 2 4 0,6-2-6 0,1 2-2 15,-4-1 0-15,4-1-4 0,-1 0 5 0,-1 2 1 16,6-2 2-16,-1 0-4 0,-7 2 0 0,6-2-3 15,-4 0 2-15,-4 2 0 0,7-2 1 0,-3 0 2 16,2 0-2-16,3 0 5 0,-1 0-8 0,-2 0 3 0,1 0-6 16,-1 2 3-16,-2 0 4 0,1 0-1 0,-1-1 4 15,0 1 2-15,-2 0-11 0,2 0 7 0,-4 0-8 16,2 0 7-16,-2 0 7 0,0-1-5 0,1 1 5 16,-5 0-7-16,4 0-2 0,0 0-2 0,2 0 0 15,0 0 3-15,0-1 0 0,2 1 0 0,-2 2 0 16,0 0 4-16,0-1-5 0,2 1 2 0,-4 0-3 0,2 0 5 15,0-1-1-15,0-1 2 0,2 0-3 0,0 0 1 16,0-2 3-16,-4 2-5 0,0-2 4 0,0 0-7 0,0 0 4 16,4 0 1-16,0 0 1 0,-2 0-6 0,-4 0 2 15,-1 0-2-15,-6 0 3 0,0 0 1 0,5 0 0 16,0 0-1-16,8 0 0 0,-7 2 0 0,-5-1-5 16,-1 3 4-16,-4 0-3 0,4 0 9 0,2-1-6 15,-2 1 5-15,0 0-5 0,-2-1 6 0,0 1-8 16,3 2-1-16,-1 1 0 0,2 1 10 0,-2-1-6 15,-2 0 0-15,0 1-1 0,2-3 2 0,-2 3-1 16,0-1 4-16,2 1-4 0,-2-1 4 0,0 0-4 0,2-1 0 16,-4 1 0-16,0-1 3 0,-4 0-3 0,-3-3 0 15,5 1-1-15,-1 0 4 0,5-1-3 0,2-1 0 16,-10 2-1-16,4-2-1 0,-3-2 2 0,0 0 3 16,5 0-1-16,2 0 0 0,0 0-1 0,4 0-1 15,-3 2 1-15,1 0 4 0,0-1-7 0,0 3 0 0,2 0-3 16,-1 0 7-16,3-1-1 0,-2 1 2 0,1 0-2 15,3-1-1-15,-1 1 0 0,1-2-1 0,-1 0 1 16,2 0-1-16,-3 0 1 0,-1-1 0 0,-1 1 1 16,0-2 1-16,1 0-1 0,-5 0 4 0,4 0-5 15,-2 0-6-15,2 0 5 0,-1 2-4 0,1-2 6 16,0 0 4-16,-4 2-5 0,7 0 0 0,3 0-1 0,-1 0 2 0,-3 1 0 16,-3-1 0-16,3 0-1 0,-1 2 1 15,7-2-2-15,-1-1 0 0,2 1-1 0,0 0 2 0,0 0 0 16,0 2 0-16,0-1-1 0,-2 3-6 0,2-2 7 15,0-1 0-15,2 1 2 0,-2 2 0 0,2-3 0 16,-2 3-2-16,3-2 0 0,-3-1-1 0,4 1-1 16,-4 2 4-16,4-3-2 0,-2 3 4 0,-1-2-7 15,3-1 3-15,0 1-4 0,3-2 11 0,3-2-7 16,-3 2 2-16,0 0-3 0,3-2 5 0,-1 0-6 0,-2 2 0 16,3-2-3-16,-3 1 6 0,1 1 2 0,1-2-1 15,-2 2 0-15,3-2-2 0,-1 2-5 0,-2 0 6 16,-1 0-5-16,3-2 4 0,-1 2 1 0,-1-1-1 15,0 1 1-15,-1 0 3 0,0 0-5 0,-1 0 1 0,3 0-2 16,-3 0 3-16,1-1 6 0,-3 1-5 0,5-2 4 16,-1 2-14-16,1-2 9 0,3 0 1 0,-7 2 5 15,3-2-10-15,2 0 5 0,1 0-3 0,-1 0 5 16,0 0-3-16,2 0-1 0,-1 0 0 0,-3 0-1 16,2 0-1-16,1 0 5 0,1 0-5 0,-2 0 5 15,0 0-2-15,2 0-5 0,1 0 4 0,-3 0-4 16,0 0 5-16,2 0 2 0,1 0-3 0,-1 0 0 0,0 0-5 15,0 0 7-15,0 0 0 0,0 0 3 0,0 2-1 16,1 0-7-16,-1 0 5 0,0-1-5 0,0 1 0 16,0 0 4-16,0 0-3 0,0 0 4 0,1 0-5 0,-1 0 2 15,0 1 0-15,0 1 1 0,0 0 1 0,-2 3-1 16,1 2 2-16,1 1-2 0,0-1-1 0,0-2 1 16,0 3-2-16,2-3 2 0,0 1 0 0,-2 3 0 15,1-2 0-15,1 0-1 0,0 1 2 0,0 1 3 16,0 0-4-16,0 0 2 0,0 4-3 0,0-2 3 15,0 2-1-15,1 0 2 0,3 1-3 0,-2-1-2 16,2 2 3-16,-1 0-2 0,3-1 5 0,0 1-2 0,-1 2-2 16,1-3 0-16,1 5 2 0,1-5-3 0,-1 3 0 15,0 1-3-15,-1 1 4 0,-1-1 0 0,-1 2 0 16,0 3 0-16,-2-3-2 0,1 4 0 0,-1-2 5 16,0-4-3-16,2 8 6 0,-2-7-6 0,3 7 0 0,1-2-3 15,-2-6 1-15,1 4 4 0,-1-7-1 0,0-2 3 16,-1 1-4-16,1-1 0 0,2 4 1 0,-1-2 0 15,1-1 2-15,-3-1-6 0,3 0 4 0,0 0-4 16,-1-2 6-16,-1 0-1 0,0-4 3 0,-3-1-3 16,3 1 0-16,0-2 5 0,0 3-5 0,-3-5 6 0,3 4-11 15,-2-3 6-15,2 1-4 0,-1 1 3 0,1-1-2 16,0-1-1-16,0-1 5 0,-3 1-3 0,1-2 1 16,0-1 0-16,0 3-2 0,-2-4 2 0,0 0 1 15,0-1 3-15,0 1-2 0,0 0 2 0,0 0-4 16,2 2-2-16,0-1 0 0,0 1 0 0,-1 0 3 0,1-2 0 15,0 0 2-15,0-1-1 0,-2 1 1 0,0 0-3 16,2 0 0-16,-2 0-1 0,0 0 3 0,0 0-5 16,0-1 1-16,0 1-3 0,0 0 2 0,0 0 0 15,0 0 3-15,0 0-2 0,0 0-2 0,0-2 10 16,0 0-11-16,0 0 11 0,0 0-10 0,0 0-2 0,0 0 7 16,0 0-4-16,0 0 1 0,0 0 2 0,0 0-5 15,0 0 3-15,0 0-3 0,-2 1 4 0,0 1-2 16,0 0 3-16,0 0-3 0,1 0 1 0,-1 0 4 15,0 0-2-15,0-1 2 0,-2 1-4 0,1-2 0 16,-1 0 0-16,0 2 4 0,0-2-3 0,3 0-1 16,-5 0 0-16,0 0 1 0,3 0 1 0,-5 0 2 0,3 0-2 15,-1 0-10-15,-1 0 11 0,5 0-4 0,0 0 6 16,0 0-12-16,-2 0 8 0,1 0-1 0,-8 0 4 16,1 0-10-16,5 0 5 0,-1 0-1 0,4 0 3 15,-1 0 5-15,-3 0-7 0,4 0 1 0,0 0-1 16,-1 0-3-16,-1 0-1 0,0 0-7 0,2 0-1 0,0 0-52 15,1 0-77-15,1 0-32 0,0 2-40 0,1 0-362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6:52:29.551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10413 12257 358 0,'-2'0'25'0,"0"0"-1"16,0 0 22-16,0 0-9 0,0 0 4 0,1 0-13 16,-1 0 0-16,0 0-1 0,0 0-3 0,0 0-13 0,0 0 10 15,0 0-5-15,1 0 5 0,-3 0-6 0,0 0-4 16,1 0 6-16,-1 0-5 0,0 0 6 0,0 0 0 15,1 0-3-15,-1 0 3 0,2 0-2 0,-3 0 14 16,-5 0-3-16,5 0 6 0,1 0-7 0,-3 0 8 16,-1 0-6-16,1-1 5 0,-1-1-10 0,3 0 1 15,-1 0 1-15,1 0-1 0,-3-2-6 0,4 3-9 16,-1-1 0-16,3-11-3 0,-2 2 5 0,2-4-4 16,-1 0 4-16,-7 4-4 0,1-4-2 0,2 0 1 15,-3-5 1-15,3-5 0 0,1 1-2 0,1 2 1 0,1 2-2 16,0-3 2-16,3-3 1 0,-1-3 3 0,0 1-1 15,0 2 2-15,-2-2-4 0,2 2 1 0,1-2 5 16,-1 2-1-16,0 0 13 0,0 2-14 0,-2-2 5 0,2 2-6 16,-1-2 8-16,1 2 2 0,0 0-4 0,-2 1 3 15,2 1-11-15,1 0 1 0,-1-2-1 16,0-1 2-16,2 1 1 0,0-2-5 0,0 2 2 0,0-7-4 16,0 1-1-16,2-4 0 0,0-1 2 0,1 2 0 15,1-3 5-15,0 5-5 0,-1 3 2 0,3-7-3 0,-2 5 3 16,-1-7-3-16,1 0 3 0,-2 7-3 0,0-1 2 15,0 3-1-15,-2 2-1 0,2 0 1 0,-2 0 3 16,0 0-1-16,1-2-1 0,-1 2 0 0,0-2-6 16,0 2 10-16,0 2-9 0,0-2 7 0,0 2-13 0,0 1 8 15,0 1 1-15,0 0 1 0,0 1-9 0,0 1 2 16,0-4 2-16,0 5-1 0,0-1 2 0,0 1 1 16,0 1-1-16,0 1 3 0,0 0-3 0,0-3 0 15,0 3-2-15,-1-1 1 0,-1-1 4 0,0 6-2 16,0 0 4-16,0-2-6 0,0 0 0 0,0-1 5 15,1 6-6-15,-1 1 3 0,0 0-11 0,2 1 9 16,0 1 0-16,-2-2 3 0,2 3-3 0,0-1 0 16,0 3-5-16,0-2 4 0,0 1 2 0,0-1-1 0,0 1 0 15,0 1-1-15,0 2-4 0,0 0-2 0,-2-1 1 16,0-1-1-16,2 0-2 0,0 2-11 0,0 0 0 16,0 1-3-16,0-1-4 0,0 0 1 0,0 0 6 15,0 0-2-15,0 0 11 0,0 0-6 0,0 2-7 16,0 0 5-16,0 2-5 0,0 0 3 0,0 11 5 0,0 21-2 15,0 1 4-15,0 4 0 0,0 7 4 0,0 3-2 16,2 6 7-16,0 1 0 0,-2 0-2 0,0-3 2 16,0 1 0-16,0 0 6 0,-2 0-2 0,-2 0 4 15,-1 2-1-15,-1-1-1 0,1-1 3 0,-3 2-2 16,3-2 4-16,-3-2-5 0,3-6-1 0,-1-7 0 0,1-4 2 16,-1-1 2-16,0-1 3 0,1 1-2 0,1-3 5 0,0 1-5 15,1-4 0-15,-1 1-1 0,0-3 3 0,-1 2 2 16,1-4-6-16,0 0 4 0,1 1-3 0,-1-5 3 15,2 0 5-15,0-3-4 0,0 2-2 0,0-4 1 16,1 1 0-16,-3 3 0 0,2-4-1 0,0 0-4 16,0-2 0-16,2-4-1 0,-2 0 0 0,2 0 3 15,0 1 0-15,0-7 1 0,0 3 8 0,0-2 1 16,0-3 0-16,0 5 1 0,0-2 2 0,0-1 9 0,0 1-3 16,0-2 5-16,0 0-6 0,0 0-7 15,0 0 2-15,-1-1-5 0,-1-1-7 0,0 0 5 16,0-1-10-16,2-1 8 0,0 0-7 0,-4-28-1 0,1-1 8 15,1-3-6-15,2-3 4 0,0 0-7 0,0-4 0 16,0 0-3-16,0-1 5 0,0-3-1 0,0 0 4 16,0 1-4-16,0-8 3 0,0 2-3 0,0-4 0 15,-2-2-1-15,0 4 0 0,0-2 7 0,2 2-5 0,0 2 6 16,0 0-11-16,0 2 0 0,0 3 1 0,0-1 1 16,2 3 7-16,0 0-7 0,2 1 2 0,-1-3-3 15,3 1 4-15,-1-3-1 0,1 1 2 0,0 3-3 16,-1-1-4-16,1-1 6 0,-1 4-3 0,1 2 4 15,-1 2-1-15,1 4-2 0,-2 1 1 0,-1 2-1 0,-1 6 6 16,0 0-6-16,0 4 3 0,0 1-4 0,-2 2 8 16,0 2-1-16,0 2-2 0,0 2-1 0,0 0-9 15,0 2 5-15,0 0 1 0,0-1 1 0,0 3 0 0,0-1 2 16,0-1 1-16,0 2 1 0,0-1-2 0,0 1 2 16,0 1-3-16,0 1 4 0,0 1-3 0,0-1-2 15,0 1 0-15,0 0 0 0,0 0 0 0,0 3 1 16,0-3-1-16,0 0-1 0,0 0-1 0,0 1 2 15,0-1 0-15,0 0 0 0,0 2-3 0,2-3 5 16,-2 3-2-16,0 0 3 0,2-2-3 0,-2 3-3 0,0-1 3 16,0 0-5-16,0 0 5 0,0 0 0 0,1 0-1 15,3 0-1-15,0 1 1 0,1-1-2 0,3 0 5 16,-1-4-3-16,3 1-2 0,-3 1 6 0,4-2-7 16,-2 1 6-16,1 1-4 0,3-1 1 0,-2 1-1 15,6-2 1-15,-4 3-3 0,0 1 6 0,1 0 0 16,1 0 1-16,0 0-6 0,2 0 2 0,-2 0-2 0,1 1 2 15,1 1-5-15,5-2 4 0,-3 2-4 0,3 0 4 16,-1 0-3-16,-5 0 7 0,5 2-2 0,-3-1 1 16,3 1-10-16,1 2 11 0,0 0-3 0,-3-1 4 15,1 1-9-15,-1 0 7 0,1 0 2 0,-1-1 1 16,-1 1-3-16,1 2 0 0,1-3-1 0,-1 1 0 0,0 0 2 16,1-2-3-16,-1-1 1 0,-3 1-2 0,3 0 0 15,-2 0 2-15,1 0 0 0,1 0 1 0,1 0-5 0,2-1 8 16,-1 1-5-16,-1 0 6 0,1 0-5 15,-3 0 0-15,4 2 2 0,-1-1-2 0,-1-1-4 0,3 2 2 16,-1 0 0-16,2-3 2 0,-4 1 7 0,3 0-9 16,-5 0 0-16,-1-2-4 0,5 2 4 0,-1-2 0 15,3 0 5-15,-2 0-2 0,0 0 2 0,-3 0-1 16,-2 0-2-16,1 0 0 0,1-2-2 0,-2 2 4 16,-1-2 1-16,-1 0 0 0,2 0-8 0,-2 1 6 15,0-1-1-15,-4 2 4 0,2-2-4 0,0 2 2 0,2-2-2 16,-1 0 0-16,1 2-3 0,-2 0-1 15,4-2 2-15,-2 2 0 0,2 0 3 0,-1 0 2 0,-1 0-2 16,2 0 1-16,1-2-7 0,-1 2 8 0,3 0-6 16,1 0 6-16,-3 0-3 0,5 0 0 0,-7 0 3 15,3-1-3-15,1-1-1 0,3 0-1 0,5 0 2 16,-2 0-1-16,-2 0 1 0,-2 0 1 0,2 1-1 16,-3-1 2-16,8-2-2 0,-5 2-3 0,1 0 3 0,-1 0-1 15,-4 1 7-15,4 1-9 0,-1-2 5 0,-3 2-6 16,0 0 2-16,1 0 7 0,-1 0-7 0,1 0 7 15,-1 0-5-15,0-2 0 0,1 0 0 0,-3 2-1 16,5-2-3-16,-3 0 2 0,2 0 2 0,1 1-2 16,1-1 2-16,0 0 3 0,0-2-3 0,4 0 1 0,-2 3 1 15,-2-3-1-15,2 2 4 0,-2-2-5 0,2 2-4 0,2-1 6 16,-4 1-6-16,0 2 5 0,-5 0-9 0,1 0 10 16,3 0 0-16,-1 0 3 0,2 0-6 0,0 0 3 15,-3 0-2-15,-3 0 2 0,-1 0-5 0,3 0 4 16,-1 0-1-16,-2 0 4 0,3 0-8 0,0-2 3 15,1 0 0-15,-1 0 1 0,1 0 4 0,-3 1-6 16,3-3 2-16,-3 0-3 0,5 0 3 0,-3 3 3 16,2-3-3-16,1 0 3 0,-3 2-3 0,0 0 0 15,3-1 0-15,-1 1 0 0,-2 0-1 0,5 0-1 16,-1 0 2-16,-2 0-1 0,2-1 1 0,-3-1-1 0,-1 0 0 16,0 1-1-16,1-1 8 0,1 0-5 0,-2-1 1 15,6-3-3-15,-3 3-2 0,-7-1 7 0,5-1-4 0,-8 3 5 16,0-2-5-16,2-1 0 0,-2 1 4 0,0 1-3 15,2-3 1-15,-4 3 2 0,0-1-5 0,0-1 4 16,-4 3-2-16,1-2 0 0,-3 5 5 0,1-5-4 16,1 2 1-16,-1-5 1 0,1 2-3 0,-1-1 3 15,0-1-2-15,-3 1-3 0,1 1 3 0,0 0-3 16,-2-3 6-16,-1-1-4 0,1 0 2 0,0 2-2 16,7-2 8-16,-1-1-6 0,-1-2 2 0,-1 1-3 0,-2 0 2 15,-3 3-4-15,1-1 2 0,0-2-2 0,0-4-1 16,-2 3 1-16,0-3 0 0,0 0 1 0,0 2 3 15,0-1-4-15,0 1 1 0,0-2-1 0,0 0 0 0,0-1-3 16,0 1 3-16,0 2-1 0,0 0 6 0,-2-1-6 16,0-1 2-16,2 2-2 0,0-2 5 0,0 1 0 15,0-1-3-15,0 0 2 0,-2 1-3 0,2-1 0 16,0 0 0-16,-1 0 0 0,1 3 9 0,-2-7-7 16,0 3 3-16,0-1-4 0,0-3-1 0,0 3 2 15,0 2-2-15,1-3 1 0,-1-2 2 0,0-2 1 16,0-4 1-16,2 4-2 0,0-2-5 0,0 1 7 0,0 1-3 15,-2-4 4-15,2 2-9 0,0-1 5 16,0 1-1-16,0-2 2 0,0 4 0 0,0-2-1 0,0 5-2 16,0-1 1-16,0 2 1 0,0-1-2 0,0 1 1 15,2 1-3-15,0 1 2 0,0-1 5 0,-2 0-4 0,0 1 3 16,2-1-7-16,-2 3 1 0,0-3 3 0,0 4 0 16,1-3 5-16,-1-1-9 0,0 0 2 0,0 3-5 15,0-3 7-15,0 2-1 0,2-1 2 0,-2-3-1 16,0 1 0-16,0 0 2 0,0 3-4 0,2-5 1 15,-2 5-3-15,0-2 5 0,0 3-1 0,0 3 4 16,0-2 0-16,-2 4-3 0,0-2 1 0,2 5-2 16,-1-3 0-16,1 6-1 0,0-1 2 0,-2-5-2 0,0 3 1 15,0-1-2-15,-2-4 1 0,2 2 0 0,1 2 7 16,-1-2-5-16,0-1-2 0,0-1-2 0,0 0-3 0,0 0 5 16,0 2 1-16,1 0 0 0,-1-2-1 0,0 2 5 15,0 0-5-15,0 3 7 0,0-1-5 0,2 4 2 16,-2-3 3-16,2 4-3 0,0 1 0 0,0 1 3 15,0 0-1-15,0 0 1 0,0 0-5 0,0 0 5 16,0 1 1-16,0-1 1 0,-1-2-1 0,-1 0-6 16,0 1 1-16,0-1-1 0,0 0 4 0,0 2-2 15,0 0-2-15,-1 1 2 0,-1-1-4 0,0 0 4 0,1-2 0 16,1 4 1-16,-4-4-6 0,1 1 4 0,1 1-3 16,0 0 6-16,-1-2-1 0,1 2-5 0,-2-1 3 15,1-1-3-15,-1 0 1 0,-3-1 4 0,3 1-3 16,-1 0 4-16,-6-1-2 0,5 1-2 0,-5-2-1 15,8 5 0-15,-1-1-3 0,-7-4 7 0,6 2-3 0,-6-1 5 16,2 1-1-16,0 0-2 0,-1 1 1 0,1-1-1 16,-5-2-1-16,-1 1-3 0,4 1 1 0,-4-1-1 15,2 1 1-15,2 0 1 0,0 0-1 0,0 1 1 16,2-1 2-16,-4 0-4 0,-1 1 1 0,-1-1-2 16,0 0 11-16,1 0-10 0,1 1 3 0,2 1-4 15,-4-2-4-15,6 2 4 0,-2-1-1 0,-4-1 2 0,2 2-2 16,-1 0 0-16,-1 0 0 0,0 0 0 0,2 2-2 15,-1 0 0-15,-1 0 3 0,-2 0-1 0,1 0 1 16,1 0-1-16,2 0-3 0,-2 2 3 0,-1 0-2 0,-1 0 4 16,-1 0 2-16,-4 0 1 0,5 0-1 0,-1-1 4 15,-1 1-7-15,1 0 5 0,-1-2-9 0,-1 0 3 16,4 2 2-16,-3-2 0 0,1 0 6 0,3 0-8 16,-3 0 5-16,-1 0-5 0,-3 0 5 0,4 0-1 15,-3 0-2-15,7 0 1 0,-5 0 0 0,-1 0 0 16,0 0 1-16,-1 0-2 0,5 0 3 0,-1 0-3 15,1 0-1-15,-1 0-1 0,1 0 5 0,-3 0-8 0,1 2 8 16,-1-2-8-16,5 0 9 0,-3 2 0 0,-1 0-2 16,3-2 0-16,-2 0-3 0,3 0 1 0,-1 0-1 15,-2 1 2-15,-1-1-2 0,-1 0 1 0,3 0-1 16,1 0 1-16,-1 2-2 0,-1 0 3 0,1 0 0 16,-3 0 1-16,1 0-2 0,-1 0 0 0,3-1 0 0,-1 1 0 15,2 0-2-15,-5 0 5 0,5 0-3 0,1 0 2 16,-8 1-9-16,7 1 4 0,-5 0 3 0,-1 0 0 15,8-3 3-15,-1 3-2 0,-1 0-2 0,0 0 0 16,1-1 0-16,1 1 1 0,0-2 2 0,4 0 0 16,-2 0-2-16,2-1 0 0,-4 3 1 0,2-2 0 15,-2 2-4-15,4-2 3 0,-2-1 0 0,-2 3 3 0,4-2-5 16,-2 2 4-16,0-1-2 0,0 1 3 0,0-2-6 16,2 0 2-16,-2 0-2 0,2 0 3 0,-2-1 0 15,0 1 3-15,0 0-4 0,1 0 3 0,-1-2-3 0,-1 2 1 16,1-2 0-16,-2 2 1 0,0-2-3 0,0 0 2 15,4 0-1-15,0 0 1 0,-4 2-2 0,2-2 7 16,-4 1-5-16,0-1 6 0,3 2-11 0,-5 0 2 16,6-2 3-16,0 0-1 0,-6 2 4 0,6-2-1 15,-3 0-2-15,-10 0 1 0,9 0 4 0,-2 0-5 16,-7 0 1-16,15 0-4 0,-11 0-2 0,0 0 4 0,7 0 2 16,-6 0 0-16,1 0-3 0,1 0 8 0,-1 0-8 15,-2 0 8-15,1 0-9 0,3 0 1 0,-3 0 3 16,3 0-1-16,-1 0 1 0,3 0 2 0,-3 0-5 15,-1 0 3-15,-1 0-1 0,1 0 0 0,-1 0 3 16,1 0-3-16,1 0-2 0,-3 0 3 0,0 0-4 0,-2-2 4 16,1 0-2-16,1 0 1 0,0 1 4 0,-1 1-3 15,1-2 3-15,0 0-8 0,-2 0 4 0,-2 0-4 16,2 0 6-16,-4 0-2 0,4 1 0 0,5-1 0 16,-3 0 3-16,1 2-1 0,-3-2-3 0,6 0 1 15,-6 0-2-15,-1 0 0 0,3 1 4 0,-2-1-2 16,4 0 4-16,1 0-6 0,0 0 2 0,3 0-1 0,-1 0 1 15,0 1 2-15,-1-1-2 0,-1 0 1 0,2 0-5 16,-1 0 9-16,1 0-5 0,0 0 5 0,1 1-9 16,-1-1 0-16,-3-2 4 0,1 2 0 0,-1-2 3 0,1 3-2 15,2-1-1-15,-1-2-1 0,-3 2-3 0,3-2 5 16,-1 3-4-16,-1-3 4 0,1 2 4 0,1-2-9 16,6 2 6-16,-2 1-7 0,-1-1 9 0,0 0-1 15,-7-2-3-15,9 2 1 0,-4 0-3 0,4 2-4 16,2 0 8-16,-6-1-5 0,0 1 4 0,3 0 1 15,1 0-2-15,0 0 1 0,1 0 1 0,1 0-2 16,-2 0-1-16,2 0-1 0,2 0 1 0,0 0 0 0,-1 0 4 16,-1 0-3-16,2 0 3 0,-2 0-2 0,1 0-2 15,-1 0 0-15,4 0-6 0,-2 0 5 0,1 0 1 16,1 0 1-16,-3 0 1 0,3 0 2 0,0 0-5 16,-1 0 3-16,1 0-4 0,-3 0 3 0,3 0 3 0,-2 0-1 15,1 0 2-15,1 0-3 0,-1 1-1 0,1 1 0 16,0 0-6-16,-1 0 5 0,1 0 1 0,-1 0 0 15,1 0 3-15,1-2-1 0,-1 1-2 0,-1 1 1 16,3 0-1-16,-3 0-5 0,5-2 3 0,-5 2-2 16,1 0 5-16,-2 1-1 0,1 1 0 0,1 0 0 15,-1 0 0-15,3-3 0 0,-3 3 0 0,3 0-1 16,-6 3 7-16,-1-1-8 0,-1 1 1 0,-1 1-4 0,2-3 3 16,3 1 2-16,0-1 0 0,3-1 1 0,-1 0-1 15,-6 5 0-15,2-1-1 0,3-3 0 0,-3 3-5 0,8-7 4 16,-3 5 0-16,-3 1 1 0,1 5-8 0,-1-3 9 15,3 2-3-15,1 2 3 0,3 0-8 0,-2-2 7 16,-1 4-8-16,3-2 7 0,-7 2-8 0,7 5 9 16,-11-1-2-16,2 1 3 0,3-1-4 0,3-2 0 15,-3 1 6-15,1 3-4 0,1-3 2 0,2 4 0 16,3-5-4-16,-1-2 4 0,0 0 0 0,-2 2 0 16,0-3-1-16,1 3 0 0,1 0 0 0,0-4-1 0,0 3 3 15,0-1-1-15,-1 2 0 0,-1 0 3 0,0-2-4 16,0 1 3-16,3 1-2 0,-3 0 0 0,2 1 0 15,0 1 0-15,0-1-10 0,0 1 12 0,2-2-5 16,0-2 6-16,0 1-6 0,0-3 5 0,0 2 1 16,0-2 1-16,-1 2-4 0,1 2-2 0,0-2 0 0,0-1-1 15,0 1 8-15,0 0-8 0,1 2 3 0,3 1-6 16,0 3 4-16,0-1-13 0,-1 4-9 0,1 6-5 16,2 5-77-16,1 10-216 0,0 9-124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6:52:51.607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11911 6004 8 0,'0'0'0'0,"0"0"7"0,0 0 0 0,-2 0 6 15,0 0 0-15,1 0-9 0,-1 0-1 0,-2 0-5 0,0 0 1 16,-3 0-1-16,-8-2 5 0,4 0-2 0,-2-1-1 16,0-1 1-16,0 0 9 0,2 0 13 0,0 1-7 15,-1-1 6-15,-1 0-15 0,2 1 1 0,-2-1-3 0,2 2 2 16,0 0-5-16,0 0-8 0,2 2 6 0,-1 0-7 15,1 0 5-15,0 0 7 0,-1 0-6 0,1 2 5 16,0 2-15-16,-2 1 7 0,2 1 4 0,-4 1 0 16,1 1 2-16,1-3-2 0,-2 8 0 0,0-3-1 15,0 1 4-15,-2-2-1 0,1 2 2 0,1-1 0 16,1-1 7-16,-1 2 15 0,2-2 11 0,0 2 0 0,-2-1 15 16,-2 1-59-16,-1 0 12 0,-5-2-19 0,-1 0 47 15,-2-1-22-15,3 1 2 0,-1 4-9 0,5-2 6 0,-5 4-2 16,-2-2-5-16,2 2 3 0,-4 0-7 0,5 0 1 15,4 0 6-15,-1-6-4 0,1 4 10 0,-1 0-9 16,-1-2 2-16,4 4-4 0,0-2 0 0,2 0-4 16,2-2 3-16,0 2-2 0,0-2 7 0,2 0-5 15,-1 2 0-15,3-2-2 0,0 2 3 0,1 2-4 16,-1-2 4-16,1 2-4 0,0 0 5 0,1 0-1 16,-1 0-3-16,3 0 1 0,-5 3-2 0,3-1 5 15,-1 1 0-15,0 1 2 0,1 1-8 0,-1 1 3 16,1-3-2-16,-1 5 2 0,2-3-1 0,1 0 2 0,-1 5-3 15,2 1 2-15,0-2-3 0,-1 4 4 0,1-1 0 16,-15-2 1-16,4 1 6 0,6 0-5 0,1 0 1 16,2 3-3-16,2-1-6 0,2 4 8 0,0-3-5 15,0 1 4-15,2 2-8 0,2-4 4 0,0 1 8 0,-1-3-3 16,1 2 7-16,0-2-9 0,0 0-5 0,-1-2 0 16,1-2 4-16,2 3 1 0,-1-3 5 0,1 2-3 15,-1 0 0-15,3-2-8 0,-1 3 6 0,1-3-7 16,-1 2 12-16,0 0-4 0,1 0 0 0,-1-1-1 15,1-1-4-15,1 0 12 0,-2-3-8 0,5 5 10 16,-3-2-9-16,-2-1-3 0,1-3 7 0,-1-3-5 0,2 2 2 16,2-1 2-16,2 3-5 0,0 0 2 0,0-1-1 15,-11 1 1-15,15 1 2 0,2 1-2 0,-1-3 1 16,4 1-2-16,1-6-1 0,-5-2 0 0,5 0-7 0,-3 0 4 16,-1 0 4-16,-1 0 0 0,1-1 11 0,3 1-8 15,-3-4-2-15,-1 1-1 0,3 1 2 0,-5-5 7 16,5 1-4-16,-1-1 5 0,-1 0 5 0,3-3-7 15,0 1 9-15,-1 13-10 0,1-4 0 0,2-3-1 16,2-5-5-16,2-1 3 0,0-2-2 0,1-2-2 16,1 1 7-16,4-3-6 0,-3 0 2 0,4-1-2 15,1-1-5-15,1-1 4 0,4-3 4 0,-2 3-5 0,2-2 2 16,-6-1-3-16,2 1 7 0,0 0-6 0,-3-2 7 16,-5-1-7-16,-3-1 1 0,-2 0 8 0,2-1-6 15,-5 10 9-15,1-20 4 0,-2 0-1 0,1-4 0 0,-3-2 1 16,1-3 9-16,0-3-8 0,-3-1 5 0,1-2-5 15,0 2 8-15,-2-4-1 0,-1 2-6 0,5-2 2 16,-4-1-12-16,3 1 11 0,-1-2-1 0,-2 2 2 16,2-3-11-16,-1-1-5 0,-3 1 0 0,-5-8 0 15,1 3 8-15,17-4-7 0,-13-3 9 0,-7 2-8 16,-8-5 13-16,-2 5-3 0,-3 0 0 0,-4 0-1 16,-2 4-3-16,-4-4 12 0,-2 4-7 0,-1-2 9 0,-1 2 3 15,-3-4-9-15,-4-4 8 0,23-5-10 0,-27 2-2 16,-1-6-1-16,-6 2-9 0,-4 8 5 0,-1-5-13 15,-10 12 1-15,-7 8-1 0,-10 6-5 0,-9 8-44 0,-5 4-89 16,-6 9-51-16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6:48:39.80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12637 9823 53 0,'0'0'31'0,"0"-2"4"16,0 1 46-16,-2-3 13 0,2 0-11 0,-9-14-8 15,0-3-31-15,-1 3-6 0,1-3 0 0,-2-1-13 16,2-2-2-16,-2-4 1 0,1 2-3 0,1-2-4 0,0 2 0 15,1 0 2-15,1 2-2 0,-2 0-7 0,1 0-4 16,-1-4-4-16,0 2 2 0,1 3-3 0,-1-1 3 16,0 2 8-16,-3-2-4 0,-1-2 0 0,2 4-5 15,-4-3-1-15,1 1 1 0,10 0 3 0,-18 0-6 16,-4 2-4-16,-2 1 0 0,-2 1-9 0,-7 1-5 16,-2 5 7-16,-4 1-7 0,-7 0 1 0,-2 5-14 15,-5 1-8-15,-3 1 0 0,-1 4-25 0,0-26-7 16,1 17 10-16,-1 9-4 0,0 6 38 0,-4 4 25 0,-6 3-5 15,-1 0 10-15,1 0-4 0,1-2 5 0,3-1 2 16,4 1 1-16,1-2-3 0,7 3-4 0,3-1 0 16,0 2-2-16,2 0-2 0,1 2 6 0,-5 4-4 15,-3 2 4-15,-8 3 2 0,-6 0-8 0,-1 4 9 0,1 4-9 16,-1-28 6-16,5 37 1 0,6 3-9 0,3 5 6 16,6 5-8-16,2 3-15 0,-2 1-13 0</inkml:trace>
  <inkml:trace contextRef="#ctx0" brushRef="#br0" timeOffset="1957.28">10803 9125 219 0,'-4'0'1'0,"-37"-7"4"15,-5-1-3-15,-6 5-4 0,0 1 5 0,-6 4-3 16,-3 1 5-16,-4 5-3 0,0 3-4 0,2 0 1 15,3 4 2-15,5 2 0 0,1-1 4 0,0 1-5 0,-4 2-6 16,-1-1 15-16,-4-1-3 0,0-1 9 16,-2 1-5-16,4-2 12 0,5 4-12 0,6-3 11 0,3 3-17 15,6 1 7-15,1 1-2 0,-3-10 3 0,4 19-3 0,5 10 0 16,-3-1 5-16,4 0-4 0,-2 2 4 0,-3-4 0 16,3 2-3-16,2 0 1 0,-6 4-7 0,4 2 3 15,1 3-1-15,3 4 1 0,5 7-4 0,-2 6-6 16,2 10 2-16,2 6-4 0,1 3 7 0,7 1-2 15,-1-9 2-15,8-11-2 0,-3-2 4 0,9-1-4 16,-25-1 2-16,15 4-2 0,11 2 1 0,6 5-2 16,5 4 3-16,8 6-3 0,3-4 9 0,2-4-9 0,8-5 5 15,-28-11-5-15,33-6 9 0,12-2-4 0,-6-4-3 16,7-3 1-16,2 3 9 0,-9-3-7 0,1 0 7 16,-1 3-8-16,2-3 0 0,0 3 1 0,1 4-3 15,3-3 3-15,5 3 2 0,3-4-1 0,9-3 1 16,-3-2 0-16,2-2 3 0,0-4-1 0,-5-3-1 0,1-8-1 15,-1-4-2-15,-3 1 3 0,3-5 5 0,5-3-1 16,2-1 8-16,7-7 8 0,6 1-6 0,4 25 6 16,0-18-8-16,-2-11 3 0,-6-4-3 0,-4-3 1 15,-3-3-15-15,4-3 6 0,3-2 0 0,6-4 1 16,7-1-4-16,6-3-8 0,-2-3 6 0,-4 0-6 16,-5-2 8-16,-8-4-4 0,1-1-5 0,-3 23 3 0,0-31 2 15,4-7-3-15,6 0 7 0,-2-1-5 16,-4-5 5-16,-3-2 11 0,-10-1-2 0,-4-3 6 0,0 1-1 0,-3-5-4 15,0 1-1-15,5-4-2 0,-3-6-11 0,5-7 4 16,-2-11-6-16,-5-2 6 0,0 0-2 0,-4 10-8 16,-8 5 5-16,-3 9-6 0,-6 2 6 0,-5 2 3 15,-6-1-4-15,-7-4 4 0,1-3 0 0,-5-9-6 16,-2 1 6-16,-1 1-5 0,-3 1 10 0,-3 7-7 16,0 1 4-16,-3 6-3 0,27 4 22 0,-15-3-9 15,-11 5 2-15,-6-6-4 0,-7-4-3 0,-4 0 9 16,-5-4-1-16,-4 5 4 0,-2 2-4 0,18-2 1 0,-38 6-1 15,1 5 0-15,-3-1-5 0,-6 4-4 0,-1-2-2 16,-3 0 1-16,-3-3 3 0,1-1-11 0,3 2 3 16,-3-1-5-16,-3-1 0 0,-4-1-3 0,-10 5 2 0,-9 6-4 15,-7 5-6-15,-13 6 2 0,4 5-4 0,-5 6 2 16,-3 4-9-16,-9 3 2 0,-16 6-5 0,-14 4 4 16,-7 4-3-16,-2-36 12 0,-7 35-3 0,-15 12 6 15,-4 7-6-15,-9 11 10 0,-2 7 1 0,-2 10 0 16,-5-30-5-16,-2 62-1 0,-4 7-2 0,5 12 0 15,3 7-6-15,-3 7-69 0,1 9-12 0,0 19-47 0,1 36-317 16</inkml:trace>
  <inkml:trace contextRef="#ctx0" brushRef="#br0" timeOffset="9393.5">11568 12658 147 0,'0'-1'0'16,"-2"-1"9"-16,0-2 94 0,-2-5-21 0,1-6 2 0,1 6-37 16,-2-4-11-16,0 1-22 0,2 1 11 0,1-2-12 15,-1 2 11-15,0 2-13 0,0 0 6 0,2-1-6 16,0 3 14-16,0-2 2 0,0-1-4 0,0 3 3 16,0-1 0-16,-2 1-3 0,0 0 6 0,2 1-4 15,0 0 6-15,0 1 13 0,-2-1-8 0,2 3 10 16,0-1-18-16,0 0-5 0,0 0-6 0,-1 1 2 15,-1-1-7-15,0 0-14 0,0 1 5 0,0 1-9 0,0 0 6 16,0 0-2-16,2 0-1 0,0 0-1 0,0 1 2 0,0 1-4 16,0 0 6-16,0 1-4 0,0 3 6 0,0 11-4 15,2 16-3-15,2 10 1 0,0 4 4 0,1 11 0 16,-1-1 1-16,0 8-1 0,-1-3 0 0,1 1 0 16,0-1 3-16,-2-10-2 0,1 4 3 0,1-8-9 15,-2 0 3-15,0 1-4 0,0-3 17 0,-2-1-11 16,0 2 4-16,0-8-5 0,0-2 8 0,0-3-7 15,0-1 3-15,0 1-4 0,0-4 3 0,0-1 4 0,0-4-4 16,0-1 4-16,0-3 2 0,0 1-3 0,0-1 1 16,0-1-4-16,0-3-7 0,0-4 2 0,0-2 1 15,0-3 2-15,0 0 7 0,0-3-18 0,0 3 2 16,0-1-11-16,0 1-10 0,0 0-55 0,0-1-38 16,0 1-16-16,2-1-221 0</inkml:trace>
  <inkml:trace contextRef="#ctx0" brushRef="#br0" timeOffset="10031.17">11601 13743 888 0,'-2'-2'9'0,"0"0"12"0,-1 0-9 16,1 2-2-16,-11-5-3 0,2 1 0 0,-4 2-8 0,6 2 1 15,-6 0-3-15,2 2 3 0,2 2 0 0,-6 3 0 16,4 0 4-16,-4-5-4 0,-1 13 0 0,1 4 0 15,-4-3-2-15,3 3 0 0,3 0-3 0,-4-1 5 16,5 1 5-16,-3-1-1 0,2 1-2 0,-7 1 6 16,1 1-7-16,-1-1 8 0,-2 2 4 0,3 1-7 15,5-1 3-15,-3 2-4 0,2 0 5 0,-1 0-1 16,5-1-4-16,2 3 1 0,0 0-9 0,5 2 4 16,0 3 0-16,3-3 1 0,-1 5-2 0,-16 1 4 0,8-1 4 15,7 2-2-15,3-3-3 0,2 0 0 0,2 1-3 16,3 0 1-16,5 5 2 0,-1-5-3 0,2-3-1 15,2-1-1-15,2 1-2 0,2 0 4 0,1 0 4 16,-1-1 0-16,-15 1 4 0,22-2-4 0,-2 0-1 0,1-4-1 16,-1 0-4-16,0-2 5 0,-1-3 3 0,5 1 1 15,0 1 5-15,-4-8 0 0,6 5 2 0,-4-7 0 16,0-5 3-16,0 3-5 0,0-7-2 0,2 2 0 16,2-2 5-16,0 16-3 0,2-7-2 0,-1-5-1 15,3-2 2-15,-4-4-4 0,-2 0-1 0,2-2-1 16,-2-2 6-16,1-2-7 0,3-1 9 0,-4-2-10 0,4-4 9 15,-2 0-1-15,1-2-1 0,1-2 0 0,-6 2-4 16,6 12 2-16,-2-20 0 0,2-1 1 0,-1 0-2 16,-1 0 3-16,-6-2-6 0,-1-4 5 0,1 2 2 0,-5-3-11 15,-4 1 10-15,-2-3-10 0,-2-1 8 0,-3-1 5 16,-1-6-6-16,-3 4 9 0,22-6 17 0,-11 1-5 16,-5 1 4-16,-6-6-6 0,-2 5-5 0,-6-5-5 15,0 5 1-15,-1 3-3 0,-4 0-3 0,0 3-7 16,-2 1 6-16,-2 2-5 0,-4-1 6 0,-1 1-8 15,13 1-1-15,-18 1-2 0,-2 1 4 0,-5-2-4 16,0-1 4-16,-7 1-3 0,2-1 6 0,-2-1-7 0,0 3 0 16,4-1-2-16,-2 5-6 0,3 2 6 0,1 3-5 15,0 4 5-15,1-1-10 0,4 6-13 0,2 6 7 16,2 5-9-16,2-13-11 0,5 9-19 0,-3 4-21 16,-1 6 2-16,1 7-70 0,-4 15-70 0,1 24-38 0</inkml:trace>
  <inkml:trace contextRef="#ctx0" brushRef="#br0" timeOffset="10695.68">11651 14083 418 0,'0'0'135'0,"-2"-2"38"16,1 0-64-16,-1 0-72 0,0-2-6 0,-2 1-2 16,0-1-8-16,1 0-9 0,-1 0 3 0,2 1-16 0,0-1-5 15,0 2-4-15,1 0 1 0,-1 0-3 0,0 1 9 16,0-1 1-16,0 0 0 0,0 2-6 0,2 0-3 16,0 0 2-16,0 2-1 0,0 0 16 0,0-1-4 15,0 3 8-15,0 0-8 0,0 11 8 0,2 3-5 16,0-1-3-16,0 2 1 0,0 7 1 0,1-2 2 15,1 2-1-15,0 3 0 0,0-3 4 0,-1 6-9 0,1 0 3 16,0-1-4-16,1 1 5 0,-1-3-1 16,1 1 0-16,-1-6-2 0,0 4 0 0,-2-6 3 0,0-1 6 15,-2-5-3-15,0 1 12 0,0-2-10 0,0-2 6 16,0-2-6-16,0 2 16 0,0-4-14 0,-2 1 0 16,0-1-4-16,0-2-7 0,0 1 6 0,0-3-1 15,2-1 2-15,-2 2-1 0,1-3-4 0,-1 1 0 0,0 0-2 16,0 0-6-16,0-1 0 0,0-1-11 0,1 0 3 15,-1 0-42-15,0 0-108 0,0 0-55 0</inkml:trace>
  <inkml:trace contextRef="#ctx0" brushRef="#br0" timeOffset="11141.76">11389 14177 418 0,'0'0'15'0,"0"0"-1"0,-1-2-1 16,-1 1-8-16,0-1-5 0,0 0-40 0,0 0 10 16,0 0 6-16,2 0 3 0,0 0 17 0,0 1 6 0,0-1-1 15,0 2 4-15,0-2-8 0,0 2 13 0,0-2 3 16,0 0 8-16,0 0 31 0,0 0 11 0,0 1-2 15,0-1 2-15,0 0-17 0,0 0-1 0,0 0-6 0,-2 0 2 16,1 0-13-16,-1 1-6 0,0-1 0 0,0 0-3 16,2-2-12-16,0 0-1 0,0 1-5 0,0-3 4 15,2-5-4-15,2-2 3 0,1 0 3 0,4-2-2 16,3-2-1-16,-1 3 5 0,-9 1-7 0,11 0 5 16,-2 0-4-16,-4 1 5 0,1 3 0 0,-5 2-2 15,3-1-11-15,-4 1 6 0,3 3 2 0,-3-1 1 16,2 1-4-16,-2 2 2 0,0-2-1 0,1 2 5 0,3-1-3 15,-4 3 0-15,3-4-2 0,-3 4 2 0,4-4-2 16,-1 2-1-16,3 1 2 0,-1-1 1 0,-1 2 5 16,-1 0-2-16,1 0-3 0,1 2 2 0,1 1 0 0,-1 1-5 15,1 2 6-15,-3-5-5 0,3 11 14 0,-1-3-15 16,0 2 5-16,3-2-7 0,-1 1 6 0,-2-1-8 16,3-2 2-16,-1 3-4 0,2-1-5 0,-2 2 4 15,2-2-11-15,2 1 4 0,-1 1-55 0</inkml:trace>
  <inkml:trace contextRef="#ctx0" brushRef="#br0" timeOffset="11628.64">11681 14914 396 0,'0'0'77'0,"-2"-1"159"0,0-1-210 0,0 0-15 16,0 0-8-16,1 0-1 0,-1 0-13 0,0 0 10 16,0 2 0-16,2 0 1 0,0 0-8 0,0 2 3 15,0 0 0-15,0 2 2 0,2 11 1 0,2 11 6 16,1 5-4-16,1 1 6 0,-3 5 1 0,1 4 2 16,-2 0 5-16,0 11-3 0,-2-2 2 0,0 2 0 0,-2-2 3 15,0-7 1-15,-2-6 21 0,1-4-10 0,-1-3 3 16,2 0-6-16,0-4-8 0,0-2-3 0,1 2 0 15,1-2-2-15,0 0-2 0,0 2-7 0,0-2 0 16,0-4-1-16,0 3 8 0,0-8-13 0,0-1 4 16,0-4-5-16,0-5 9 0,0 1-17 0,0-4 2 0,0 0-10 15,0-1-11-15,1 3-16 0,1 0-44 0,0-2-3 16,0-2-270-16</inkml:trace>
  <inkml:trace contextRef="#ctx0" brushRef="#br0" timeOffset="13171.89">13131 12710 74 0,'0'-1'47'0,"0"-1"-13"0,0-2 49 0,-6-15-8 0,1-3-1 0,-1 0 1 15,1-2-13-15,-1 1 5 0,2 1-29 0,1 2 8 16,-1 1 3-16,2 2-2 0,-2-1-7 0,1-1-7 15,1-1-1-15,0-1-2 0,0 3 3 0,0 1-14 16,2 2 9-16,-2 1-11 0,2 1 7 0,0 1-15 16,0 3-2-16,0 2-4 0,0 1-3 0,0 2 2 15,0 1 2-15,0 1-1 0,0-2-2 0,0 0 7 16,0 1-8-16,0-1 8 0,0 0-3 0,0 2-5 16,0 1 1-16,0-1-3 0,0 0 2 0,0 0 2 0,0 0 5 15,0 0-2-15,0 2 4 0,0 0 0 0,0 0-1 16,0 2 1-16,0 2-8 0,0 14 0 0,0 16 1 15,-1 3 0-15,-1 2 11 0,0 7-14 0,0 3 7 16,0 6-8-16,0 3 2 0,2-2 1 0,0-1-3 16,0-3 3-16,-2-3 10 0,1-3-13 0,-3-5 8 0,0-2-9 15,2-4 4-15,0-3 3 0,1-1 0 0,-3-3 1 16,-2 0 4-16,3 0-6 0,-1-2-4 0,2 0 1 16,2-4 0-16,0-2 3 0,0-3 0 0,-2-2 0 15,0 0-6-15,2-4 4 0,0-2 4 0,0-1 1 16,0-5 5-16,0 1-13 0,0 0 5 0,0-2-5 0,0 0 6 15,0-1 8-15,0 3-10 0,0 0 10 0,0 0-4 16,0-1 2-16,0-1 2 0,0 0-1 0,0 0 4 16,-2 0-6-16,1 0 4 0,-1-1-5 0,0 1 4 0,0 0 0 15,-2 0-4-15,-1 0 2 0,-10 3 1 0,0-1-1 16,-4 2 3-16,3-3-5 0,3-1-5 0,-4 0 5 16,0 0-1-16,4 0 2 0,-1 0-6 0,-1 0 3 15,2-1-1-15,0 1 1 0,0 2-7 0,-2 0 4 16,2-2-3-16,2-1 3 0,0 3-5 0,7-4-2 15,-2 2 0-15,1 0 0 0,-3 2 1 0,5-3 3 16,1-1 2-16,-6 10-1 0,3-1-3 0,-3 4 0 16,5-4-5-16,1-3 6 0,-4 7-5 0,6-9-2 0,-2 7 1 15,2 0-1-15,0-6-3 0,2 7 7 0,2-3-4 16,-2-5 6-16,14 3 2 0,7 0-7 0,3-3 7 0,0 2-7 16,2-4 5-16,5 18 6 0,0-7-4 15,1-6 6-15,-3-1 0 0,-3-2-3 0,0-1 4 0,-4-1-4 16,0 0 5-16,-3 0-8 0,-1 0 5 0,-3 0-5 15,0 0 1-15,-4-1-1 0,0 3-2 0,-2 0 2 16,0 1 11-16,-2 1-11 0,-1 0 2 0,-1-1-5 16,0 1 1-16,-3 1 6 0,0 6 1 0,-2-2 3 15,0 2 6-15,5-4 4 0,-1 1-1 0,-3-1 2 0,1 0 3 16,-4-1-7-16,0-3 7 0,0 1-7 0,-2 1-1 16,-2-1 2-16,1-1-7 0,-20 1 6 0,-1 0 0 15,0-1-6-15,-2 1 2 0,4 1-4 0,-6-1-4 0,-2 1 1 16,1-1 0-16,-3-1 2 0,0 3-5 0,1-1-1 15,1-1 4-15,-1-1-2 0,3 1 11 0,2-2-12 16,2-1 1-16,5 3-3 0,2-2-1 0,6-1 6 16,4-1-2-16,1 0 2 0,1 0-5 0,1 0-11 15,2 0 4-15,2-1-5 0,0 1-1 0,-2 2-2 16,0 0 3-16,1-1-1 0,1 1 9 0,0 0 2 16,0 0-6-16,1-1 5 0,1 1-1 0,8 2 4 0,10-3 0 15,0 1 0-15,-3 0-5 0,11-1 6 16,2 1-2-16,-2 0 2 0,5 1-1 0,-3 1-3 0,-8 1 3 15,4-1-3-15,-6 0 3 0,-1 1 1 0,1-1 0 16,-1 1 0-16,1-1-3 0,-5 1 7 0,0 0-4 16,-4 1 6-16,-3-1-4 0,-3-3-3 0,1 0 4 0,-3-1-3 15,1 3 4-15,-2-2 5 0,0-1 2 0,2 3-1 16,-3-2 1-16,3 1 7 0,-2-1-2 0,0 3 4 16,0 3-8-16,-2-1 6 0,-2 2-8 0,-2-2 7 15,-3 3-17-15,-1 1 6 0,-10-2 0 0,-1-2 3 16,1 2-2-16,-3-3-6 0,4-1-1 0,3 0 0 0,-3-1 3 15,9 0-3-15,-1-3 0 0,-2-1-3 0,2 0 2 16,3 0 1-16,4-2-4 0,0 4 0 0,1-1-16 16,1-1 4-16,-2 2 4 0,0 0 0 0,2-3 8 15,-2 7-6-15,0 3 1 0,2-4-1 0,2 8 7 0,2 0-2 16,1-2 5-16,6 7-3 0,1-1 3 0,2 7 1 16,3 2-4-16,0 7 3 0,-2 0-9 0,0 4 6 15,-2 0-2-15,0 4 3 0,-2 5-4 0,0 3 6 16,-2 4-4-16,-1 3 4 0,-1 3-5 0,-1 2 6 15,-3 6 2-15,-1 3 1 0,0 1-4 0,0-3 1 16,-2-5-1-16,0-7 2 0,0-8 0 0,0-5-2 16,0-6 1-16,-2-6-1 0,0-1 5 0,0-3 0 15,0-3-4-15,1-4 1 0,-1 1-1 0,0-5 3 0,2 1-1 16,0-4 0-16,0-2-4 0,0-2-2 0,0-4 5 16,0-1-2-16,0-4 7 0,0 0-4 0,-2 1 0 15,0 1-2-15,0 0 4 0,0-2-12 0,1-1-1 0,-1 1-8 16,0 0-34-16,0-2-73 0,-2 0 1 0,1-2-27 15,-3-5-29-15,-7-27-70 0</inkml:trace>
  <inkml:trace contextRef="#ctx0" brushRef="#br0" timeOffset="13752.95">13799 13498 1271 0,'-1'-2'20'0,"-1"-2"-15"16,-11-20 18-16,2 4-6 0,5 8-10 0,2 3-4 16,4 5-5-16,-2 1-2 0,1-1-33 0,-1 2 13 15,0 0-6-15,2 2 9 0,0 2 1 0,0 2 9 16,4 24 8-16,3 18-1 0,0 6 8 0,-1 8 7 16,-2-5-5-16,-4-1 5 0,0-2-11 0,0-6 3 15,-2-8-1-15,0-5 3 0,0-3 7 0,0-6-5 0,0-4 4 16,-1-1-4-16,1-6-5 0,0-2 7 0,0-2-8 15,2-3 8-15,0-1-10 0,0-1 12 0,0-2 6 16,0 2 3-16,0-1 18 0,-2 1-3 0,0-2-4 16,1 0 1-16,-1-2-5 0,-2 0-10 0,0-2 4 0,-1 0-6 15,-5 0-2-15,3-22-9 0,-8 0 0 0,8-4-3 16,3-2-5-16,0-3 3 0,-18-4-4 0,11-4 4 16,7 2-1-16,4-4 2 0,6 3-6 0,1 1 4 15,4-6-4-15,2 2 0 0,2 1 7 0,2 4-5 16,-2 7 4-16,0 7 0 0,-12 1-2 0,18 5 2 15,5 3 2-15,-4 4-8 0,2 3 2 0,-2 5-5 16,1-12 0-16,-3 6-6 0,1 5-2 0,-3 4 0 0,-1 0 4 16,-2 4 3-16,0 3 6 0,-2 2-4 0,-4 6-1 15,-2 9 11-15,-3 2 3 0,13 0 6 0,-4 4 17 0,-8 0-8 16,-3-2-7-16,-4-4 3 0,-3 0-3 0,-3 0-2 16,-1-4 1-16,0 1-3 0,-2-4-5 0,-1-1 5 15,7 1-3-15,-12-2 3 0,0 1-9 0,3-1 1 16,-1 0 2-16,0-2 0 0,0 2 1 0,2 0-7 15,2 2 3-15,0-1-2 0,1-1 8 0,1 2-4 16,2 0-2-16,3-3 0 0,-2 1 2 0,-5 0-5 16,4-2 2-16,1 0-4 0,3 0 7 0,1 0-5 15,2 0 3-15,0 0-5 0,2 0 5 0,1-2-12 0,3 2 7 16,1 0-8-16,-1 0 6 0,18-2-9 0,0 1-5 16,2-3-1-16,0-2-19 0,6-3-109 0,3 16-34 15</inkml:trace>
  <inkml:trace contextRef="#ctx0" brushRef="#br0" timeOffset="14099.41">14486 13767 1668 0,'-3'-2'22'0,"-1"2"3"15,-37-15-11-15,6 6-5 0,11 7-8 0,-2 2-8 0,9 4-1 16,0 3-7-16,8 1 5 0,-2 5-6 0,5 11-6 15,4 0 5-15,-12-2-7 0,6 0-2 0,6-1 4 16,4-1 1-16,6-1 2 0,3-1 7 0,-9-3-4 16,25 0 0-16,1 0 0 0,-2-6-1 0,6 2 17 15,-6 1-7-15,0-3 9 0,-2 0-3 0,-2 2 6 16,-1-1 4-16,-5 1-1 0,-1 0-3 0,-2-2 3 16,-3 2-1-16,-3-1 2 0,0 1-7 0,-5 0 16 15,6-2-2-15,-3 0 9 0,-1 1 6 0,0 1 3 16,-4 0-1-16,0 2 0 0,-6 2-8 0,-5 2-11 0,-8-3-2 15,-18 3-2-15,-2-2-4 0,-3-4-10 0,-5-2-4 16,4-1-4-16,3 1-32 0,-3 2-28 0,4 0-4 16,0-3-11-16,-2 1-45 0,8-3-86 0,1-3-45 15</inkml:trace>
  <inkml:trace contextRef="#ctx0" brushRef="#br0" timeOffset="14545.99">12815 15854 858 0,'-1'0'141'0,"-1"0"-195"0,0-2 163 15,0 0-93-15,0 0-34 0,0 0-19 0,0 2 7 16,1 0-8-16,1 0 23 0,0 0-8 0,1 2 2 0,3 0-3 15,26 13 10-15,9 0 9 0,5-4 5 0,1-4 1 16,1-3 17-16,1-2 6 0,3-2 3 0,2 0 4 16,0-4 31-16,4-3 18 0,5-2-4 0,6-3 5 15,0 1-31-15,-2 2-21 0,-4 0-7 0,-7 3-3 16,-6 2-11-16,-5 1 2 0,-4 1 5 0,-4 0-4 16,-2 0-3-16,-3 2 1 0,-2 0-9 0,-4 0 6 15,-4 0-6-15,-1 0-6 0,-4 0-1 0,-2 0-5 0,-6 0-10 16,-1 0-26-16,-4 0 1 0,1 2-14 0,1 0-36 0,-2-2-77 15,0 0-22-15</inkml:trace>
  <inkml:trace contextRef="#ctx0" brushRef="#br0" timeOffset="14748.14">12843 16264 1024 0,'-2'0'34'0,"1"0"0"0,-1 0 14 0,0 0-11 15,0 0-5-15,0 0-50 0,0 0-5 0,2 0-2 16,0 0 7-16,2 0 33 0,9-2 3 0,28-1 0 16,8-1 0-16,-5-2-9 0,5-1-9 0,-1 0 5 0,1-1-5 15,1 3 0-15,-2-1-11 0,1 0-6 0,5 5 1 16,-4-1-6-16,4 0-20 0,2 2-6 0,-10 2-12 16,3 5-76-16,-10 2-77 0</inkml:trace>
  <inkml:trace contextRef="#ctx0" brushRef="#br0" timeOffset="14864.61">13679 16376 370 0,'0'0'77'15,"0"0"-7"-15,-2 0 25 0,0 0 5 0,-2 0-25 16,1 0-20-16,-9 0-29 0,3 0-4 0,0 0-8 0,5 0-21 16,2 0-33-16,-1 0-23 0,-1 0-20 0,0 0-249 15</inkml:trace>
  <inkml:trace contextRef="#ctx0" brushRef="#br0" timeOffset="15220.57">11319 16051 1070 0,'-2'-2'48'0,"0"0"83"0,0-2-105 15,-1 1-13-15,1 1-10 0,0-2 2 0,0 2-18 16,0 0 20-16,2 0 1 0,2 1 7 0,2-1 8 0,29-13-9 15,10 0-1-15,0 6-2 0,1-1-13 0,3 3-4 16,-3 0-4-16,1 1 2 0,-1 2-4 0,-3 1-17 16,-2 1-4-16,-2 2-8 0,-2 0-43 0,-1 3-309 15</inkml:trace>
  <inkml:trace contextRef="#ctx0" brushRef="#br0" timeOffset="15362.72">11549 16357 1040 0,'-2'0'33'0,"0"0"-2"0,1-2-3 0,-3 0 1 16,0 0-17-16,2 1-24 0,0-1-46 0,1 0 1 16,-1 0-12-16,2 0 15 0,0-2-18 0,11-22-88 0</inkml:trace>
  <inkml:trace contextRef="#ctx0" brushRef="#br0" timeOffset="16422.04">11380 12430 245 0,'0'0'59'0,"0"-2"-5"0,0 0 52 0,-2 1-4 16,0-1-2-16,2-2-23 0,0 0-21 0,0 2-4 15,0 1-7-15,0-3-23 0,0 0-13 0,0 0 1 0,0 1-6 16,0-1-6-16,0 2 8 0,0 0-6 0,0 0 8 15,2 1-9-15,0-1 10 0,0 0-2 0,0 0 6 16,0 0-5-16,0 0 13 0,-1 0-3 0,1 1 8 16,0-1 19-16,0 0-1 0,0 0 3 0,0 0-5 15,0 0-6-15,-1 0-19 0,1 1 3 0,0-1-7 16,0 0-2-16,0 0-4 0,0 0 0 0,1 0-2 0,-1 0 4 16,2 1-9-16,0-1 7 0,-1 0-8 0,-1 2 1 15,9-6 8-15,2 1-9 0,4-1 8 0,0 1-3 0,1-1-4 16,5 2 2-16,3 1-2 0,3-1 2 15,5 0-3-15,1 0 1 0,8 3-3 0,-2-1 4 0,9 2 1 16,2 0-2-16,7-2 1 0,2 0-2 0,10 0 1 16,1 0 4-16,-1 0-2 0,1-1-3 0,-5-3-1 15,2 1-1-15,1-1 3 0,7-1 1 0,4 1 5 16,-1-1 2-16,6-1-1 0,-3 1-1 0,-1-1 4 16,-2 1-4-16,-8 1 5 0,-3-1-1 0,-2 1-4 0,-1 3 1 15,5-1-2-15,-4 2 10 0,-2 0-12 0,-4 2 6 16,-7 0-9-16,5 2 1 0,-5-2 5 0,0 0-6 15,-4 2 5-15,-5-2-7 0,-3 4 2 0,1-1 4 16,0 1-1-16,-4 0-1 0,2-2 0 0,0 1-2 16,-4-1 3-16,5 0 6 0,-6 0-9 0,-3 0 4 0,-5-2-5 15,2 2 0-15,-4-2 2 0,1 1 3 0,-4-1 1 16,-8 0 6-16,1 0-9 0,-6 0 4 0,-3 0-3 16,4 0 10-16,-9 0 5 0,2 0-2 0,-2 0 4 15,1 0 7-15,1 0-7 0,0 0 2 0,-1 0-3 16,-1 0 0-16,0 0-11 0,0-1 1 0,0-1-4 15,0 0-3-15,0 0-1 0,-1 0 5 0,1 0-4 0,0-1 8 16,-2-1-11-16,0-4 2 0,0-5-3 0,-2 0 11 16,0 2-8-16,-1-2 7 0,-3 4-7 0,-1-2 11 0,3-2-3 15,-15 2-5-15,3-4 3 0,-1 9-5 0,4 3 6 16,-2 1-5-16,-2 0 5 0,-3-4-7 0,-2-9 0 16,3 6 6-16,1 2-4 0,-7-1 1 0,7 5-4 15,-1-1 2-15,1 4-2 0,5 0 4 0,-2 2-1 16,2 1-3-16,0 1 3 0,0 2-3 0,4-3-2 15,-1 3 2-15,3 0-2 0,0-3 5 0,3 16-2 16,-2-2-2-16,4-1 1 0,1-3 0 0,-9-2 0 16,1 4 0-16,5-5 0 0,1 3-4 0,1-4 4 0,2 0-4 15,0 0 4-15,2-1-5 0,1-1-1 0,-1-3 6 16,7 2-3-16,12-5 7 0,3 1-4 0,4 0 1 16,-4 15-1-16,4-6-1 0,0-5 9 0,-4-6-2 0,5 0 4 15,-1-4-8-15,-7 0 6 0,-1-3-3 0,-7 1 4 16,-4 1-1-16,1-3-4 0,-5 4 8 0,-1-12-5 15,-2-3 4-15,9 4 9 0,-2-1-3 0,-5-1 6 16,-4 4-3-16,0 0-7 0,-4-2-2 0,1 8 1 16,-3-3 0-16,-1 5-7 0,-16 1 4 0,1 2-5 15,-4 0 2-15,-4-16-3 0,6 7-3 0,2 5 1 16,1 2 1-16,5 2-2 0,3 2 1 0,3 0-3 0,3 0-6 16,1 0-27-16,1 0-8 0,1 0-13 0,1 2-101 15,-1 0-71-15,0 0-37 0,0 0-25 0,3 2-294 16</inkml:trace>
  <inkml:trace contextRef="#ctx0" brushRef="#br0" timeOffset="19184.86">13001 9818 42 0,'0'0'28'0,"0"0"-1"0,0 0 19 16,0 0-5-16,0-2-2 0,0 0-17 0,0 0-21 15,0 0-3-15,0 0-6 0,0 1-3 0,0-1-12 16,0 0 9-16,0 2-10 0,0 0 9 0,0 0 2 16,2 0-2-16,0 0 4 0,0 0 7 0,-1 0-2 15,-1 0 6-15,0 0-3 0,0 0 13 0,0 0 8 0,0 0-4 16,0 0 4-16,0 0-8 0,0 0 18 0,0 0-1 15,0 0 7-15,0 0-5 0,2 0 15 0,0-2-9 16,0 0 10-16,0 0-11 0,0 0-1 0,0 1 0 16,-1-1 1-16,1 0 8 0,0 0-1 0,0 0 3 15,-2 0-3-15,2 0 12 0,-2 1-3 0,2-3 6 0,-2 0-7 16,0 0-2-16,0 3-3 0,0-7-8 0,0-3 4 16,0 4-16-16,0-3 1 0,-2 1 2 0,0 3-2 15,-2-5-1-15,2 6-7 0,-1-3 1 0,1 5-2 16,0-1 5-16,0 0-8 0,0 0 1 0,0 1-5 15,-1 1-8-15,-1 0-1 0,0 0 3 0,-3 0-2 16,-1 2 6-16,-5 0-7 0,4 2 0 0,5-2 0 0,-7 6 5 16,4-1-6-16,-2 3 4 0,5-6-4 0,0 5 9 15,1-1-8-15,-3 1 3 0,2-1-4 0,2-3 9 0,1 3-5 16,-1-2 0-16,2-3-1 0,0 3 7 0,0-2-4 16,0 2 4-16,0-1-3 0,0 1 16 0,0-2 14 15,2 0 2-15,-1 0 2 0,1 0-15 0,0-1-6 16,0-1-2-16,0 0 0 0,2 0-6 0,-1 0-9 15,1-1 0-15,-2-1-2 0,0 0 2 0,1 0 5 16,1 0-2-16,-2 0 1 0,0 0-7 0,0 1 6 16,-1-1-3-16,1 0 6 0,0 2 0 0,0 0-8 0,0-2 2 15,0 2-3-15,-2 0 3 0,0-2-1 0,0 2-1 16,0 0 0-16,0 0 0 0,0 0-5 0,0 0 5 16,0 0-7-16,0 0 10 0,0 0-5 0,0 0 4 15,0 2-5-15,0 0 8 0,2 0-5 0,-1 0 1 16,1 1-1-16,-2-1-10 0,4 11 13 0,2 2-6 0,-1-2 8 15,3 2-8-15,-1 0 4 0,2 1-2 0,1 3 2 16,-1 0-4-16,0-1 2 0,2 2 3 0,0 1-2 16,1 1 0-16,-1 0 3 0,0 1-2 0,0 1 2 15,2 2-2-15,0 0-4 0,2 4 2 0,0-3-2 16,0 3 1-16,-1 4 4 0,1 1-4 0,2 2 5 16,0-4-3-16,1 3 0 0,1-1 0 0,-1 2 0 0,3 2-3 15,-3-4 3-15,-1-1-2 0,4-1 3 0,-20-1 3 16,24 1-4-16,1 1 0 0,-4-3-1 0,0 1-3 0,2-3 6 15,0 1 1-15,-3-2 2 0,3 2-9 0,0-1 7 16,2 3-3-16,2-2 5 0,-2 1-11 0,2 3 9 16,-4-5-6-16,4 3 6 0,-2 3-9 0,-2-3 9 15,0 1 1-15,-4-3 2 0,5 0-10 0,-1-4 3 16,0 1-1-16,0 1 2 0,0-2 2 0,2 0 1 16,0 0 0-16,0-2 1 0,2 1-6 0,-2 1 5 15,2 0-5-15,0 0 5 0,-2 0-4 0,0 0 0 16,-2 1 4-16,2-1-3 0,0 0 1 0,-4 0-1 0,2 0 1 15,-2 0-1-15,-7 0 0 0,4-1 1 0,-2 1-1 16,-3 1 1-16,1-3-1 0,2 2 2 0,-10-3 1 16,3-5 0-16,-1 3 4 0,-5-3-5 0,3 3-2 0,1-1 0 15,-3-1 2-15,-1-4-2 0,0-4 3 16,5 0-3-16,-4-2 0 0,3 2 2 0,-4-3 1 0,3 5-1 16,-1-2 0-16,-1 0-1 0,-1 0 2 0,-2-5-1 15,0 3 9-15,-1 0-6 0,-1-1 6 0,0-3-7 16,0 5 5-16,0-5 5 0,0-1-6 0,0 1 6 15,0-3-1-15,0 2-4 0,0 0 4 0,0-1-3 16,0 1 4-16,-1 0 0 0,-1 0-2 0,0-1 1 16,0 1 1-16,0 0 4 0,0-2-4 0,0-1 1 15,1 1-7-15,-1 0-6 0,0 0 6 0,0 0-7 0,0 0 1 16,0 0-1-16,0-1-2 0,1 1 1 0,-1 0 2 0,0 0-2 16,0 0 8-16,0 0-5 0,0 0 6 0,0-1-4 15,1 1-5-15,-1 0 4 0,-2-2 1 0,0 0 5 16,1 0-1-16,-1 0 0 0,2 0-10 0,0-2 9 15,-2 0-5-15,3-1 6 0,-5-7-6 0,-3-6-3 16,1-3 4-16,1 1-4 0,1 1 0 0,1 0 5 16,-1-1-5-16,1 1 4 0,-5-4-3 0,3 7 0 15,-2-3 2-15,-1 2-1 0,5 6-2 0,-1 1 1 0,-5 5-1 16,-9 1 0-16,-3 0-3 0,5-11 3 0,-3 4-1 16,1 5 1-16,-4 4-1 0,-2 4 1 0,4 3 1 15,3 4 0-15,-1 2-5 0,3-11 6 0,0 17-2 16,4-10 2-16,4 8-2 0,1-8 0 0,5 0 2 0,-5 0-1 15,8-7 1-15,-3 4-2 0,3-4-4 0,0 0 2 16,0-1-6-16,-2 3 10 0,0 0-2 0,2 0 2 16,0-3-8-16,2 1 11 0,1 0 1 0,9 0 4 15,12-2-5-15,2-2 2 0,-6-3-1 0,1-3 1 16,1-3-3-16,-2 0 5 0,1-2-2 0,-5 2 3 16,-10 7 0-16,-1-9 2 0,1 6 2 0,0-5-1 15,-1 7-2-15,-3 3-5 0,2-4 2 0,-1 3-1 0,1-1 5 16,-2 0-7-16,0 2-5 0,0 1 0 0,0-1-15 15,-2 0-8-15,0 0-11 0,0 2-4 0,-2 0-89 0,0 2-126 16,0 2-74-16</inkml:trace>
  <inkml:trace contextRef="#ctx0" brushRef="#br0" timeOffset="22442.15">13038 9506 258 0,'0'0'18'0,"0"-2"-2"0,0 0 24 16,0 0-1-16,0 0 1 0,0 0-3 0,-2 1 11 15,0-1-7-15,1 0 8 0,-1 0 0 0,0 0 1 16,0 0 4-16,0 0-5 0,0 1-19 0,0-1-6 0,-1 0-3 16,-1 0 1-16,0 0 2 0,1 2-9 0,-5-2 6 15,1 0-6-15,1 2 10 0,-1-1 2 0,-1-1-3 16,-3 0 3-16,-2-2-5 0,6 2-7 0,3 2 2 15,-3-2-4-15,3 2-4 0,-3-1-5 0,-1-1 0 16,4 2-1-16,3 0-8 0,-3 0 5 0,0 0 0 16,0 0 1-16,1 2-1 0,-1-1-1 0,0 1-1 0,1 2 1 15,-5 7 6-15,-1 8-3 0,1 1-2 0,1 1 0 16,0 1 0-16,3-5-2 0,-2 5 2 0,3-2-2 16,-1-5 4-16,0 4 4 0,2-6-3 0,0 2 3 15,2-2-3-15,0 0 3 0,0-2-1 0,0-2 1 16,0-2-2-16,2 3 2 0,0-1 2 0,0-3-1 0,2 3 5 15,-1-4 38-15,1 1-12 0,0-2 17 0,5 1-33 16,6-1-9-16,0 0-1 0,-2-2-3 0,4-1 0 16,-1 11 4-16,-1-3 2 0,2-2 1 0,1-1 13 0,-5-4-3 15,4-2 3-15,-4 0-3 0,-2-2-5 0,-2-2-5 16,1-1-4-16,-1-1 2 0,-2 2-1 0,-3-12-4 16,0-1 3-16,0 0-4 0,-3-1 3 0,11 1 5 15,-1-2-5-15,-4-1 4 0,-1 1-13 0,-4 4 6 16,-1-3 2-16,-1 3 0 0,0 0-9 0,0 0 8 15,0 2-8-15,0 6 8 0,-1-2-9 0,1 5 4 0,0 2 0 16,-2-4-1-16,2 5-4 0,0-1 2 0,-2-2-4 16,0 0 3-16,0 2-6 0,-2 1-1 0,1-1 5 15,-1 2-3-15,0 0 2 0,-7 5 5 0,0 3-5 16,-2-1 4-16,2 15-2 0,3 4-4 0,-1 0 6 16,0-3-4-16,3 1 5 0,-3-6-3 0,5 1 1 0,2 1-1 15,-3-3 10-15,1 0-6 0,0-2 0 0,3 0-3 16,-9-2 4-16,5 0 1 0,1 0-2 0,2-2-1 15,2-2-2-15,0 0 3 0,2 1-2 0,0-3 2 16,0-1-7-16,1 1 5 0,-1-3 1 0,2-1 2 16,9-1 5-16,-6 4 0 0,3-1 3 0,3 3-2 15,-4-5 15-15,2 1 4 0,-2-2 0 0,1-2-1 0,-3 0-3 16,2-4-11-16,-1-1-3 0,1-6-4 0,0-13-7 16,-1-6 4-16,-1 0 2 0,-5-1 1 0,17-1-6 0,-6-3 3 15,-6-4-1-15,-5-4 1 0,-4 2-3 0,-2 4 1 16,-3 0-5-16,-2 2 3 0,-2 3 0 0,-1 0 5 15,3 10 4-15,-2 2-2 0,0 3-7 0,9 4 0 16,-20 4-2-16,7 7 2 0,-6-2 0 0,3-9-3 16,1 6-2-16,-3 1 0 0,3 6-2 0,-2 6-4 15,1 5 3-15,-1 0-3 0,-1 22 14 0,1 8-2 16,-1-2 2-16,5 0-3 0,4 0-6 0,2-3 9 16,1-5-8-16,6 1 8 0,1-4-11 0,-5-6 9 0,-11 2-1 15,8-4 3-15,3 1-2 0,5-1 1 0,1 1 2 16,1-3-2-16,5 1-2 0,-2-4 1 0,3 0-1 15,1-1 2-15,-1-1-10 0,-1-1 8 0,-1-3 1 0,3 0 2 16,-3-2 0-16,8 1 4 0,-4-4-4 0,3-1 4 16,-1 7-10-16,2-3 7 0,2 0-1 0,-6-3 5 15,0-2 3-15,-1-2 0 0,-3 0 4 0,1-2-2 16,1-2 1-16,-1 1-4 0,3-8-6 0,-4-10 3 16,1-3-4-16,-2 0 0 0,12-2 3 0,-3-2-3 15,-5 0 5-15,-6-1-6 0,-2-5 2 0,-4 4-4 16,0 1 0-16,-1-3 3 0,1 6-3 0,-2-2 4 0,-3 2-3 15,2 6 2-15,-3 1 2 0,3 6-2 0,0-2 5 16,3 10-9-16,2 1 3 0,-3 2-5 0,-7-7 0 16,5 5-7-16,-6-1 1 0,6 3-3 0,-3 2 4 0,-1 4 2 15,2 1 2-15,-4 16 0 0,-6 16 3 0,8 2 1 16,-2 0 0-16,8-4 0 0,3 0 0 0,0-5-4 16,-17 2-1-16,8-5-1 0,4 3 4 0,5-2 6 15,2-2-4-15,2 0 2 0,3 0-6 0,1-4 3 16,3 0 1-16,0-3 1 0,3 0-1 0,-3-5 2 15,0 1 0-15,-7-5 0 0,13-5-2 0,0-3 5 16,9 15-2-16,-6-10 4 0,-1-3 3 0,0-4 2 0,-2-2 0 16,-1-2 0-16,1-3 0 0,-2-2-5 0,-2-4 0 15,-1-13-2-15,-3-2-1 0,1-2 5 0,-3 0-1 16,-1-1 2-16,-2 1-4 0,0 0 1 0,16-1-7 16,-5-1 5-16,-4-3-5 0,-5 2-1 0,-2 3 2 0,-2 0-1 15,-2 2 2-15,0 6-5 0,-1-4 5 0,-1 9-4 16,-2-1 10-16,3 5-6 0,-1 5 0 0,0-1-2 15,2 5-2-15,0 1-1 0,1-1-5 0,-3 2 4 16,0 0 0-16,0 2-3 0,-7-2 7 0,4 2-6 16,-1 2 3-16,-5 4 2 0,6-1-2 0,0 5 1 15,-3 14-3-15,5 2 5 0,1 3 0 0,-2-3 2 0,-10-1 1 16,3 1-6-16,5-2 1 0,3 0-3 0,3 0 1 16,2-2 5-16,2 1-1 0,2-1 2 0,1-2-5 15,3 1 2-15,-1-3-2 0,0-1 3 0,1 0 4 0,1-2-7 16,-2-3 5-16,1 0-5 0,-3-3 4 0,10-2 7 15,-2-1-6-15,-2-4 6 0,1 0-5 0,-1 5-1 16,-2-1 5-16,2-3-3 0,-2-1 7 0,3-2 0 16,1-2-6-16,-2-3 3 0,0-3-3 0,-2-1-2 15,0-17 7-15,-1 0-6 0,-3-2-2 0,-1 2 7 16,-2-2-6-16,17 1 6 0,-8-1-7 0,-4 0 1 16,-3 2-3-16,-2-4 2 0,-2 2-5 0,-2 2 1 15,-2 0 5-15,-1 6-3 0,-1 1-1 0,-1 3 3 0,1 3-8 16,0 3 8-16,1 3-1 0,1 3-7 0,-9 0 6 15,0-5-8-15,-2 2 8 0,-3 1-5 0,1 6-1 16,-5 2-2-16,-1 4-4 0,1 7 11 0,-2-6-4 16,2 28 5-16,1-3-5 0,3-1 6 0,3-5-4 0,4 2 5 15,-2-2-8-15,7 0 6 0,3-2-2 0,-1 2 2 16,2-1 0-16,-4-3-3 0,-1 0 3 0,-6-1-4 16,4 1 1-16,5-2 3 0,4 1 0 0,0-3 2 15,2 1 0-15,0-4-2 0,3 1 0 0,1-3 0 16,-1-2 4-16,3 1-2 0,-1-3-2 0,3-4 0 0,6-1-3 15,1 7 6-15,-2-1-2 0,-2-5 4 0,2-1 0 16,-1-2 0-16,-1-2 4 0,-3 0-3 0,5-4 0 16,-6-2 3-16,2-1-4 0,-2-10 4 0,-1-9-6 0,-5-5-1 15,1-1 1-15,-2-1-2 0,20-4 3 0,-9 0-3 16,-7-4 1-16,-4-2-2 0,-2 0 6 0,-4-7-6 16,-3 2 3-16,-3 1-4 0,-3-1-3 0,0 11 5 15,-2 2 0-15,1 1 3 0,1 12-3 0,0 2 3 16,11 5-4-16,-19 4 3 0,5 1-4 0,1 8-6 15,-4 1 6-15,4-11-6 0,2 7 2 0,-1 1-4 16,-1 4-2-16,-4 6 0 0,-3 7 5 0,3-6 3 16,-1 28 0-16,3 3 1 0,4 1-5 0,-2 0 8 0,2-6-1 15,6 0 2-15,1 1-8 0,3-4 3 0,-1-1 1 16,0-5 0-16,2 1 2 0,-11-5 0 0,4 0-3 16,5 1 3-16,4 1 0 0,0-1 1 0,4-3-1 0,0 1 2 15,1-1-2-15,3-1-3 0,1-2 3 0,0-2-4 16,1 0 6-16,6-4 1 0,-3-2 0 0,2-1 0 15,2-2-6-15,0-1 1 0,-1 9 4 0,1-3 0 16,3-2 7-16,-3-5 0 0,4-2-7 0,-1 0 6 16,-5-4-9-16,1-1 10 0,-1-3-3 0,-2-1 5 15,-2-2-8-15,-1-11 5 0,-5-4-4 0,-1 0 4 16,0 0-5-16,14-2 0 0,-5 2 1 0,-3-6-1 0,-5 1-4 16,-1-3 4-16,-4 3-4 0,0-1 3 0,-2 4-1 15,0 2-3-15,-2 4 5 0,-1 4-5 0,1 5 2 16,0 1-3-16,1 5 1 0,-1 1 0 0,4 5 5 0,-4-3-12 15,1 2 5-15,-14-5-8 0,0 3 3 0,-3 4 4 16,1 5-2-16,3 7 3 0,1 8 3 0,-2 25-3 16,0-6-1-16,2 1 0 0,1-1 6 0,2 0-2 15,-1 0 1-15,8-3-2 0,-3-3 2 0,5-3-1 16,-16 0 1-16,8-4-1 0,5 1 0 0,6-1 2 16,2-2 0-16,2-3 0 0,2-3-4 0,1-1 3 15,0-2 1-15,1 0 1 0,1-2-2 0,-5-6 3 0,24 3-4 16,-4-9 4-16,2 16-3 0,0-6 0 0,-8-5 4 15,3-6-2-15,-5 0 8 0,1-4-5 0,2-5 2 16,-4 0-2-16,1 3 2 0,-5-20 3 0,1 0-4 0,-5-2 3 16,0-2-9-16,-1-1 7 0,-2-3-2 0,-1 3 4 15,1-2-11-15,17-3 4 0,-10 5-2 0,-6-3 3 16,-3 3 1-16,-2-1-3 0,-2 1-1 0,-3-1 0 16,-1 8 2-16,-1-2-7 0,1 7 6 0,1 4-6 15,-1 1 8-15,0 4-6 0,3 5 0 0,-1-1-3 16,0 2 1-16,-5-1-4 0,-2-1-3 0,-4 4 1 0,0 2 1 15,-2 6 0-15,3 3 8 0,-3 14-5 0,2 14 11 16,4 0-4-16,-2-2-4 0,7-1 0 0,4-3 2 16,-16-1-4-16,5 0 8 0,6-3-4 0,5-1 8 15,2 0-10-15,3-1 4 0,3-3-4 0,1-2 4 0,1 1 2 16,1-3-6-16,0-1 4 0,1-2-1 0,1 0 3 16,-8-4-1-16,12-2 2 0,4-2-2 0,-2-1-1 15,-3-4 5-15,3 9-4 0,-2-4 3 0,0-1 1 16,0-4 0-16,0-2 2 0,-2-2 3 0,-2-2 0 15,2-3-5-15,-2-2 1 0,0-19-7 0,-4-2 9 16,1 0-2-16,-3-3 4 0,-1 0-11 0,-2-3 3 16,20-1-2-16,-11 0 3 0,-5-2 5 0,-4 2-8 0,-4-2 1 15,-2 4-3-15,-3-1 5 0,-2 5-6 0,-1 1 3 16,1 11-4-16,-2-3 4 0,3 9 0 0,7 4 0 16,-14 3-2-16,-2-5-6 0,0 4-2 0,-5 5 0 15,0 6 1-15,-2 5 1 0,-4 2 7 0,0 32-2 0,-2 5 3 16,-1-2-12-16,8-1 7 0,-3 3-1 0,6-5 4 15,3 3 3-15,2-3-3 0,4-4 3 0,6-4-2 16,-1-1 4-16,-11-5-3 0,10-3 0 0,7-3 0 16,2-5 3-16,2-3-5 0,1 0 2 0,1-4-4 15,1 0-1-15,1-3 6 0,10-6 0 0,10 16 3 16,-2-9-4-16,0-7 8 0,5-4-8 0,-5-5 7 16,4-6-7-16,-4-4 7 0,-2 4-1 0,2-20 1 0,-3-1-4 15,-3-3-1-15,-3 2 6 0,-6-2-4 0,-2 2 13 16,-5-2-9-16,-2-2 1 0,18 1-3 0,-9-1 4 0,-9-1-1 15,-6 2-1-15,-7-1-1 0,-5 6-3 0,1 7-33 16,-39 7-15-16,-24 16-19 0,-19-21-153 0,-40 53-410 16</inkml:trace>
  <inkml:trace contextRef="#ctx0" brushRef="#br0" timeOffset="30969.91">13382 8843 817 0,'0'-2'14'0,"-2"0"4"0,2 0-13 0,-6-20 1 0,1 2-7 16,1 5 12-16,2 5-10 0,0 5 5 0,2-1-4 16,-2 1 10-16,2 3-12 0,0-2 2 0,-1 0-3 15,1 1-4-15,0 1 10 0,0 0-2 0,0 0 7 16,0 0 13-16,0 2-7 0,-2 0 8 0,0 2-6 16,0 0 16-16,0 9-17 0,-3 21 2 0,-1-1-6 15,-1 5 1-15,-3 1 0 0,-1 2 0 0,-2 3 0 16,-4 5-4-16,-3 5 2 0,-4 5-5 0,-2 8 5 0,0 2 7 15,-2 7-1-15,0-3 2 0,2 1-3 0,0-3 0 16,0-6-6-16,2-5 4 0,0-8-5 0,0-2 7 16,18-1-3-16,-20-1 1 0,0 1-1 0,0-1-1 0,6-2-1 15,1 3-5-15,3-4 3 0,-1-3-5 0,0-2-2 16,2-1 8-16,0-6-6 0,2 3 6 0,6-5-6 16,-4 1-3-16,5-4 1 0,-1-5-2 0,-2 1 12 15,1-11-6-15,1-2 5 0,3 2-13 0,0-5 9 16,2 3-2-16,-1-3 5 0,1-2-4 0,0-3-8 15,-2 1 2-15,1 0-3 0,1-2 5 0,-2 4-5 0,0 0 2 16,1-1-5-16,1 1-2 0,0 0-14 0,0-2-2 16,0-1-4-16,0 1-15 0,0 0-8 0,2 0-11 15,0 0-9-15,2 0-129 0,0 0-158 0</inkml:trace>
  <inkml:trace contextRef="#ctx0" brushRef="#br0" timeOffset="31664.38">12362 9077 1189 0,'-2'-2'8'0,"1"0"1"0,-1-2 12 0,-2-7-3 15,-7-2 4-15,2 6-8 0,3 3-8 0,0-1-2 16,5 3-1-16,-3-2 2 0,0 0-21 0,2 1 9 15,0 1-12-15,1 0 12 0,-1 0 5 0,2 0-1 16,0 0 3-16,0 2 1 0,0 0 1 0,2 0 4 0,-1 0-2 16,1 2 8-16,0 0 1 0,0 0-4 0,0 0 3 15,2 1 0-15,-1 1-8 0,-1-2 7 0,11 9-6 16,-2 0 12-16,6 2-9 0,-2 2-4 0,3 0 0 16,5 4-1-16,-3 1 1 0,4 0 1 0,2 5-1 15,2-1 0-15,-2-2 0 0,6 6 1 0,-1 1-1 16,1-1 0-16,5 11 1 0,0-3-5 0,-5-3 2 0,1 4-3 15,-5-2 2-15,2-1 5 0,-1-1-2 0,3 1-5 16,-2-3 4-16,-4-3-3 0,0 0 5 0,-2-4-3 0,0 0 1 16,-2 0 0-16,2 1 2 0,0-3-1 0,-1 2-2 15,-1 0-2-15,-2-2 0 0,3 1 1 0,-1-1 3 16,0-2 1-16,2 3-1 0,-1-1-6 0,1 0 8 16,2 2-6-16,-2-3 8 0,2 1-8 0,-2 2-1 15,-2-2 8-15,3 1-5 0,1 1 13 0,-8-2-5 16,-1 0 2-16,0 3-1 0,-8-7 14 0,2-1 21 15,-4 0-9-15,1-6 12 0,-1 4-27 0,2-6-6 0,-3-2-3 16,0 1-1-16,-1-3-2 0,1 3 0 0,-3-3 1 16,3 3-2-16,-4-6-5 0,0-2 10 0,0 0-5 15,1 3 6-15,1 1-6 0,0 0-3 0,-1-2 3 16,-1-1-4-16,0 1-6 0,0 0 2 0,0 0-2 16,0 0 1-16,0 0-9 0,-1-2-19 0,1 0-7 0,-2 0-11 15,0 0-100-15,-2-2-94 0,1 0-31 0</inkml:trace>
  <inkml:trace contextRef="#ctx0" brushRef="#br0" timeOffset="32193.01">13163 8700 851 0,'0'-2'22'0,"0"0"5"0,0 0 2 0,0-1-7 16,0-5 1-16,0 4 7 0,0 1-15 0,0-1-2 15,0 0-3-15,0 2-8 0,0 1-2 0,0-1 0 0,0 0-1 16,0 2-2-16,0 0 5 0,0 2 3 0,0 0 1 16,-2 9 1-16,-2 15-3 0,-2 2 1 0,1-1-1 15,1-2-4-15,0 1-5 0,1-2 5 0,-1 0-3 16,0-4 13-16,1 4-6 0,-1-1-3 0,0 3 1 16,0 0-2-16,-1 5 5 0,-1 3-1 0,-1 5 3 15,-2 5 2-15,-4 8 5 0,-2 8 4 0,-4 10-1 0,-1 4 3 16,-3 3-8-16,-1 4 3 0,0-8-4 0,-4 1 4 15,1-2-13-15,1-3 4 0,3 0-6 0,3-2 6 16,1-4-2-16,4-2-4 0,1-7 2 0,1-4 5 16,3-4-2-16,3-8 4 0,-1-3-4 0,1-4 0 0,3-8 4 15,-1-3-6-15,1-3 5 0,0-4-8 0,-1 4 7 16,1-6 0-16,0 0 1 0,2 0-5 0,2-5 4 16,-1 1-1-16,1-5 0 0,0 2-10 0,-2 1 5 15,2-3-5-15,0 2 5 0,0-1-5 0,0 1-6 16,-2 0 2-16,0-2-4 0,2 0-1 0,0-1-30 15,0 1 5-15,0 0-16 0,0-2-18 0,0 0-126 0</inkml:trace>
  <inkml:trace contextRef="#ctx0" brushRef="#br0" timeOffset="32692.88">12364 9079 1314 0,'-2'-2'9'0,"0"-2"5"0,-1-1-13 16,-1-1-5-16,2 2-8 0,0 1 2 0,0-1-8 0,1 0 9 15,-1 2 1-15,0 0 2 0,2 1-9 0,0 1 15 16,0 0-2-16,0 0 6 0,0 1-4 15,2 1 6-15,-2 0-5 0,5 15 6 0,3 0 6 0,-3-3 1 16,1-1 1-16,-1 0-1 0,1-1 4 0,0-3-8 16,-5 2 8-16,18 0-8 0,1 0 11 0,5 0-18 15,1 1 4-15,7 1-8 0,2-2 6 0,6 5 4 16,7 3-5-16,1 1 3 0,3 4-7 0,3 4 0 16,-3 2 5-16,0 2-4 0,0 3 1 0,-3-2 2 0,-3 6-2 15,-3 0 4-15,-2 0 0 0,-2-2-7 0,0-1 6 16,0-3-6-16,-4-1 3 0,2-4 3 0,0-2 1 15,-2-2 2-15,1 0 0 0,-3-4 1 0,-3-1-5 0,-2-1 5 16,-6-1 4-16,4 0-1 0,-6-4 10 0,3 2-5 16,1-4 17-16,-8 0 1 0,1 0-7 0,-8-4 5 15,3 3-13-15,-5-5-3 0,-3-1-2 0,1 0-1 16,1-1-6-16,-1 1-1 0,-1 0 5 0,-2-2-5 16,0 1 1-16,-2-1-3 0,4 2-3 0,-1 0 2 15,1-1 0-15,0-1 0 0,-2 0-1 0,-1 0-1 16,1 0-19-16,0 0-65 0,-2-2-15 0,0 0-24 0,0-2-111 15</inkml:trace>
  <inkml:trace contextRef="#ctx0" brushRef="#br0" timeOffset="33224.01">13354 8666 789 0,'0'-1'8'16,"0"-1"20"-16,-2 0-54 0,2 0 3 0,0 2 1 0,0 0 4 15,0 0 11-15,0 2 7 0,0 0-4 0,0 0 6 16,0-1 8-16,0 1 22 0,0 0 12 0,0 0 6 15,0 0 61-15,0 0-35 0,0 0 5 0,0-1-16 16,0-1-8-16,0 0-9 0,0 0-6 0,0 0 0 16,0 0-12-16,-2 0-13 0,0 0 0 0,0 0-6 0,1 0-11 15,1 0-8-15,-2 2 6 0,0 0-8 0,0 11 7 16,-5 19 1-16,-1 10-1 0,-1 5 3 0,0 1 9 16,-3 10-10-16,-1 1 2 0,-3 10-5 0,-3 3 4 15,-3 16 0-15,-2 2 3 0,0 5-2 0,-1 0 1 0,3-10-1 16,0-10 0-16,0-12 2 0,1-6 0 0,-1-3 0 15,0-4 3-15,-3-2-1 0,1-1 4 0,22-1-2 16,-18-1 0-16,-2-4 1 0,3 0 4 0,3-4-6 16,-5-4 6-16,6 1-4 0,0-7 7 0,2 1-6 15,2-2-2-15,2-3 1 0,2 1 5 0,-5-8-7 16,5-1 4-16,0 0-5 0,5-2-2 0,-8 0 0 0,3 0-3 16,0 0 2-16,3-4 8 0,2-1-10 0,2-4 6 15,0-3-6-15,0 3 5 0,0-2 0 0,0 0-4 16,-2 2 2-16,0-1 0 0,0 1-9 0,1-2 0 15,-1 0-6-15,2 0-13 0,0-1-17 0,0 1-1 0,0-2-5 16,-2 0-6-16,2 0-47 0,0-2-2 0,0 1-28 16,-6-37-129-16</inkml:trace>
  <inkml:trace contextRef="#ctx0" brushRef="#br0" timeOffset="33684.65">12542 8986 1354 0,'-1'-2'3'0,"-1"0"1"0,0-2 9 16,-4-5-9-16,-1 0 6 0,3 3-15 0,4 4-1 15,-4-1-1-15,1-1-1 0,-1 2-2 0,0 0 5 16,2 0 2-16,1 2 1 0,-1 0 7 0,0 2-6 15,0 0 4-15,0 2-4 0,-5 14 2 0,3 1 2 0,2-2-2 16,2-2 4-16,0-1 7 0,0 1-1 0,2-2 3 16,2 2-2-16,-1 0 8 0,3 0-14 0,3 5 7 15,4 3-9-15,2 1 5 0,-11 4 0 0,18 3-3 16,6 6 1-16,4 0-5 0,7 4 0 0,3 6-2 16,1-5 0-16,0 5-1 0,1-3 1 0,1 1 1 0,-1-4 0 15,1 0 4-15,-1-6-6 0,-1 0 2 0,-4 0-2 16,0-1 8-16,0-1-7 0,-2 1 3 0,2-3-3 15,-5-1 4-15,1 0-2 0,-2-3-1 0,-5-4 1 16,2-1 0-16,-10-2 7 0,-1-1-1 0,-4-2 3 16,3-2 0-16,-1-1 4 0,-8-1-1 0,3-1 1 0,-7-5-8 15,-1-1-3-15,0-5 0 0,-1 3 0 0,-3-2 4 16,0 0 3-16,0 0-3 0,0 0 4 0,4 1-4 16,-2 1 0-16,0-2-3 0,0 0-1 0,-1 0-20 15,-1-2-22-15,0 0-4 0,0 0-9 0,0-2-48 0,-1-2-58 16,-5-11 2-16,-3-7-25 0,-4-8-54 0</inkml:trace>
  <inkml:trace contextRef="#ctx0" brushRef="#br0" timeOffset="34048.36">13369 8713 800 0,'0'-2'382'0,"0"-2"-578"0,-6-24 472 0,1 4-280 15,1 8 4-15,2 8-15 0,2 3 0 0,-2 1-6 16,2 2-1-16,0 0 16 0,0 2 3 0,-2 0 3 16,2 2 0-16,0 0 9 0,-2 7-8 0,-3 23 10 15,-4 5-7-15,-1 6 10 0,-1-1-3 0,-2 3 4 0,2-6 0 16,0 4-3-16,-2-1 1 0,0 3-3 0,0 1-4 15,0 8 8-15,-2 6-1 0,-2 8 3 0,-3 8-11 16,-2 10 5-16,-1-1 0 0,1 1 1 0,-2-5-1 16,-2-5 2-16,-2-3-1 0,-2-6 2 0,27-1-3 0,-31 3 7 15,-3-4-3-15,9 4 6 0,-1-2 1 0,3-4-11 16,3-4 5-16,1-12-8 0,3-5 0 0,5-8 3 16,4-6-1-16,3-4 2 0,3-9 6 0,0 0-3 15,-1-10 4-15,-1 1-2 0,3-5 9 0,1 1-10 16,2 0-2-16,-2-2-2 0,0 0-7 0,-2 2-53 15,1 0-23-15,1-2-61 0,-9 2-578 0</inkml:trace>
  <inkml:trace contextRef="#ctx0" brushRef="#br0" timeOffset="65937.42">19526 8338 52 0,'0'0'0'0,"0"0"1"15,0 0 20-15,0 0-17 0,0 0-3 0,0 0-14 0,0 0-7 16</inkml:trace>
  <inkml:trace contextRef="#ctx0" brushRef="#br0" timeOffset="66611.53">19453 8106 175 0,'0'0'23'0,"0"0"-3"0,0-2 32 0,0 0 5 0,0 0-2 15,0 0 0-15,0 0-2 0,0 1-14 0,0-1 7 16,0 0-22-16,0-2 1 0,0 0 4 0,-2 1-4 16,0-1-3-16,2 0 0 0,-1 1-3 0,1-1 3 15,-2 0 5-15,0 0-4 0,0 1 1 0,0-1-3 16,2 2 1-16,0 0 1 0,0-1 4 0,0 1-3 16,0-2 0-16,0 2-7 0,-2-2-2 0,0 1-2 15,1-1-9-15,-1 0-11 0,0 2 3 0,0 1-6 0,2-1 10 16,-2 0 1-16,0 0-3 0,0 2 2 0,1 0 0 0,-1 0 0 15,0 2 8-15,0 0-7 0,-2 1 6 16,2 5-3-16,-7 5-3 0,0 2 3 0,0 3 2 0,-3 1-1 16,-1 1 2-16,0 4-3 0,-1 1 0 0,1 2-3 15,-4 5 1-15,0 1-1 0,1 5 1 0,-3 4-1 16,4 1 2-16,-7 3-2 0,1 5 1 0,-1-3 6 16,4 4-7-16,1 0 7 0,-7-4-8 0,3 0 9 15,-1-3 0-15,-2-8 4 0,9-2-4 0,-2-3 3 16,2-8 2-16,-1 2 1 0,-5-4 9 0,1-1-7 15,1 1 5-15,3-3-6 0,4-1 7 0,-1-1-9 0,-1 0 3 16,4-4-4-16,-1 0 0 0,0-2 6 0,2 0-10 16,-2-2 8-16,1 2-12 0,3-1 7 0,-2-1 1 15,1 0 1-15,-1 0-5 0,1-1-2 0,-1-3 0 16,4 1-1-16,-3-2 5 0,3 1-1 0,-1-1 0 16,0 2-1-16,1-1-5 0,-1-3 1 0,3 4-2 0,-3-5 3 15,2 3 2-15,2 0-4 0,-1-2 2 0,1-2-4 16,0 0-2-16,0 0 1 0,-2 3-2 0,1 1 1 15,-1-2-3-15,0 0-13 0,2 0 3 0,1 0-7 16,-1-1-7-16,0 1-5 0,0 0-8 0,0 0 2 16,0-2-19-16,0 0-62 0,1 0-2 0,1-2-29 0,0 0-87 15</inkml:trace>
  <inkml:trace contextRef="#ctx0" brushRef="#br0" timeOffset="67095.95">18736 8046 526 0,'0'-2'70'15,"-1"1"20"-15,-1-1-39 0,0-2-40 0,0 0-2 16,-2-3 2-16,1 1 8 0,-1-1 0 0,2 3 1 16,-2-1 4-16,1 1 3 0,-1 0-1 0,2 0 1 15,0 1-7-15,0-1 4 0,0 0-1 0,1 1 3 16,-1-1 12-16,0 0-3 0,0 1 11 0,0 1-8 16,0 0 9-16,0 0-17 0,1 0-8 0,-1 0-2 0,0 0-16 15,0 1-9-15,0-1 3 0,0 0-8 0,0 0-2 16,1 2 5-16,-1 0-2 0,2 2 4 0,0 0-5 15,0 1 4-15,2 10-1 0,5 13 2 0,0-2 3 0,5 2-5 16,1 2 3-16,1 0-2 0,5 6 11 16,-2-1-5-16,1 4-1 0,3 4-3 0,-3 2 0 0,3-1 4 15,3 7-1-15,2 3 1 0,0 2 0 0,0-2 1 16,-4-4 3-16,2 0 0 0,-16-3-5 0,29-3 7 16,0 3-6-16,-4-10 8 0,-3-1 1 0,0-5-4 15,0 1 10-15,-1 0-9 0,1-2 10 0,-2 1 9 16,-2-1-2-16,0 0 6 0,2 0 5 0,-2 0-12 15,-2 0-2-15,-2 1-4 0,-2-1-11 0,1 2 2 0,-3-2-1 16,1 5 0-16,1 6-13 0,5 11-99 0,4 10-218 16</inkml:trace>
  <inkml:trace contextRef="#ctx0" brushRef="#br0" timeOffset="72107.53">17938 8661 357 0,'0'-2'0'0,"0"-2"15"0,0-3 134 0,-2-6-63 16,2 7-5-16,0 3-81 0,0-3-2 0,0 2-8 0,0 1 2 15,0-1-3-15,0 2 9 0,0 0 6 0,0 0 6 16,0 1 0-16,0-1 14 0,0 0 2 0,0 0 3 16,0 0-3-16,0 0-7 0,0 0 13 0,0-1-6 0,0 1 7 15,-2-2-6-15,1 0-2 0,-1 1-5 0,0-1 1 16,0 0-15-16,0 1 7 0,0-1-6 0,0 0 4 15,1 2-13-15,-1 0 3 0,2 1 3 0,-2-1 1 16,2 0 4-16,-2 0-7 0,0 0-2 0,0 0 0 16,0 0 3-16,1 2-5 0,-1 0 3 0,0 0-5 15,0 0 6-15,0 2-2 0,0 0 3 0,0 0-3 16,1 2 2-16,1-2 3 0,-6 11-4 0,-1 1 2 0,3-1-11 16,0-1 4-16,0 2 3 0,3-4-1 0,1-5 2 15,0 1 32-15,0-3-8 0,0 1 15 0,0 0-15 16,0 0 0-16,0-1-6 0,0-1 5 0,0 0-10 0,1 0 13 15,1 0-3-15,0 0 6 0,0-1-7 0,2-1-3 16,1 0-1-16,10-1-1 0,2-3-7 0,-2-2 3 16,3-1-8-16,-5 1 5 0,0-1-6 0,0-2-4 15,-5 5 7-15,1-11-7 0,-4-2 10 0,-3-3-5 16,2 3 2-16,9-1-2 0,-4 1-2 0,-3 2 1 16,-2-3 4-16,-4 3-2 0,0-2 1 0,-4 4 4 15,0 4-11-15,-1-2 7 0,1 3-11 0,2 1 2 0,-17 1 1 16,1 2 1-16,-1 3 2 0,1-12-2 15,1 3-1-15,-1 3-1 0,-1 3-3 0,0 2-2 16,3 2 8-16,-1 2-4 0,-2 4 6 0,5-1-4 0,-3 3 1 16,2 1-1-16,2 0 5 0,2-3-6 0,0 11 2 0,1 3-4 15,3-1 3-15,0-3 2 0,-1 3-3 0,4-1 3 16,1-1 1-16,-12 4-6 0,7-7 6 0,1 1-6 16,1 2 4-16,3-4 5 0,1 0-9 0,0 2 6 15,2-2-8-15,0 0 8 0,2 2-4 0,2-4 4 16,1 0-7-16,-1-4 6 0,0-1 4 0,-1-2 0 15,10-3 3-15,2 11-7 0,0-3 0 0,0-4-1 16,-2-3 13-16,2 0-10 0,-2-2 7 0,0-2-8 0,0 0 4 16,-2-1 0-16,2-3-4 0,-4 1 3 0,0-1-8 15,-1 4 1-15,-4-13 2 0,-1 0 0 0,-1-5 7 0,9 3-3 16,0-5 3-16,-3 4-3 0,-4 1-1 0,-3-2 3 16,-1-1-3-16,0-1 4 0,-1 5-1 0,-3 1-2 15,-2 2-1-15,3 4 0 0,-3-1-8 0,2 5 4 16,4 3-2-16,-5-2 3 0,-6-3-12 0,1 1 4 15,-1 2-5-15,-2 3 5 0,2 1 0 0,-4 3 8 16,2 5-5-16,0-3 4 0,-2 27-6 0,4 1 9 16,0 3-1-16,2-7 4 0,-1 3-9 0,7-8 1 0,-3 2-1 15,-11 2 1-15,8-4-6 0,4 2 9 0,3-4-1 16,2-1 2-16,2-3-1 0,1 1 0 0,3-3-5 16,-1-1 3-16,3 0-6 0,-1-4 8 0,1 0 1 15,-5-3 2-15,14-3 6 0,-2 1-5 0,4-4 5 16,-1 11-5-16,3-4 10 0,-1-3-6 0,2-4-2 0,1-2 0 15,-1-4 7-15,-4-4-1 0,5-5-1 0,-5 10-1 16,-3-25-1-16,-2-4-4 0,0-1 2 0,-6-2-4 16,-1-3 3-16,14 3-3 0,-7-6 4 0,-7 6-4 15,-6 2 3-15,0 1-5 0,-4 6 1 0,-3 0-2 16,-1 4 2-16,-1 3 0 0,-2 3 1 0,2 3-1 16,1 0-11-16,-10 7 7 0,-3 0-3 0,-1 5 5 0,-2-16 0 15,2 8-8-15,-1 3 3 0,-1 6-4 0,0 2 11 16,-2 5-3-16,-2 4 1 0,4 4-3 0,2-9-2 15,3 20 5-15,3 2-1 0,-1-2 1 0,4 0-7 0,2 0 7 16,3-2-1-16,5-4 3 0,-5 2-5 0,6 1-2 16,0 3 3-16,-12-6 0 0,4 1 5 0,5-3-7 15,1-1 1-15,4 0-4 0,0 1 2 0,4-1 4 16,-1-4-1-16,3 0 3 0,0-4 5 0,-3-1-1 16,16-3 1-16,1-1-2 0,1 11 0 0,-1-6 1 15,1-3-4-15,-3-5 3 0,3-1 2 0,-5-1-1 16,3-5 5-16,-4 0-6 0,0-3-2 0,-1-2 6 0,-1 9-7 15,-3-20 8-15,-1 3-7 0,-3 3 6 0,-3-9-2 16,-1 9 2-16,13-7-3 0,-6 3-1 0,-3 3 5 16,-4-3-5-16,-2 1-2 0,0-1 5 0,-4 1-1 15,0 5 3-15,-1-1-11 0,-3 2 2 0,1 2-4 16,-1 1 5-16,7 5 1 0,-12-5-10 0,-2 1 6 0,4 5-8 16,-4 3 1-16,-2 1 3 0,0 5-5 0,2 4 6 15,1 10 6-15,1 20-6 0,0-2 1 0,-4 2-5 16,4 2 6-16,7-2 1 0,1 2 2 0,-14-8-2 15,8 2-5-15,7-7 2 0,4-4-1 0,2-1 2 16,2-3 3-16,3-1 0 0,1-4 3 0,-1-4-2 0,1 0 2 16,-1-4-1-16,12-1-1 0,3-4 0 0,0 13 11 15,0-4-10-15,3-6 7 0,-5-3-8 0,0-2 8 16,-1-2 4-16,-2-3-7 0,-1-3 6 0,1-1-5 0,-4 0 1 16,0-1 2-16,-5-12-2 0,-3-4-3 0,3-2-2 15,10-1 2-15,-7 1-3 0,-3 0 2 0,-5-4-1 16,-1 1-1-16,-4-5 1 0,1 5-2 0,-3 3 4 15,-2 0-2-15,-1-2 2 0,-1 6-4 0,-1 0 0 16,0 4-5-16,1 7 4 0,-3-2-8 0,6 8 3 16,-14 1 2-16,1-7-1 0,-1 2 4 0,0 5-6 15,-1 4 2-15,1 2-2 0,-1 6 1 0,1 5 1 0,3-2 3 16,1 27 0-16,0 1 2 0,2 0-5 0,2 4 3 16,2-4-5-16,3 2 6 0,-16-2-2 0,11-2-1 15,5-5 1-15,4-2-3 0,2-6 6 0,2-1-6 16,2-5 6-16,1-1-5 0,3-4 7 0,-1 0-2 15,2-5 5-15,12 0 0 0,-1-3 0 0,4 14 4 0,2-6-4 16,0-5-2-16,2-6 8 0,0-4-9 0,2-3 10 16,0-5-12-16,-1-4 4 0,5-5 4 0,-7 14-1 15,-2-23 1-15,-5 0-5 0,-3-1 1 0,-4-1-1 16,0-1 10-16,-8-4-7 0,-1 3 6 0,18-5-7 16,-9 2 5-16,-9 2-6 0,-4-4 1 0,-6 6-1 15,-3 5 4-15,-4 0-3 0,0 7 1 0,8 3-1 16,-20 1-5-16,-1 6-2 0,0 4-8 0,1 5 5 0,-3 0-9 0,0-13 0 15,0 8 4-15,0 8-3 0,-2 9 5 0,3 8 3 16,-1 1 0-16,4 24 2 0,-1 3 3 0,7 0-3 16,1 3 3-16,4-9-4 0,0 3 0 0,8-2-1 15,3-6 2-15,0-3-1 0,-15-4 4 0,10-6-2 16,3-2-4-16,4-3 4 0,2-2-1 0,2 0-1 16,1-4 4-16,1-4-1 0,-1 3 6 0,18-7 3 15,1-1-2-15,2 15 2 0,2-6-3 0,-1-7 3 16,3-4 1-16,0-6 1 0,1-3 2 0,-1-6-3 15,4-3-3-15,-5-1 1 0,-1 12-2 0,-2-21 0 0,-9 0 4 16,-1-7-2-16,-10-4 4 0,1 3-1 0,-3-1-3 16,15 7 3-16,-8 3 1 0,-6-3-5 0,-5 4 2 15,-3 0-2-15,-5 4 6 0,-1 5-11 0,3 0 1 16,-18 8-4-16,4 5 1 0,-8-14-12 0,2 8 7 0,-2 9-9 16,-1 6 3-16,1 8 3 0,-2-5 1 0,0 31 1 15,4 5 3-15,2 2 3 0,2-1-3 0,7-8 3 16,6-2-1-16,3-9-4 0,4-7 5 0,-9-2-3 15,6-6 4-15,3-4-1 0,2 1 0 0,0-5-1 16,0-1 7-16,2 2 10 0,-1-2-5 0,3 0 5 16,11 0-10-16,7-4-1 0,-1-6 2 0,1-7-2 0,-3 4 1 15,-6-17-3-15,-2 1-3 0,-9 6-6 0,9 4-72 16,-9 12-466-16</inkml:trace>
  <inkml:trace contextRef="#ctx0" brushRef="#br0" timeOffset="128281.54">18512 7263 256 0,'0'0'-17'0,"0"0"38"15,0 0 27-15,0 0 12 0,0 0 30 0,0-2-18 16,0 0-18-16,0 0-2 0,0 0-2 0,-2 1-26 16,0-1-7-16,0 0-2 0,2 0 0 0,-2 0-7 0,2 0 8 15,-1 0-7-15,1 1 6 0,0-1-10 0,0 0 14 16,-2 0-4-16,2 0 7 0,0 0-6 0,-2 0 2 15,2 1-1-15,0-1 1 0,-2 0 3 0,0 0-1 16,0 0 1-16,2 0-1 0,-2 0 0 0,1 1-9 16,1-1 4-16,-2 0-6 0,0 2 4 0,0-2-1 0,0 0-4 15,0 2 3-15,0-2-3 0,1 2-3 0,-1 0-1 16,0 0-1-16,0 0-4 0,0 0 3 0,0 0 2 16,0 0 0-16,1 0 5 0,-1 0-4 0,0 0-3 15,0 0 1-15,0 0 6 0,0 0-12 0,0 2 11 16,1 0-12-16,-1 0 6 0,0 0-1 0,0 0 0 0,0-1 0 15,0 1 1-15,0 0-2 0,1 0-2 0,-1 0 1 16,0 0 2-16,0 0-1 0,0 1-2 0,0 1 0 16,0 0 10-16,1-1-9 0,-1 1 7 0,0-2-8 15,0 2 2-15,0-1 2 0,0 1-3 0,0-2 3 16,1 2 1-16,-1-2 1 0,0 1 0 0,0 1-1 0,0 0-4 16,0-1 1-16,0 1 0 0,1 0 0 0,-1 0 9 15,-2-1-3-15,4-1-6 0,-7 7 1 0,3 1-6 0,-11-1 6 16,-2 2 3-16,-3 2 1 0,3 0 5 0,-3 2-8 15,1 3 4-15,-1 1-6 0,-4 0 0 16,-2 1 8-16,-2 0-3 0,2 3 4 0,0-1-7 0,2 2-2 16,-2-3 0-16,1 1 1 0,3-2 0 0,0 1 5 15,3-1-2-15,1 1 3 0,1 3 0 0,0 0-9 16,1-2 1-16,-3 2-4 0,2-1 7 0,1 1 2 16,-1 0 0-16,2 2-1 0,0 2-6 0,4-4 7 15,-2-2-4-15,2-3 6 0,0-3-6 0,2 1-2 16,-1 0 2-16,3-4-1 0,1 0 6 0,-1-2-7 15,1-2 1-15,1 2-3 0,-1-1 4 0,2-5 0 0,1 3 4 16,-1-3-2-16,2 3 5 0,0-3-4 0,0 1-3 16,2-4 0-16,-1 1-2 0,-1 1 5 0,0 0 1 0,0-2 0 15,0-1-3-15,-2 3-1 0,1 0 0 0,-1 0 1 16,0-1 2-16,2-1-3 0,1 0 0 0,-1 0 0 16,0 0 3-16,0 0-7 0,0-1-9 0,0 1-1 15,0 0-34-15,1 0-22 0,1 0-1 0,0 0-7 16,0 0-3-16,0-1-126 0,0-1-27 0</inkml:trace>
  <inkml:trace contextRef="#ctx0" brushRef="#br0" timeOffset="129176.47">17517 7365 43 0,'-2'0'21'0,"0"0"-16"16,0 0 33-16,0-2-12 0,0 0 24 0,0 0-9 16,1 0 5-16,-1 1-4 0,0-1 14 0,0 0 0 15,0 0-1-15,0 0 0 0,0 0-13 0,1 1-4 16,-1-1 3-16,0 0-2 0,0 0 3 0,0 0-2 16,0 0-8-16,0 0 5 0,1 1-10 0,-1-1 6 15,2 0-2-15,0 0 2 0,-2 0-4 0,0 0-2 0,0 0 6 16,2 1-6-16,0-1-1 0,0 0-17 0,0 2 4 15,0 0-7-15,0 0-5 0,0 0 3 0,0 0-3 16,0 0 5-16,0 0-5 0,0 0 9 0,0 0-5 16,0 0 7-16,0 0-7 0,0 0 3 0,0 0-2 0,0 0 3 15,0 0 10-15,0 0-10 0,0 0 4 0,0 0-7 16,0 0 5-16,0 0-6 0,0 0-1 0,0 0-1 16,2 0-3-16,0 0 3 0,0 0 2 0,0 0-1 15,1 0-4-15,1 0 1 0,3 0-2 0,1 2 2 16,1 0-1-16,2 1 1 0,-1-1-1 0,-1 2 2 15,-2-2 0-15,4 1-2 0,1 1 6 0,1 2-6 0,1-1 4 16,-1 1-2-16,0-1-2 0,0 1 1 16,2-1-4-16,2 3 0 0,-2-3 3 0,3 3-1 0,-1-1 2 15,4 3 2-15,-3-1-6 0,1 2 4 0,-1 0-1 0,3 2 0 16,-1 0 2-16,1 0-2 0,-1 2-2 0,-1-2 2 16,-1 0-2-16,3-11 3 0,5 15 4 0,-6-1-4 15,4 1 2-15,-4-2-3 0,3 0 0 0,6 3 0 16,-4-3-1-16,2 2-1 0,-2 0 0 0,1-4 3 15,-2-4-1-15,0 0 1 0,0 6 1 0,-4-4-5 16,5 4 8-16,-7-2-8 0,3-4 6 0,-5 1 3 16,1-5-6-16,-2 3 3 0,0-3-4 0,-4 1 5 15,4 1-4-15,-4-5 3 0,0 2-8 0,2 1 9 0,-2 1-2 16,0 3 3-16,-1-7-10 0,-1 0 12 0,0 0-3 16,-3 1 6-16,-1 1-5 0,1 0 1 0,-1 0-6 15,1-1 3-15,-2-1-3 0,1 2-2 0,1 0-3 0,-2-3-5 16,-1 1-59-16</inkml:trace>
  <inkml:trace contextRef="#ctx0" brushRef="#br0" timeOffset="134014.76">13419 7031 256 0,'0'0'-6'0,"0"0"13"0,2-2 26 0,-2 0 1 16,2 0 13-16,-1 0-8 0,1-1 6 0,-2-1-9 0,4-5 8 16,0-1-44-16,-2 5 27 0,1-3-13 0,-1 5 17 15,0-1-23-15,0 0 5 0,0 0 2 0,0 1 2 16,-1-1 20-16,1 2-9 0,0 0 0 0,0 0-4 16,0 1-7-16,0-1-6 0,-2 0 2 0,0 0-5 15,0 0-6-15,0 0-5 0,0 0 5 0,0 1-4 16,0-1 1-16,0 0 0 0,0 0-6 0,0 2 6 0,2 0 2 15,-1 0 4-15,1 0-5 0,0 0 3 0,0 0-3 16,0 0-3-16,0 0 9 0,0 0-7 0,-1 0 3 16,1 0 5-16,0 0-6 0,0 0 6 0,-2 0-6 0,0 0 10 15,2 0-4-15,-2 0 5 0,0 0-8 0,0 0 2 16,0 0 0-16,0 0 2 0,0 0 10 0,0 0-2 16,0 0 4-16,0 0-4 0,0 0 0 0,0 0-7 15,0 0 4-15,0 0-4 0,0 0 8 0,0 0-7 16,0 0 5-16,0 0-5 0,0 0 2 0,0 0-1 15,-2 0-5-15,2 0 5 0,-2 0-2 0,0 0 2 16,0 0 4-16,1 0-3 0,-1 0-2 0,0 0 7 0,0 0-4 16,-2 0 5-16,2 0-4 0,-5 0 1 0,-6-2-2 15,6 2 3-15,-1 0 0 0,1 0-12 0,-3-2 7 16,1 2-9-16,2 0 6 0,-1 0-8 0,1 0-1 16,1 0-1-16,-3 0 10 0,0 2-5 0,-1 2 3 0,-3 1-5 15,-1 5 7-15,1-7-4 0,-4 20-1 0,0 5-2 16,0 1 1-16,-1 1 4 0,-3 2-2 0,-1-1 0 15,0-1-7-15,0 1-1 0,-1 1 3 0,1-2 0 16,-6-1 6-16,0-1-4 0,-1-2 3 0,1 0-4 16,-2 2-2-16,2-2 7 0,0 2-4 0,-1-2 6 0,5 2-12 15,-1 0 4-15,5 1 1 0,3-1 0 0,1 2-2 16,-1 1 7-16,0-1-7 0,-1 2 8 0,-1-3-6 16,-1-1-1-16,3 0 3 0,0-4-2 0,0-1 13 0,6-3-8 15,-4 0 1-15,2-3-3 0,2 2 3 16,-2-8-3-16,0-2 2 0,2 2-1 0,0-3 15 0,0 1-14 15,-2-2 5-15,2-3-8 0,0 4 11 0,3-3-8 16,1-1 1-16,1 1-4 0,1-1-3 0,1-2 3 16,2-2-2-16,0 0 3 0,-2 4-4 0,1-1 6 15,-1 1-3-15,2 0 5 0,0-2-7 0,0-1-10 16,1 1 0-16,-1 0-8 0,0 0-30 0,0 0-9 16,0 0-11-16,0 0 4 0,0-1-17 0,1-1-17 0,1 0 1 15,0 0-10-15,0 0-27 0</inkml:trace>
  <inkml:trace contextRef="#ctx0" brushRef="#br0" timeOffset="134892.4">12672 7105 66 0,'0'0'1'0,"0"0"0"0,0 0 6 16,0 0-7-16,0 0 8 0,0 0 4 0,0 0 46 16,0 0-1-16,0 0 15 0,0 0-3 0,0 0-6 15,0 0-6-15,0 0 0 0,0 0-22 0,0 0-6 16,0 0 7-16,0 0-6 0,0 0 11 0,0 0-3 16,0 0-6-16,0 0 3 0,0 0-11 0,0 0-1 0,0 0 4 15,0-2-4-15,0 2 11 0,0 0-15 0,0-2 4 16,0 2-7-16,0-2 5 0,0 1-10 0,0 1 4 15,0-2-7-15,0 2-4 0,0 0-5 0,0 0-5 0,0 0 3 16,0 0 4-16,0 0 1 0,0 0 1 0,0 0-2 16,0 0-2-16,0 2 2 0,2-1-4 0,0 3 3 15,0 0-1-15,4 5-3 0,3 4 4 0,0 0-2 16,-1 4 5-16,8 1 1 0,3 5-3 0,-2 1 0 16,1 0-9-16,-1 2 10 0,3 0-5 0,-3 4 6 15,2 1-5-15,3 4-1 0,-4 1 6 0,5-1-3 16,-5 4 2-16,3-2 3 0,-3 2-5 0,1 0 2 0,-1-2-12 15,5 0 7-15,-1-3 3 0,-2-4 1 0,1 1 4 16,-1-1-4-16,-1-4-2 0,-1 0 1 0,-1-4 2 0,-2-1 5 16,0-1-4-16,-2-5 3 0,0 2-4 0,-4-4 7 15,0-2 1-15,1 3 0 0,-3-2-6 0,0-1-2 16,-1 0-2-16,0-4 0 0,1 3-7 0,-1-3 11 16,3 2-4-16,0-1 3 0,-1 1-16 0,3 2-62 15,2 0-21-15,2 2-34 0,3 2-263 0</inkml:trace>
  <inkml:trace contextRef="#ctx0" brushRef="#br1" timeOffset="139737.57">18649 7159 615 0,'0'-2'28'0,"0"-2"68"0,0-3-91 0,0-6 14 16,0 2 0-16,0 3 4 0,0 6-15 0,0-1-4 15,0-1-1-15,0 0 1 0,0 1-4 16,0-1 5-16,0 0-2 0,0 0 7 0,0 3 11 0,0-3 9 16,0 2 6-16,0 0-1 0,0 0 10 0,0-1-8 15,0-1-1-15,0 2-1 0,0-2 6 0,-2-3-12 16,0 1 8-16,2 1-9 0,-1-5 8 0,-1 7-9 15,2 1-2-15,0-2-2 0,-2 0 1 0,0 1-9 16,0-1-1-16,0 2-2 0,1 0-10 0,-1 0 5 0,0 1 3 16,0-1 0-16,-2 2 4 0,1 0-2 15,-9 2 0-15,-4 1 1 0,-5 5-3 0,3-1 0 0,-5 4-7 16,1 4 5-16,-2-9 1 0,-4 18-1 0,-2-2-1 16,-9-1-2-16,4 1-9 0,-2 2 11 0,0 0-2 0,2 4 5 15,-4 0-6-15,-2 2 0 0,-2-1 2 0,8 3-1 16,-2-1 8-16,5 3-9 0,1-1 2 0,3 4-5 15,-2 0-2-15,4 2 4 0,0-1-1 0,0 2 3 16,2-1-5-16,-2 2 2 0,2-4-1 0,-4-3 4 16,0 1 1-16,2-3-5 0,-2 3 2 0,4-7-2 15,0-6 2-15,3-1 8 0,1-5-8 0,7-3 7 16,0 2-1-16,2-6-4 0,2-3 7 0,3 1-6 0,-1-1 13 16,-1-1-4-16,1 3-5 0,-3-4 0 0,7-1-13 0,-3 3 9 15,-5-2-3-15,5-1 5 0,-3 1-8 16,4 2 6-16,3-3 2 0,0 1 0 0,2-2 1 0,-4 0-7 15,-7 0 5-15,7-1-5 0,1 1 3 0,-1 0 3 16,0 0-3-16,0 2 4 0,3-4-4 0,-1 0-5 16,-2 2-2-16,0-1-3 0,1 1-25 0,1 0-42 15,0 0-13-15,0-2-9 0,0 0-38 0,2-2-64 16,0-5-5-16</inkml:trace>
  <inkml:trace contextRef="#ctx0" brushRef="#br1" timeOffset="140267.18">17622 7040 1531 0,'-1'-4'-16'0,"-5"-11"1"16,-9-22-3-16,4 11 0 0,7 19 1 15,4 5-34-15,-3-2-14 0,-1 2 2 0,2 1 2 16,0 1 38-16,0 0 6 0,0 1 7 0,1 3-2 0,-5 5 14 16,0 4 1-16,1 0-7 0,1-3 5 0,2-5-1 0,2-1 24 15,-2 0 9-15,1-1 5 0,-1 1 29 0,0-2-16 16,2 0-6-16,-2 0-3 0,0 0-17 0,0-1-13 16,0 1 1-16,2 0-7 0,0 0-7 0,0 0 3 15,0 0-2-15,2 0 3 0,0-1-4 0,2 1 4 16,3 2-4-16,16 11 4 0,-1-11-5 0,-4 18 1 15,-1-4-2-15,2 8 1 0,-3-1-9 0,3 2 6 16,0 5 2-16,1-2 1 0,-1 3 3 0,1-3 2 0,0 0-1 16,3-1 0-16,1 1 2 0,0-2 1 15,4 0 1-15,-2-1-1 0,5-2-2 0,1-3 0 0,7-2 2 16,-6-1-1-16,4-1 2 0,-3 1 1 0,-8-4-3 16,2 0 4-16,0 0-4 0,1-1-1 0,1 1 0 0,0-2-1 15,-8-2-1-15,0 1 5 0,-1 1-3 16,-5-2 3-16,1 2-6 0,-4 3-2 0,0-1 0 0,0-2-1 15,-4 0 10-15,-1-2-6 0,-1 1 4 0,1-3-5 16,-1 2 6-16,-1-2 1 0,-1-3-3 0,1 1 2 16,-2-3-3-16,-3-2 5 0,3 0-3 0,-4 0 4 15,2-2-1-15,2 3 4 0,-1 1 5 0,1-2-4 16,0 0 5-16,-2 0-4 0,0-1 0 0,-1 1-3 0,1 0-11 16,0-2-30-16,0 0-17 0,0 0-8 15,0-2-103-15</inkml:trace>
  <inkml:trace contextRef="#ctx0" brushRef="#br1" timeOffset="141098.04">13625 7034 714 0,'0'0'0'0,"0"-1"-1"0,0-1 0 16,0 0 1-16,0 0 0 0,0 0 3 0,0 0-7 15,0 0 5-15,0 1-5 0,0-1 11 0,0 0 7 0,0 0 4 16,0 0 1-16,0 0 7 0,0 0 7 15,0-1 4-15,-2-1 2 0,0 0 22 0,2 1 0 0,-4-7-1 16,1 1 1-16,-1 0 0 0,2 3-21 0,0 1 0 16,2 3-9-16,0 0-17 0,-2-2-10 0,1 0-3 15,-1 3-1-15,-2-1-3 0,0 2 6 0,2 0-3 16,-11 9 6-16,0 15-4 0,-7 19-1 0,-6-2 3 0,0 7-4 16,-7-5 4-16,3 1-5 0,-2-1 1 0,-1-6-2 15,0-2 4-15,1-3 4 0,2-4 4 0,-1-4 0 16,3-2 2-16,0-1 4 0,-2-3-1 0,4 3 2 15,-3 1-6-15,-1-2-1 0,-4 4-6 0,-5 1 4 16,6 1-2-16,0 3 5 0,-3-1-3 0,9 4 2 0,-5-3-8 16,-1-3 7-16,3 0-3 0,4-1 4 0,-6-5-7 15,10 2 2-15,0-3-1 0,3-4 1 0,4 1-1 0,2-6 2 16,2-5 2-16,6 5-2 0,-1-9-5 0,2 5 6 16,-1-2-2-16,3-2 5 0,0 3 4 0,-2-1-8 15,1 0-3-15,-1-1 0 0,0 1 0 0,2 0-8 16,0-2 5-16,1-1-6 0,-1 1 6 0,0 0-5 15,0 0-3-15,0 0 0 0,0 0-4 0,0 0 1 16,1-1 3-16,-1 1-2 0,0 0 4 0,0 0-24 16,0-2-2-16,2 0-11 0,0 0-34 0,0 0-29 15,0-2-5-15,0 0-8 0,0-1-20 0,6-20-46 16,3-1-45-16</inkml:trace>
  <inkml:trace contextRef="#ctx0" brushRef="#br1" timeOffset="141539.24">12706 7155 997 0,'-2'-2'68'16,"0"-1"34"-16,-15-27-43 0,-10-5-66 0,4 9 18 0,7 3 2 16,3 8-11-16,3 4 3 0,1 2-5 15,2 3 0-15,3 3-2 0,0-1 2 0,0 0-3 0,1 1 0 16,-1-1 4-16,2 2-5 0,0 0 4 0,0 0-4 0,1 0 12 15,-1 1 3-15,0-1 3 0,0 0-1 0,0 0 8 16,0 0 1-16,0 0 2 0,1 0-1 0,-1 1-19 16,0-1-2-16,0 2-2 0,2 0 0 0,0 0-1 15,0 0 5-15,0 2-4 0,0-1 6 0,2 3-6 16,7 15-1-16,8 10-2 0,0 3 8 0,-16-2-5 16,20 1 1-16,3 3-2 0,4 1 2 0,2 4-5 15,-1-4 4-15,1 1-6 0,0-3 7 0,7 0-1 16,2 1 2-16,4-1-2 0,-3 2 8 0,-1-1-10 0,-2-1 3 15,-1-3-4-15,1 3 6 0,0-1-5 0,0-2 2 16,-2 1-3-16,3-3 3 0,-5 2 5 0,-1 0-5 16,3-3 6-16,-2-1 4 0,-3-3-10 0,3 1 12 0,-7-2-12 15,2 2 6-15,-5 0-1 0,-9-5-3 0,3 1 5 16,-6-3 6-16,-1-4-10 0,1 0 4 0,-6-2-5 16,1-2 12-16,5 1-9 0,-4 1 2 0,1-2-7 15,3 2-27-15,0-1-74 0,-2 1-24 0,1-2-45 16,1 4-385-16</inkml:trace>
  <inkml:trace contextRef="#ctx0" brushRef="#br1" timeOffset="142265.84">13643 6906 114 0,'0'0'0'0,"0"-2"-3"0,2 1 33 15,0-1-4-15,2 0 14 0,7-6-2 0,9-3 4 16,-3 2 5-16,-6 2-1 0,2-1 20 0,-2 1 6 0,-3 3 5 15,-3 0-1-15,-1 2 4 0,0-1 11 0,0-1-13 16,-1 0 12-16,-1 1-21 0,0-1-1 0,0 2-5 16,0 0-1-16,0 0-27 0,-1 0-11 0,1 1-2 0,0-1-4 15,-2 0-14-15,0 2 7 0,0 0-3 0,-2 0 5 16,0 2 2-16,-1 0-8 0,-12 5 2 0,-11 19-5 16,-6 2 4-16,4 2-3 0,-1 1 5 0,-3 4-4 15,-1-3 15-15,-4 5-9 0,-2-2 4 0,0-1-6 16,2 3-2-16,-2-5 5 0,0 3-6 0,3-2 6 15,-1 3-9-15,0 1 1 0,0 3 3 0,-2 1-1 0,0 2 3 16,0 3-8-16,-2 3 5 0,2-3-5 0,0 4 4 16,-2-1-1-16,10-7-2 0,-1-5 1 0,1-3-3 15,3-8 5-15,-6 2-5 0,5-4 6 0,1-4-1 0,2-1 4 16,0-2-3-16,2-1 1 0,-2 1-8 0,3 0 7 16,3-3 1-16,3-1 1 0,2-3 0 0,4 1-7 15,0 0 9-15,2-2-8 0,3-1 7 0,2-3-1 16,3 1-9-16,-1-1 5 0,2-3-5 0,-2 2 8 15,2-2 0-15,-4 2 3 0,0-1-7 0,1 1 2 16,1 0-1-16,0-2 2 0,0-1 3 0,0 1 1 16,0 0 2-16,1 0-2 0,-1 0-4 0,0 0-6 15,0 0 3-15,0-1-4 0,0 1-9 0,0 0-20 0,1 0-9 16,-1-2-1-16,2 0-10 0,0 0-10 0,0 0 1 16,2-2-6-16,-1 0-10 0,3-1-25 0,11-20-10 15,13-14-13-15,3-13-98 0</inkml:trace>
  <inkml:trace contextRef="#ctx0" brushRef="#br1" timeOffset="142655.63">12596 6917 977 0,'0'-1'7'0,"-2"-1"-1"0,1-4 21 15,-11-14-5-15,5 5 5 0,1 6-23 0,3 3 6 16,1 2-5-16,2 2 5 0,-2-1-10 0,0-1-6 16,0 0 6-16,0 2-4 0,1 1 11 0,-1-1 2 15,0 0 4-15,0 0 1 0,0 0 21 0,0 2-12 16,0 0 2-16,1 0-6 0,-1 0-2 0,0 2 5 16,0 0-8-16,2 0 7 0,0 0-10 0,0 1-2 15,2 7 4-15,2 4-4 0,3 3 4 0,8 7-15 0,-10 2 2 16,20 2-6-16,1 2 4 0,5 1 6 0,-5 1-3 15,6 5 3-15,1 0-10 0,2 2 5 0,3 0-3 16,-3 0 4-16,6 2 3 0,-4-6-3 0,4 2 5 16,-1-1-5-16,-1-3 7 0,-1 1-10 0,1-3 5 0,0 1-5 15,0-3 4-15,-2-1-1 0,0 0 0 0,0-6 1 16,-2 3 8-16,2-3-11 0,2-2 3 0,-11 1-3 16,2-5 11-16,-4 1-9 0,-6-2 3 0,6 0-4 15,-2 3 4-15,2-6 2 0,0 2-12 0,2 3 3 16,2-2-60-16,3 15-186 0</inkml:trace>
  <inkml:trace contextRef="#ctx0" brushRef="#br1" timeOffset="148296.94">19873 6658 72 0,'-2'0'0'0,"0"-2"9"15,0 0 80-15,-1 0-25 0,-16-9 5 0,-3 0-38 16,5 1 3-16,2 3-17 0,4 0 9 0,-2-1-10 0,6 3 7 15,-10-7-18-15,6 5 1 0,-2-2-4 0,-4-2 11 16,4 1-10-16,0 1 6 0,2 2-6 0,-4-3 4 16,4 3-7-16,-4-2-1 0,0-1-1 0,2 1 5 0,-4-2-1 15,-1-2 4-15,1 2-3 0,-1-2 7 0,1 2-12 16,0-1 6-16,0 3-6 0,1 0 15 0,-3 0-10 16,1-1 3-16,-1 3-4 0,0 1 10 0,3 3-12 15,-3-1 1-15,1 0-4 0,-1 0 4 0,0 1 0 16,1 1 3-16,-1 0 0 0,-3 2 11 0,2-2-11 15,-1 0 10-15,-3-1-9 0,2-1 10 0,-6-2-11 16,0-1 6-16,0-1-4 0,4 1 10 0,4 1-13 0,-1-1 0 16,-1 0-2-16,0-1 3 0,-4 1 6 0,0 1-8 15,3 2 6-15,-4 3-14 0,2 1 5 0,-1 0 1 16,4 0 0-16,0 0 5 0,1 3-6 0,1 1 2 16,0 2-3-16,-1-1 8 0,3 3-5 0,1-1-1 0,-2 2-1 15,-1 1 3-15,0-1 2 0,-1 0-4 0,1 0 0 16,3 1-6-16,-3-1 2 0,3 0 11 0,-4 1-6 15,3-3 4-15,-1 0-1 0,-1 1-4 0,-2-1 5 16,-3 1 1-16,-1-1-5 0,0-1 5 0,4-1-4 16,-4 3 6-16,2-3-9 0,2 3 2 0,-8-1-2 15,6-1 7-15,-2-3-5 0,-2 1 4 0,6 0-2 16,-2 0 4-16,5-3 0 0,-1 3-4 0,1 0 3 0,1 0-9 16,3-1 14-16,-2 1-8 0,0 0 11 0,1-1-13 15,1 1 10-15,-2 2-3 0,4-3 3 0,-4 3-1 0,2-2-4 16,1 1 7-16,-3 1-6 0,0-1 0 0,2 1-1 15,-3 1-5-15,1 1 5 0,0-1 10 0,-1 3-10 16,-1-1 6-16,-1 0-7 0,3-1 4 0,2-1-6 16,0 0 1-16,6-1-3 0,0 0-1 0,-4 1-1 15,5-1 2-15,-1-5-1 0,0 11-6 0,5 1 7 16,-3-2-2-16,-5 0 4 0,3 2-1 0,0 0 2 16,3 0-4-16,-1 0 1 0,-1 2-4 0,-1 3 3 15,-2 1 0-15,2-1 1 0,-2 3 2 0,-1-3-3 0,-1 3 0 16,2 3 0-16,-7 0-4 0,3-2 4 0,0 1 0 15,0-1 1-15,6 0 4 0,-2 0-3 0,2 4-1 16,-3-5-1-16,1-3-5 0,-2 1 6 0,2-2 3 16,0 1 0-16,2 1 0 0,-1-1-4 0,5 1 1 0,-3-2-1 15,1 1-1-15,0 1 9 0,-3 1-8 0,3 3 8 16,-1 1-16-16,1 2 15 0,-2 3-6 0,-1 3 8 16,1 3-11-16,0 4-3 0,0 4 4 0,1 5-4 15,1 0 5-15,-1 1-2 0,3-5 5 0,-1-5-3 16,4 0 1-16,-18-3 2 0,7-3-4 0,7-1 4 15,4-5 1-15,1 1-5 0,1-4 3 0,1-3-3 0,1 1 6 16,2-2-6-16,2 1 3 0,-1-1-3 0,3-1 10 16,1 3-4-16,0-1 0 0,2 3-2 0,0 0-6 0,2 0 3 15,2 2-2-15,2 2 3 0,2 0 8 0,-16 3-6 16,21 3 1-16,-1 5-3 0,-7-4-2 0,5 6-4 16,-1 2 4-16,-5-4-3 0,6 3 12 0,-5-8-8 15,-1-3 4-15,5 1-5 0,1-6 7 0,3 0 3 16,0-2-1-16,0-6 1 0,0 1 0 0,-1-2-4 15,5-2-3-15,-4-2 0 0,4 1-5 0,-6-2 6 0,0 1 2 16,2 0 1-16,0 0-5 0,1 1 1 0,-1 3-2 16,4 0 0-16,-1 0-4 0,3 1 6 0,2 3 0 15,1-3 2-15,2 3 1 0,1-1-8 0,3-1 3 16,1 1-4-16,1 0 4 0,-2-3 1 0,0 4 2 16,-2-7-2-16,4 3-1 0,2-2 2 0,-6-2-2 15,2-4 4-15,0 0 7 0,0-1-12 0,0-3 1 0,2 3-4 16,0 1 12-16,0-7-8 0,3 0 7 0,3 22-7 15,3-13 0-15,2-5 3 0,2-4-3 0,1-2 3 16,-3 0-3-16,2-2 1 0,-2-2-1 0,-5-3 0 16,-1-3-4-16,-3 1 8 0,1-2-4 0,1-2 4 15,-1 0-9-15,3 0 5 0,3-2 0 0,0-2 0 16,0 1-3-16,0-1 7 0,0-2-4 0,2-1 6 0,-1 1-6 16,1-3 0-16,-6 2 0 0,-1-3-2 0,-5 22 2 15,-4-27-1-15,-1 0 2 0,-2 0-2 0,1-2 4 0,-3-1 0 16,1 1 0-16,-4-7-1 0,0 0 1 0,-1 1-2 15,1-1-1-15,-5-2 0 0,-1-2 4 0,-4 3 2 16,-3-5 7-16,2 4-3 0,-4 0 3 0,-2-2-1 16,0 2 0-16,-3 0 1 0,-1 0 6 0,1-2-10 15,-3 0 1-15,3 2-4 0,-3-2 0 0,1 1-3 16,-3-3-1-16,22-5-1 0,-9-3-4 0,-6-4 5 16,-9 1-2-16,-1-2 6 0,0 2 3 0,-1 2-7 15,-5-1 5-15,0 2-7 0,-1 5 6 0,-2 0-3 0,-1 3 2 16,-1 0-2-16,-2-1 6 0,0 1-8 0,-2-5 2 15,1-1-3-15,-3-3 9 0,-2-3-7 0,1 3 6 16,-5-10-6-16,1 3 6 0,0 1 2 0,0 3 0 0,-1 5 3 16,1 3 1-16,20 3 0 0,-28-1 1 0,-1 2 0 15,-1 3 8-15,1 2-1 0,-5 1 5 0,-1-2-4 16,0 0 1-16,-5-2-1 0,-5-3-5 0,-3-3 3 16,-2 3-8-16,-4-1-5 0,2 1 4 0,1 8-4 15,-5 1-1-15,0 4-7 0,-3 8-9 0,-6 5-1 16,-5 7-29-16,-17 7-20 0,-11-29-3 0,-19 29-6 15,-9 17-23-15,-6 22-51 0,-15-20-82 0</inkml:trace>
  <inkml:trace contextRef="#ctx0" brushRef="#br1" timeOffset="165279.37">20569 12889 668 0,'-2'-2'0'16,"0"0"3"-16,0-2 48 0,-1 1-7 0,-1-1 2 16,0 0-15-16,2 4-12 0,-7-7-4 0,-6-3 5 0,2 5-3 15,0-1 11-15,2 3-3 0,2-1-1 0,-6 0 1 16,0 0 4-16,-1 1-6 0,-9-1 4 0,7 4-5 15,-3 0 6-15,-1 0 4 0,4 2-5 0,-3 0 4 16,3 0-8-16,-1 1-11 0,0 1-1 0,1 3-4 16,-3 3-5-16,1 1 2 0,0 2-4 0,-3-8 3 15,5 20-9-15,-1-1 9 0,1 2-3 0,3-4 4 16,-2 2-5-16,4 0 3 0,2-1-4 0,2-1 3 0,3-2 0 16,0 1-11-16,5-1 10 0,-1-1-11 0,-11-1 7 0,3 3 8 15,5-5-7-15,3 3 8 0,2-4-6 0,0 0 9 16,2-2-3-16,3 1 6 0,5 3-7 0,1 0 1 15,0 0 0-15,-2 1 0 0,14 3-6 0,1-1 2 16,2 4 2-16,2 4 0 0,-1 0-6 0,3 5 7 16,2 1-4-16,7-1 5 0,-4 1-10 0,4 3 4 15,-2-8-1-15,-7 5 2 0,3-1 2 0,-3-5-3 16,-2 2 1-16,-4-2-1 0,2-1 8 0,-6-1-3 16,-3 2-2-16,-4 0-2 0,-4 0 1 0,-5-2 8 15,11-4 0-15,-6 1 2 0,-3-3-5 0,-4-1 16 0,-4-1-1 16,-4-1 4-16,-5 0 4 0,-11-4-7 0,-19 1 5 15,-7-4-4-15,-4-1 1 0,-10-2 2 0,5-1 1 16,-1-4 3-16,1 0 9 0,7 22-17 0,-1-13 3 0,7-7-8 16,-3-4-1-16,5-2-9 0,-3-4 1 0,8 3-3 15,0-1-1-15,5-2-4 0,6 1 0 0,2-1 0 16,4 1-1-16,7 1-11 0,4 0-7 0,3 2-4 16,2 0-36-16,1 1-16 0,-1-1-11 0,2 0 0 15,0 0-35-15,0 0 4 0,2 0-5 0,2 0 2 0,2 1-25 16,37-16-72-16</inkml:trace>
  <inkml:trace contextRef="#ctx0" brushRef="#br1" timeOffset="166780.91">20933 13063 1091 0,'-2'-3'11'0,"-7"-25"6"0,-2-6-7 0,3 10 2 16,1 2-4-16,1 1 5 0,3 5-5 0,-1-1-1 0,2 8-2 15,0-1 0-15,2 7-9 0,-2-3 5 0,0 1 5 16,2 3 0-16,-1-2 9 0,-1 0 6 0,0 1-3 16,0-1 7-16,0 2 8 0,0 0-22 0,0 0 5 0,1 0-12 15,1 1-4-15,0 1 2 0,-2 0-4 0,2 1 3 16,0 3 0-16,-2 9-1 0,0 15 1 0,2 2-2 15,0 3-1-15,2 1 2 0,2 3 0 0,-1 2 2 16,1 1 4-16,0 7-7 0,-1 3 5 0,3 8-5 16,-2-1 2-16,-1 10-1 0,1 0 1 0,0 0 0 15,0 0 1-15,1-10-2 0,-1-5-1 0,1-4 0 16,1-5-3-16,-2-8 8 0,-1-5-1 0,1-4 4 0,0-2-9 16,0-3 7-16,-3-5-2 0,1-3 5 0,0-2-1 15,-2-3 1-15,0-3 1 0,0-3 2 0,0 0 9 0,0 2 20 16,0 0-4-16,0-1 9 0,0 1 0 0,0-2-16 15,0 0 6-15,0 0-11 0,2-2-2 0,0 0-9 16,0-2-1-16,0 0-3 0,-2 0-4 0,5-20-5 16,1-2 0-16,1-2-1 0,2 0 1 0,3-4-9 15,1 0 6-15,1-5-7 0,3-2 6 0,0-2 2 16,0 2-1-16,-1 3 3 0,3-1-2 0,-4 7 4 16,1 0-6-16,-4 12 6 0,-1-1-6 0,-4 8-2 15,6 1-2-15,-4 3 0 0,4 3 2 0,-2-8-2 0,4 3 7 16,0 3-6-16,0 4 9 0,0 2-2 0,-6 2-4 15,6 5 1-15,0 25 1 0,-4 1 2 0,2 4-2 16,-6-2 2-16,1 6 1 0,-1-4 0 0,-1-6 2 0,-4 0-3 16,1-5-3-16,5-4 3 0,-3 2-1 0,8-5 2 15,-1-1-1-15,-3-3 1 0,0 0 0 0,-1-2 0 16,1-2-2-16,0-2-1 0,-1-4 2 0,-1 1-2 16,2-3 2-16,1-3-5 0,-1 0 1 0,0 5 0 15,4 1 12-15,0-3-4 0,2-1-1 0,2-4-2 16,1-2 3-16,-1-2-4 0,2-5 5 0,1-4-7 15,2 6-4-15,1-21 2 0,-3-2 2 0,0-1 0 16,-1-1 9-16,1-1-8 0,-1-3 0 0,-2-1-3 0,-1 2 9 16,-3 0-3-16,-2 1 3 0,-3 1-4 0,3 3 4 15,-5 6 11-15,-1 5 1 0,4 6 2 0,-1 2-3 0,-4 4-9 16,-3 1 0-16,1 1-2 0,-2 1 1 0,0 2-5 16,2-2-1-16,0 1-1 0,0 1-11 0,0 0 6 15,0 0-2-15,-2 2 3 0,0 2 4 0,0 0 3 16,0 9-1-16,0 19 2 0,-2-1-6 0,0-1 4 15,0 0-2-15,2-4 1 0,-2-3-6 0,0 3 3 16,2-2 4-16,0-2-1 0,0 5 0 0,0-7 6 0,0-3-8 16,0 5 7-16,2-3-7 0,0-2 1 15,2 2 2-15,-2-6-1 0,1 2 0 0,1-4-3 0,2 0 1 16,-1-1 0-16,1-1 2 0,1-1 0 0,8-1-1 16,-4-1-1-16,2-2 0 0,6 11 5 0,-6-6-2 15,5 1 6-15,3-4 1 0,5-4-8 0,3-2 7 16,-1-4-7-16,-2-1 6 0,-5-3-3 0,-1-1-1 0,-3 0-1 15,0 4-2-15,-1-14 1 0,-3-3 2 0,0 2 1 16,-3-4-1-16,-1-2-1 0,0-2-2 0,-1 2 1 16,1-3 5-16,-2-1-7 0,1-1 3 0,-3-4-4 15,3 5 10-15,-1 1-5 0,-1 5 1 0,-1 3-3 16,1 3 3-16,-2 1-2 0,-1 5 1 0,-1 1-1 16,0 3 2-16,0 7-2 0,2-3 1 0,-1 2-2 0,1 1-1 15,0-1-1-15,-2 2-2 0,-1 0 1 0,1 0 2 16,0 2-4-16,0 2 5 0,0 2-4 0,9 22 8 15,-4 9-2-15,-3 6-3 0,-2 2 1 0,-2-4 0 0,0 3-1 16,0-1 1-16,-2-4-1 0,2 0 3 0,0-5-7 16,0-4 7-16,0-4-6 0,0-4 8 0,2-3-5 15,0-4-1-15,0-2-2 0,0-1 2 0,-1-3-8 16,1-1 2-16,0-1-5 0,0-1-2 0,2 0-1 16,-1-1 0-16,1 1 0 0,3 0-1 0,5-1 6 15,2 1-3-15,3-4 4 0,0-2-6 0,5-5-4 16,2-6-2-16,0-4 1 0,1 8-5 0,2-21 10 0,1-1 1 15,6-5 4-15,-5-3 7 0,-1 0 1 0,-5-1 1 16,-1-1 0-16,2 4 3 0,-4 7-1 0,-1 2 2 16,-4 6-2-16,2-1 3 0,-6 7 9 0,0 3-4 15,-4 5 6-15,1 5 3 0,-3-1-13 0,1 0 8 0,-2 2-10 16,-1 0 4-16,5 2 7 0,-6 0-3 0,3 4 5 16,-3 15-1-16,0 23-4 0,20-1-1 0,-9 4-1 15,-7-4 3-15,-6-4-7 0,0 4 3 0,0-8-5 16,0-3 0-16,0-2 3 0,-2-6-4 0,0-5 4 15,0-4-4-15,2-6 8 0,-2 0 1 0,2-5 0 16,0 0-6-16,-2 2 6 0,1 0-1 0,1-1 4 0,0-1 3 16,-2 0-3-16,0 0-1 0,2 0-1 0,-2 0-1 15,2-2-2-15,0 0 0 0,0-2 0 0,0 0-1 16,0 0 0-16,2-18-2 0,2-5 1 0,1 1-9 0,3-7 3 16,1-5 2-16,0 1 0 0,2-2-1 0,0-2 0 15,1 2-1-15,-1 2 2 0,0 3-2 0,2 1 1 16,0 6-3-16,-2 7 2 0,0 1-6 0,-7 12 0 15,5-1 0-15,6-5 0 0,0 3 4 0,0 5-3 16,1 3 0-16,1 3-1 0,0 9-1 0,-1 6 3 16,-1 21-1-16,4 8 1 0,-2 1-7 0,1 0 0 15,-1 2-3-15,-4-7 1 0,2-4-5 0,5-4-3 0,2-5-4 16,8-4 0-16,-4-6-17 0,-4-5-8 0,4-6 2 16,-1-5-6-16,2 15-9 0,5-8-13 0,-6-7-17 15,2-4 1-15,3-6-65 0,3-9 2 0,-1-3-6 16,-1 6 0-16,-3-21-39 0</inkml:trace>
  <inkml:trace contextRef="#ctx0" brushRef="#br1" timeOffset="167173.1">23995 12874 495 0,'0'-2'100'16,"0"-13"7"-16,-6-42 0 0,-1-1-27 0,1 4-12 0,1 8-1 15,1 7-19-15,0 2 1 0,0 3-11 0,1 4-22 16,1 4 4-16,0 2 0 0,0 4 2 0,0 5 7 0,2 2-2 15,0 6 1-15,0 1-3 0,0 2-8 0,0 3-6 16,0-3-4-16,0 0 1 0,-2 0-13 0,2 3 5 16,0-1 0-16,-1 0 1 0,1 2-2 0,0 0 1 15,0 2 2-15,0 1 1 0,-4 20 3 0,2 10-6 16,2 4 0-16,0 6-1 0,0 3 1 0,2 4 0 16,2 1-2-16,1 6 2 0,-1-3 4 0,1 4-3 15,1-1 5-15,0-1-5 0,1 0 1 0,-1-3-2 16,-1 5-1-16,1 1 0 0,-1 6 3 0,1 4-2 0,-2 5 1 15,-1 2-2-15,-1 4 2 0,0-4 6 0,0-1-5 16,0-9 3-16,1-2-8 0,1-9 5 0,0-5-1 16,3-3 3-16,1-6-2 0,1-6-4 0,2-5 4 15,0-4-2-15,0-4 11 0,1-5 4 0,-7-4-3 16,23-6 3-16,0-3-6 0,5 16-4 0,4-7 4 0,-9-9-5 16,4-4-11-16,-2-4 5 0,-6-3-7 0,3-6 7 15,-4-2-13-15,-1 8-19 0,-2-19-1 0,-5-4-7 16,0 2-20-16,-6-2-38 0,1 1 4 0,-7 1-15 15,-1-2-10-15,17 2-35 0,-8 0-1 0</inkml:trace>
  <inkml:trace contextRef="#ctx0" brushRef="#br1" timeOffset="167426.99">23620 13223 1367 0,'-2'-2'33'0,"-2"0"-2"0,-13-9-4 15,-10 9 4-15,8-3-15 0,6-1-3 0,4 4-10 16,5 0-5-16,0-1-1 0,1-1-21 0,1 2 22 16,0 0-3-16,0 0 9 0,2 0 2 0,2 1 9 15,0 1-7-15,13 0 8 0,22 0-1 0,4 0-4 0,1 1 4 16,1 1-6-16,0 0-2 0,-1-2 3 0,1 0-2 16,5 0 0-16,-1 0-8 0,-1 0-1 0,2 0-3 15,3 0 0-15,1 0-17 0,0 2-49 0,-2 0-7 16,-9 0-26-16,-4 1-124 0</inkml:trace>
  <inkml:trace contextRef="#ctx0" brushRef="#br1" timeOffset="167956.51">20266 14888 1033 0,'-24'-5'-1'0,"-30"-4"-3"0,4 3-13 0,4 4 16 16,3 4-9-16,0 2 11 0,3 1-6 0,1 3 2 16,-2-1 7-16,11-3-1 0,-3 1 28 0,3-1 9 15,10-2 3-15,-5-2 2 0,5 0 2 0,5 0-3 16,-2 0 2-16,12 0-2 0,1 0 0 0,-3 0-5 0,3 0-11 15,0 0 3-15,1 0-26 0,1 0-5 0,0 0 4 16,2 0-4-16,0 2 4 0,2 0 3 0,0-2-3 16,35 13 2-16,7-2 3 0,10-2-2 0,4 0 1 15,-1-1-2-15,6-4 7 0,6-1-6 0,7-1 7 16,13 0-7-16,8 0 1 0,7-2 6 0,4 0-3 0,-3-2 4 16,1-2-4-16,6-3 9 0,6-1-4 0,12-3 5 15,6-2-9-15,1 0 0 0,-1-2 3 0,-4 1-2 16,3-1 1-16,4 2-8 0,-1 0 3 0,-4 0-3 15,-8 2 7-15,-2-1-7 0,2 5-1 0,3 0-1 16,-1-1-2-16,-11 4 0 0,-10-1-2 0,-6 3 2 16,-1 0 5-16,0 0-5 0,-1 0 3 0,-3 1-4 0,-5-1 4 15,-5 0-1-15,-10 0-1 0,-8 0 0 0,1 0 4 16,-8 0-6-16,2-1 7 0,-3 1-6 0,-3-2 8 16,-3 2 2-16,-7 0-2 0,-8-1 0 0,-4 1-6 0,-7-2 14 15,-2 0-10-15,-11 3 11 0,-1-1-8 0,-2 0 15 16,-7 2 3-16,1-2 2 0,-3 2 1 0,-1 0-10 15,0 0 0-15,0 0-4 0,2-2-11 0,-1 0-2 16,1 0-2-16,0 1 0 0,-2-1-14 0,0 0-35 16,-1 0-20-16,1 0-15 0,0 0-169 0</inkml:trace>
  <inkml:trace contextRef="#ctx0" brushRef="#br1" timeOffset="195967.46">7171 4602 917 0,'-2'-2'0'0,"0"0"-9"0,0 1 5 16,2-1 3-16,-1-2-5 0,-5 0 10 0,2 2-5 0,1 1-1 15,1 1 2-15,2-2 0 0,0 0-2 0,-2 2-4 16,2-2 6-16,-4-2-2 0,0 1 8 0,1-1 3 16,1 2 0-16,0-2 1 0,0 1 3 0,0 1 7 15,0-2-5-15,1 0 6 0,1 2 6 0,-8-7-5 16,4 4 3-16,1-3-5 0,-10 4 3 0,-2-5-12 16,-4 2 7-16,-1 3-10 0,-1 4-1 0,1 2 6 0,-2 3-7 15,1 5 7-15,-5 5-12 0,2-12-1 0,-4 21 6 16,0 10-4-16,-1 3 9 0,-3-5-7 0,1 1 2 15,-3-3-2-15,10-1 8 0,0-1-9 0,2 0 4 16,5 2-5-16,0-4 3 0,2 2 6 0,2-2-10 0,6-2 9 16,3 2-3-16,-12 0-7 0,4-4 7 0,5 2-7 15,1-2 6-15,5 3-6 0,1-3 2 0,1 2-2 16,7-2 8-16,1 1-8 0,6 3 0 0,-8 0-2 16,19 3-1-16,6 1 2 0,1 0-3 0,1-1 2 15,3 1 1-15,-4 5 5 0,-1-5-4 0,-1 3 3 16,-1-1-10-16,-2-4 9 0,-2 3-2 0,2-1 4 15,-4 0-6-15,-2-2 2 0,1 1 3 0,-3-1-2 0,0 2-2 16,-1-2 2-16,-4 2-3 0,-2-3 4 0,0-1-2 16,-6-1 5-16,1-3-4 0,-6-2 4 0,9-5-3 0,-2 4 8 15,-5-1 3-15,-4-1 0 0,-2 2 1 0,-6-3 0 16,1-5-3-16,-15 6 2 0,-14-4-5 0,1-5 14 16,-6 3-4-16,-1-10 6 0,-3 3-10 0,-5 22-2 15,-4-13-3-15,6-5 2 0,-4-8 3 0,3 0-9 16,1-2 1-16,0-4-5 0,3-1-3 0,6-1 5 15,6 3-3-15,0-1 2 0,5 1-8 0,2-1-7 16,2 2 5-16,1 1-6 0,5 1-3 0,3 0-14 0,4 2-9 16,3 0-3-16,1 0-37 0,3 0-45 0,2 0-22 15,-1 0-12-15,-1 0-103 0</inkml:trace>
  <inkml:trace contextRef="#ctx0" brushRef="#br1" timeOffset="196987.24">7494 5787 1298 0,'-2'-2'10'0,"0"0"-2"15,0 0-8-15,1 0 0 0,-1 0-12 0,0 1-47 16,0-1 25-16,0 0-6 0,2 0 17 0,0 0 23 0,2 0 2 15,0 0-2-15,2 1 0 0,14-11 0 0,1 3 0 16,-4 2 7-16,1-3-2 0,-1 1 14 0,0 7-1 16,0-16-1-16,0-3 2 0,-4-3 3 0,0-2-6 15,-2-5-1-15,-5-3-3 0,0 3-12 0,-2-7 8 16,-1 7 0-16,1-2 4 0,19-1 1 0,-10 4-8 0,-6 1 0 16,-3 3-2-16,-2 5 6 0,-2 3 4 0,1 7-4 15,-3-1 2-15,0 5-12 0,0 1 1 0,3 3 1 16,-14-8 0-16,-2 1 4 0,-2 3-3 0,-1 3-2 15,1 4-1-15,-5 6 1 0,-2 3 0 0,4 2 1 16,-6-9-1-16,6 30 2 0,-2 1 3 0,-4-1-1 16,4 5 1-16,-2-4-10 0,5 2 7 0,3 2-3 0,1-3 4 15,0-4 1-15,4-1 0 0,6 3 3 0,-1-4-3 16,3 0 0-16,-14 1 5 0,8-3-8 0,4 4 7 16,5 0-8-16,2-4 0 0,4 2 5 0,3-4-5 15,4 0 2-15,4-2 1 0,-9-1-3 0,18-7 1 0,2 1-3 16,-2-4 2-16,2 1-3 0,4-5 2 15,3-1-3-15,6 16-10 0,-4-11 3 0,1-7-6 0,-5-4-6 16,1-2-16-16,-1-4 5 0,1-3-9 0,-1-4 1 16,-1-4-1-16,0-1 0 0,0 8 2 0,-3-19 2 0,3-3-7 15,2 1-2-15,-1-3 1 0,1 1 13 0,1-3-5 16,1 1 4-16,5-4-6 0,-4-4-8 0,2-1 24 16,-5 1-4-16,-8 0 13 0,2-1 13 0,-4 9 4 15,0-1 2-15,-5 9 0 0,2 10 1 0,-6 8 13 16,0 1-2-16,-4 6 6 0,-4-1 8 0,-1 1 4 15,4-2-2-15,1 0 3 0,0 4 6 0,2 2-9 16,-3 2 9-16,-3-2-10 0,3 24-2 0,-1 11 2 0,1 2-6 16,-1 2 4-16,-1 1-12 0,-5-6 8 0,1 1-4 15,19-4 5-15,-8 1 0 0,-4-3-3 0,-3-3 2 16,-3-4-4-16,1-2-8 0,-2-3-1 0,0-6-2 16,-2 0 0-16,0-6 0 0,0-1-2 0,0 0 2 15,0-3-1-15,0 1 7 0,0 0 1 0,0-2-6 0,0-1 3 16,0 1-12-16,-2-2 5 0,0 0-5 0,0-2 4 15,0 1-6-15,-1-11-4 0,-1-10 5 0,0-4-5 16,2-4-1-16,2 3-9 0,2-7 8 0,6 1-7 16,1 1 3-16,6-11 7 0,1 4-7 0,3-3 7 15,3-3-3-15,-3 8 9 0,1 2-4 0,-14 0 4 16,18 1-8-16,0 4 3 0,2 3 2 0,0 2-1 0,4 3 2 16,-1 5-4-16,5 1 4 0,-1 1-5 0,1 6 6 15,-6-3 0-15,-6 5-4 0,-5 1 2 0,1 1-3 16,-3 1 2-16,4 2 2 0,-6-1 0 0,0-1 5 0,3-2 0 15,-5 3-1-15,1-3-1 0,-1 2-5 0,-6 1 2 16,1-1 5-16,-2 0-2 0,-4 2 7 0,1 0-9 16,1 1-1-16,2-1-1 0,0 0-1 0,-1 0-4 15,1 0 4-15,-2 2-3 0,2-2 11 0,-2 2 7 16,1-2 2-16,1 2 0 0,0 0 8 0,-1 2-10 16,-1 2-3-16,6 9-2 0,3 15 1 0,-2 5 1 0,-5 6 5 15,-2 6-4-15,-2 5-5 0,0-2 4 0,-2 4-5 16,0-7 5-16,0 1-1 0,0-3-7 0,2-6 5 15,0-2-6-15,0-7 3 0,0-4-3 0,2-3 3 16,0-5-2-16,0 1 5 0,0-6-10 0,-1 0-1 16,-1-5-5-16,2 0-6 0,-2-5-41 0,0 1 1 0,4 2-17 15,-2 0-30-15,0-2-87 0,1-1-24 0</inkml:trace>
  <inkml:trace contextRef="#ctx0" brushRef="#br1" timeOffset="197176.07">9332 4682 1694 0,'-2'-4'10'0,"-1"-11"6"16,-10-27 4-16,5 12 3 0,4 10-23 0,3 10-24 16,1 7-2-16,0-1-8 0,0 2-6 0,1 0-15 15,1 2-5-15,2 0-6 0,5 0-35 0,8 6-110 16,0 3-15-16</inkml:trace>
  <inkml:trace contextRef="#ctx0" brushRef="#br1" timeOffset="197802.64">9704 5516 1545 0,'0'-2'51'16,"-2"-2"5"-16,-6-13-20 0,-3-12-16 0,6 12-14 16,1 6-17-16,4 7-13 0,0 0 2 0,0 1-5 15,0-1 10-15,2-2-1 0,0 1 4 0,5-4-4 0,19-6 1 16,9 2-10-16,-3-10 5 0,-1-8-5 0,5-1 16 16,-9-1 14-16,-2-6-4 0,-3 4 7 0,-5-3-5 0,-1 1 10 15,-3 0-2-15,-7 0 4 0,1 2-1 0,-3 1-9 16,0 1 7-16,-1 1-7 0,16 1 11 0,-8 3-10 15,-5 2 6-15,-4 4-7 0,-2 3 5 0,0 4 15 16,-2-1-10-16,0 4 10 0,-2 1-23 0,4 8 1 16,-2-1-1-16,-1 0 2 0,-1 2-4 0,-13-3 0 15,0 3 2-15,3 2 0 0,-5 4 0 0,-3 7 5 16,-4 5-5-16,-2-4 3 0,4 15-6 0,1 1 2 16,7 2 1-16,-1-2 0 0,8 1 4 0,-6 1-4 0,2 2 2 15,11-1-2-15,-3 1-3 0,-14 3 2 0,12-1 2 16,3-5 2-16,4 1 9 0,2-4-6 0,3-2 0 15,5 0-2-15,1 0 2 0,2-1-3 0,-10-3 2 0,25-3-2 16,2-4 2-16,0-8-8 0,-1-1-3 0,3 15-1 16,-2-8-1-16,-1-7 4 0,3-8-3 0,3-9 2 15,2-8-8-15,0 10 10 0,4-30-1 0,4-3 3 16,-1-4-6-16,1-4 5 0,3 5 0 0,1 3 1 16,-3-1 4-16,-2 4-4 0,1 0 4 0,-8 2-4 15,0 0 6-15,-3-1-7 0,-6 2-2 0,-2-1 0 16,-2 8 5-16,-4 10-1 0,1 3 2 0,-3 10-2 0,1 3-5 15,-1 3-6-15,1-11-1 0,-1 6 1 0,5 5 11 16,-3 4 1-16,6 9 6 0,-2 5-3 0,2-1 3 16,-3 17 0-16,1 1-3 0,-4 3 3 0,6-3 2 0,-2 0-2 15,-5-1 2-15,-4-4-2 0,-1-8 6 0,-2-1 4 16,-5-3 1-16,4-3 2 0,-3 0 10 0,1-1-1 16,-4-3 7-16,-1-2-4 0,-2-1 13 0,0 1-7 15,-2-1 0-15,-2 1-3 0,-2-1-7 0,-22 1-7 16,-16-1-8-16,-7-2 2 0,1 1-13 0,-4-1-5 15,2 3-10-15,-4 1-3 0,-5 1-67 0,-10 8-214 16,-9 5-143-16</inkml:trace>
  <inkml:trace contextRef="#ctx0" brushRef="#br2" timeOffset="-207810.68">10127 12157 57 0,'0'0'19'0,"0"0"-8"0,0 0 26 0,0 2-9 16,0 0-1-16,0 0-12 0,0 0-3 0,0-1 0 15,0 1 5-15,0 0 7 0,0 0-1 0,0 0 3 0,0 0 0 16,0 0 13-16,0-1-2 0,0 1 3 0,0 0-15 16,0 0 4-16,0 0-3 0,0 0 4 0,0 0-2 15,0-1-9-15,0 1 0 0,0 0-4 0,0 0-3 0,0 0-1 16,0 0 5-16,0 0-3 0,0-1-2 0,0 1 2 15,0 0-11-15,0 0 8 0,0 0-10 0,0 0 4 16,0 0 0-16,0-1 2 0,2 1-1 0,-2 0 8 16,2 0-1-16,-1 0 3 0,-1 0 9 0,0-2-15 15,2 0 10-15,0 0-12 0,0 0 3 0,0 0-1 16,0-2-6-16,0 0 3 0,-1-2-5 0,-1 1 3 16,4-16 7-16,0 4-4 0,0-3 4 0,-3-1-1 0,1 0-4 15,0-1 4-15,0-2 4 0,0 1-1 0,0 1 0 16,-2-4 0-16,0 3-9 0,0-3-2 0,2 0 6 15,-1 0-4-15,1-4 3 0,-2 2 2 0,2-2-5 0,-2 2 5 16,0 0-5-16,0 4 10 0,0-2-1 0,0 0 3 16,-2 0 1-16,0-2 6 0,1 0-7 0,-3 0 6 15,0-2-3-15,0 0 0 0,1-2 4 0,-1-1-4 16,0-1-4-16,1-1-5 0,-1-1-3 0,2-3 0 16,0 2 1-16,2-6-6 0,0 4 3 0,0-4-5 15,0-2-1-15,0 4 3 0,0-3 0 0,2 4 1 0,-2 1-8 16,0 2 9-16,0 3-6 0,0 5 8 0,0-1-6 15,0 4 2-15,0-2 1 0,-2 1 1 0,0 1-4 16,-1 2 1-16,1 2 3 0,0-1-2 0,0 3-4 0,0 1 2 16,0-2 0-16,0 3 3 0,1-1-5 0,-1 2 2 15,2 2-2-15,-2 2 4 0,0 0 2 0,2 3-4 16,-2-1 3-16,2 2-3 0,0 1 2 0,0 2-2 16,0 2 0-16,-2-1 0 0,0-1 2 0,1 0-2 15,-1 2-4-15,0 1 0 0,0-1-6 0,0 0-8 16,0 0 2-16,0 0-3 0,1 0 11 0,-1 0-4 15,2 1 5-15,0 1-6 0,0 0-2 0,0 0 14 16,0 1-9-16,0 1 11 0,-2 0-1 0,2 0-2 0,0 0 1 16,0 2-1-16,0-1 0 0,0 3-2 0,0 3 4 15,0 2-3-15,0 0 9 0,0 2-7 0,0 0 2 16,0 4-4-16,0-2 2 0,0-2 4 0,0 4 0 0,0-1 2 16,2 5-5-16,-2-1-5 0,0 1 1 15,2 5-1-15,-1 3 2 0,1 7 3 0,0 6-3 0,2 7 3 16,0 8 0-16,-3 3-2 0,3 8 1 0,-2 3-5 15,0-2-5-15,2 3 6 0,-3-7-7 0,3-4 6 16,0 1 0-16,0-5 5 0,-1-1 1 0,1 0 0 16,0-6-4-16,-2-2 1 0,-1 2 3 0,1-5 0 15,0-1 7-15,-2 1-4 0,0-8-3 0,0-2 1 16,0 0 2-16,-2-5-2 0,0-4 6 0,1-4-4 0,-1-3 12 16,-2 0-4-16,2-6-2 0,0-2 0 0,0 0-3 15,1-4-9-15,1-1 7 0,0-1-6 0,0-3 9 0,0 0-7 16,-2 2-7-16,2 0-3 0,0-1-54 0,0-1-54 15,0 0-10-15,0 0-26 0,0 0-148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6:53:52.50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16969 8607 388 0,'0'0'15'0,"0"0"40"0,0 0-48 0,0 0-15 16,0 0 8-16,0 0-10 0,0 0 19 0,0 0 15 15,0 0-4-15,0 0 8 0,0 0 7 0,0 0-5 16,0 0 6-16,0-2-5 0,0 0 18 0,0 1 5 0,0 1 3 16,0 0-1-16,0 0 0 0,0 0-2 0,0 0-2 15,0 0-1-15,0 0-15 0,0 0 1 0,0 0-9 16,0 0 7-16,0 0-16 0,0 0 4 0,0 0 3 15,0 0 0-15,0 0 0 0,0 0-9 0,-2 0 5 0,0 0-5 16,0 0 5-16,0 0-6 0,1 0 2 0,-1 0-3 16,0 0 7-16,-2-2-7 0,0 0 1 0,1 2-3 15,-8-4 6-15,-2 0-6 0,-4-1-3 0,0-1 0 16,0 1-6-16,3 1 9 0,1 2 1 0,-6-2 2 16,-1 1 0-16,-5-3-4 0,1 2-5 0,4 3 2 15,-6-3-4-15,0 2 3 0,0 0 1 0,-4 0 0 16,8 2-3-16,-8 0 1 0,2 0-1 0,-1 0 1 0,-3 0 0 15,2 0-2-15,3 0-5 0,-3 2 2 0,2 0-5 16,0-2 7-16,-2 2-1 0,3 0 3 0,-3 0 1 0,4-1-3 16,-4 1 2-16,2-2-3 0,0 0-5 0,1 0 10 15,-1 0-6-15,-2 0 8 0,0 0-7 0,-3 0-3 16,5 0 5-16,-2 0-5 0,-1 2 10 0,-1 0-10 16,-1 0 3-16,3-2-3 0,0 2 4 0,1 0-1 15,-3-1-3-15,2 1 0 0,-1 0-3 0,1 0 8 16,2 0-2-16,0 0 4 0,4 0-7 0,-2 1 2 15,0 1-1-15,0 0 1 0,0-1-4 0,2 1 7 16,-2 0-4-16,-2 0 7 0,2-3-7 0,0 1 3 0,2 0-2 16,0 2 2-16,4-2-3 0,-1 0-1 0,3-1 2 15,1-1-2-15,-3 0 6 0,1 0-3 0,2 0-3 16,1 0 1-16,1 0-7 0,0 0 8 0,0 0-1 16,2 0 3-16,-4 0-3 0,8 0-1 0,-6 0 0 0,6 0 0 15,-2 0 0-15,0 0 1 0,1 0-1 0,-3 0 1 16,4 0 2-16,-2 0-3 0,2 0 2 0,-3 0-2 15,3 0 2-15,-2 0 2 0,2 0-2 0,1 0 0 16,-1 0-9-16,2 0 7 0,-3 0 0 0,1 0 3 16,0 0 1-16,-1-1-2 0,3 1-1 0,-2-2 2 15,1 2 0-15,-1-2-1 0,2 2 0 0,-4-2-1 0,1 0 3 16,3 2-3-16,-4-2 0 0,1 2-1 0,-1 0-2 16,0 0 3-16,0-2-1 0,0 2 1 0,0 0 2 15,0 0-4-15,1 0 4 0,-1 0-4 0,-4 0 3 0,0 0 2 16,-3-1-6-16,1 1 3 0,-1 0-1 0,3 0 0 15,2 0 0-15,-4 0 0 0,8 0 5 0,-6 0-9 16,-4 0 7-16,3 0-7 0,-10 0 4 0,5 0 4 16,3 0-6-16,-3 0 4 0,6 0-7 0,-3 0 6 15,1 0 3-15,-3 0 1 0,-3 0-4 0,5 0 2 16,1 0-3-16,0 0 2 0,-5 0-3 0,3-2 4 0,1 0-5 16,-1 0 5-16,3 2-4 0,-5 0 1 0,1-2 4 15,3 2-4-15,-3-2 0 0,3 0 2 0,0 1-2 16,-1-1 2-16,1 0 2 0,2 0-7 0,-3-2 3 15,1 2-5-15,0 2 5 0,0 0 0 0,1 0 1 16,-1 0 0-16,-2-1 3 0,3 1-4 0,-3-2-1 16,2 2-1-16,-3 0 1 0,-2 0 1 0,1 2 0 0,-1-2 0 15,0 0 0-15,1 0 0 0,3 0 1 0,-6 0 0 16,1 1 3-16,1-1-3 0,0 2-2 0,1-2 0 16,5 2-1-16,-5 0 2 0,1 0 3 0,-4 0-2 15,-2 0 0-15,3 1-1 0,3-1-3 0,3 2 1 16,1 0-1-16,-1-1 2 0,-2 1 4 0,3-2-2 0,-1 0-2 15,2 1 3-15,-2 1-2 0,2 0 3 0,-1 0-3 16,-1-3 0-16,2 1-3 0,-2 2 3 0,1 0 0 16,1-3 1-16,2 3-1 0,0 0 2 0,-2 0-3 15,4-1 0-15,-2 1 3 0,0 0-2 0,-2-1 2 0,2 1-5 16,-2 2 6-16,2-3-5 0,2 1 8 0,-6 2-7 16,6-1 0-16,-6 3-3 0,3-3 4 0,2 1-2 15,-4 1 1-15,3-1-1 0,0-1 3 0,0 3 1 16,2-3-2-16,1 1 2 0,1 0-7 0,0-1 5 15,-4 4-2-15,2-1 4 0,-4 1 1 0,4-1 1 16,-2-1-4-16,2 0 2 0,-2 1-5 0,1-3 4 16,3 1 2-16,-2 0-1 0,2-1-1 0,1-1-1 0,-3 1 1 15,4-1 0-15,-3 0-2 0,1 0 6 0,4-3-5 16,-5 5 5-16,5-4-8 0,-5 3 7 0,3-1-4 16,1-2 4-16,-3 4-9 0,4-3 4 0,-1 1 1 0,-1 0 0 15,-1-1 6-15,1 3-6 0,-3 0 2 0,1-1-3 16,0 3-4-16,1-3 7 0,-1 3-2 0,0-7 3 15,1 9-9-15,1-1 6 0,1 0-5 0,-1 2 5 16,1-1 0-16,1-1-1 0,-1 0 1 0,3 2 0 16,-3-1-2-16,2-1 0 0,-1 0 2 0,1 1 0 15,0 1-1-15,1 0-2 0,1-2-1 0,0 2 2 16,-2 2 3-16,2 0 1 0,-1 0-2 0,-1 2 1 0,0 0-2 16,0 4-2-16,1-3 1 0,-1 1-2 0,-2 3 4 15,5 1 1-15,-3 1-2 0,0-2 1 0,2 5-6 0,-1-3 6 16,-1 0-2-16,-13 4 2 0,8-5-6 0,1 1 6 15,3 0-2-15,1-1 2 0,0-1-5 0,1 2 5 16,1-1 0-16,0-1 1 0,2-1-3 0,0 1 3 16,0-3-1-16,0 0 1 0,0-1-3 0,0-1 0 15,2 2 2-15,0-2-1 0,0 1 1 0,-1-1-2 16,1 2 0-16,0 0-1 0,0-1 7 0,2 3 0 16,-2-2-2-16,-1-1-1 0,1 1-5 0,0 0 8 0,-2 0-3 15,0-1 5-15,0 1-9 0,0-2 3 0,0 1-2 16,0 1 3-16,0 0 1 0,0 1-2 0,0-1-2 15,0 0 0-15,0 3 0 0,2-1 3 16,-2-2-1-16,2 3 0 0,0-5-5 0,0 3 4 0,-1-1 1 16,1-2 0-16,0 2 4 0,0-6-4 0,0 2 1 0,-2-4-1 15,2 4 1-15,0-4 2 0,-2-3-3 0,1 3 3 16,-1-5-3-16,2 11-2 0,0-8 4 0,0 3-4 16,0 1 8-16,-2-6-3 0,0 3-1 0,0-3-1 15,0 1-6-15,0-2 5 0,2 3 0 0,-2-3 2 16,0-1-2-16,0 1 2 0,0-2 0 0,2 4 2 15,-2-5 2-15,0 3-5 0,0-2 1 0,1 2-1 16,1-1 1-16,0 1-2 0,-2 0 0 0,0 0-1 0,2-1-12 16,-2 1-135-16,2 0-64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1T06:53:12.845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8593 8893 97 0,'0'0'0'0,"-2"0"5"16,0-2 53-16,1 0-8 0,-3 0 6 0,0 1-26 15,2 1-5-15,-5-6-2 0,-2-1-12 0,-3-1 10 16,1 6-15-16,2-7 13 0,-2-2 6 0,0 3 0 16,0-1 5-16,-2-2-5 0,3 4-8 0,-1-3 5 0,-4 1-1 15,1-2 1-15,-3 0 4 0,-2 0-4 0,3 1-1 16,1 3-3-16,-8-8-3 0,5 6 0 0,-4-8-14 15,-6 4-2-15,5 2 3 0,-4 0-2 0,2 0 0 0,-2-2 0 16,-1 2-2-16,5-1 3 0,-3 5-1 16,4 1 22-16,-2-5-4 0,-2 4 13 0,2-4 6 0,0 3-22 15,0 3 2-15,-2-1-8 0,0 2 7 0,1-1 2 16,1 3-2-16,0-15 0 0,-2 6-16 0,2 6 5 16,-2 1-3-16,0 4 5 0,-2 0-3 0,2 4-7 15,-2 3 5-15,-7 2-4 0,4 2 7 0,-8 4-3 16,3-2 0-16,5 0-1 0,-10 4 2 0,2-2-6 0,0 0 3 15,0-1-3-15,4-2 10 0,5-1-9 0,-2 2 3 16,3 2-4-16,3-1 4 0,0-10-1 0,-2 18 0 16,2-1 0-16,-2 1 10 0,0 0-10 0,2 1 1 15,-2 1-3-15,4-2 3 0,-7 0 0 0,3 1-5 16,-4-1 3-16,-5 0 0 0,4 1 0 0,-3-1 2 0,3 0-1 16,3 0 0-16,-3 3 1 0,-4-1-1 0,3 0-1 15,3 2-4-15,1-2 4 0,6 0 3 0,2 2-1 16,-1 0-4-16,3 2 2 0,-1 2-1 0,-1 3 2 15,4 0 3-15,-3 5-5 0,1-1 1 0,-3 2-2 16,3-2 3-16,-2 0-7 0,1 0 4 0,-1-3-5 16,2 1 10-16,-1 0 0 0,-5 0-2 0,2-1 1 0,-4 3 1 15,4 0-2-15,2 2 0 0,-4 2-2 0,5 2 0 16,-5-1-2-16,0 5 4 0,8 3 0 0,-10 0 7 0,2 4-8 16,7 0-4-16,-7-2 0 0,8 0 3 0,-3 0 3 15,-3-4 0-15,6-3 0 0,-1-3-5 0,-1 1 6 16,3-2-3-16,0 1 3 0,2 1-2 0,2 2-4 15,0 1 5-15,0 1-3 0,2 1 1 0,0 4 1 16,2 0-3-16,0 0 3 0,-1 2-2 0,1-6 0 16,3 0 6-16,-1 0-4 0,1-3 9 0,1 1-12 15,1-5-2-15,2-4-2 0,0 1 4 0,-18-3 3 16,7 0 1-16,7 0 0 0,3 3-8 0,3-1 7 0,2 2-5 16,1 2 7-16,3 3 4 0,1 10-11 0,1-4 8 15,1 6-9-15,0-1 11 0,1 1-5 0,-3-2 1 16,0-2-1-16,3-4 7 0,-1-1-5 0,2 1-1 0,2 0-1 15,0-1 8-15,2 1-6 0,0 0 1 0,2 0-3 16,1-1 0-16,1 1 8 0,-1-5 0 0,5 1 2 16,-20-3-11-16,23 2 7 0,2 0-8 0,-2-4 8 15,2-4-5-15,5-3 3 0,-1-3 3 0,-1 1-3 16,-1-2-9-16,0 0 8 0,0-4-3 0,1 0 3 16,1 2-7-16,-1 0-2 0,1 2 0 0,3 0 1 15,2-2 7-15,-1-2-2 0,1-2 1 0,4-5-1 0,3 5-6 16,4-5 4-16,4-2-1 0,-1-6 2 0,-7-2 6 15,6-1-5-15,-3-1 2 0,-1 1-3 0,-1-4 9 0,-5 20-13 16,1-9 8-16,2-5-8 0,0-5 12 0,-1-3-7 16,5 0 3-16,1-3-4 0,6-3-4 0,4-1 6 15,-1-3-6-15,2 1 7 0,5-2-2 0,-3-2-5 16,2 0 8-16,-5 0-8 0,-8 0 6 0,0 2-1 16,-2-2 1-16,2-4 0 0,0 0 2 0,6-3-3 15,2-1-1-15,5-1 0 0,9-4 4 0,-1 2-6 16,-1 0 3-16,-5-2-3 0,-7 0 2 0,-4 22 3 15,0-33-4-15,-3-6 4 0,5 1-9 0,-6-5 5 0,4-1 0 16,2 3 3-16,0-5 9 0,5 0-8 0,-4-2 4 16,-1 4-5-16,-4 1-3 0,0 1 8 0,-2 3-4 15,-9 1 6-15,2 1-11 0,-8-2 1 0,2 2 0 16,0-3 2-16,0-3 10 0,1-5-6 0,-3-2 0 0,-2-3-2 16,-3-4-4-16,0 1 1 0,1-3 1 0,-1 4 2 15,2 1 15-15,-3-1-17 0,-5-1 7 0,-3 5-9 16,-1-3 4-16,1-1 8 0,-3-3-7 0,-5-10 7 15,0-4-10-15,-2-6 6 0,-1-1-6 0,1 3 8 16,-9 2-8-16,-1 3 0 0,1 9 5 0,0 1-3 0,26-2 2 16,-19-6 3-16,-11-3-7 0,-5-5 5 0,-2-5-2 15,-2-1-5-15,-2 3 3 0,0 4-3 0,2 6 6 16,-4 7 2-16,0 4 2 0,-2 6-2 0,-3-5-11 16,-3 3 6-16,1-2-1 0,-4-2 5 0,2 3 11 0,22 1-2 15,-33 3 1-15,3 8-2 0,-1 1-5 0,-2 3 18 16,-3 5-8-16,3 4 9 0,-2-1-20 0,-2 7 12 15,-6 1-9-15,-8 4 9 0,-9-1-18 0,-6 3 5 16,-7 2-1-16,1 1 1 0,2 2-9 0,-1 3-2 16,3 2 2-16,-1 5-1 0,-3 3 3 0,-8 1-1 15,-5-29-2-15,-13 23 1 0,-6 11-5 0,-6 9 5 16,8 5 1-16,4 3 1 0,2 1 2 0,-8 5 0 0,-11 4-1 16,-2 1 2-16,-2 2-1 0,12 3 5 0,11-30-1 15,5 42 1-15,-2 5-3 0,-3 5 1 0,-5 5-1 16,-1 6-1-16,12 3-7 0,10 1-27 0,10-1-3 0,8-2-8 15,5-3-19-15,7 5-143 0</inkml:trace>
  <inkml:trace contextRef="#ctx0" brushRef="#br1" timeOffset="9769.23">11898 10011 311 0,'0'0'30'0,"0"0"1"0,0-2 19 15,0 0-6-15,0 0-2 0,0 0-22 0,0 0 11 16,0 1-3-16,0-1 8 0,0 0 3 0,0 0-24 16,0 0 3-16,0 0-8 0,0 0 4 0,0 1 8 0,0-1-3 15,0-2 4-15,0 0-5 0,0 1 18 0,2-1-8 16,-2 2 12-16,2-5 4 0,-2 1-8 0,0 0 9 0,0 1-10 16,0-3 1-16,0 5-14 0,0-1-1 0,0 0-2 15,2 1 3-15,0-1 3 0,-1 0 2 0,1 0 0 16,-2 3 8-16,0-1-3 0,0 0 2 0,0 0-1 15,0 0 0-15,0 0-18 0,0 1 4 0,0 1-8 16,0 0 5-16,-2 0 0 0,1 1-1 0,-1 1 0 16,0 0-1-16,0 0-3 0,0 2-1 0,-2 1 1 15,-5 10-5-15,-2 4 4 0,0-1 3 0,-2 3 0 0,0 1 1 16,-4 6-3-16,0 1 1 0,3 1-2 0,-3 5-1 16,-2 3 9-16,1-1-8 0,-3 4 7 0,1-1-11 15,-1 3-3-15,-1 4 2 0,-2 1-1 0,0 0 13 0,0-1-12 16,0 1 8-16,18 0-9 0,-22 2 6 0,4-2-2 15,0-1-2-15,-2-3 1 0,2 1-1 0,3-2-2 16,1-4 4-16,3-2-3 0,4 2 3 0,-3-13 1 16,3 5-8-16,3-8 7 0,-3-5-4 0,2 3 4 15,4-5 3-15,-4 1-4 0,1-4-6 0,1-2-1 16,-6-2 1-16,10-1 0 0,-5-1 2 0,8-3 5 16,-1 0-8-16,-3-1 7 0,4-3-4 0,0 2-3 0,-1 2 2 15,-1 0-3-15,0-1-8 0,1 1-5 0,1 0-3 16,0 0-2-16,0-3-20 0,0 1-26 0,0 0-2 15,0 0-8-15,1 0-9 0,-1 0-28 0,2-2 12 16,0 0-16-16,2-2 13 0,1-9-112 0,16-26-12 0</inkml:trace>
  <inkml:trace contextRef="#ctx0" brushRef="#br1" timeOffset="10312.31">11505 9794 812 0,'0'0'13'0,"-2"-2"4"0,0 0 0 16,0 0-9-16,-2 0 3 0,1 0 0 0,-1-1-6 15,0-1 4-15,0 0-5 0,1 0 3 0,-1 1 16 16,-2-1-6-16,1 0 10 0,-3-1 2 0,-1-3 4 0,-2 1 6 15,5 3-4-15,-5-1 6 0,2-1-1 0,2 2 1 16,-6-3 0-16,9 5 0 0,-4-2-6 0,-1-1 0 16,5 3-3-16,-3-2-1 0,3 2-3 0,1 0-4 15,1 2 1-15,0 0-10 0,-2-1-1 0,2 1-4 16,-1-2 0-16,-1 0-10 0,0 0 2 0,0 0-1 16,3 0 2-16,-1 0-3 0,0 2 1 0,0 0 4 0,2 0-1 15,0 2 4-15,0 0-3 0,0 0-2 0,0 2 1 16,0-1 7-16,6 12-4 0,1 0 0 0,2 2-2 15,1-2 2-15,1 1-3 0,2 3 6 0,-2 0-5 16,2 1-1-16,0 0 1 0,2 5 0 0,0 1 2 16,1 1 3-16,1 3-5 0,0 3-1 0,1 3-1 15,1 5-1-15,-4-2-2 0,1 1 0 0,-1 1-2 0,2-2 0 16,2 6 2-16,-1-4 3 0,-1-2 0 0,3 3 1 16,-1-6-3-16,1 3 1 0,1-6-1 0,-20-5 3 15,24-2-2-15,-1 0-2 0,-2-2 0 0,0 0 5 0,-1-3 0 16,-1-1 6-16,-1-1-4 0,3-3 1 0,-7 1 3 15,3 0-5-15,-3-2 5 0,-5-2-3 0,4 1 2 16,-6-1 2-16,-1-1-2 0,-1-1 0 0,1-4 1 16,1 2 0-16,-1-1 0 0,1-1-11 0,-5-1 6 15,-1-2-8-15,2 1 7 0,1 3-12 0,-1-3-27 16,0-1-19-16,9 1-17 0,9-3-178 0</inkml:trace>
  <inkml:trace contextRef="#ctx0" brushRef="#br1" timeOffset="18967.98">18192 8078 52 0,'0'0'0'0,"0"0"10"0,0 0 104 0,0 0-16 16,0-2 12-16,0 0-39 0,0 0-4 0,0 0-14 16,0 1-5-16,0-1 1 0,0 0-6 0,0 0-11 0,0 0 8 15,0 0-11-15,0 0-3 0,0 1 1 0,0-1-8 16,0 0 5-16,0 0-19 0,0 0 3 0,0 0-3 15,0 0 4-15,0 1 6 0,0-1-5 0,0 0 6 16,0 0-5-16,0 0 13 0,0 0-5 0,0 0-3 0,0 1 0 16,0-1-1-16,0 0 0 0,0 0 7 0,0 0-5 15,0 0 12-15,0 0-9 0,0 1-3 0,0-1-1 16,0 0-1-16,0 0-1 0,0 0 9 0,0 0-6 16,0 2 6-16,0 0-8 0,0 0-4 0,0 0 0 15,0 2 2-15,-1 0-1 0,-1 0 1 0,0 2-2 16,0 1-9-16,-2 10 0 0,1 2 3 0,-3 1-2 0,0 1 9 15,-1 1 2-15,0 3-3 0,-5 6 3 0,-2 1 0 16,-1 7-9-16,0 4 2 0,0 5-4 0,0 6 3 0,-2 6-1 16,-5 9 0-16,2-2 0 0,1 2 0 0,1-2-5 15,3-6 5-15,0 0-5 0,0-8 4 0,2-3 3 16,-2-4-5-16,2-3 5 0,0 0-5 0,0 0-4 16,0-2 4-16,0 2-2 0,-2 2 7 0,1-4-5 15,-1-1 4-15,0-2-4 0,0-1 2 0,0 0-2 16,4-5-1-16,0-2 1 0,0 0-2 0,3-10 4 15,1 1-2-15,1-4 3 0,3-6 2 0,-3 0-4 16,2-1 1-16,2-5-1 0,2-1 3 0,0 0-2 16,-1 2-4-16,-1 0 2 0,0-1-2 0,0-1 0 0,0 0-4 15,0 0-2-15,0 0-36 0,1 0-53 0,-1-1-1 16,0 1-20-16,2-2-28 0,0-2-35 0,0 1-29 16</inkml:trace>
  <inkml:trace contextRef="#ctx0" brushRef="#br1" timeOffset="19587.16">17762 8095 265 0,'0'0'35'0,"0"0"3"0,0 0 36 0,-2 0-17 16,0-2 11-16,0 0-9 0,0 0-4 0,0 0-5 15,1 0 2-15,-1 0-10 0,0-1-4 0,0-1 4 16,0 0-5-16,0 1-5 0,0-1-8 0,1 0 4 15,-1 0-5-15,0 1-2 0,0-1 2 0,0 0-6 0,0 1 5 16,0-1-10-16,1 0 4 0,-1 2 0 0,0 0 2 16,0 1 2-16,0-1 0 0,0 0-5 0,0 0 4 15,1 0-5-15,-1 0 3 0,0 0 2 0,0 1-1 16,0-1 0-16,2 0-3 0,0 0 1 0,0 0-2 16,0 0 3-16,0 2 1 0,0 0 2 0,0 0-2 15,0 0-3-15,0 0 6 0,0 0-9 0,0 0 8 16,0 0-14-16,0 0 0 0,0 2 5 0,0 0-3 0,0 0 6 15,0 0-5-15,2 0-4 0,0 1 1 0,0 1-2 16,0 2-5-16,3 5 6 0,3 2-5 0,1 0 9 0,2 3-9 16,-2-1 1-16,4 4-3 0,0-1 4 0,0 1 4 15,2 1-1-15,0 1 2 0,-13 1-9 0,15 0 2 16,1 3 1-16,4-1 3 0,3 2 4 0,2 3-8 16,3-1 1-16,0 4-2 0,5 7 7 0,0-2-7 15,1 8 4-15,-5-1-5 0,1-1 1 0,3 7 3 16,-2-4-2-16,-3 3 3 0,2-5-4 0,-8-3 4 15,2 0-6-15,2 2 6 0,-6-4-8 0,0-2 8 16,-1 2-2-16,-3-6 5 0,1 2-2 0,-2-3-3 0,-3-2 4 16,-1-2-5-16,-1-2 4 0,-1-4 0 0,-2-4 0 15,0 1 0-15,1-4 9 0,-3-6-12 0,0 4 1 16,1-7-4-16,1-1-2 0,4 4-130 0,0-5-133 16</inkml:trace>
  <inkml:trace contextRef="#ctx0" brushRef="#br2" timeOffset="60736.08">16802 8104 432 0,'0'0'19'0,"0"0"-2"0,-2-2 18 16,0 0 0-16,0 0 1 0,0 0 3 0,0 1-8 15,1-1-3-15,-3 0-3 0,0 0-20 0,2 0 5 0,-1 0-3 16,1 0 4-16,0 1-2 0,0-1 1 0,-2 0-3 16,2 0 2-16,1 0 8 0,-1 0 5 0,0 2 12 15,-2-2-5-15,2 1 13 0,-1-1-9 0,-1 0-1 0,2 0 0 16,0 0 9-16,0 0-16 0,0 0 4 15,-1 1-8-15,-1-1 3 0,0 0-12 0,1 0 2 0,-1 0-6 16,2 0 2-16,0 0-4 0,0 1-4 0,1-1 1 16,-1 0-6-16,0 2 2 0,0 0-3 0,0 0 3 15,0 0 4-15,0 0 3 0,1 0 1 0,-1 2-2 16,0 0-1-16,0-1 1 0,0 1 6 0,0 0-4 16,0 0 6-16,1 0 2 0,-1 2-2 0,0-1 2 15,0 1 1-15,-2 2-4 0,-1 1 4 0,-1 0-4 16,2 3 3-16,-5-5-4 0,2 5-3 0,-8 3-1 0,4 0-7 15,-6 1 2-15,2 3 2 0,6 4 1 0,-8-1-3 16,0 2 0-16,-1 1-2 0,1 3 2 0,0 0 4 0,4 3-4 16,-3 1 4-16,-1 2-4 0,-2 1-3 0,1 2 5 15,-1 4-3-15,1 4 6 0,-3 2-5 0,3-1 3 16,-3 6-3-16,1-5 2 0,-2 1-7 0,1-1 2 16,3-3 4-16,1-4-1 0,-2-3 5 0,6-5-6 15,0-4 1-15,-2-2-2 0,4-4 4 0,-4 1 2 16,2-5-3-16,6-1 2 0,-4 0-1 0,4-4-1 15,-3-2 3-15,-1-1-1 0,2-3 9 0,1 3-2 16,3-4-2-16,-1-1 1 0,4 1-1 0,1-2 2 0,-3 0 3 16,4 0-2-16,-2-2-2 0,-2 1-8 0,1 3-3 15,-1 0 1-15,0 0 4 0,2-1-5 0,0-1 0 16,1 0-1-16,-1 0 0 0,0 0 0 0,0 0 4 0,0-1-2 16,0 1-1-16,0 0-3 0,1 0-1 0,-1 0 0 15,2 0-12-15,0 0-23 0,0-1-8 0,0-1-5 16,0 0-42-16,0 0-88 0,0 0-5 0</inkml:trace>
  <inkml:trace contextRef="#ctx0" brushRef="#br2" timeOffset="61676.56">16157 8098 81 0,'0'0'28'16,"0"0"12"-16,0 0 28 0,0 0 3 0,0 0 5 15,0 0-5-15,-1 0 4 0,-1-2-5 0,0 1 0 16,0-1-19-16,0 0-3 0,0 0-4 0,0 0-2 0,1 0-8 16,-1 0 1-16,0 1-5 0,0-1-3 0,0 0-10 15,0-2 3-15,0 0-6 0,1 1 0 0,-1-1 8 16,0 0-6-16,2 1 5 0,-2-1-11 0,2 2 11 16,-2 0-5-16,2 0 6 0,0 0-1 0,0 1-1 15,-2-1 3-15,2 0-3 0,0 0 7 0,-2 0-6 16,1 0 1-16,-1 0-4 0,2 1 0 0,-2-1 2 0,2 0-6 15,0 0 4-15,0 0-8 0,0 0 7 0,0 0 0 16,0 1 0-16,0-1-10 0,0 0 8 0,0 2-2 16,0 0 3-16,0-2-8 0,0 0 1 0,0 0-2 15,0 2 1-15,-2 0-8 0,0 0 8 0,2 0-6 0,0 0 7 16,0 0-9-16,0 0 0 0,0 0 5 0,0 0-4 16,0 0 3-16,0 0-4 0,0 0 0 0,0 0-1 15,0 0 1-15,0 0 2 0,0 0-2 0,0 0 4 16,0 0-4-16,0 0-1 0,0 0 1 0,0 0-2 15,0 0 2-15,0 0 1 0,0 0 1 0,0 0 1 16,0 2-2-16,0 0-3 0,2 0 2 0,0 0-2 0,0 1 2 16,1 7 2-16,3 3-2 0,0 0 1 0,1 3-3 15,0 1 3-15,1 0-3 0,1 0 3 0,0 1 1 16,3 3-2-16,-1-1 4 0,2 4-4 0,0-2 2 0,0 3-1 16,0 1 0-16,0 0-1 0,2 3 1 15,-1 3-2-15,1-1 0 0,2 3-1 0,0 1 8 0,-2-3-5 16,1-1 3-16,1 3-4 0,0-1 0 0,1 2 2 15,1 1-3-15,-1-3 1 0,1-3-6 0,-2-1 4 16,-1-1 2-16,-3-2 0 0,4 2 8 0,-2-4-6 16,0 0 1-16,0-1-3 0,-2-1-2 0,-2-2 2 15,0 1 3-15,0-3-1 0,0 1 3 0,0-2 5 16,1-2-2-16,-5-2 6 0,2 0 14 0,-1-4-3 0,-1 0 4 16,-1 0-5-16,1-1-8 0,1-1 1 0,-3-1-8 15,1-1 4-15,1-1-8 0,-5 0 10 0,-2-2 2 0,2 0 0 16,-2-1-5-16,3 1 1 0,-1-2-1 15,-2 2 1-15,2-2 2 0,0 0 2 0,2 4-1 0,-1 0 1 16,1-1 0-16,-2 1-4 0,0-2-1 0,0 0-1 16,0 0-8-16,-1-1-5 0,1 1-2 0,0 0-5 15,0 0-27-15,0 0-96 0,0 0-69 0</inkml:trace>
  <inkml:trace contextRef="#ctx0" brushRef="#br2" timeOffset="64608.06">13157 9547 123 0,'0'0'0'0,"0"-2"9"0,0 0 93 16,0 0-14-16,0 2 16 0,0 0-38 0,0 0 2 0,0-2-10 16,0 0-3-16,0 0 4 0,0 1 3 0,0 1-16 15,0 0 5-15,0-2-8 0,0 0 3 0,0 0-11 16,0 0-4-16,0 0-2 0,0 0-2 0,0 1-13 15,0-1 8-15,0 0-10 0,0 0 12 0,0 0 2 16,-2 0-5-16,0 0 3 0,0 1-10 0,1-1 4 0,-1 0 0 16,0 0 2-16,0 0 10 0,0 0-12 0,0 0 5 15,0 1-9-15,1-1 3 0,-3 0-6 0,0 0 2 16,0 0-4-16,1 0 2 0,1 2 1 0,-6-2-3 16,-1 1 3-16,4 1-8 0,-1 0 8 0,-1 0-1 0,-5-2 4 15,1 0 2-15,-2 0-8 0,0 0 3 0,2 0-3 16,-2 0 6-16,2 1-3 0,-2-1 3 0,-2 0-2 15,2 2 3-15,-2-2-7 0,-1 2 2 0,1 0-4 16,0 0-2-16,-4 2 5 0,-1 0-6 0,-2 1 7 16,-1 1-10-16,-1 4 3 0,-4 1 1 0,-1 6 0 15,-5 0 4-15,3-1-9 0,-1 3 0 0,6-2-1 16,-2-13 7-16,4 16-5 0,0 1 1 0,0 0-2 0,2-3-1 16,3-1-3-16,-1-2 5 0,1 2-2 0,0-4 6 15,3 2-5-15,-1 0 2 0,-2 0-3 0,5 0 6 0,-1-4-5 16,-4 4 4-16,4-3-5 0,-3 1 2 0,-1 0 3 15,1-2-1-15,-1 1 2 0,-3 1-3 0,5 0-1 16,-1-2 2-16,-3 0-1 0,6 3 7 0,-3-5-7 16,5 2 0-16,2-1-2 0,-1-1 1 0,5 0 2 15,-2-1-4-15,5 0 2 0,0-3-2 0,1-1 3 16,3 0 0-16,-4 2 0 0,0-1-11 0,2 1-12 16,-1 0-5-16,1-2-3 0,0 0-26 0,0-1-20 15,0 1 1-15,2 0-10 0,0 0-30 0,2 0-23 0,0 0-35 16,2-2-8-16,16 3-230 0</inkml:trace>
  <inkml:trace contextRef="#ctx0" brushRef="#br2" timeOffset="65220.63">12266 9389 767 0,'0'-2'14'0,"-2"0"-3"0,0 0 15 0,0-2-2 16,0 1-1-16,1-1-13 0,-1 0 7 0,0 1-8 15,2 1 7-15,-4-4-9 0,4 4-3 0,-2-1 7 16,0-1-5-16,1 0 15 0,-1 2 20 0,0 0 3 0,0 1 7 16,0-1 12-16,0 0 3 0,0 0-5 0,1 0 4 15,-1 0-12-15,0 0-9 0,-2 1-1 0,2-1-4 16,0 0-14-16,1 0-9 0,-1 0 2 0,0 0-5 15,0 0-3-15,0 1-9 0,0-1 4 0,0 0-5 16,1 2 5-16,-1 0-3 0,0 0-2 0,0 0 0 16,0 0-2-16,2 2 2 0,0 0-1 0,0-1 2 15,0 1 1-15,0 2 4 0,2 3-4 0,4 10 4 0,1 2-5 16,2 3-1-16,2 0 5 0,-1-3-5 0,1-1 0 16,4 8-1-16,-2-1 0 0,3 2 0 0,-1-1 2 15,-2-5-1-15,-7 1 1 0,14-1-1 0,2 1-1 16,1-4 1-16,1 3-2 0,0-4 2 0,4 1 6 0,-2 3-8 15,2-5 6-15,1 3-6 0,1-1 4 0,2 1 2 16,-1-2-5-16,-5-1 3 0,-2 3-6 0,1-4 3 16,-7 2 2-16,4-1 1 0,4-1 9 0,-9-2-11 15,0-2 5-15,0 0-6 0,-6-3 9 0,2-1 0 16,2 1-8-16,-10-5 7 0,4 3 2 0,-1-2-7 16,-3-3 3-16,1 1-5 0,0 2-6 0,-3-2-13 15,3 3-11-15,1 7-25 0,-3 4-279 0</inkml:trace>
  <inkml:trace contextRef="#ctx0" brushRef="#br2" timeOffset="72085.89">15920 9231 40 0,'0'0'0'0,"0"-2"4"15,-2 0 43-15,2 0-5 0,0-1 5 0,0-1-13 16,0 0-4-16,0-1-1 0,0-3-3 0,0 3 4 0,0-3 8 16,0 1-13-16,0 1 15 0,0-1-14 0,0-1 12 15,0 1-6-15,0 0-6 0,0-1 2 0,0 1-6 16,0 1 4-16,0 1 3 0,0-1 0 0,0 0 11 0,0 3-13 15,0-3 10-15,0 4-10 0,0-1 3 0,0 1 4 16,0-2-16-16,0 0 12 0,0 1-30 0,0 1 0 16,0 0-2-16,2 0 0 0,-2 0 3 0,0 0-2 15,2 0 3-15,0 1-4 0,-1 1 8 0,1 0-6 16,0 0 4-16,0 0-4 0,0 1 3 0,0 1-1 16,0 0 2-16,1 2-2 0,-1 0-4 0,0 12 2 15,11-1 0-15,-7 4 2 0,-1 1-3 0,1 1 4 0,-3 3 1 16,5 0 3-16,-1 4-3 0,3-2-2 0,1 3 0 15,-2-3 1-15,4 2-2 0,0 2 5 0,2-2-7 16,0 0 5-16,-2-2-4 0,0-2-1 0,1 0 2 16,-1-2-1-16,4-3 13 0,0-3-10 0,-2-3 2 0,1 0-5 15,1 0-1-15,-2-3 9 0,-2-1 0 0,0-2 4 16,2 3-3-16,-4-5 5 0,2-1-3 0,0 0 3 16,-2-2-5-16,-2-1 11 0,3 1-1 0,-1 0 3 15,0 7-8-15,2-1 5 0,-4-3-9 0,4 1 7 16,0 0-11-16,-2-3 1 0,2-1 3 0,-2 0-3 0,1 0-4 15,-5-2 3-15,6 0 0 0,-6 0 3 16,5 0 6-16,-3-2-8 0,2 0 2 0,4-3-4 0,2-3-6 16,-1-1 8-16,1 0-2 0,-2-1 7 0,-2 5-2 15,2-16-9-15,0 3 0 0,5-3-1 0,0 3 1 0,-1-3-3 16,0 3 2-16,-3 5-2 0,1 3-1 0,3 5 2 16,-3-3 1-16,0 1 1 0,1-2 3 0,-3 1-8 15,4 6 2-15,-3-9-3 0,1 2 5 0,4 2-1 16,-3 3-3-16,4 0 0 0,-1 4 4 0,-1 2-1 15,3 2 2-15,-3-1-2 0,4 3-1 0,-3-2 7 16,3 1-7-16,-2 1 5 0,4 1-9 0,2 3 3 16,0-1 3-16,0 0 0 0,1 2 0 0,1 0 5 0,0 1-5 15,-6-1 4-15,2 4-10 0,0-1 8 0,-6-2-1 16,4 2 3-16,-7-2-5 0,0-1 1 0,3-6 0 16,-7 8 0-16,4 0-4 0,-6-2 4 0,0 1 1 0,0-3 2 15,-1-2-2-15,-3-1 4 0,-3-1-5 0,1-1 4 16,-1 0-7-16,0 0 3 0,-1-1 4 0,1-1-1 15,0 0 3-15,-4 0 2 0,4 2-5 0,-1-1 3 16,1 1-7-16,0 0 6 0,-1-2 0 0,-1-1 3 16,0 1-7-16,0 0 6 0,0 0-3 0,0 0 4 15,1 0-2-15,1-2-2 0,0 0-2 0,0 0 0 16,-1 0-1-16,7-4 2 0,1-2-3 0,2-3 3 16,2 5-1-16,-1-12-3 0,3-3 1 0,2 1-3 0,-1-3 7 15,3-1-4-15,1 3 2 0,2 1-3 0,4 1-1 0,0 6-2 16,3-6 1-16,3 8-1 0,-1-4 5 0,2-2-2 15,8 8 2-15,-4-3-2 0,4 5-2 0,3-19-2 16,-5 9 3-16,0 9-2 0,0 2 4 0,-6 4-1 16,0 0-2-16,3 2 1 0,-3 2 2 0,2 3 0 15,0 3 2-15,0 1-2 0,0 0-4 0,4 2 3 16,0-2 1-16,5 4 1 0,-3-2 1 0,7 0-1 16,0-2-1-16,-3-3 0 0,3-5 3 0,-5-1-2 15,-1-2-2-15,-3 0 0 0,2-2-3 0,-2-1 4 16,-2-5 1-16,1 1 1 0,1-1 0 0,2-1 4 0,1 0-4 15,1-2 3-15,3-1-6 0,1 1 4 16,1-2 3-16,-6 2 1 0,-1-4 2 0,-2 0-3 0,-8 1-5 16,4-1 2-16,-1 0 2 0,-3 2-4 0,-1 0 6 0,-6 4-6 15,0-1 0-15,-2 3-75 0,2 1-20 0,0 3-47 16,0 3-317-16</inkml:trace>
  <inkml:trace contextRef="#ctx0" brushRef="#br2" timeOffset="76629.06">20571 12829 17 0,'0'0'0'16,"0"0"6"-16,0-2 78 0,0 1-3 0,0-1 2 0,-2 0-19 15,0 0-16-15,2 0-15 0,-2-11 12 0,2 0-11 16,0 0 5-16,2-4 0 0,2-1-12 0,0-3 8 0,1 3-17 16,3-3-10-16,1 3 11 0,0-3-11 0,0 5 9 15,3-1-11-15,1-2-1 0,-12 3-1 0,12-3 1 16,2 2 1-16,0 4-4 0,-4 2 3 0,2 0-3 0,-5 0 3 15,-1 2 8-15,-1 1-4 0,-3-1 17 0,-1 3-2 16,0 1 9-16,0 1-4 0,2-1 12 0,-2 1 4 16,-1 0-5-16,3-1 7 0,-2-1-3 0,0 1-4 15,-2 1 8-15,0 0-5 0,0 0 8 0,0 1-20 16,0 1-7-16,-2-2 0 0,-2 0-1 0,-11-5 3 16,-7 0 6-16,-6 3-5 0,0 4-8 0,-1 4-9 15,-3 4-2-15,-1 5 0 0,-2 4 0 0,1 2-5 16,-1 1-2-16,5 1 1 0,2-18-3 0,0 20 1 15,1 3 1-15,2 0 0 0,7 2-4 0,3-2 8 0,2 4-5 16,2-4 5-16,0 0-11 0,3-1 9 0,1-1-2 16,1-3 5-16,4-1-7 0,1 1-3 0,-12-1 1 15,3 5-2-15,7-1-4 0,3 2 5 0,0-4-1 16,3 3 3-16,7 1-1 0,3 2 2 0,0-2 1 16,-10 2 1-16,21-2 0 0,2 0-1 0,4 4 2 0,-6-2-1 15,6 2 1-15,-2 3 2 0,-4 1-7 0,-4 1 4 16,-5-1-6-16,2-2 6 0,-4-2 1 0,-2 1 0 15,-2 1-3-15,-3-2 9 0,-4 0-4 0,0-4 6 16,13 0-6-16,-10-2-1 0,-3 2 1 0,-4-1-1 16,-7 3 5-16,-4 2 0 0,0-6 5 0,4 0-3 0,-25-5 2 15,-5-6 11-15,-2 4-3 0,-1-8 8 0,1 1 6 16,0-5-10-16,2 1 1 0,0 18-5 0,2-9 1 16,5-7-13-16,2-2 6 0,6-3-9 0,2-1 1 0,3 0-2 15,5 0-3-15,1 0 0 0,3-1-13 0,7 1-31 16,-3-2 0-16,2 0-12 0,1 0-20 0,1 0-40 15,0 0-6-15,2-1-14 0,0-1-52 0</inkml:trace>
  <inkml:trace contextRef="#ctx0" brushRef="#br2" timeOffset="78256.14">21195 12241 1633 0,'-13'-6'6'0,"-30"4"18"15,4-16-23-15,17 8 1 0,3 1-4 0,8 7 0 16,2-5-14-16,1 1 5 0,3 3-5 0,-1 1 4 16,3 2-6-16,1 0 0 0,-4 0 7 0,2 0-4 15,1 0 9-15,-3 3-3 0,1 14-4 0,-1 15 2 0,-1 3 2 16,1 6 8-16,0 3 1 0,1 1 2 0,-1 3-2 15,1 6 3-15,-1 0-4 0,1 9 3 0,1 0-2 0,0 4 3 16,0-2 0-16,-1-2 0 0,3-3-1 0,0-7 1 16,-24-1 0-16,13-2-1 0,8-1 0 0,3-3 0 15,2-1 0-15,2-3-1 0,1 1-1 0,1-8 3 16,2-1-1-16,-1-6 1 0,-1-4 1 0,1-2 3 16,-1-5 4-16,0-4-1 0,0-4 9 0,-4-5-4 15,1 0 0-15,1-1 0 0,0 1 13 0,0-2-5 16,0 0 6-16,0 0-7 0,0-2 1 0,-1 0-8 0,1-2-4 15,2 0 0-15,9-19-10 0,7-18-11 0,1-3 2 16,1-5-5-16,2 1 2 0,-22-2 9 0,26 3-6 16,-2 2 6-16,0 2-6 0,-2 4 4 0,2 6 4 15,0 3-1-15,-9 4-3 0,1 7 4 0,-5 4-3 16,-2 8 3-16,6 3-17 0,-4-8 6 0,4 1-4 0,-2 5 4 16,1 4 2-16,1 2 5 0,0 6-2 0,-4-6 3 15,0 27 0-15,-4 7 3 0,2-3-1 0,-1 4 1 16,-1 0-1-16,-2 0 4 0,1 0-3 0,1-5 4 15,-2 0-9-15,3-6 7 0,-1-4-2 0,2 0 4 16,2-3-4-16,0-6 2 0,4 0-1 0,-2-8 0 0,3-1-9 16,-1 0 2-16,2 9 4 0,5-2-1 0,-4-7 7 15,2-4-10-15,1-4 1 0,-5-4-3 0,5-3 9 16,1-4-1-16,4 6 2 0,-2-17-2 0,-4-2 0 0,2-3 0 16,-6-1-2-16,7 2 2 0,-1-1 4 0,-11 1-3 15,-2 0-1-15,-2 1 0 0,-1-3 2 0,1 1-2 16,0 1 1-16,-3 0-1 0,-3-1 5 0,3 8-3 15,-2-1 1-15,1 6-2 0,1 5 4 0,-4 5 4 16,1 3 6-16,1-1-4 0,0 2-5 0,0 1-6 16,-3-1-6-16,1 0 3 0,0 2-9 0,0 1 11 15,0-1 1-15,2 2 1 0,-1 0-3 0,1 2 2 16,2 7-1-16,8 22 2 0,-4 1 12 0,-3 1-12 0,-1 3 3 16,-1-3-4-16,-1 1 5 0,0-3-6 0,-1 1 2 15,1-3-2-15,4-1 4 0,-1-4-2 0,0-1-2 16,1-5 1-16,-1-3-4 0,-1-4 5 0,1 0-1 15,-1-3 1-15,1-1-2 0,6-3-1 0,0-2 2 0,0 0 0 16,0 7 4-16,4 0 1 0,0-3-3 0,-1-4 2 16,3-2-4-16,-4-2 0 0,2-4 0 0,-1-3 2 15,-1-2 7-15,0 0-9 0,2-15 3 0,-1-2-4 16,-1 0-6-16,-2-4 7 0,0-1 1 0,-2-2 2 16,0-3-6-16,1 0 2 0,-3-3-2 0,2 0 1 0,-4 4-6 15,-1 1 11-15,0 7-3 0,-5 5 5 0,14 3-1 16,-7 6 3-16,-3 4 5 0,-3 4-2 0,-2 5 6 15,2-2-14-15,0 0 0 0,0 3-4 0,0-1-8 0,-1 0 6 16,1 0 0-16,0 0 3 0,-2 2-2 0,0 2 8 16,0 2-2-16,2 20 4 0,-2 11-7 0,0 2 4 15,-2 0-5-15,0-3 5 0,0-1-4 0,1 1-4 16,1-5 4-16,0-3-5 0,0 2 11 0,0-6-4 16,1 1 2-16,1-3-4 0,0-3-7 0,2 0-5 15,1-4 1-15,1-2-2 0,0-2 6 0,-3-3-12 16,-1-3 9-16,11-1-9 0,0 7 10 0,8 3-11 0,-3-7-3 15,6-5 1-15,2-4 3 0,0-7-8 0,6-5 4 16,-2 4-5-16,1-25 8 0,3-7-3 0,-1-6 6 16,-1-6-3-16,-1-5 13 0,-1 3 4 0,-4 4 2 15,-2 0 1-15,-5 14 5 0,-3 6-4 0,-3 4 4 16,-2 12-2-16,-1 1 11 0,-3 10-9 0,-1 1 3 0,-1 4-4 16,3-3 5-16,-3 1-2 0,3 0-2 0,-3 4 2 15,3 0 1-15,-5 2 7 0,8 15 2 0,8 24 1 16,-10 3-2-16,-7 5-9 0,-4-3 2 0,-3 2-4 15,-3-5 3-15,1-10 6 0,-1-7-5 0,1-5 5 16,1-4-5-16,3-6 0 0,1-4 2 0,2-3 0 16,0-2 12-16,-2 1 6 0,0 1-3 0,0 0 0 15,2-2-19-15,0 0-15 0,0-2 0 0,0 0-4 0,0-2 6 16,6-15-1-16,9-28 1 0,3-1-2 0,1-2 0 16,-1-2 2-16,1 5 1 0,0 2 2 0,-3 12 4 0,-3 7-1 15,-3 11 2-15,-7 7-4 0,10-3-12 0,4-1 11 16,2 5-7-16,7 5 10 0,-2 7-3 0,2 8 4 15,-4 0 1-15,-3 26 3 0,5 2-1 0,0-1-2 16,0 5-4-16,0-6 2 0,-3-8 0 0,-3-7 0 16,-1-6 1-16,1-5 0 0,1-2 3 0,0-5 4 15,-3-5 2-15,3-1-1 0,-1 11 1 0,3-3 9 16,3-7-5-16,0-3 4 0,0-7-14 0,0-8 2 16,-1-5 1-16,-1-27 0 0,2-3-1 0,-4-11 1 0,3-6-4 15,-3-6 3-15,-1-8-1 0,3-3-9 0,2-1 3 16,4 1-6-16,-4-3 4 0,-2-2 3 0,-3-4-2 15,-4-4 3-15,-4 1 1 0,2 3-2 0,-4 4 2 0,-1 9-2 16,1 2 6-16,-5 9-6 0,24 8 6 0,-17 5-5 16,-8 4 20-16,-3 12-1 0,0 6 3 0,-1 8-1 15,-1 9 8-15,0 3-17 0,0 4 2 0,2 7-8 16,0 1-3-16,-2-2-5 0,0 0-6 0,0 2 0 16,1 1-13-16,-1 1 3 0,0 1 4 0,0 3-1 15,-18 43 10-15,5 1-5 0,2 9 5 0,2 7-5 0,3 2 7 16,3 11 0-16,1 4-1 0,2-1 0 0,2 4 0 15,7 1 2-15,6-5 1 0,2 0 1 0,4-10 9 16,-1-8 0-16,1-7-2 0,1-3 0 0,1-2-5 0,3 1 3 16,-22-9-1-16,31 3 3 0,1-4-2 0,-1-4-4 15,-1-2 2-15,-3-5-3 0,3-2 4 0,-2-12-7 16,3 5-2-16,-3-14-2 0,1-1 0 0,-1-4-13 16,2 16 2-16,-5-9-9 0,3-7-19 0,-2-5-27 15,-2-9-3-15,2 9-11 0,-4-44-54 0,-2-10-246 16</inkml:trace>
  <inkml:trace contextRef="#ctx0" brushRef="#br2" timeOffset="78428.64">23984 12083 1954 0,'-2'-2'54'0,"0"0"-4"0,0-2-25 0,-2-12 0 0,2 12-31 16,-1-2-41-16,1 3 15 0,2-1-4 0,0-7 10 15,5-2 12-15,14-8-13 0,35-5-1 0,9-13-8 16,6-1-39-16,7-9-40 0,0-3-21 0,-7-1-12 16,-3-9-138-16</inkml:trace>
  <inkml:trace contextRef="#ctx0" brushRef="#br2" timeOffset="79655.48">12602 8776 440 0,'-2'-2'30'0,"-9"-5"61"0,-21-12-90 15,4 2-2-15,1 4-10 0,1 4 5 0,-2 4-7 16,0 3 3-16,-2 2 3 0,-5 3-2 0,-2 3 9 0,-4 1-4 16,-5 3 4-16,-1-3-3 0,-3-1 6 0,-6-3 3 15,1-1 0-15,-5-2 3 0,4-2 16 0,6-1 29 16,0-1-6-16,4 0 12 0,-1 2-24 0,5 1 10 16,-3-3-11-16,-3 0 11 0,1 4-17 0,-8 0-17 15,-1 6 8-15,-5 5-13 0,-10 6 1 0,2 5 0 16,-5 8-7-16,4-27 5 0,1 38-1 0,2 4-1 0,2 1 7 15,2 4-5-15,-2 0 4 0,4 4-5 0,1-2 0 16,5 4-2-16,4 1 1 0,7 3-6 0,-1 5 2 16,10 0-2-16,0 0 6 0,5-2-5 0,4-2 0 15,0-7-1-15,8 0 3 0,1-2 1 0,4-2-3 0,4 4 0 16,1-2-6-16,4 0 7 0,-22 0-2 16,13 2 2-16,10 1-8 0,5-1 3 0,5 6 0 0,6-5 0 15,4 3-1-15,3-2-5 0,2-4 8 0,-20 1-5 16,37-1 8-16,2-1-4 0,6 1-2 0,-1 0-2 15,2-2-3-15,4-2 8 0,-2-3-2 0,6-3 5 16,-6 1 2-16,0-6 4 0,-1-3-3 0,6 1 3 16,-1-7 0-16,4 1-4 0,10-1-1 0,1-6 0 0,9 3 2 15,4-3-1-15,-6 0 3 0,0-3-3 0,-7-3 3 16,-1-1 0-16,1-4 0 0,5-1-1 0,12-5-7 0,5 29 18 16,5-23-6-16,1-11 13 0,-10-9 6 0,-1-8-16 15,-7-5 6-15,1-6-10 0,4 24 4 0,3-39-5 16,4 2 2-16,0-11-5 0,-4-1-3 0,-9-3 8 15,-7-7-2-15,-6 5 5 0,-4-1 1 0,0 1 1 16,1-3-1-16,3-2 0 0,0 0-6 0,-2-8 2 16,-4-3-1-16,-11-10 3 0,2-1 1 0,-12 1-3 15,-3-1 3-15,-5 9-2 0,-12 0 6 0,-3 7 14 16,-4 0-8-16,-5 1 9 0,23-7-12 0,-21 1 11 0,-14-13-3 16,-14-2 5-16,-8 5-13 0,17-1 13 15,-37 11-3-15,-12 5 6 0,-5 0-2 0,-9 0-13 0,-6 4 1 16,-2 6-6-16,-3-2-9 0,-12 5-2 0,-8 8 0 15,-23 1 0-15,-10 10-6 0,-3 11-18 0,-8 13-5 0,-16-26-6 16,-19 47-24-16,-18-5-11 0,-26 79-6 0,-27 31-4 16,-5 19-52-16,-46 50-248 0</inkml:trace>
  <inkml:trace contextRef="#ctx0" brushRef="#br2" timeOffset="82799.42">11083 13782 295 0,'-2'-2'0'0,"0"0"19"0,0-2 175 15,-1-1-68-15,-5-6 11 0,1-2-88 0,1 1 0 0,1 1-5 16,-3-4-3-16,1 1 0 0,-1-1-8 0,1 0 4 16,2 2 1-16,1 4 1 0,0-1-2 0,-1 1-5 15,-1-2 1-15,2 4 0 0,-3-5 9 0,5 7-15 16,-9 1 0-16,0 2-6 0,-4-9-4 0,2 4 4 16,-4-1-5-16,-3 1 3 0,-1 5-16 0,-3 4-3 15,0 5 2-15,0 8-2 0,-6-4 4 0,0 26-2 0,-5 2-2 16,-4-3 0-16,4 3-5 0,0-6 6 0,5 0 3 15,4-3 1-15,0-4-6 0,4-2 4 0,-3-1-5 16,9-3 5-16,1 0 2 0,4-1-4 0,5-2 1 0,4-2-2 16,-1-2 0-16,-7-2-3 0,3 0 9 0,1-2-8 15,3 2 1-15,1 0 6 0,2 1-8 0,2-1 8 16,3 2-5-16,4 0-3 0,8 3 7 0,13-1-4 16,1 4 4-16,5 1-5 0,-3 1 1 0,2-1-1 15,-3 4 6-15,1 0-2 0,3 2-7 0,-3 2 3 16,1-2-7-16,-5-4 12 0,1 1-1 0,-2-3 3 0,0 6-6 15,-4-2-2-15,-2 0-2 0,-3 1 2 0,-4-3 2 16,-4 2 5-16,-2-2 1 0,-2-1 2 0,-3 1-4 16,11 0 0-16,-4 1 1 0,-5 1 0 0,-6 0 6 15,-4 2 9-15,-5 0 0 0,-4-2 5 0,7 2 1 0,-25-2-8 16,-1 0 4-16,-1 0-4 0,-5-1 16 0,-1-1-7 16,-5-3 3-16,-8 1-3 0,5 0 6 0,-6-3-8 15,2 0 0-15,3-4-3 0,-2-4 0 0,4-3-9 16,3-3 2-16,8 1-6 0,1-2-7 0,8 15 3 15,4-8-3-15,5-4 1 0,6-3-14 0,4-2-21 16,3 0-2-16,2 0-6 0,-2 0-14 0,1 0-27 16,1-2 6-16,0 1-15 0,2-1-22 0,0-2 8 0,13-15-19 15,6-7 13-15,14 2-53 0,8-4-112 0</inkml:trace>
  <inkml:trace contextRef="#ctx0" brushRef="#br2" timeOffset="84469.1">11239 13526 1276 0,'-2'-2'16'16,"0"0"3"-16,-1 0 17 0,-27-13-14 0,19 10 9 0,0-1-22 16,-1 2-3-16,5 2 3 0,0 1-2 0,3 1 1 15,2 0-13-15,-4 0 3 0,3 0-6 0,-1 1 9 16,2 3-9-16,-11 28 2 0,6 5-4 0,1 6 5 0,6 3 8 15,0 6-3-15,2-2 3 0,2 2-8 0,-1 0 9 16,-1 0-1-16,2 6 6 0,-2 1 1 0,2 2-5 16,-1 4-3-16,1 0 0 0,2 2-2 0,-1-6 5 15,4-1 0-15,1-8 1 0,1-2-9 0,0-6 8 16,2-6-5-16,0-5 5 0,-2-7-7 0,0-4 7 16,-1-3 2-16,-3-6 3 0,0-2 0 0,-1-4 0 15,-2-1-1-15,-2-2 1 0,5-2 1 0,-3 1 6 16,-1 1 0-16,1 0 2 0,0-2 14 0,0-1-8 0,-3-1 5 15,7 0-7-15,-6 0-6 0,1-1-6 0,3-9 4 16,9-25-4-16,-4-4 0 0,-2-9-10 0,-1-4 0 16,-1-6-1-16,1-3 0 0,-1 3 0 0,0 5-1 0,3 1 1 15,-1 3-7-15,-2 5 12 0,3 3-8 0,1 4 8 16,-2 7-9-16,0 6 5 0,-1 7-1 0,-3 6 2 16,-1 5-11-16,0 3-5 0,1-1 3 0,8-3-4 15,0 3 4-15,2 4 10 0,0 4-4 0,2 7 6 16,0 9-2-16,-1 25 1 0,-1 1 0 0,2 2 1 15,-4 6 0-15,0 0 2 0,0-2-3 0,0-4 1 16,0-11 0-16,0-3-1 0,0-6 3 0,3-4-3 0,1-2 4 16,2-3-3-16,-1-3-3 0,-3-6 2 0,2-3 0 15,-2-3 4-15,0-2-2 0,-1 9 3 0,3-4-3 0,2-1 3 16,-1-4-1-16,3-4 1 0,-6-2-3 0,5-7 0 16,-3 4 6-16,3-25-4 0,1-3 3 0,-8-1-4 15,1-1-2-15,-1 0-1 0,-3-2 2 0,-1-3-2 16,0 1 2-16,-1 0-1 0,-1-2 3 0,1 2 0 15,-7 2-3-15,3 0 0 0,-2 2-1 0,2 2-1 16,-1 3 2-16,16 4-1 0,-8 6 5 0,-3 2-4 16,-3 5 2-16,-1 4-3 0,-2 3-1 0,-2 6 2 15,0 1-2-15,0-1 1 0,2-2-4 0,-1 0 0 0,1 2-4 16,0 1 3-16,0-1 4 0,0 2 1 0,0 2 3 16,0 1-1-16,9 20-5 0,2 14 2 0,-4 4 1 15,-2 5 1-15,1 2 5 0,-3-3-5 0,1-1-1 16,-2-3 0-16,1 2 2 0,3-6-3 0,1-2 1 0,0-3-3 15,0-6 3-15,3-2 5 0,-3-4-2 0,0-5 3 16,0-2-6-16,-7 0-1 0,15-5-3 0,-2 1 3 16,2-7 3-16,-1 9-4 0,1-2 4 0,3-1-4 15,-1-5 6-15,-2-3-3 0,1-1 3 0,1-5-4 16,-1-3 2-16,3-2 3 0,1 7-5 0,-7-26 3 0,2-1 2 16,-2-14-7-16,-2 1 4 0,3-3-6 0,-5-5-6 15,1 0 11-15,-5 0-4 0,0-2 5 0,5 4-3 16,-5 2 0-16,6 3-2 0,-6 3 2 0,-5 3 0 15,19 3 0-15,-10 3 5 0,-7 5-3 0,-3 8 1 0,-1 5 12 16,0 2-7-16,0 5 8 0,0 5-14 0,0-1 1 16,0 0-4-16,0 1 2 0,0-1-2 0,0 2-7 15,0 0 4-15,0 0-4 0,0 2 9 0,0 0 3 16,0 2-1-16,-1 0 0 0,-1 4-3 0,-6 20 1 16,3 1 1-16,-1 3 1 0,4 3-5 0,2-3 2 15,0 2-1-15,2-1 2 0,0-3 3 0,5 2-4 16,-1-2 1-16,1-2-2 0,1-2 6 0,-1-2-4 0,1-1 2 15,1-3-3-15,0-1-3 0,2-2 4 0,-3-4-5 16,9 2 5-16,3-4-9 0,-5-1-3 0,3-1 0 16,3-5-4-16,-3 11-15 0,5-2-5 0,1-5 2 0,-4-6-4 15,2-2-14-15,1-4-3 0,-3-3-1 0,-3-2 4 16,0 1 19-16,-3-17-5 0,-1-1 2 0,0-2-3 16,-1-3-4-16,-1-1-5 0,2-1 0 0,0-4 0 15,0-4 14-15,-2-3 16 0,0 3 2 0,0-3 4 16,-2 7 9-16,1 5 5 0,-3 3 7 0,-3 10-2 15,0 3 4-15,-3 7 18 0,7 1-5 0,-8 8 11 16,4-1 3-16,-1-1-7 0,1 2-2 0,0 0-4 0,-1 0-12 16,1 2 41-16,0 0-16 0,0 2 20 0,1 6-40 15,12 31-2-15,-6 5-2 0,-4 4 0 0,-5 4-4 16,-2 0 2-16,-2 0 2 0,-1 0-1 0,-3-3-2 0,2-7-1 16,3-3 0-16,-1-5 1 0,2-8 1 0,0-6 5 15,0-5 1-15,0-9 2 0,0-1 6 0,0-3 9 16,0 2 1-16,0 0 4 0,0-1 0 0,0 1-17 15,0-2-10-15,0-2-1 0,0 0-19 0,0-2-10 16,3-20 7-16,7-23-7 0,1-5 10 0,4-8-5 16,0-1 0-16,-1-4-1 0,1-8 1 0,0 3 8 15,2 5 4-15,-2 7 0 0,0 6 0 0,-2 11 0 0,-2 3 2 16,-2 10 1-16,-2 10 6 0,-3 8-10 0,-2 5 1 16,4-1-3-16,7-4 6 0,9 1-5 0,6 7 2 15,-6 6-2-15,4 7-3 0,-4 7 2 0,2 23-4 0,0 9 5 16,-1 0 4-16,-1-2 0 0,-5-6 4 0,-2-10-3 15,1-6 3-15,-1-8-3 0,2-3 3 0,0-4-2 16,-3-2 6-16,3-7-11 0,0-3 2 0,0 11-4 16,1-3 6-16,1-4 0 0,-1-5 0 0,3-3 1 15,-1-7 1-15,2-4 0 0,-5-5-2 0,0-20 0 16,0-7-3-16,-4-8 2 0,-4-4-1 0,2-3 2 0,-2-2-1 16,-1 0-4-16,-5 0 2 0,25 1-2 15,-18 5 3-15,-12-3-1 0,-6-1 0 0,-5 2 0 0,-3-10-1 16,-3-3 3-16,0-5-1 0,-3-4 3 0,0 6-4 15,0 3 2-15,-1 7 0 0,3 6 2 0,-2 3 0 0,3 10 10 16,0 3-3-16,1 8 6 0,1 5 10 0,4 6-10 16,-2 0 4-16,4 7-7 0,2 4-7 0,1 4 1 15,7 5-4-15,-3 0 1 0,0 0-7 0,0 3-25 16,3-1 11-16,-1 0-13 0,0 2 23 0,0 2 2 16,-2 7-2-16,-1 32 2 0,3 5-1 0,4 14 1 15,1 3-1-15,5 15 1 0,3 9-1 0,0 6 5 16,4 7-3-16,2-1 3 0,3-8-4 0,2-6 7 0,3-2-2 15,4-6 4-15,-23-1-4 0,33-6 2 0,5-7 4 16,-1-1-2-16,4-10 3 0,-1-8 4 0,-2-3 0 16,-1-9 3-16,2-1 0 0,-3-10-8 0,1 1 1 15,-2-7-3-15,-2-4 1 0,-6-6-7 0,1-3 2 0,-4 15-3 16,1-8-2-16,-3-7-4 0,2-4-8 0,-4-7 2 16,-2-4-34-16,-4 2-51 0,-5-24-3 0,-6-10-25 15,-3-7-95-15</inkml:trace>
  <inkml:trace contextRef="#ctx0" brushRef="#br2" timeOffset="84688.73">13320 13076 2097 0,'-1'-2'54'0,"-1"-1"8"0,-8-12-32 15,-6-11-21-15,8 9-16 0,5 2-29 0,3 4 10 16,7-6-3-16,10 1 7 0,38-5 4 0,14-8 10 16,9 1-4-16,6-6 4 0,-5-1-11 0,1 2-55 15,-4 1-1-15,-1-3-25 0,1 5-56 0,-2 6-61 16,-1 0-23-16,-8 9-22 0,-12 6-173 0</inkml:trace>
  <inkml:trace contextRef="#ctx0" brushRef="#br2" timeOffset="85124.77">10857 15742 1617 0,'-4'-1'8'0,"-5"-1"0"0,-30-11-6 16,7 2-3-16,10 3-4 0,7 4 0 0,7 3-19 16,5 1-2-16,-1-2-8 0,0 2-18 0,2 0 27 15,1 0 3-15,1 0 7 0,1 0 15 0,1 0-2 16,9 2 0-16,19 1-1 0,4 1 1 0,5-2 5 16,1-2-3-16,9 0 4 0,3-6 9 0,14-5-6 15,1-4 12-15,9-3-9 0,6-6 22 0,2-6-9 0,3 26 1 16,4-40-3-16,6-5 2 0,12-8-11 0,12-6 6 15,7 1-8-15,-2-4 6 0,-1-1-6 0,-1 2-2 16,8-4 0-16,7 6 0 0,4 4 2 0,-4 5-5 16,-11 0 3-16,-1 6-9 0,-1 5 1 0,-2 0 4 0,-7 6-1 15,-7 2 6-15,-19-2 4 0,-13 7-1 0,-6 0 6 16,-11 2 33-16,-5 8-7 0,-4-2 9 0,-5 7-11 16,-8 2-5-16,-10 3 5 0,-6 1-10 0,-11 2 7 15,-8-3-17-15,4 7 2 0,-7-1-5 0,1 0 1 16,-2 2-22-16,4-1-5 0,-2-1-13 0,0 0-3 15,0 1-95-15,-1-1-155 0,1 0-66 0</inkml:trace>
  <inkml:trace contextRef="#ctx0" brushRef="#br2" timeOffset="85656.9">21798 14079 1355 0,'-48'-11'85'0,"-26"-10"212"16,-4 3-364-16,5 5 7 0,5 3 3 0,1 7 10 0,-2 1 50 16,-3 2-6-16,5 4 3 0,4 1-3 0,11 1 1 15,15-1 0-15,5-1-7 0,10 0 5 0,1-1-8 16,10-1-13-16,4 0 7 0,3-2-10 0,2 0 0 0,-2 2-1 15,3 0 14-15,-1 0-5 0,2 0 39 0,2-1-2 16,24 11-8-16,39 1 6 0,14-12-9 0,16-4 24 16,11-10-6-16,7-6 11 0,6-7-1 0,13-4-12 15,11-7 2-15,16-2-6 0,1 34-2 0,2-47-1 16,7-2 1-16,5-6-1 0,4 7 8 0,4-1 0 16,-2-2 3-16,6 4-1 0,-2-2 6 0,0 6-4 15,-4 3-4-15,-4 3 0 0,-1 3-8 0,-8 3-7 0,-13 5 2 16,-7 5-4-16,-8 0-4 0,-7 2 4 0,-10 3-3 15,-18 1 3-15,-7 3-7 0,-19 0 1 0,-8 3 2 16,-14-1 0-16,-6 0-1 0,-13 0-43 0,-3 4-36 16,-16 2-12-16,-8-2-202 0</inkml:trace>
  <inkml:trace contextRef="#ctx0" brushRef="#br2" timeOffset="86378.5">23345 7218 1560 0,'-26'-9'33'0,"-26"-10"90"0,4 5-153 15,9 6 6-15,5 8-1 0,1 8 5 0,-1 10 10 16,-5 6-1-16,-5 26 1 0,-6 6-1 0,5 3 1 16,-3 5 6-16,1 2-3 0,12-1 5 0,0 6 0 15,5-8-1-15,8-5 4 0,5-12-1 0,-1-9 3 0,10-9-9 16,4-2 0-16,-7-9-6 0,2 0-14 0,5-6 10 16,2 0 0-16,2 4 4 0,2-2 12 0,4 0-1 15,1 0-1-15,30 0 0 0,8 3-5 0,1-1 6 16,6 2 0-16,-7 1 1 0,5 1 1 0,0 3 3 15,-1 4-4-15,4 0 2 0,-4 6-3 0,-3-1 3 16,0 3 0-16,-3 1 2 0,-4 0-1 0,-4 6-3 16,-3-2 1-16,-4-3-1 0,-8-1 8 0,-5-9-4 0,-7 0 7 15,6-4-3-15,-4-3 23 0,-7-3 16 0,-3-4-3 16,-1-5 7-16,-3-2-1 0,-33 3-21 0,-6-1 2 16,-2 1-9-16,-3-1 4 0,-2 19-21 0,2-13 8 15,1-7-12-15,1-6 10 0,5 0-10 0,0-4 3 0,4-2-6 16,7 1-5-16,1-3-35 0,6 3-20 0,5-1-9 15,3-1-83-15,6 1-103 0,5 4-69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01:50.955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15823 10029 2 0,'0'0'3'0,"0"0"1"0,-2 0 6 16,1 0 3-16,-1 0 1 0,0 0 1 0,2 0-12 15,-2 0 4-15,2 0-7 0,0 0-6 0,0 0 6 0,-2 0-6 16,2 0 8-16,0 0 2 0,0 0 6 0,0 0 7 15,2 0-2-15,-2 0 5 0,0 0-8 0,0 0-4 16,2 0 0-16,0 0 0 0,0 0-3 0,-1-2-2 0,1 1-1 16,0-1 1-16,0 0-2 0,0 2 5 0,2-2-6 15,-1 0 0-15,1 2 4 0,0-2-2 0,-1 2 4 16,1-2-2-16,0 1 11 0,0-1 1 0,-1 0 4 16,1 0 2-16,0 0 1 0,-1 0-2 0,-1 0 3 15,0 1 3-15,0-1-7 0,0 0 9 0,0 0-7 16,0 0 12-16,-1 0 0 0,1 0-4 0,0 1 4 15,0-1 1-15,-2 0 8 0,0 0-4 0,0 0 5 0,0 0-12 16,0 0-4-16,0 1-8 0,0-1 2 0,0 0-13 16,0 0 2-16,0 0-1 0,0 0 1 0,0 0-3 15,0 1-6-15,0 1 0 0,0 0-2 0,0 0-4 0,0 0 9 16,0 0-5-16,0 0 6 0,0 0-1 0,0 0-1 16,0 0 1-16,0 0-2 0,0 0-7 0,0 0 9 15,0 0 3-15,0 0 1 0,0 0 3 0,0 0 6 16,0 0-7-16,0 0 7 0,0 0-3 0,0 0-11 15,-2 0 5-15,0 0-7 0,0 1 8 0,1 1 0 16,-1 0-7-16,0 0 3 0,0 0-8 0,0 0 8 16,0 0-1-16,0-1 2 0,1 1-10 0,-1 0 3 0,0 0 3 15,0 2 0-15,0-1 4 0,0 1-8 0,0 0 1 16,2 0-4-16,0-1 8 0,0 1 1 0,0 0 6 16,0-1-3-16,0-1 5 0,0 4-3 0,0-1-6 15,0 1 2-15,2 1-9 0,-2-1 2 0,0 1 1 0,2 1-1 16,-2-4 7-16,2 1-6 0,-2-1 5 0,0-2-5 15,2 1 4-15,0 1-1 0,1 0-3 0,1 0 0 16,0-1 9-16,0-1-9 0,5 2 4 0,0 0-6 16,2-3 3-16,2-1 0 0,2-1 0 0,0-3-1 15,-2-2 6-15,6-5-6 0,-3 0 1 0,-1 4-2 16,0-10 1-16,-4-2-1 0,-3 1-1 0,1 3-2 0,-4 0 2 16,-3 2 7-16,2 0 1 0,5 2 0 0,-1 0-6 15,-3 1 9-15,-1 1-2 0,-2 2 5 0,0-1-6 16,-2 1 9-16,0 0-7 0,0 3 8 0,0-2-12 0,0 4-2 15,0-1 7-15,0-1-5 0,0 2 3 0,-4-2 5 16,0 1-6-16,1 1 7 0,-9-6-7 0,-2 1 0 16,1 1 2-16,-2 3 0 0,-4 1 3 0,6 2-7 15,-5 0 3-15,-1 2-4 0,6 0-1 0,-2 3 2 16,0 3-4-16,-1 1 2 0,1 0-1 0,0 2-2 16,6-7 3-16,-3 13-2 0,-2 1 7 0,6 1-6 15,-5 1-2-15,9-1 1 0,1 1 0 0,-3 1-2 16,4-3 3-16,-1-1-1 0,-1 1 8 0,2-3-13 0,-2 2 8 15,-5-4-8-15,2 0 7 0,-1 2-2 0,4-2 0 16,1 5 0-16,1-6 2 0,2 1-6 0,0-2 2 16,0-2-3-16,4 4 1 0,-1-2 2 0,-1-5-9 0,4 1 7 15,-4-3-7-15,-1-2 10 0,16 5 2 0,-2 4 1 16,7 2 0-16,-1-5-1 0,-5-5-2 0,1-3 1 16,2 0 3-16,1-3-3 0,-1-5 1 0,-3 1-1 15,1-2 2-15,-2-3 2 0,2 1-2 0,-2-9 1 16,-1-2 0-16,-2-1-2 0,-3 3 0 0,-2-1 0 15,1 1 4-15,-5 1-5 0,3 3 6 0,-4-1-6 0,0 2 5 16,9-2 8-16,-4 3-8 0,-1-1 7 0,-3 2-12 16,-1 0 6-16,0 0 2 0,-2 3 3 0,0 1 6 0,0 2-1 15,0 1 2-15,-2-1-2 0,0 1-9 0,1 2 8 16,-3 1-9-16,-13 1 8 0,2 0-10 0,-5-13-1 16,-2 4 0-16,-4 4 0 0,-2 3 0 0,7 4 0 15,3 0 0-15,3 0 1 0,-4 4-3 0,1-1-1 16,1 3 3-16,2 0-3 0,2-1 4 0,0 2-4 15,4-1 2-15,0 1-2 0,3-3 5 0,1 7-7 16,3 2 1-16,-4 2-3 0,2 0 4 0,3 0-1 16,-1 2-1-16,-9-1 1 0,1 1 1 0,5-2 1 15,1 2 0-15,2 1 0 0,2 1 0 0,0 1-4 16,2-1-5-16,0-4 0 0,2-1 1 0,1-2 0 0,1-1 2 16,1 0-3-16,-3-6-9 0,14 1 5 0,-1 0 5 0,-2-5 1 15,-2 3 12-15,4 2-12 0,-1 5 0 16,-3-4-4-16,2 1 15 0,-4-5-7 0,4 1 8 0,0-4-9 15,4 0 4-15,-8-2 4 0,0-1-6 0,0-1 5 16,0-2-4-16,0-1 0 0,-1-2 2 0,-3-12-1 16,1 1 1-16,-3-1-2 0,-3 1 1 0,2-2 0 15,-2 3 5-15,11 0 1 0,-4 1-4 0,-4 1 3 16,-1 0-5-16,-2 3 6 0,-2-1 5 0,0 0 0 0,-2 2 10 16,-2 0-13-16,-1 2 7 0,-1 1-7 15,1 1 9-15,1 4-1 0,-18-1-6 0,-1 2 3 0,5 1-13 16,-1-10 3-16,6 5-3 0,-2 1 2 0,1 3-3 15,-3 0 0-15,4 3 3 0,0 1-1 0,0 0 1 0,0 1-6 16,-2 3 2-16,0 3-2 0,-2 3 6 0,8-5-3 16,0 1 0-16,1 12-1 0,3 3 4 0,-1-1-9 15,-1 3 6-15,5 4-6 0,0-2 9 0,-2 1-3 16,-12 0-3-16,5-4 0 0,3 2 2 0,3 0 1 16,5 2-6-16,0-4 5 0,1-1-2 0,3-4-11 15,0-3 5-15,1 3-7 0,3 0 2 0,1-2 2 0,-5 0-4 16,13-4 2-16,-3-4-12 0,1-3 9 0,2-2 5 15,-2 9 1-15,5 0 12 0,-1-5 0 0,-2-5 2 16,1-1-2-16,1-1 3 0,1-3-2 0,-5-2 0 16,0-3 0-16,-4 7 0 0,0-18 4 0,-2-6-2 15,-1-4 2-15,-3 2-2 0,1 4 5 0,0-2-1 16,-5 4 2-16,14-1-6 0,-4-1 4 0,-3 2-4 0,-4 2 4 16,-3-1 3-16,-1 3-6 0,-3-1 10 0,-3 0-9 15,1 3 12-15,-3 1-1 0,3 2-3 0,-3 2 2 16,1 0-2-16,3 1-4 0,-13 3 4 0,2-1-3 15,-1 3 1-15,3 1-5 0,0 0 3 0,3-3-4 0,-3 0-1 16,-1-1-2-16,4 4-3 0,-5 1 3 0,4 3-5 16,-2 0-3-16,-5 2 3 0,5 1-3 0,-2 5 5 15,6-3-2-15,-1-1 2 0,7 15-1 0,-3 1 3 16,0 2-6-16,3 1 1 0,-1-1-4 0,2 0 5 0,-13 0 1 16,6 3 0-16,5-5 0 0,2 0-1 0,2-3-5 15,0-2-2-15,0-4 0 0,2 0 3 0,4 2-4 16,1 0-2-16,1-3-2 0,-5-5-8 0,12-3 5 15,4 0 2-15,-4 9 1 0,7 0 8 0,-2-3-2 16,3-3 7-16,-1-3-5 0,2-2 7 0,-5-2 0 16,-3-2-1-16,5-3 1 0,-6 0 3 0,5-6-1 15,-5 7-2-15,0-14 3 0,-2 1 1 0,-2-3 0 0,-4 1-1 16,-1 3 1-16,-1 1-3 0,-3-2 6 0,0 3 2 16,0 1 0-16,9 0-1 0,-3 0 3 0,-3 0-5 15,-1 2 4-15,-2 0-4 0,-2 0 5 0,0 2-2 16,0 2 2-16,-2 0-3 0,0 1 0 0,-2 1 1 0,-1-1-1 15,-1 3-3-15,-9 1-4 0,2-2 4 0,-1 5-4 16,-5-1 8-16,2-9-9 0,-3 0-3 0,1 3-1 16,3 4 0-16,-3 3 4 0,2 1-1 0,2 1 0 15,2 3-9-15,-3 4 7 0,-1 1 0 0,4 0 2 16,-4-3 0-16,8 14 1 0,-2 2-1 0,2 1 1 0,3-3-4 16,-1 2 3-16,5 1-2 0,-2-3 2 0,2 2-4 15,-13 1 4-15,6-3-1 0,3 0 0 0,5-3-9 16,1 0 3-16,1 0-2 0,3-4 1 0,0 0-10 15,0-6 7-15,1 0-3 0,-1-1 2 0,18 1-5 0,-1-3 3 16,-5-2 1-16,10 0 1 0,-2 15 6 0,-3-8 1 16,3-4 4-16,-2-3-1 0,-1-2 7 0,-1 0-5 15,-1-2 0-15,-3-1-1 0,1-3 1 0,-4 1 2 16,0-3-2-16,-6 3 2 0,1-8 3 0,-1-2-6 16,1-4 5-16,-3-1-4 0,1 1 9 0,-2-1-4 15,-3-1-2-15,12 3-1 0,-1-5 2 0,-5 5 0 16,-3-3 7-16,-4 3-4 0,0 1 7 0,-2-1 0 15,-2 1 3-15,-1 0-1 0,-3 2 15 0,1 2-20 0,-1 0 7 16,-14 2-10-16,2 2 3 0,-4 3-7 0,5 1 0 16,-3 1-3-16,-2 0 4 0,-1 3-5 0,1-16 0 15,2 8-2-15,0 1 2 0,3 6-4 0,-5 2 3 16,2 0-5-16,-2 4 3 0,-2 2 3 0,5 1 0 0,-1 2 1 16,3 1-2-16,4-1 1 0,2-7-4 0,2 16 4 15,-2 1-2-15,6-1 0 0,-1-1 3 0,3 3-1 16,1 1 4-16,2-3-4 0,-13 5-4 0,6-5 0 15,4 3-2-15,1-1-6 0,4-3 4 0,0 1-6 16,2-3 3-16,3 2-3 0,3 0 2 0,-1-4-2 0,-3 0-5 16,18-4 2-16,10 0 0 0,-6-3 3 0,2-2 8 15,1 14 1-15,-6-9 1 0,6-1 0 16,-1-6-3-16,2-2 7 0,1-2-2 0,-3-2 3 0,0-3-1 0,-4-1 0 16,-1-3 3-16,-3-2-1 0,-3 2 6 0,-3 4-6 15,-1-14-1-15,-1 1-1 0,-3 1 4 0,-2 1 2 16,-1-3-3-16,-1 4 2 0,-3 1-2 0,9-1 13 15,-3 4-2-15,-3-2 6 0,-1 2-6 0,-2-2-4 16,-2 2 5-16,0 2-3 0,-2 2 19 0,-2 0-20 16,1 1 6-16,-1 3-10 0,-11-3-3 0,-9 6-4 15,-8 0 0-15,3-16-1 0,1 7 3 0,-2 3-1 16,4 6 0-16,4 2-1 0,0 2 0 0,-4 2 0 0,3 3-2 16,-4 5 2-16,2-1-1 0,5 2-1 0,1-4 3 15,6 19-1-15,-3 0 1 0,5 0-3 0,-2-2 0 16,3 1-1-16,3-1 5 0,3 0-6 0,-14 4 2 15,8-8-4-15,5 4 3 0,3-7-8 0,2-4 3 0,0 0-5 16,2-2-9-16,1-4 7 0,3 2-9 0,-2-5 9 16,-1-1-11-16,10-1 16 0,6 0-2 0,7-1 7 15,2 14 0-15,-8-9 5 0,3-7 0 0,-5-2 1 16,-1-3 1-16,7-5-2 0,-4-1 3 0,1-3-3 16,-3 10 4-16,-3-22-1 0,2 3-2 0,-6-2 2 15,2 0 7-15,-4 2-4 0,-1-4 5 0,-1 3-5 0,-3 3 12 16,11-2-3-16,-6 3 2 0,-3-1-1 0,-4-1-1 15,-2 4 4-15,-2 3-2 0,-4-1 4 0,1 4 3 16,-3-1-12-16,1 3 3 0,-1 4-8 0,-10-1-7 0,-3 2 5 16,6-7-5-16,-3 0 7 0,3 5-5 0,2 5-5 15,-4 1 3-15,1 0-5 0,1 3 5 0,0 3-7 16,2 3 3-16,0-1-4 0,0 16 6 0,2 2 4 16,0 2-4-16,5 1 4 0,4-3-8 0,0-2 3 15,-13-1 0-15,4 1 0 0,6-4-9 0,3 1-4 16,2-3-4-16,4-1 0 0,1-6-12 0,3 2-6 15,5-4 5-15,5-7-5 0,4 4 4 0,8 11 22 0,0-8 0 16,7-4 8-16,0-5 4 0,-3-3 5 0,-5-5-9 16,-1-5 6-16,-4-2-2 0,-2 1-1 0,-3 6 4 15,-4-10-3-15,-2 1 4 0,-4 0 9 0,-3 2 1 16,-3 0 2-16,-1 1 4 0,9-1 5 0,-3 2-2 0,-3 2 3 16,-1-4 1-16,-4 4 3 0,0-2 0 0,0 3 1 15,-2 1-2-15,-1 2-12 0,1 1 1 0,0 2-4 16,-2 2-7-16,-7-7-6 0,2 4-1 0,-4-1-3 15,0 2-4-15,2 2 1 0,-1 2-1 0,5 0 1 16,1 2-8-16,1 0-32 0,-1 2-3 0,4 3-15 16,-12 14-47-16,3 3-93 0,3 2-43 0</inkml:trace>
  <inkml:trace contextRef="#ctx0" brushRef="#br1" timeOffset="10350.94">12030 8973 446 0,'-2'-2'4'16,"0"0"0"-16,0 0 3 0,-1 0-4 0,-1-1 3 0,0-1-1 15,1 0 8-15,-1 1-1 0,2-1 5 0,-5-5 21 16,1-1 0-16,0 1 0 0,5 3-4 0,-5-1-19 0,4 1 3 16,0 3 1-16,0-5 2 0,-1 3 6 15,-5-1-1-15,1-1 3 0,5 3-3 0,0-2 3 0,0 3 6 16,-1-3-5-16,-3-3 5 0,-1 7-10 0,1-2-3 16,2 1-4-16,-3-3 1 0,1 2-6 0,3 1-13 15,-1 1 8-15,0-2-10 0,0 2 2 0,3 0-4 16,-1 0 1-16,0 2 0 0,0 0 12 0,0 0-7 15,0 2 2-15,0 0-4 0,1 2-3 0,-3 9 7 16,2 7-5-16,2-1 6 0,0 3-3 0,0-3-5 0,2 1 7 16,2-1-6-16,-1-1 9 0,1 3-7 0,2-3 3 15,-1 1-3-15,1-1 3 0,-1-3-1 0,3 0-1 16,-1-2 1-16,2-2-2 0,-7-1 4 16,11 1-2-16,0-4 3 0,0 1 6 0,6-3 2 0,-8-3-3 0,11 2 1 15,-3 9-10-15,-2-4 2 0,5-2 4 0,-4-3-3 16,1-2-3-16,0-2 2 0,-5-2 3 0,1-2 0 15,0-1 7-15,0-3-4 0,-2-1-2 0,0 2 1 16,-2-14-2-16,-3 3 0 0,-3-3 0 0,-1 1 1 16,-2-1 7-16,0 1-4 0,12 0 4 0,-4-1-4 15,-3 1-1-15,-3 1 1 0,-2-1 2 0,-2 1 2 0,-2 1 19 16,-2-3-1-16,-1 4-1 0,1 4 0 16,-4-1-9-16,-1-3-7 0,7 4 2 0,-18 2-2 0,1 3-1 15,1 5-4-15,3-9 0 0,-4 1-2 0,1 4-6 16,-1 3-2-16,-5 4-1 0,4 2 0 0,1 2 0 15,-3 3-2-15,1 2 3 0,-1 4-1 0,0 2 3 0,1 0-6 16,8-13 3-16,0 17-5 0,2-6 10 0,4 0-4 16,-1 0 0-16,3-2 0 0,1 2 7 0,2-2-9 15,-7 0 1-15,1 2-5 0,5-2-1 0,1 0 5 16,2 0 2-16,2 2-1 0,1-1 1 0,1-3-4 16,2 0-2-16,-1-1-1 0,5-1-6 0,10-1 6 15,6-3-5-15,-2-1 4 0,-5 11-4 0,7 0 3 0,-2-7 3 16,4-4 0-16,3-2 14 0,-1-6-8 0,0-3 2 15,-8-2-4-15,6-6 7 0,-4 13 1 0,-4-22-1 16,5 0 0-16,-7-2-2 0,-1 2 2 0,-4-3 0 16,-4 4 1-16,-3-4 0 0,-3 3 6 0,14 0-3 0,-4-4 5 15,-7 6 5-15,-3 0 3 0,-3 1 7 0,-2 5-5 16,1 3-4-16,-5-2-9 0,0 4-3 0,1 2-1 16,-3-2-5-16,7 2 0 0,-16 2-1 0,0 5 0 15,-3 0-1-15,-1-9 5 0,1 4-6 0,-4 2 4 16,0 5-11-16,0 2 6 0,-2 4 4 0,5 1-2 0,-1 4-6 15,3 3 2-15,1 1-6 0,1-4 7 0,-2 15 7 16,1 2-8-16,1-2 6 0,0 4-6 0,6 0 4 16,2 1 1-16,0 1-3 0,5 0 1 0,-5 0-3 15,3-4 1-15,4 1 4 0,0-1-1 0,-14 0-3 0,6-1 3 16,5-1-3-16,5-2 4 0,2 0 1 0,1-1-8 16,3-1 4-16,0-5-8 0,1 0 2 0,0-2 6 15,-5-4-4-15,17-1 4 0,1-3-13 0,-3-1 14 16,2 9-7-16,-5-6 9 0,5 1-8 0,3-5 5 15,-1-3 3-15,1-3 1 0,-2-5 8 0,-7 1-9 16,4-4 2-16,-6-2-3 0,2-11 1 0,-3-4 3 16,-7 2-4-16,3 0 4 0,12-2-3 0,-6 2 6 0,-5-4-3 15,-3-1 4-15,-4 1 3 0,-4-4 1 0,-3 3 5 16,-8-4-2-16,0 5 1 0,13 2-5 0,-28-2 2 16,8 10-3-16,-6-2 5 0,0-1-4 0,4 12-3 15,-6 0 1-15,1 0 2 0,3 9-7 0,-2-3 1 0,6-10-3 16,-1 5-10-16,3 7 1 0,-1 3-3 0,1 5 3 15,3 5-1-15,1-1-2 0,-1 22 6 0,2 5-5 16,0 1 9-16,2 4-3 0,2-1 2 0,2-2-2 16,1-1 8-16,6-2-7 0,-1 0 2 0,-18-1-5 15,10-3 0-15,6 3-1 0,5-5-3 0,3-1 3 16,3 2 0-16,5-2-11 0,2-2 4 0,2 0-6 16,-8-2 4-16,23-4 2 0,2-1-3 0,3-4 1 0,0-2-5 15,6-4 7-15,0-3-3 0,-2-5 4 0,2 22-15 16,-2-14 15-16,-2-7-4 0,0-6 8 0,-5-5 4 0,-3-2 2 15,-1-6 5-15,-6 13-3 0,-1-23 6 0,-5-3 3 16,-3 0-7-16,-1-1 4 0,-1-1-6 0,-4 0 10 16,-3 3 5-16,14-1 1 0,-6 0 13 0,-7 4-2 15,-3-2 4-15,-4 2-1 0,-3 0 15 0,-3 2-18 16,-3 0-3-16,-2 0-6 0,0 4-18 0,6 3 6 16,-21 0 0-16,-2 8 1 0,0 0-6 0,3 1 1 0,-1 3-1 15,4 3 1-15,-2-15-3 0,0 8 0 16,0 5-1-16,3 4 1 0,-3 4-2 0,2 3 3 0,2 1-4 15,3 1 4-15,4-2-3 0,2 3-5 0,0 1 6 16,2 11-6-16,2 0 6 0,3-1-1 0,5 1-1 0,-14 2 2 16,4 0 2-16,5-1-5 0,6 3 3 0,2-4-4 15,5 2 1-15,3-2-9 0,3 1 1 0,-8-3-2 16,21 0 6-16,2-3-6 0,4-2 2 0,3-2-3 16,2-4-2-16,2-1 6 0,2-5-3 0,-8 18 6 15,3-8 3-15,-3-8-3 0,-5-5 6 0,3-1-4 16,-5-5 13-16,-3-1-5 0,-3-3-2 0,-1-1-1 15,-5 7 2-15,-1-20 7 0,0 0-2 0,-5 0 3 0,-4 0-2 16,-1 0 3-16,14-2 4 0,-6 2-3 0,-5-2 7 16,-4-2 12-16,-2 4-3 0,-4-1 6 0,-4-1-9 0,-1 4-4 15,-2 2-5-15,-2-1 1 0,7 1-15 0,-14 5 3 16,-2 0 2-16,1 4 1 0,-1 5 2 0,2 3-5 16,-5-14-2-16,1 6-1 0,0 5-3 0,0 6-3 15,-4 4-1-15,6 3 1 0,-8 8 2 0,6 2-3 16,4-2 1-16,-3 15-3 0,10 1 4 0,-3 1 2 15,-5-4 2-15,5 1-1 0,-1 3-1 0,9-6 3 16,7 0-1-16,-16 0 0 0,8-2-5 0,5-2-6 16,4 1-2-16,4-3 0 0,1-1-2 0,3-5 3 0,3 1 1 15,2 0-1-15,13-6-11 0,3-1 10 0,1-4-3 16,0 14 6-16,5-7-2 0,-1-9 12 0,-3-4-7 16,3-5 8-16,-5-4-3 0,1-4-1 0,-2-2 6 15,-2 10-3-15,0-21 6 0,-8 0-4 0,3 0 3 0,-8 0-1 16,0 0 12-16,-6 1 2 0,-3-3 0 0,-2 2 2 15,16-2 8-15,-8 1 3 0,-7-1 5 0,-3 0-2 16,-3 2 1-16,-3 2-10 0,-1 4-4 0,-3 2 0 16,-1 3-8-16,2 4-12 0,0 2 5 0,-8 5-7 15,-2-1 3-15,3-4-4 0,-3 3-4 0,2 6 2 16,1 4-4-16,-1 4-1 0,0 5 2 0,0-2 1 16,1 23 8-16,1-3-3 0,2 3-4 0,4 1 1 0,1 3-3 15,6-7 3-15,-16 3 3 0,7-4-3 0,7-2-12 0,4 2-14 16,6 0-9-16,7-1-4 0,5 1-52 0,1 0-39 15,20 2-23-15,7-2-11 0,4-4-132 0</inkml:trace>
  <inkml:trace contextRef="#ctx0" brushRef="#br1" timeOffset="12445.18">16026 7138 84 0,'0'0'29'15,"0"0"-5"-15,-2-1 23 0,0-1 4 0,0 0-6 0,0 0 1 16,0 0-1-16,1-2-6 0,-1 1 1 0,0-1-27 16,0 0 9-16,0 1-4 0,2 1 5 0,-5-9-9 0,1 1 6 15,0 1 2-15,0-2 0 0,1 0 3 0,-3-4 23 16,1 0-3-16,-1 0 9 0,2 0-9 0,1 4-5 16,-1 0-2-16,0 0-1 0,-1 0-11 0,1 1-1 15,-2 1 2-15,3 4 0 0,1 1 0 0,-2-2-18 16,4 4-1-16,-6 1-4 0,-7-9-1 0,0 3-3 15,-1-1 4-15,2 5-3 0,1 1 6 0,2 2-7 16,-2 0 0-16,2 0-1 0,-3 2 4 0,1 0-1 0,2-1 2 16,-4 5-3-16,2 0-2 0,3-3 3 0,-1 3 2 15,2-1 0-15,1-1-4 0,2 5 3 16,1 3-2-16,-3 1 3 0,2 3-11 0,1-3 12 0,-1 0-8 16,-7 4 9-16,3-4-10 0,1 4 7 0,0 5 1 0,3-7 2 15,-2 3 0-15,4-3-6 0,1-2 5 0,1 0-6 16,0 2 11-16,0-2-9 0,1-2 1 0,1-1-2 15,0-1 5-15,0-2-2 0,2 1 1 0,-1-3-1 16,-3-3 2-16,0 0 23 0,12 0-9 0,-1 7 12 16,0-1-5-16,2-3-14 0,-2-1 6 0,2-2-10 15,2 0-2-15,0-2 7 0,-2 0-8 0,-2-2 8 0,2-2-9 16,-6 0 0-16,1-1 3 0,-3 1-3 0,1-9-4 16,-1-4 4-16,8-1 1 0,-1-5 3 0,-7 3 10 0,-1 3-15 15,-2 1 11-15,0-1-13 0,-1 0 12 0,-1 0 0 16,0-1-5-16,-3-4 5 0,-1 5-7 0,0 0 0 15,1 4-1-15,1 6 2 0,-2-3 4 0,0 5-7 16,1 1 4-16,-12 0-5 0,4 3 0 0,-1-9 3 16,1 3-6-16,4 3 6 0,-6-1-6 0,2 3-4 15,-4 0 4-15,0 2-5 0,4 2 4 0,0 3 4 16,1 3-6-16,1 8 4 0,0 7-7 0,1-3 6 16,1 2 2-16,3 3 1 0,1 1-2 0,1-4 3 0,-13 0-4 15,4 0 2-15,5-1-2 0,2-1-5 0,3-1 4 16,1-6-5-16,1 2 7 0,1-2-4 0,2 0 3 15,2 0-5-15,-1-4 3 0,1-2-2 0,-1 1-1 16,8-3 2-16,4 1 7 0,3-4-7 0,-3 9 5 16,5 0-4-16,-5-5 6 0,2-3 3 0,1-1-9 0,1-2 5 15,-3-3-3-15,1-5 2 0,3-3 2 0,-3-2-1 16,5 4-2-16,-8-15-1 0,-3-1 2 0,-3-1-2 16,-3 0 6-16,-3-1-4 0,14-3 3 0,-5-2-3 15,-7 1 11-15,-2-1 3 0,-4 2-5 0,-2 4 4 16,-6-1-4-16,-1 2 1 0,-2 1 2 0,0 4-2 0,0 3-1 15,3 4-5-15,-10 4 2 0,3 1-2 0,-2 3 0 16,-1 3-8-16,-3-13 1 0,1 6-5 0,-3 3 6 16,5 4-3-16,3 4 0 0,-2 4-1 0,2 1 2 0,-1-1-1 15,-3 18 3-15,2 6-3 0,4 3-2 0,0-3 0 16,4 1 1-16,2-5 0 0,1-1 6 0,2 1-7 16,3 1 5-16,-14-4-4 0,2 5 7 0,7-4-6 15,4-4 0-15,2 1-3 0,2-3 7 0,4 1-8 16,-1-4 2-16,5 1-4 0,1-1 8 0,-4-2-6 15,14 0 3-15,6-2-5 0,-2 0 9 0,1-3-8 16,0-3 6-16,-6 1-8 0,-1-4 10 0,3 13-2 16,0-4 2-16,0-4-1 0,3-3 6 0,-3-4-2 15,-4-2-2-15,3-4 0 0,-4-1-5 0,-3-2 11 16,3 5 0-16,-6-20 3 0,-3 0-10 0,1 0 7 0,-7-2-3 16,3 0 6-16,14-2 4 0,-8-2 2 0,-5-3 1 0,-6 3 1 15,-4 2-2-15,-4 2-8 0,1 6-2 0,-4-1 0 16,0 5 2-16,9 1 0 0,-17 4-2 0,-1 3 0 15,-2 3-9-15,-2 1 2 0,-1 2 3 0,5-11-2 16,-4 4-5-16,-2 5 3 0,0 4-4 0,-2 4 4 16,0 5-5-16,6 2 8 0,0 4-4 0,-1-6 4 15,5 15-8-15,1 1 2 0,2 2 1 0,0 3 1 0,6-2 5 16,0 0-2-16,3-2-4 0,2-4 1 0,3 4-1 16,-16-2-1-16,6 0 6 0,5 1-4 0,4-3 3 0,2-2-7 15,2 3-1-15,4-5 0 0,1 2 2 0,2-3 0 16,3 0 1-16,1 0-1 0,11-4-3 0,7-2 0 15,-3-4 2-15,4-1 0 0,-4-4 7 0,1 16-8 16,3-7 5-16,-1-7-4 0,5-4 7 0,-3-4 5 16,1-5-5-16,-7-2 3 0,-2-2-3 0,-5 0-1 15,-1 5 1-15,-5-16 1 0,-1 0 6 0,-3-2-3 16,-3 2 5-16,-3 2-4 0,-2-4 11 0,14 2 2 16,-5 0-3-16,-5-1 2 0,-4 3 4 0,-2 0-9 0,-4-2 3 15,-3 1-6-15,-1 5 3 0,-1 3-7 0,7 2 6 16,-18 6-7-16,-6-1 1 0,-2 1-7 0,-2-12 0 15,-3 6-3-15,5 8 1 0,2 5-3 0,-2 1 4 16,-3 5-4-16,1 3 6 0,2 4 0 0,4 2-4 16,3-7 2-16,1 19-5 0,1-1 5 0,3-1-1 0,3 1 2 15,3-2-5-15,5 0 4 0,3-4 1 0,-13 3 0 16,6-3-9-16,5-1 3 0,4 1-4 0,2-3 5 16,4 1-4-16,1-1 3 0,2-2-6 0,1-2 5 15,19 0-8-15,5-6 4 0,-1-1 5 0,-3-4-1 16,0 16 6-16,3-5 1 0,-1-7-4 0,3-6 3 0,-2-4-5 15,1-3 9-15,-6-5-1 0,-2-1 3 0,-4-1-3 16,-4 6 7-16,-1-14 2 0,-6-4 4 0,-2-2 20 16,-5 0 8-16,15-3 0 0,-8 1 2 0,-6-3-4 0,-5 3-3 15,-1 0 2-15,-5 0-2 0,-1 1-1 0,-3 5-19 16,-1-1 3-16,2 9-9 0,1 5-4 0,3 5-14 16,-10 2-8-16,2-3-1 0,0 3-15 0,0 4-56 15,2 6 2-15,-9 20-28 0,-1 31-70 0,-12 10-172 16</inkml:trace>
  <inkml:trace contextRef="#ctx0" brushRef="#br1" timeOffset="15234.46">8578 13698 268 0,'0'-2'0'0,"-2"1"26"15,1-5 17-15,-11-18 15 0,3 3 8 0,-2-1-18 16,2 2-9-16,1 5 0 0,1-4-9 0,1 6 6 16,1-2-16-16,-1 2-4 0,4 4-3 0,-1-2-2 15,1 4-9-15,0-1 2 0,2 1-1 0,0-1 0 0,0 1-4 16,0 3 4-16,0 2 0 0,0 0 1 0,0-1-4 15,0-1-1-15,0 0-1 0,0 2 1 0,0 1 0 0,0-1 14 16,0 0 0-16,0 2 4 0,0 0-12 0,0 2 7 16,0 0-3-16,0 1 5 0,0 10-5 0,0 15-9 15,-2 0 3-15,2 4-4 0,0-1 11 0,0 4-6 16,0 1 5-16,0-5-4 0,0 1 1 0,2-3 6 16,0 1-8-16,0 0 8 0,-1-2-8 0,3 0 2 15,0 1 1-15,0-3-1 0,1 2 3 0,1-2-8 16,3 2 3-16,0-2-4 0,2 0 17 0,2 0-12 0,-1-4 5 15,2 2-8-15,-10-3 2 0,18-1 9 0,1 1 2 16,1-5 2-16,4 3 9 0,3-2 1 0,1-2-3 16,5-1 1-16,2-1-13 0,4-3-3 0,5-1-2 15,0-3 1-15,2-3-2 0,-1 1-7 0,1 22 3 0,-4-13-4 16,1-8 1-16,-3-5 1 0,3 0 0 0,1-7 1 16,0 0-4-16,4-4 3 0,-2-2-5 0,8-4 5 15,5-4-7-15,-4 1 3 0,6-6 4 0,-3 2 0 16,-10 0 8-16,3-4-5 0,-1 26-2 0,-4-30 0 15,4 3 1-15,-4 1 6 0,2 2-1 0,2 0 3 16,0 4-2-16,0 1-3 0,-6-1 1 0,0 3-2 16,2 1-4-16,-3 1 0 0,1 0-1 0,-3 2 1 15,-4-1 8-15,-2-1-7 0,0 0-1 0,1 2-3 0,-2 1 3 16,1-1-1-16,0 0 8 0,-4 4-7 0,4 3 0 0,-4 3 1 16,0 1-4-16,4 0 3 0,-2-18 0 0,1 11 1 15,-1 9 0-15,-4 2 2 0,2 6 6 0,3 5 4 16,-7 0 0-16,4 4-1 0,-1 1-8 0,-6 1 0 15,1-13 3-15,-3 18-2 0,-1-1 7 0,-3 3-4 16,-2-2-5-16,3 2 1 0,-5 2-4 0,1-2 3 16,-1 2 2-16,1-2 0 0,-3 4-1 0,-1-2-2 15,-2 0 3-15,0 0-3 0,-3-2 6 0,-1-3-6 16,-2 1 1-16,-1-5-1 0,-1 0 3 0,3-1-4 16,-3-6 2-16,3-3-2 0,-4 0 3 0,-1-3 8 0,3 2-5 15,-2-3 7-15,-1 1 3 0,1 0 5 0,-2-2-1 16,0 0 1-16,0-1-4 0,-1-1-12 0,1 0 6 15,0-1-8-15,0-1 4 0,0-4-13 0,7-12 6 16,-1-3-5-16,-1 1 11 0,2-3-7 0,1-1-5 0,-1 4 2 16,2-1-1-16,-2 1 1 0,1 3 1 0,1 1-1 15,0-1 3-15,0 2-3 0,-7 0 2 0,14 2-2 16,8 0 3-16,-5 4-5 0,3-2 1 0,-2 1-1 16,2 1 5-16,6 0-1 0,2 1-1 0,3 1-1 0,0 0-3 15,-1-1 1-15,-1-1 3 0,2 1-2 0,0-1-1 16,3 0-2-16,-1 0-1 0,4-3 0 0,3 3-1 15,4 0 6-15,-1-2-1 0,7 1 3 0,-2-1-6 16,0 2 3-16,2 2 0 0,-4-1 1 0,0-5 1 0,-2 2 2 16,-2-4 3-16,-3 2-1 0,2 6 0 0,-3 3-1 15,1-20-1-15,-2 11 0 0,0 6-3 0,-2 5 4 16,2 2-1-16,0 0 2 0,1 3-1 0,3 5-1 16,-2-1-2-16,-3 3 1 0,-1 1 1 0,-2 0-2 15,-5 0 4-15,7 2-3 0,-2 0 4 0,-2-2-5 16,1 0 3-16,-3 0-2 0,1-3 4 0,-1-3-2 15,2 1-4-15,1-1 2 0,1 1 0 0,2-2-2 16,3-2 4-16,-1-1-2 0,8-1 5 0,-7 0-8 16,-1-1 5-16,0-3-6 0,2 0 0 0,-1-1-4 0,1-1 1 15,-6 0-2-15,-5 1-2 0,-4-3 10 0,-1 1-9 16,-1 0 11-16,-1-1-4 0,-3 1-1 0,0-1 6 16,2-3-3-16,-1 0 4 0,1 0 1 0,-2 0-5 0,2-2 3 15,-2 0-1-15,-1 0 1 0,1-2 0 0,0 8 1 16,2-8 2-16,1-2-5 0,-1 0 5 0,0 2-4 15,-2-5 6-15,4 3-4 0,2 2-2 0,-6-1 0 16,4 3 0-16,-5-2 7 0,-1 2-6 0,6 2 6 16,-4 0-2-16,1 1-8 0,-1-1 4 0,-3 2-6 15,-1 0 13-15,3 3-12 0,-5 0 5 0,1 1-6 0,-2-1 10 16,-2 1-2-16,0-1 2 0,2 1-4 0,-2 1-2 16,-2-2 3-16,0 3-4 0,-2 1 4 0,-1-4 5 0,-3 2-4 15,1 1 2-15,-1-1-3 0,-3 2 5 0,2 0-6 16,-4 0 8-16,2 2-8 0,2-3 10 0,-1-1-11 15,1 0-2-15,0 1-5 0,-2 1-11 0,-1 0-144 16,1 0-54-16</inkml:trace>
  <inkml:trace contextRef="#ctx0" brushRef="#br1" timeOffset="17173.8">9609 15269 404 0,'0'-2'39'0,"5"-20"80"0,8-10-112 0,2 3-7 16,-2 4 0-16,0 3-1 0,-2 4 3 0,2-1 2 15,-1 4 3-15,-11 0 0 0,5-1 3 0,1 1 3 0,3 2 0 16,-1 2 2-16,-3-1 6 0,-5 3-5 0,5 2 1 16,-2-1-2-16,-1 1 4 0,-1 1 28 0,0-1 4 0,-2 1 6 15,0-1 0-15,0 1-6 0,0 3-7 16,-2-3 4-16,2 4-7 0,-4 0-11 0,-20-14 3 0,2 5-7 15,-2 5-12-15,-9 2 1 0,5 4-3 0,-2 2 3 16,-5 4 0-16,5 1-5 0,-3 6 4 0,1 0-4 16,2 0 2-16,4 0 1 0,2 0-6 0,0 2 6 15,4 0-6-15,1-13-1 0,2 14-4 0,2 3 3 16,2-2-5-16,2 1 5 0,2 3-3 0,3 1 2 16,1-2-3-16,1-3-2 0,2 2 3 0,-11-1-3 0,2 4-5 15,6 1 3-15,3 1-5 0,2-4 5 0,2 3-3 16,1-3 3-16,5 0-1 0,1-1 1 0,2 0-5 15,2-1 11-15,-9 1-4 0,18-4 6 0,0 3-8 0,1-3 2 16,-1 5-1-16,2 1 1 0,-2-1-3 0,-1-1 7 16,-3 1-3-16,-1-1 4 0,0-1-5 0,-2 3 6 15,0-3 1-15,-4 1 1 0,-2-2-11 0,-5-1 8 16,1 1 1-16,-1 0 6 0,5-4 18 0,-1 0 10 16,-5-2 1-16,-1-2 3 0,-2 2 5 0,0-5-10 15,-2-1-1-15,-3 3-3 0,-14-3-3 0,-9-1-1 0,-1 15-2 16,-3-8 0-16,-1-6-12 0,1-3-12 0,1-2 5 15,3-2-6-15,-2-1 12 0,4-1-13 0,0-2 3 16,0-1-5-16,4 0 3 0,3-1-5 0,1 1 2 16,5 1-3-16,3 2 3 0,3 1-17 0,1 1-4 15,3 0-5-15,-1 0-21 0,0 0-35 0,2 0 3 16,1 1-13-16,-1-1 6 0,2 0-10 0,2 2-10 0,1 0-10 16,14 4-121-16</inkml:trace>
  <inkml:trace contextRef="#ctx0" brushRef="#br1" timeOffset="18261.88">10006 15679 1140 0,'-2'-2'11'0,"0"1"0"16,-11-7 10-16,-11-3-1 0,2 0-13 0,3 3 8 16,1 3-7-16,5 3 9 0,2 0 0 0,3 2-7 15,5 0 3-15,-3 0-7 0,4 0-6 0,-2 0 3 0,3 0-4 16,-1 0 2-16,0 0-7 0,2 0-4 0,0 2 6 16,0 0-5-16,2 0 12 0,0 0-7 0,-1-1 1 15,1 1-4-15,2 0 6 0,5-2 2 0,10 0 0 16,1 0 1-16,-1-2-1 0,-1-1-1 0,3-5 4 15,-1-1-2-15,4-6 4 0,1 13-10 0,1-20 0 0,-2-2-3 16,2-2 3-16,-2-4 0 0,0 0-1 0,-2-1 1 16,1-1-5-16,-5 3 6 0,-1 1-2 0,-2 0 3 15,-6 4 6-15,-2 0-1 0,-3-1 4 0,11 3-3 16,-4-2 7-16,-7 4 6 0,-4 3 1 0,0 2 2 16,-2 6 11-16,-2-1 0 0,1 5-2 0,-1-1-1 0,-9 3-17 15,-6-1 1-15,1-9-5 0,-1 4 3 0,-1 1-11 16,1 6 2-16,-1 2-1 0,-1 4 2 0,3 3-2 15,-1 5-1-15,1-3 1 0,3 19-2 0,-6 1 2 0,6 5 0 16,-1 3 0-16,-5-2 0 0,6 6 0 0,-1-4 3 16,1-1-1-16,0-1 2 0,2-2-8 0,2-3 3 15,-2-2-2-15,7 0 3 0,1 0 4 0,-12-2 0 16,6 1-2-16,5 3 1 0,4-2-10 0,2 0 3 16,2-4-5-16,2-2 4 0,2-3-7 0,1-1 5 15,0-3-4-15,1-4 3 0,1 2-6 0,-5-2-1 16,11 1-2-16,1-3-1 0,1-4-4 0,0 7 0 15,1-1 3-15,3-2-1 0,1-3 9 0,0-5 3 0,4-1 1 16,-1-1-1-16,4-7-6 0,1-1-5 0,2-4 5 16,-1-4-4-16,3-3 5 0,-1 14 2 0,6-18-4 15,-6 2 3-15,-3-4 1 0,-4 2 4 0,-4 1 0 0,2 1 0 16,1 0-6-16,-5 1 10 0,0-1-4 0,-3 5 6 16,0-1 1-16,-2 3 1 0,-6 4 10 0,-2 0-6 15,-3 3 8-15,0 3 6 0,-2 1-9 0,1 0 8 16,1 1-5-16,0-1 0 0,0 2 0 0,-1 0 0 15,1 0 3-15,0 2-3 0,-2 0 2 0,-1 2-3 16,1 2 2-16,9 26-7 0,-3 5 3 0,-4 2-5 16,-4 4 2-16,-2 0 1 0,-2-1-3 0,0-1 2 15,-1-3-11-15,-1-3 4 0,1 4 4 0,1-9 1 0,2-6 4 16,0-1-10-16,2-10 1 0,0 0-4 0,0-2 1 0,0-7-5 16,0 2 0-16,0 0 1 0,0-1 12 0,0-1-12 15,0 0 1-15,0-2-6 0,0-2 5 0,0-3-4 16,9-31 9-16,1-4-7 0,1-3 6 0,0 2 0 15,2-2 1-15,0 4 1 0,2 2 1 0,-2 4 0 16,2 1-1-16,-2 4 1 0,0 4-1 0,0 2 3 16,2 0-5-16,-2 3 4 0,0 1-3 0,-4 3 1 15,-7-2 4-15,11 6-2 0,0-2-1 0,0 4-1 0,0-1 1 16,3-1 0-16,1 6 2 0,0-3 2 0,0 3-4 16,-1 3 3-16,1-6-1 0,0 3-6 0,1 1 3 15,-1 0-5-15,-4 1 6 0,2 1 4 0,-4-2-3 16,-4 0 5-16,6-5-6 0,0 2 1 0,-3 3-1 0,1 0 2 15,0 0-2-15,-4 3 2 0,-1 1 2 16,-4 0 0-16,0 0 0 0,3 0 3 0,1 0-1 0,1 0 3 16,-3 0 1-16,0 1 3 0,-1 1-1 0,1 0 2 15,-4 0 5-15,13 18-1 0,-4 1-2 0,-1 1-1 16,-5 2-10-16,-1 0 6 0,0 2-3 0,-2 2 6 16,0-2 0-16,0 2-7 0,-2-2-1 0,-1 2-3 15,1 2-3-15,0-4 2 0,2 3 0 0,2-3 0 16,3 0-2-16,3-2-10 0,-3 1 6 0,3-3-9 0,-1 0-6 15,1-1-34-15,1-3-2 0,2-1-11 0,-5-8-14 16,1 0-51-16,0-3 2 0,5 3-31 0,6 2-114 0</inkml:trace>
  <inkml:trace contextRef="#ctx0" brushRef="#br1" timeOffset="18411.09">11651 14851 1411 0,'-2'-2'2'0,"1"1"0"0,-1-1-36 0,-2 0-24 16,0 0-3-16,1 0-45 0,1 2 63 0,-4 0 2 15,4 0 13-15,0 0-37 0,-1 4-62 0,-1 0-8 0,0 5-26 16,1 6-123-16</inkml:trace>
  <inkml:trace contextRef="#ctx0" brushRef="#br1" timeOffset="19002.91">11586 15607 654 0,'0'0'35'0,"0"0"-18"16,-2 0 29-16,1 0-7 0,-1 0-33 0,0 2-3 15,0 0-1-15,0-1-1 0,0 1-4 0,0 0 18 16,2 0-4-16,0 0 9 0,0 0-7 0,0 0 3 15,0-1-2-15,0 1 3 0,2 0 0 0,0 0 5 16,0 0 2-16,0 0 1 0,2-2 7 0,3 0-5 16,8-4 4-16,2-2-5 0,-1-3 1 0,3 7-11 15,-1-20-2-15,3-2-4 0,-5-2-4 0,1-4-1 16,2 2 2-16,-3-5-2 0,3-4 2 0,0-2-5 16,-5-4-2-16,3 4 0 0,-2-2-7 0,0 6 11 0,-4 0-4 15,-2 1 6-15,1 10-3 0,-3 2-2 0,-3 3 9 16,5 8-7-16,-3 2 16 0,-3 1 18 0,-1 1-3 15,-2 5 9-15,0-2-4 0,0 1-25 0,0-1-3 0,0 2-6 16,0 0-5-16,-2 2 6 0,0 2-4 0,-1 0 4 16,-12 22-6-16,-4 19 1 0,1 0 4 0,3 12-3 15,-4-5-2-15,4 4-2 0,1 0 0 0,1-7-1 16,3-8 3-16,3-6 3 0,3-3 0 0,2-6 2 16,-14 0-5-16,8-5 0 0,3-3 0 0,3-3-1 0,2-2-8 15,0-3-5-15,0-1-2 0,2-1-1 16,-2-4-3-16,3 1 20 0,16 8-8 0,11-1 10 0,5-7-7 15,6-6 9-15,7-7 1 0,0-1 2 0,1-4-5 16,-1 1 14-16,-4 1-7 0,-1 2 7 0,-6 3-15 0,-1 4 7 16,-3 4-3-16,-1 0 2 0,-3 4-7 0,-3 4 14 15,-2 1-7-15,-1 2 9 0,-3 0-4 0,-5 0 5 16,0-5 3-16,-2 12-2 0,-4 1-2 0,-3-4 1 16,-3 0 1-16,-1-2 2 0,7-2 11 0,-3 0 16 15,-2-2-7-15,-2 2 7 0,-2 2-21 0,-2-2-3 16,-6 4 1-16,5-4-3 0,-29 4-5 0,0-2-11 15,-1-3-1-15,-2-1-2 0,5-4 0 0,2 1-7 16,4-2 5-16,7 7-7 0,-7 2-6 0,8-8-59 0,-3 1-11 16,6-4-18-16,6 0-63 0,3-2-197 0</inkml:trace>
  <inkml:trace contextRef="#ctx0" brushRef="#br1" timeOffset="20656.34">18519 13713 345 0,'0'-2'54'0,"-3"-9"109"0,-7-19-132 16,3 10-10-16,-1-2-1 0,3 5-3 0,-1 2 9 0,-1-5 12 15,3 5-1-15,-1-2 4 0,-1 0-4 0,2 4-12 16,1 0 2-16,-1 4-6 0,0 0-4 0,2 1-5 15,0-1 7-15,2 5-4 0,-1-1 11 0,1 3 7 16,0 0-3-16,0 0 5 0,0 0-6 0,-2-1-8 16,0-1-1-16,0 0-3 0,0 2-13 0,0 1 5 15,2-1-9-15,0 2 7 0,0 0-6 0,0 2 9 16,0 1 0-16,-3 25 0 0,3 9-6 0,0 2-4 16,0 2 3-16,0 0-3 0,1 0 1 0,1-2 4 15,0-2-4-15,0-4 4 0,2-1-5 0,-1-2-1 0,1-3 1 16,-2-1-1-16,2 0 6 0,-1 0-5 0,3-3 5 15,0-1-6-15,-1 0 4 0,3-1 4 0,-1-3-8 16,2 1 5-16,-1-2-8 0,-1-4 5 0,1 0-1 16,-1-4 2-16,-1-2-1 0,-1 1-3 0,6-5 2 0,0-1-3 15,2 0-6-15,-1 6 7 0,-1-3 0 0,4 1 3 16,-1-4 3-16,5-2 0 0,-1-4-1 0,-1-4-1 16,7-5-2-16,-3 10 6 0,3-23-5 0,-4-2 6 15,-1 0-7-15,9 0 2 0,0 0 1 0,3-1 0 16,1-1 3-16,-4 0-6 0,-1 0 2 0,3 1-4 0,4-1 0 15,-1-2 5-15,-3 1 0 0,-4-1 2 0,2 3-6 16,-2 1 0-16,0 6-1 0,-2 3 2 0,-2 0 2 16,-2 6 2-16,3 2-1 0,-5 6-1 0,4-5-12 15,-1 9 12-15,1-1-7 0,0-4 9 0,1-9-2 0,-1 8 0 16,-2 3 0-16,5 4-2 0,1 4-3 0,-2 1 8 16,4 5 1-16,-2 3 3 0,0 0-5 0,1 2-4 15,-2-1 0-15,-3-6-2 0,0 18 9 0,4-4-6 16,0 2 0-16,2-3-1 0,-4 3 0 0,-2-4 1 15,-1 1-1-15,-1-3 2 0,6 1 0 0,-4-3-4 16,-1 3 2-16,1 0-3 0,-3-3 4 0,-1 1 1 16,1 0 1-16,-2-1-2 0,-1 1-1 0,-1-2 0 0,0 2 3 15,0-6-3-15,-2 2 5 0,-2-2-5 0,0-2-2 16,0 1-1-16,-1-5 5 0,-3 1 3 0,4-4-3 16,-3 3 2-16,1 1-6 0,2-1 6 0,-2-1-2 15,2-2 3-15,2-2-11 0,2 0 6 0,0-4-2 0,2-3 4 16,3-4 1-16,6 5-5 0,8-18 5 0,-3 0-4 15,3-2 5-15,-5-4-3 0,-1 2-1 0,8 2 1 16,1-4 0-16,2 4 0 0,-4-1-3 0,-2-3 1 16,3 4 3-16,-1 2-1 0,0-4-1 0,4 8 0 15,0 1 2-15,0 2-7 0,0 2 9 0,4-1-9 0,0 3 1 16,1-2 4-16,10 2-5 0,-4 4 5 16,0 1 5-16,4 4-6 0,-9 3 1 0,3-24-4 0,2 11 5 15,-5 6 0-15,-3 8-1 0,1 0 0 0,0 0-7 0,-1 2 10 16,3 2-2-16,-2 1 4 0,5 5-11 15,0-3 6-15,2 0 0 0,10 3 3 0,-3-3-3 0,5 1 5 16,1-5-7-16,-4-1 5 0,2 0-10 0,-1-4 8 16,-1 0-1-16,3-7 3 0,-1-2-9 0,6-4 6 15,5-5 0-15,2 3 2 0,2-4-1 0,2-1 1 16,-5-2-4-16,-3 0 3 0,-3-2 0 0,-2 0 2 16,-2 0-3-16,0 0 2 0,-3 0-3 0,3 2-2 15,-4 1 7-15,-10 3-5 0,-1 1 6 0,-11 5-1 0,-11 2-2 16,0 1 2-16,-7 4 4 0,-6 1-3 0,3-1 1 15,-8 3 0-15,-3 2 7 0,1 0-11 0,-4 2 4 16,2-1-6-16,-3 1-1 0,1 0-2 0,2-2-11 16,0 0 3-16,-1 0-47 0,1 0-142 0,0 0-53 0</inkml:trace>
  <inkml:trace contextRef="#ctx0" brushRef="#br1" timeOffset="21270.24">19459 14961 1449 0,'-2'-2'11'0,"0"-2"0"0,-4-20-6 0,-20-6 1 15,6 10-7-15,1 5-8 0,5 6 5 0,-3 1-2 0,2 1 6 16,2 3 11-16,0 1-8 0,4 1-6 0,-2-8-2 15,-2 3-19-15,-2 1 17 0,-2 5-2 0,-3 2 6 16,-1 7-6-16,-3 5 7 0,-6-6 2 0,-1 27 0 16,-1 3-4-16,-1 0 5 0,5 4-3 0,0 1 3 15,4 5 0-15,2-3-1 0,-2-1 0 0,9-4 0 0,0-5 2 16,7-5-4-16,7 3 0 0,-16-6-3 0,6-2-11 16,7 2 1-16,4-4-2 0,4-1 1 15,3-1-7-15,2-3-1 0,-7-2 4 0,24-2-3 0,6-2 5 0,1 0 5 16,1-2 1-16,3 1 2 0,-4-1 8 0,-3-2 4 15,2 3-3-15,-6-5 5 0,-4 3 4 0,-4-3-6 16,-3 1 6-16,0-1-6 0,-4 3 10 0,-1-3 3 16,-5-1 2-16,-3 0 1 0,0-1 18 0,-2-1 28 15,0 0-1-15,0 0 7 0,0 0-21 0,2 1-16 16,-2 1-9-16,0 0 1 0,0-2-14 0,0 0-1 16,-2-1-1-16,-24 1 0 0,-4 0-4 0,-1 17-2 15,-5-6 1-15,3-6-2 0,-2-1-2 0,3-4 6 0,-1-2-5 16,5 0 4-16,-2 0-10 0,-2 0 5 0,8 0 0 15,-7-2 3-15,8 2-4 0,5 0-6 0,-3 0 4 16,7 0-5-16,-1 0-1 0,2 0-19 0,2 0-8 16,5 0-4-16,-1 0-40 0,3 0-42 0,0 0 4 0,0 0-17 15,3 2-1-15,-1-1-56 0,0 1-23 0</inkml:trace>
  <inkml:trace contextRef="#ctx0" brushRef="#br1" timeOffset="22330.03">19708 15612 1274 0,'-2'-1'9'0,"-13"-7"17"0,-13-7-27 0,8 6-7 0,7 4 4 15,0-1-2-15,0 2 12 0,0 1 4 0,3-1-2 16,5 2 1-16,1 2-9 0,2 0-3 0,0 0-5 16,-1-2 1-16,-1 0-9 0,0 2-5 0,2 0 5 0,0 0-3 15,1 0 12-15,1 0 9 0,0 0-9 0,0 0 8 16,1 0-3-16,1 0 2 0,0 0 4 0,24-3-4 15,4-3 0-15,3-1-1 0,1-3-2 0,5-1 0 16,0-2 3-16,0 0-4 0,3-4-1 0,-6 3-2 16,-3-3-3-16,-3 0 4 0,-2-1 6 0,-6 3-3 15,-2 11-1-15,-5-13 6 0,-2 4-4 0,-5-2 6 16,-1 2 2-16,-3 6 8 0,3-2-2 0,-1-1 4 0,-1 1 6 16,-1 0-7-16,-2 0 7 0,-2 3-7 0,0-1 10 15,0 5-19-15,-2-4 6 0,0 1-12 0,2 3-1 16,-4 0-7-16,-12-9-5 0,-5 1 2 0,3 3-4 0,-5 1 12 15,-3 3 2-15,2 1 1 0,2 2 6 0,-2 0-1 16,5 0 0-16,1 2 0 0,-4 1-5 0,3 1 9 16,2 0-8-16,-1 1 8 0,5 1-10 0,0 1 2 15,0 1 2-15,3-6-2 0,-1 14-7 0,4 5 8 16,-4-1-4-16,1 1 6 0,1 3-1 0,2-2-2 16,5 0 2-16,-13 3-3 0,6-5 0 0,3 2-1 0,4-1-3 15,2-1 2-15,2-1-2 0,2-1 3 0,1-1 1 16,1 0 0-16,1-1-2 0,3-1-4 0,-5 0-4 15,16-2 0-15,1-2-9 0,0 0-4 0,2-1 2 16,4-1-3-16,-4-4 1 0,6 1 2 0,-2-4-4 16,3 16 3-16,-1-6-1 0,0-7 11 0,1-5-5 0,3-2 5 15,1-5-5-15,-3-4 14 0,3-4-4 0,2-4 4 16,2-1-12-16,4 18 12 0,0-28-3 0,3-1 6 16,-7-1 0-16,0-1-1 0,-4-2 5 0,-7-3-4 15,-2 1 0-15,-4-2 12 0,1 8-12 0,-10 1 10 16,1 8-12-16,-2 5 20 0,-9 0 2 0,3 6 9 15,3-2 25-15,-3 4-8 0,-4 5 1 0,-1 0-6 0,-1 3-10 16,2-3-29-16,0 0 10 0,0 2-15 0,0 0 6 16,0 2-4-16,0 0 1 0,-1 2-1 0,-1 2 4 0,2 7 7 15,-2 15-3-15,0 4 4 0,-2-2-5 0,1 1-6 16,-1-3-1-16,-4-3-1 0,1-1 8 0,-1-3-3 16,0-1 5-16,3-3-5 0,-1-4-4 0,0 0 5 15,2-3-4-15,1-3 6 0,-1 1-11 0,2-2 7 16,-2-1-2-16,0 1 4 0,2 0-2 0,0-1-2 15,-2-1 0-15,0 0-1 0,2 0-5 0,0-2-1 16,0 0 1-16,2-2-1 0,0-2-5 0,15-25 10 16,3-10-5-16,2-2 6 0,-20-2-2 0,24 0 2 15,4 8-2-15,-4-6 2 0,2 6 4 0,-2 7 1 0,-2-2 2 16,0 8-3-16,-3 2-6 0,-5 3 3 16,1 4 0-16,0 4 2 0,-1 1-3 0,3 3 0 0,1-1 1 15,-3 2 0-15,0-7-2 0,0 2 10 0,-1 2-7 16,1 1 10-16,2 2-9 0,-3 4 9 0,3 0-2 0,-2 2 3 15,3 2 3-15,-3 0-4 0,-2 1 0 0,-4 1-1 16,-4-1 2-16,-1-3-6 0,3 11 7 0,-2 6-7 16,1-1 9-16,-1 1-6 0,-3 1-2 0,1-1 0 15,5-1-10-15,-5 5 4 0,1-3-2 0,-2 1 4 16,12 3 2-16,-6-4-3 0,-1 4 1 0,-2-3-3 16,-1-1-13-16,-1-1 2 0,1-3-8 0,0 1 4 0,-1-2-20 15,-1 0-40-15,0-2-1 0,-1-4-17 0,1 0-38 16,0 1-71-16,-2-5-27 0</inkml:trace>
  <inkml:trace contextRef="#ctx0" brushRef="#br1" timeOffset="22508.2">21613 14638 1715 0,'-2'-2'14'0,"0"-2"0"0,-17-27-7 15,4 6-7-15,6 11-8 0,5 8-32 0,1 2 14 0,-1 1 1 16,0-1 2-16,2 2-17 0,1 0-28 0,-1 2-9 16,0 0-7-16,0 2-48 0,2 2-84 0,0 16-41 0</inkml:trace>
  <inkml:trace contextRef="#ctx0" brushRef="#br1" timeOffset="23073.79">21937 15414 1294 0,'-1'-2'41'0,"-3"-5"86"0,-9-18-116 0,2 1-11 16,1 4-6-16,1-2 0 0,0-6-9 0,1-4 21 16,7-3 0-16,1-2 6 0,5-4-8 0,8 4 0 15,2-6 1-15,2 4-1 0,3 2-4 0,-1 4-1 16,-3 3-3-16,-1 2 1 0,-2 2 3 0,-3 4 6 15,-3 1 0-15,-1 5 1 0,-1-1-7 0,-3 6 5 16,2 0 4-16,-2 1 1 0,-2 3 17 0,0-1-19 16,0 5 5-16,0 1-9 0,0-2 0 0,0 0-9 0,0 1-1 15,0 1-2-15,0 0-5 0,0 0 7 0,0 0-4 16,0 2 6-16,0 2 2 0,0 0 0 0,0 0 2 16,-10 29-1-16,3 1 1 0,-4 5-3 0,0 0 2 15,-1 4-4-15,3 0 12 0,2 0-6 0,-1 0 3 16,3-4-4-16,1-2 0 0,2-3 0 0,2-6-2 0,2-6 2 15,2-3-4-15,-1-6-14 0,1 0 3 0,2-2-6 16,-3-3 5-16,-3-4 8 0,15 9 1 0,4-4 2 16,5-3 1-16,8-6 1 0,1-9-4 0,6-9 5 15,2 7-2-15,3-34 4 0,1 1 0 0,1-4 1 16,3-1-2-16,1 9 6 0,-2 1 8 0,4 9-1 16,2 5 11-16,-2 4-5 0,2 7-4 0,-8 4 0 15,2 5-10-15,1 5 7 0,-5-22-8 0,3 15 9 0,-1 9-8 16,-5 3 0-16,-2 7 5 0,0 5-4 0,-6 1 7 0,-5 1-7 15,-2-11 0-15,-7 18-2 0,-4-2 0 0,-6-3 14 16,-4-1 2-16,7-3 5 0,-5-2 15 0,-1 0 10 16,-5-4 1-16,-1 2 0 0,-3 2-14 0,-5 0-11 15,-14 0-4-15,-19 2 0 0,-3 0-9 0,-3 2-7 16,-5-1-2-16,0-3-1 0,-5 2-1 0,-1-9-6 16,-3 1-16-16,5 1-3 0,4-5-96 0,8 3-99 15,6 0-57-15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23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11 249 416 0 0,'0'0'4537'0'0,"-5"-24"2294"0"0,5 24-6756 0 0,-1-1 1 0 0,1 1-1 0 0,-1-1 0 0 0,1 1 1 0 0,0 0-1 0 0,-1-1 1 0 0,1 1-1 0 0,0-1 0 0 0,-1 1 1 0 0,1-1-1 0 0,0 1 0 0 0,-1-1 1 0 0,1 1-1 0 0,0-1 1 0 0,0 1-1 0 0,0-1 0 0 0,0 1 1 0 0,0-1-1 0 0,-1 0 1 0 0,1 1-1 0 0,0-1 0 0 0,0 1 1 0 0,0-1-1 0 0,1 1 1 0 0,-1-1-1 0 0,0 0 0 0 0,0 1 1 0 0,0-1-1 0 0,0 1 0 0 0,0-1 1 0 0,1 1-1 0 0,-1-1 1 0 0,1 0-1 0 0,0 0-3 0 0,0-1 1 0 0,1 1-1 0 0,-1 0 1 0 0,1-1-1 0 0,-1 1 0 0 0,1 0 1 0 0,0 0-1 0 0,-1 0 1 0 0,1 0-1 0 0,2 0 0 0 0,6-3-25 0 0,0 1 0 0 0,0 0 0 0 0,13-1 0 0 0,142-11 783 0 0,-26 4-385 0 0,235-8-216 0 0,-372 19-227 0 0,214 7 55 0 0,-142-2 1 0 0,0-3 0 0 0,138-14 0 0 0,-180 6-56 0 0,35-10 0 0 0,-54 13 25 0 0,-1-2 1 0 0,0 1-1 0 0,-1-2 1 0 0,1 1-1 0 0,20-16 1 0 0,-10-4 86 0 0,-22 24-107 0 0,1 0 0 0 0,0 0 0 0 0,0 1 0 0 0,-1-1 0 0 0,1 0 0 0 0,-1 0 0 0 0,1 0 0 0 0,-1 0 0 0 0,1-1 0 0 0,-1 1 0 0 0,1 0 0 0 0,-1 0 0 0 0,0 0 0 0 0,0 0 0 0 0,0 0 0 0 0,0 0 0 0 0,0-1 0 0 0,0 1 0 0 0,0 0 0 0 0,0 0 0 0 0,0 0 0 0 0,0 0 0 0 0,0 0 0 0 0,-1 0 0 0 0,0-2 0 0 0,0 2-7 0 0,0 1-1 0 0,0 0 1 0 0,0-1 0 0 0,0 1 0 0 0,-1 0-1 0 0,1 0 1 0 0,0 0 0 0 0,0 0-1 0 0,-1 0 1 0 0,1 0 0 0 0,0 0-1 0 0,0 0 1 0 0,0 0 0 0 0,-1 0-1 0 0,1 1 1 0 0,0-1 0 0 0,0 1-1 0 0,0-1 1 0 0,0 1 0 0 0,-2 0-1 0 0,-22 11 12 0 0,20-8-11 0 0,1 0 1 0 0,-1-1-1 0 0,1 2 0 0 0,-1-1 1 0 0,1 0-1 0 0,1 1 0 0 0,-1 0 1 0 0,0 0-1 0 0,-2 5 0 0 0,-23 52 35 0 0,18-36-25 0 0,11-25 8 0 0,-1 1 1 0 0,0-1-1 0 0,0 1 1 0 0,1-1-1 0 0,-1 1 0 0 0,1-1 1 0 0,-1 1-1 0 0,1 0 0 0 0,0-1 1 0 0,-1 1-1 0 0,1 0 0 0 0,0-1 1 0 0,0 1-1 0 0,0 0 1 0 0,1-1-1 0 0,-1 1 0 0 0,0 0 1 0 0,1-1-1 0 0,-1 1 0 0 0,0-1 1 0 0,1 1-1 0 0,0-1 1 0 0,-1 1-1 0 0,1-1 0 0 0,0 1 1 0 0,0-1-1 0 0,0 1 0 0 0,0-1 1 0 0,0 0-1 0 0,0 0 0 0 0,0 1 1 0 0,1-1-1 0 0,-1 0 1 0 0,0 0-1 0 0,1 0 0 0 0,-1 0 1 0 0,1-1-1 0 0,-1 1 0 0 0,1 0 1 0 0,-1 0-1 0 0,1-1 0 0 0,-1 1 1 0 0,1-1-1 0 0,3 1 1 0 0,3 0 16 0 0,0 1 0 0 0,0-1 0 0 0,0-1 1 0 0,0 1-1 0 0,1-1 0 0 0,-1-1 1 0 0,0 0-1 0 0,9-1 0 0 0,-1-2-8 0 0,-1-1-1 0 0,0-1 0 0 0,0 0 0 0 0,0 0 1 0 0,-1-2-1 0 0,23-15 0 0 0,-33 20-15 0 0,-1-1 0 0 0,1 0 0 0 0,-1 0-1 0 0,0 0 1 0 0,0 0 0 0 0,-1-1 0 0 0,1 1-1 0 0,-1-1 1 0 0,0 0 0 0 0,0 1 0 0 0,0-1-1 0 0,-1 0 1 0 0,0 0 0 0 0,0 0 0 0 0,0-6-1 0 0,0 7-5 0 0,-1 0-1 0 0,0 1 0 0 0,0-1 1 0 0,-1 1-1 0 0,1-1 0 0 0,-1 0 1 0 0,0 1-1 0 0,-1-6 0 0 0,1 7-5 0 0,0 1 0 0 0,1-1-1 0 0,-1 1 1 0 0,0 0 0 0 0,0 0-1 0 0,0-1 1 0 0,0 1 0 0 0,0 0-1 0 0,0 0 1 0 0,0 0 0 0 0,-1 0-1 0 0,1 0 1 0 0,0 1-1 0 0,0-1 1 0 0,-1 0 0 0 0,1 0-1 0 0,0 1 1 0 0,-1-1 0 0 0,1 1-1 0 0,-1-1 1 0 0,1 1 0 0 0,-3-1-1 0 0,-3 0-1 0 0,1-1-1 0 0,0 0 1 0 0,0 0 0 0 0,0 0-1 0 0,-6-4 1 0 0,7 3-3 0 0,-1 0 0 0 0,1 1 0 0 0,-1 0 0 0 0,0 0 1 0 0,0 0-1 0 0,-9-1 0 0 0,7 3 3 0 0,1-1 0 0 0,-1 1 0 0 0,0 1 1 0 0,0-1-1 0 0,1 1 0 0 0,-1 0 0 0 0,1 1 0 0 0,-1 0 0 0 0,1 0 0 0 0,-1 1 0 0 0,1 0 0 0 0,0 0 1 0 0,0 1-1 0 0,1 0 0 0 0,-1 0 0 0 0,1 0 0 0 0,-10 9 0 0 0,11-7 8 0 0,1-1 1 0 0,-1 1-1 0 0,1 1 1 0 0,-3 5-1 0 0,6-10-2 0 0,0-1 1 0 0,0 1 0 0 0,1-1-1 0 0,-1 1 1 0 0,0 0-1 0 0,1-1 1 0 0,-1 1 0 0 0,1-1-1 0 0,0 1 1 0 0,-1 0-1 0 0,1 0 1 0 0,0-1 0 0 0,0 1-1 0 0,0 0 1 0 0,0-1-1 0 0,1 1 1 0 0,-1 0-1 0 0,0-1 1 0 0,1 1 0 0 0,-1 0-1 0 0,1-1 1 0 0,0 3-1 0 0,1-2-86 0 0,0 0-1 0 0,0-1 1 0 0,0 0-1 0 0,0 1 1 0 0,-1-1-1 0 0,2 0 0 0 0,-1 0 1 0 0,0 0-1 0 0,0 0 1 0 0,0 0-1 0 0,0-1 0 0 0,1 1 1 0 0,3 0-1 0 0,32 2-2571 0 0,-36-3 2504 0 0,19 0-2046 0 0,0-1-1357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4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557 47 3753 0 0,'0'0'1139'0'0,"0"-7"3131"0"0,-1-17-195 0 0,0 23-3990 0 0,0 0 0 0 0,0 0 0 0 0,0-1 0 0 0,0 1-1 0 0,0 0 1 0 0,0 0 0 0 0,0 0 0 0 0,-1 0 0 0 0,1 1-1 0 0,0-1 1 0 0,-1 0 0 0 0,1 0 0 0 0,-1 1 0 0 0,1-1-1 0 0,-1 1 1 0 0,1-1 0 0 0,-1 1 0 0 0,1 0 0 0 0,-1 0-1 0 0,-2 0 1 0 0,-37 0-144 0 0,30 1 170 0 0,-15 2-51 0 0,0 1 0 0 0,1 2 1 0 0,-49 16-1 0 0,-1 1 18 0 0,8-3 251 0 0,41-10 65 0 0,-30 5 0 0 0,53-15-378 0 0,1 1-1 0 0,-1-1 1 0 0,1 1 0 0 0,-1 0-1 0 0,1 0 1 0 0,-1 0-1 0 0,1 1 1 0 0,0-1 0 0 0,-1 1-1 0 0,1-1 1 0 0,0 1-1 0 0,0-1 1 0 0,0 1 0 0 0,0 0-1 0 0,1 0 1 0 0,-1 0-1 0 0,0 0 1 0 0,1 1 0 0 0,-1-1-1 0 0,1 0 1 0 0,0 1-1 0 0,0-1 1 0 0,0 0-1 0 0,-1 4 1 0 0,-1 0-11 0 0,-6 15 5 0 0,1 0-1 0 0,1 1 1 0 0,0 0 0 0 0,2 0 0 0 0,1 1 0 0 0,1 0-1 0 0,0-1 1 0 0,2 44 0 0 0,14 325-22 0 0,-5-206 83 0 0,0-82-10 0 0,3 0-1 0 0,42 165 1 0 0,-46-238-25 0 0,42 204 84 0 0,-42-170-52 0 0,-2-1 0 0 0,-6 108-1 0 0,-1-124 283 0 0,3 0 0 0 0,8 63 0 0 0,-7-99-389 0 0,5 51 143 0 0,18 63 0 0 0,-17-104 23 0 0,-7-18-101 0 0,0 0 0 0 0,1 0 0 0 0,-1 0 1 0 0,0 1-1 0 0,-1-1 0 0 0,1 0 0 0 0,-1 1 1 0 0,1 4-1 0 0,-1-8-22 0 0,0 0 0 0 0,0 1 0 0 0,0-1 0 0 0,0 0 0 0 0,0 0 0 0 0,0 1 0 0 0,0-1 0 0 0,0 0 1 0 0,0 0-1 0 0,0 1 0 0 0,0-1 0 0 0,0 0 0 0 0,0 0 0 0 0,0 0 0 0 0,0 1 0 0 0,0-1 0 0 0,1 0 0 0 0,-1 0 0 0 0,0 1 0 0 0,0-1 0 0 0,0 0 1 0 0,0 0-1 0 0,1 0 0 0 0,-1 1 0 0 0,0-1 0 0 0,0 0 0 0 0,0 0 0 0 0,1 0 0 0 0,-1 0 0 0 0,0 0 0 0 0,0 0 0 0 0,0 1 0 0 0,1-1 1 0 0,-1 0-1 0 0,0 0 0 0 0,0 0 0 0 0,1 0 0 0 0,-1 0 0 0 0,0 0 0 0 0,0 0 0 0 0,1 0 0 0 0,-1 0 0 0 0,0 0 0 0 0,0 0 0 0 0,1 0 1 0 0,-1 0-1 0 0,0 0 0 0 0,0 0 0 0 0,1 0 0 0 0,-1-1 0 0 0,0 1 0 0 0,1 0-19 0 0,0 0-6 0 0,0-13 55 0 0,0 11-29 0 0,-1 1 0 0 0,0-1 0 0 0,1 1 0 0 0,-1 0 0 0 0,0-1 0 0 0,0 1 0 0 0,0-1 0 0 0,0 1 0 0 0,0-1 0 0 0,0 1 0 0 0,-1-1 0 0 0,1 1 1 0 0,0-1-1 0 0,-1 1 0 0 0,1-1 0 0 0,-1 1 0 0 0,0 0 0 0 0,1-1 0 0 0,-1 1 0 0 0,0 0 0 0 0,-1-3 0 0 0,-3 1-16 0 0,3 7-14 0 0,-1 10-2 0 0,2-8 708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0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75 261 2048 0 0,'0'0'-136'0'0,"-8"-15"2776"0"0,-2-28-925 0 0,3 0 0 0 0,2 0 0 0 0,0-71 0 0 0,5 114-1699 0 0,-1 0 0 0 0,1 0 0 0 0,0 1 0 0 0,0-1 0 0 0,0 0 0 0 0,0 0 0 0 0,0 0 0 0 0,0 1 0 0 0,-1-1 1 0 0,1 0-1 0 0,0 0 0 0 0,0 0 0 0 0,0 0 0 0 0,-1 0 0 0 0,1 1 0 0 0,0-1 0 0 0,0 0 0 0 0,0 0 0 0 0,-1 0 0 0 0,1 0 0 0 0,0 0 1 0 0,0 0-1 0 0,-1 0 0 0 0,1 0 0 0 0,0 0 0 0 0,0 0 0 0 0,0 0 0 0 0,-1 0 0 0 0,1 0 0 0 0,0 0 0 0 0,0 0 0 0 0,-1 0 0 0 0,1 0 1 0 0,0 0-1 0 0,0 0 0 0 0,-1 0 0 0 0,1 0 0 0 0,0 0 0 0 0,0 0 0 0 0,0-1 0 0 0,-1 1 0 0 0,1 0 0 0 0,0 0 0 0 0,0 0 0 0 0,0 0 0 0 0,0 0 1 0 0,-1-1-1 0 0,1 1 0 0 0,0 0 0 0 0,0 0 0 0 0,0 0 0 0 0,0-1 0 0 0,0 1 0 0 0,-1 0 0 0 0,1 0 0 0 0,0-1 0 0 0,0 1 0 0 0,0 0 1 0 0,0 0-1 0 0,0 0 0 0 0,0-1 0 0 0,0 1 0 0 0,0 0 0 0 0,0 0 0 0 0,0-1 0 0 0,-12 17 380 0 0,7 3-278 0 0,1 0-1 0 0,1 1 1 0 0,0-1 0 0 0,2 1-1 0 0,0 0 1 0 0,4 36-1 0 0,-2-2-62 0 0,9 216 56 0 0,-3-30 108 0 0,-8-183-208 0 0,3-22-7 0 0,8 47 0 0 0,-1-10 2 0 0,20 441 56 0 0,-9-131 526 0 0,-1-101-451 0 0,-27-8-56 0 0,1 34-3 0 0,7-223-96 0 0,5 5 518 0 0,23 134 0 0 0,-22-183-519 0 0,-5-31-204 0 0,4 14 635 0 0,2-10-3779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0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33 417 2545 0 0,'-22'19'5369'0'0,"11"-6"-1868"0"0,22-26-1851 0 0,32-40-1450 0 0,-31 39-181 0 0,0 0-1 0 0,-1 0 1 0 0,-1-1-1 0 0,12-22 1 0 0,-9 10 2 0 0,0-2 1 0 0,-2 1 0 0 0,8-34-1 0 0,-15 47-15 0 0,1 0 1 0 0,7-14-1 0 0,7-22 199 0 0,-8 30 161 0 0,-11 20-354 0 0,0 1 0 0 0,0-1 0 0 0,1 0-1 0 0,-1 1 1 0 0,0-1 0 0 0,0 1 0 0 0,1-1 0 0 0,-1 1 0 0 0,0-1 0 0 0,1 1 0 0 0,-1-1 0 0 0,1 1 0 0 0,-1-1 0 0 0,0 1 0 0 0,1 0-1 0 0,-1-1 1 0 0,1 1 0 0 0,-1 0 0 0 0,1-1 0 0 0,0 1 0 0 0,-1 0 0 0 0,1 0 0 0 0,-1-1 0 0 0,1 1 0 0 0,-1 0 0 0 0,1 0-1 0 0,0 0 1 0 0,-1 0 0 0 0,1 0 0 0 0,-1 0 0 0 0,2 0 0 0 0,-1 1-8 0 0,-1 0 0 0 0,1 0 0 0 0,-1 0 0 0 0,1 1 0 0 0,-1-1 1 0 0,1 0-1 0 0,-1 1 0 0 0,0-1 0 0 0,1 0 0 0 0,-1 1 0 0 0,0-1 0 0 0,0 0 0 0 0,0 1 0 0 0,-1 1 0 0 0,2 2 12 0 0,4 39 109 0 0,23 126 767 0 0,-23-148-734 0 0,1-1-1 0 0,1 0 0 0 0,2 0 0 0 0,0-1 1 0 0,20 34-1 0 0,-25-49-126 0 0,0 1 0 0 0,1-1-1 0 0,-1-1 1 0 0,1 1 0 0 0,0-1 0 0 0,0 1 0 0 0,1-2-1 0 0,-1 1 1 0 0,1 0 0 0 0,0-1 0 0 0,0 0 0 0 0,0-1 0 0 0,0 1-1 0 0,7 1 1 0 0,1 1 40 0 0,-11-4-289 0 0,1 1 1 0 0,-1-1-1 0 0,0 1 0 0 0,0 0 0 0 0,0 0 0 0 0,0 0 1 0 0,0 0-1 0 0,3 4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3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649 26 976 0 0,'0'0'7945'0'0,"-22"-5"-5360"0"0,10 3-2395 0 0,-1 1-1 0 0,0 1 0 0 0,1 0 0 0 0,-1 1 0 0 0,0 1 0 0 0,1-1 0 0 0,0 2 0 0 0,-1 0 0 0 0,-17 7 0 0 0,-1 2 274 0 0,2 1 1 0 0,-44 28-1 0 0,51-28-300 0 0,13-7-103 0 0,0 0 1 0 0,-1-1-1 0 0,-16 8 0 0 0,18-10-22 0 0,0 1-1 0 0,1 1 1 0 0,-1-1 0 0 0,1 1-1 0 0,0 1 1 0 0,1-1-1 0 0,-1 1 1 0 0,1 1 0 0 0,-9 11-1 0 0,-27 24 239 0 0,30-32-235 0 0,0 1 0 0 0,1 1 0 0 0,1 0 0 0 0,0 0-1 0 0,0 1 1 0 0,1 0 0 0 0,1 1 0 0 0,1 0 0 0 0,-10 21-1 0 0,10-11 10 0 0,6-19-43 0 0,0-1 0 0 0,0 0 0 0 0,-1 1-1 0 0,1-1 1 0 0,-1 0 0 0 0,-3 5 0 0 0,1-2-2 0 0,0 1 0 0 0,1 0 0 0 0,-1 0 0 0 0,1 0 1 0 0,1 0-1 0 0,0 1 0 0 0,0-1 0 0 0,0 1 0 0 0,1-1 0 0 0,1 1 0 0 0,-1 0 1 0 0,2-1-1 0 0,-1 1 0 0 0,1 0 0 0 0,0-1 0 0 0,5 17 0 0 0,4 8 50 0 0,1-1-1 0 0,2-1 1 0 0,18 32 0 0 0,-7-14 11 0 0,1 1 107 0 0,53 80 1 0 0,-65-109-107 0 0,-9-14-53 0 0,0 0 1 0 0,1-1-1 0 0,0 1 0 0 0,9 8 0 0 0,13 9 56 0 0,0-2 0 0 0,2-1 0 0 0,0-1 0 0 0,1-1 0 0 0,1-2-1 0 0,1-1 1 0 0,46 16 0 0 0,-21-18 4 0 0,-44-11-39 0 0,0 0-1 0 0,-1 1 0 0 0,1 0 0 0 0,16 8 1 0 0,-16-7-22 0 0,-1 0 1 0 0,1 0 0 0 0,0-2 0 0 0,0 1 0 0 0,0-2 0 0 0,0 0-1 0 0,0 0 1 0 0,1-1 0 0 0,-1-1 0 0 0,0 0 0 0 0,1-1 0 0 0,-1 0-1 0 0,0-1 1 0 0,21-6 0 0 0,-3-1-2 0 0,-1-1-1 0 0,0-1 1 0 0,-1-1 0 0 0,-1-2-1 0 0,31-20 1 0 0,-42 24 22 0 0,-4 3-39 0 0,-1-1 0 0 0,0 0 0 0 0,0-1 0 0 0,-1 0 0 0 0,0 0 0 0 0,15-18 0 0 0,-3-1 43 0 0,-11 15-24 0 0,-1-1 1 0 0,-1 0 0 0 0,16-26 0 0 0,20-38 20 0 0,-36 64-34 0 0,0-1 0 0 0,-1 0 0 0 0,-1 0 0 0 0,0-1 1 0 0,-1 0-1 0 0,-1 0 0 0 0,0-1 0 0 0,3-20 0 0 0,-7 29 7 0 0,0 0 0 0 0,1 0 0 0 0,0 1 0 0 0,6-15 0 0 0,-4 13-4 0 0,-1 1-1 0 0,-1-1 1 0 0,5-17 0 0 0,-6 15 4 0 0,0-1 0 0 0,-2 1 0 0 0,1-1 0 0 0,-1 0 0 0 0,-1 1 0 0 0,0-1 0 0 0,-1 0 0 0 0,0 1 0 0 0,-7-22 1 0 0,1 12 5 0 0,-1 0 1 0 0,-1 0 0 0 0,-1 0 0 0 0,-13-19 0 0 0,-4-18 3 0 0,-13 2-40 0 0,-76-78 0 0 0,105 122 22 0 0,0 1 0 0 0,-1 0-1 0 0,-1 1 1 0 0,0 0 0 0 0,0 1-1 0 0,-1 1 1 0 0,0 0 0 0 0,0 1 0 0 0,-1 0-1 0 0,0 2 1 0 0,0 0 0 0 0,-18-4-1 0 0,25 7 0 0 0,0-1 0 0 0,0 0-1 0 0,-14-7 1 0 0,15 6 0 0 0,0 1 0 0 0,0-1 1 0 0,0 2-1 0 0,-17-5 0 0 0,-5 4-1 0 0,-1 1 0 0 0,1 2 0 0 0,-1 1 0 0 0,1 1 1 0 0,0 2-1 0 0,0 0 0 0 0,0 2 0 0 0,0 2 0 0 0,1 1 0 0 0,0 1 0 0 0,-35 17 0 0 0,35-15-18 0 0,23-10 16 0 0,0 1 1 0 0,0-1-1 0 0,1 1 0 0 0,-1 0 1 0 0,1 0-1 0 0,0 0 1 0 0,-9 8-1 0 0,-136 136-922 0 0,145-143 566 0 0,1 0 0 0 0,-1 1 0 0 0,1-1 0 0 0,1 1 0 0 0,-1 0 0 0 0,1 0 1 0 0,-1 0-1 0 0,2 0 0 0 0,-1 1 0 0 0,0-1 0 0 0,1 1 0 0 0,0-1 0 0 0,0 1 0 0 0,-1 8 0 0 0,1 6-3233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3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68 7122 0 0,'-14'-23'2960'0'0,"11"15"-2447"0"0,2 5-127 0 0,-1-1 0 0 0,0 0 0 0 0,1 1 0 0 0,-1-1 0 0 0,-1 1 1 0 0,1-1-1 0 0,0 1 0 0 0,-6-6 0 0 0,7 9-357 0 0,1 0 1 0 0,-1 0-1 0 0,1 0 0 0 0,0 1 1 0 0,-1-1-1 0 0,1 0 1 0 0,0 0-1 0 0,-1 0 1 0 0,1 0-1 0 0,0 0 0 0 0,-1 0 1 0 0,1 1-1 0 0,0-1 1 0 0,-1 0-1 0 0,1 0 1 0 0,0 0-1 0 0,-1 1 0 0 0,1-1 1 0 0,0 0-1 0 0,0 1 1 0 0,0-1-1 0 0,-1 0 1 0 0,1 0-1 0 0,0 1 0 0 0,0-1 1 0 0,0 0-1 0 0,-1 1 1 0 0,1-1-1 0 0,0 0 1 0 0,0 1-1 0 0,0-1 0 0 0,0 0 1 0 0,0 1-1 0 0,0-1 1 0 0,0 1-1 0 0,0-1 1 0 0,0 0-1 0 0,0 1 0 0 0,0-1 1 0 0,-2 19-14 0 0,2-17 44 0 0,-5 72 129 0 0,3 0-1 0 0,10 88 1 0 0,-5-104-112 0 0,6 37 203 0 0,-1-12-962 0 0,-6-28-4565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4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32 7362 0 0,'0'0'174'0'0,"-3"-32"7331"0"0,4 33-7465 0 0,-1-1 0 0 0,1 0 0 0 0,-1 0 0 0 0,1 0 0 0 0,-1 0 0 0 0,1 1 0 0 0,-1-1 0 0 0,1 0 0 0 0,-1 1 0 0 0,0-1 0 0 0,1 0 0 0 0,-1 1 0 0 0,1-1 0 0 0,-1 0 0 0 0,0 1 0 0 0,1-1 0 0 0,-1 1 0 0 0,0-1 0 0 0,0 1 0 0 0,1-1 0 0 0,-1 1 0 0 0,0 0 0 0 0,15 34 108 0 0,-1 1 0 0 0,17 75 1 0 0,-21-69 22 0 0,2 0 0 0 0,20 46 1 0 0,-31-85-173 0 0,2 3 108 0 0,0 0-1 0 0,0 0 1 0 0,0 0 0 0 0,7 8-1 0 0,-9-13-89 0 0,-1-1-1 0 0,1 1 0 0 0,-1 0 0 0 0,1 0 1 0 0,0-1-1 0 0,0 1 0 0 0,-1 0 1 0 0,1-1-1 0 0,0 1 0 0 0,0-1 0 0 0,0 1 1 0 0,-1-1-1 0 0,1 1 0 0 0,0-1 1 0 0,0 1-1 0 0,0-1 0 0 0,0 0 1 0 0,0 0-1 0 0,0 0 0 0 0,0 1 0 0 0,0-1 1 0 0,0 0-1 0 0,0 0 0 0 0,0 0 1 0 0,0 0-1 0 0,0-1 0 0 0,0 1 0 0 0,0 0 1 0 0,0 0-1 0 0,0 0 0 0 0,0-1 1 0 0,0 1-1 0 0,0-1 0 0 0,0 1 0 0 0,-1-1 1 0 0,1 1-1 0 0,0-1 0 0 0,0 1 1 0 0,1-2-1 0 0,0-1-6 0 0,1 0-1 0 0,-1-1 1 0 0,0 1 0 0 0,0-1-1 0 0,0 0 1 0 0,0 1 0 0 0,-1-1-1 0 0,1 0 1 0 0,1-7 0 0 0,0-1 16 0 0,16-36 46 0 0,34-66 0 0 0,-36 86-58 0 0,4-9-2 0 0,-18 33-93 0 0,0 0 1 0 0,0 0-1 0 0,0 0 0 0 0,0 0 0 0 0,1 0 1 0 0,4-3-1 0 0,-2 1-2206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618 42 3881 0 0,'-22'-22'4218'0'0,"17"17"-3487"0"0,-12-9 1894 0 0,16 13-2587 0 0,1 1 0 0 0,-1 0 0 0 0,1 0 1 0 0,-1 0-1 0 0,1 0 0 0 0,-1 0 0 0 0,1 1 1 0 0,-1-1-1 0 0,1 0 0 0 0,-1 0 0 0 0,1 0 1 0 0,-1 0-1 0 0,1 0 0 0 0,-1 1 0 0 0,1-1 1 0 0,-1 0-1 0 0,1 0 0 0 0,0 1 0 0 0,-1-1 1 0 0,1 0-1 0 0,-1 1 0 0 0,1-1 1 0 0,0 1-1 0 0,-1-1 0 0 0,1 0 0 0 0,0 1 1 0 0,-1-1-1 0 0,1 1 0 0 0,0-1 0 0 0,0 1 1 0 0,0-1-1 0 0,-1 1 0 0 0,1-1 0 0 0,0 1 1 0 0,0-1-1 0 0,0 1 0 0 0,0-1 0 0 0,0 1 1 0 0,0-1-1 0 0,0 1 0 0 0,0 0 0 0 0,-6 26 204 0 0,2 0 0 0 0,1 1-1 0 0,1-1 1 0 0,1 1 0 0 0,5 43-1 0 0,29 140-204 0 0,-9-72 77 0 0,21 375 45 0 0,-40-425-166 0 0,2 168 98 0 0,-7-212-38 0 0,0 14 84 0 0,-7 63 1 0 0,-4-16 691 0 0,8-88-771 0 0,2-10-38 0 0,0-1-1 0 0,-1 1 1 0 0,0-1 0 0 0,0 0-1 0 0,-4 8 1 0 0,2-6 230 0 0,1-4 436 0 0,-11-5-604 0 0,-212 17 76 0 0,98-5-94 0 0,34 2 159 0 0,62-9 56 0 0,-61 4 0 0 0,92-9-277 0 0,-1 0 1 0 0,1 0 0 0 0,0 0 0 0 0,-1 1 0 0 0,1-1 0 0 0,0 0 0 0 0,-1 1 0 0 0,1-1 0 0 0,0 1-1 0 0,0 0 1 0 0,0-1 0 0 0,-1 1 0 0 0,1 0 0 0 0,0-1 0 0 0,0 1 0 0 0,0 0 0 0 0,0 0 0 0 0,0 0-1 0 0,1 0 1 0 0,-1 0 0 0 0,0 0 0 0 0,0 0 0 0 0,1 1 0 0 0,-1-1 0 0 0,0 0 0 0 0,1 0 0 0 0,-1 1-1 0 0,1-1 1 0 0,0 0 0 0 0,-1 0 0 0 0,1 1 0 0 0,0 1 0 0 0,-1 7 8 0 0,0-1 1 0 0,0 1 0 0 0,2 16-1 0 0,0-8-30 0 0,6 361 67 0 0,8-244-68 0 0,-3-45 179 0 0,-12-88-142 0 0,0 0 0 0 0,0 0 0 0 0,0 0 0 0 0,1 0 0 0 0,-1-1 0 0 0,1 1 0 0 0,-1 0 1 0 0,1 0-1 0 0,-1-1 0 0 0,1 1 0 0 0,0 0 0 0 0,0-1 0 0 0,0 1 0 0 0,0-1 0 0 0,0 1 0 0 0,0-1 0 0 0,1 0 0 0 0,-1 1 0 0 0,0-1 0 0 0,1 0 0 0 0,-1 0 1 0 0,1 0-1 0 0,-1 0 0 0 0,1 0 0 0 0,0 0 0 0 0,-1 0 0 0 0,1 0 0 0 0,0-1 0 0 0,-1 1 0 0 0,1-1 0 0 0,0 1 0 0 0,0-1 0 0 0,0 0 0 0 0,3 0 0 0 0,6 1 2 0 0,0-1 0 0 0,0 0 0 0 0,-1-1 0 0 0,1 0 0 0 0,0-1 0 0 0,0 0 0 0 0,0 0 0 0 0,-1-2-1 0 0,1 1 1 0 0,12-7 0 0 0,-4 3 17 0 0,31-8 0 0 0,-36 14-26 0 0,4-2-891 0 0,-7-4-3995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7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54 6209 0 0,'-4'-26'3633'0'0,"3"23"-3319"0"0,-3-22 3994 0 0,4 40-4150 0 0,16 679 1250 0 0,-15-555-2481 0 0,1-133-1415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8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12 110 392 0 0,'0'0'840'0'0,"-11"-26"9801"0"0,35 24-10204 0 0,0 0 0 0 0,1-2 0 0 0,-1-1 1 0 0,-1-1-1 0 0,28-11 0 0 0,-25 8-332 0 0,0 2-1 0 0,1 0 1 0 0,48-5 0 0 0,46 15 86 0 0,-35 1 100 0 0,-85-5-280 0 0,1 1 1 0 0,0 0-1 0 0,0 0 1 0 0,0-1-1 0 0,-1 1 1 0 0,1 0-1 0 0,0-1 1 0 0,0 0-1 0 0,-1 1 1 0 0,1-1-1 0 0,-1 0 1 0 0,1 0-1 0 0,-1 0 0 0 0,3-2 1 0 0,9-6 32 0 0,-12 9-28 0 0,0 0 17 0 0,-6 25 487 0 0,-8 80-218 0 0,0 133-1 0 0,12 223 199 0 0,5-323 78 0 0,0-54-1673 0 0,-3-29-2706 0 0,-1-51 1372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31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293 418 1752 0 0,'0'0'398'0'0,"-21"-3"2818"0"0,1 3-2270 0 0,0 1-1 0 0,0 0 0 0 0,0 2 0 0 0,0 0 0 0 0,1 1 0 0 0,-1 1 0 0 0,-33 14 0 0 0,44-17-439 0 0,0 0 0 0 0,-1-1-1 0 0,1 0 1 0 0,0 0 0 0 0,-1-1 0 0 0,-10-1 0 0 0,16 1-269 0 0,61-12-206 0 0,-19 4-24 0 0,0 1 0 0 0,1 2 0 0 0,-1 2 0 0 0,52 1 1 0 0,339 13 10 0 0,-61-8 672 0 0,-359-3-675 0 0,0 0 1 0 0,0-1-1 0 0,0-1 1 0 0,10-3-1 0 0,-15 5 2 0 0,-1-1-1 0 0,1-1 1 0 0,-1 1-1 0 0,0 0 1 0 0,0-1-1 0 0,0 0 1 0 0,1 1-1 0 0,-2-1 1 0 0,1 0-1 0 0,0-1 0 0 0,0 1 1 0 0,-1 0-1 0 0,4-4 1 0 0,-5 2-5 0 0,0 1-1 0 0,0-1 1 0 0,0 1 0 0 0,0-1 0 0 0,-1 0-1 0 0,1 1 1 0 0,-1-8 0 0 0,1-5-4 0 0,14-103 73 0 0,-9 55-78 0 0,19-79 0 0 0,-17 124-57 0 0,-2 17 67 0 0,-2 13 38 0 0,27 165-34 0 0,-21-136-14 0 0,1 0-1 0 0,22 52 1 0 0,0-4 32 0 0,15 30 29 0 0,-47-116-47 0 0,0 0 1 0 0,1 0-1 0 0,-1 0 0 0 0,1 0 1 0 0,-1 0-1 0 0,1 0 1 0 0,0 0-1 0 0,0 0 1 0 0,0-1-1 0 0,0 1 1 0 0,0-1-1 0 0,0 1 1 0 0,0-1-1 0 0,1 0 1 0 0,3 2-1 0 0,-5-3-9 0 0,1 0-1 0 0,-1 1 1 0 0,0-1-1 0 0,0 0 1 0 0,1 0 0 0 0,-1 0-1 0 0,0 0 1 0 0,0 0-1 0 0,0 0 1 0 0,1 0-1 0 0,-1-1 1 0 0,0 1-1 0 0,0 0 1 0 0,0-1-1 0 0,1 1 1 0 0,-1-1-1 0 0,0 1 1 0 0,0-1-1 0 0,0 0 1 0 0,0 1-1 0 0,0-1 1 0 0,0 0 0 0 0,0 0-1 0 0,0 1 1 0 0,-1-1-1 0 0,1 0 1 0 0,0 0-1 0 0,0 0 1 0 0,-1 0-1 0 0,1 0 1 0 0,-1 0-1 0 0,1-1 1 0 0,-1 1-1 0 0,1 0 1 0 0,0-2-1 0 0,11-35 5 0 0,-2-1-1 0 0,-2-1 0 0 0,6-66 1 0 0,-6 44 17 0 0,-1-8 4 0 0,-3 35-34 0 0,0-1 0 0 0,15-51-1 0 0,-19 84-1 0 0,1 1-1 0 0,0 0 1 0 0,0 0-1 0 0,0 0 1 0 0,1 0-1 0 0,-1 0 1 0 0,0 0-1 0 0,1 1 1 0 0,-1-1-1 0 0,1 0 1 0 0,2-2-1 0 0,-3 3 2 0 0,0 1 1 0 0,0-1-1 0 0,0 0 1 0 0,0 1-1 0 0,0-1 0 0 0,0 1 1 0 0,0-1-1 0 0,1 1 0 0 0,-1 0 1 0 0,0-1-1 0 0,0 1 1 0 0,0 0-1 0 0,0 0 0 0 0,0 0 1 0 0,1 0-1 0 0,-1 0 1 0 0,0 0-1 0 0,0 0 0 0 0,0 0 1 0 0,0 0-1 0 0,0 0 0 0 0,1 1 1 0 0,-1-1-1 0 0,1 1 1 0 0,0 1 1 0 0,-1 0 0 0 0,1 0 0 0 0,-1 0 0 0 0,0 0 0 0 0,0 0 0 0 0,1 1 0 0 0,-2-1 0 0 0,1 0 0 0 0,0 1 0 0 0,0-1 0 0 0,-1 1 0 0 0,1-1 0 0 0,-1 1 0 0 0,0-1 0 0 0,0 5 0 0 0,1 2 1 0 0,20 151 25 0 0,22 117 35 0 0,-40-267-41 0 0,-1 0 1 0 0,1-1-1 0 0,1 1 1 0 0,0-1-1 0 0,0 1 1 0 0,1-1 0 0 0,0 0-1 0 0,1-1 1 0 0,0 0-1 0 0,0 1 1 0 0,11 9-1 0 0,-15-16-5 0 0,1 0-1 0 0,0 0 0 0 0,0 0 0 0 0,0 0 0 0 0,0-1 0 0 0,0 1 1 0 0,0-1-1 0 0,1 0 0 0 0,-1 0 0 0 0,0 0 0 0 0,7 1 0 0 0,-8-2-10 0 0,-1 0 0 0 0,1-1-1 0 0,-1 1 1 0 0,1 0 0 0 0,-1 0-1 0 0,1-1 1 0 0,-1 1 0 0 0,1-1-1 0 0,-1 1 1 0 0,1-1 0 0 0,-1 1-1 0 0,0-1 1 0 0,1 0 0 0 0,-1 0-1 0 0,0 0 1 0 0,0 0 0 0 0,1 0-1 0 0,-1 0 1 0 0,0 0 0 0 0,0 0-1 0 0,0 0 1 0 0,0 0 0 0 0,0-1-1 0 0,-1 1 1 0 0,1 0 0 0 0,0-1-1 0 0,-1 1 1 0 0,1 0 0 0 0,0-3-1 0 0,9-28 13 0 0,9-63-1 0 0,-3 15-23 0 0,-3 6 18 0 0,-9 48 1 0 0,1-1 1 0 0,17-48-1 0 0,-21 71-11 0 0,2 0 0 0 0,-1 0 0 0 0,0-1 0 0 0,1 2 0 0 0,5-8-1 0 0,-7 10-2 0 0,-1 0 0 0 0,1 0-1 0 0,0 0 1 0 0,0 1-1 0 0,0-1 1 0 0,0 0-1 0 0,0 0 1 0 0,0 0-1 0 0,0 1 1 0 0,0-1-1 0 0,0 1 1 0 0,0-1-1 0 0,0 1 1 0 0,1-1-1 0 0,-1 1 1 0 0,0 0-1 0 0,0-1 1 0 0,1 1-1 0 0,-1 0 1 0 0,0 0-1 0 0,0 0 1 0 0,1 0-1 0 0,-1 0 1 0 0,2 0-1 0 0,-2 1 4 0 0,-1 0 1 0 0,1 0-1 0 0,0 0 0 0 0,-1 0 1 0 0,1 0-1 0 0,0 0 0 0 0,-1 0 0 0 0,1 0 1 0 0,-1 0-1 0 0,1 0 0 0 0,-1 0 0 0 0,0 0 1 0 0,1 0-1 0 0,-1 1 0 0 0,0-1 1 0 0,0 0-1 0 0,0 0 0 0 0,0 2 0 0 0,3 11 14 0 0,55 112 6 0 0,-52-111-7 0 0,8 20 6 0 0,29 53 1 0 0,-40-85-18 0 0,1 0 0 0 0,0 0 1 0 0,-1 0-1 0 0,1-1 0 0 0,0 1 1 0 0,0-1-1 0 0,1 0 0 0 0,-1 0 1 0 0,0-1-1 0 0,1 0 0 0 0,4 2 1 0 0,11 0 4 0 0,-1-1-1 0 0,0 0 1 0 0,0-2 0 0 0,1 0 0 0 0,21-4 0 0 0,26 1-10 0 0,142-11-79 0 0,-150 8 116 0 0,0 0-38 0 0,-31 2 12 0 0,1 1 0 0 0,0 1 1 0 0,0 1-1 0 0,-1 2 0 0 0,35 5 1 0 0,-8 8-1 0 0,-40-9-5 0 0,1-1 1 0 0,1 0-1 0 0,-1-1 1 0 0,26 1-1 0 0,-2-6 5 0 0,-1-2 0 0 0,0-1 0 0 0,71-20 0 0 0,-84 20-7 0 0,0 1-1 0 0,50-1 1 0 0,8 0 25 0 0,-31 1-17 0 0,79 4-1 0 0,-48 2 2 0 0,74-2 89 0 0,-153 2-1128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34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142 550 2016 0 0,'-1'-5'402'0'0,"0"0"-1"0"0,-1-1 0 0 0,1 1 0 0 0,-1 0 0 0 0,0 0 0 0 0,-4-6 0 0 0,0-3 414 0 0,2 5-148 0 0,0-1 0 0 0,1 1 1 0 0,0-1-1 0 0,1 0 0 0 0,0 0 1 0 0,-1-19-1 0 0,1 16 548 0 0,-4 16-299 0 0,-4 21-506 0 0,-7 56 90 0 0,4 1 1 0 0,-3 108-1 0 0,12-140-233 0 0,4-9-68 0 0,1-30-113 0 0,-1 0-1 0 0,-1 0 1 0 0,1 0 0 0 0,-3 11 0 0 0,3-21-79 0 0,0 1 0 0 0,0-1 1 0 0,0 0-1 0 0,0 0 0 0 0,0 0 0 0 0,0 0 0 0 0,0 1 0 0 0,0-1 0 0 0,0 0 0 0 0,0 0 1 0 0,0 0-1 0 0,0 1 0 0 0,0-1 0 0 0,0 0 0 0 0,0 0 0 0 0,0 0 0 0 0,0 1 0 0 0,0-1 1 0 0,-1 0-1 0 0,1 0 0 0 0,0 0 0 0 0,0 0 0 0 0,0 1 0 0 0,0-1 0 0 0,0 0 0 0 0,0 0 1 0 0,0 0-1 0 0,-1 0 0 0 0,1 0 0 0 0,0 0 0 0 0,0 1 0 0 0,0-1 0 0 0,0 0 0 0 0,-1 0 0 0 0,1 0 1 0 0,0 0-1 0 0,0 0 0 0 0,0 0 0 0 0,0 0 0 0 0,-1 0 0 0 0,1 0 0 0 0,0 0 0 0 0,0 0 1 0 0,0 0-1 0 0,-1 0 0 0 0,1 0 0 0 0,0 0 0 0 0,0 0 0 0 0,0 0 0 0 0,-1 0 0 0 0,1 0 1 0 0,0 0-1 0 0,0 0 0 0 0,0 0 0 0 0,-1 0 0 0 0,-4-14 166 0 0,-4-66-107 0 0,4 0-1 0 0,3 0 0 0 0,3 0 1 0 0,15-96-1 0 0,-12 142-55 0 0,1 1 0 0 0,1 0 0 0 0,2 1 1 0 0,2-1-1 0 0,1 2 0 0 0,17-36 0 0 0,-18 44-11 0 0,-9 19 2 0 0,1 0 1 0 0,-1 0-1 0 0,1 0 1 0 0,0 0-1 0 0,0 1 1 0 0,1-1-1 0 0,3-4 0 0 0,10-10 35 0 0,-12 13-31 0 0,0-1 0 0 0,1 1 0 0 0,0 0 0 0 0,0 1 0 0 0,0-1 0 0 0,0 1 0 0 0,1 0 0 0 0,7-4-1 0 0,5-1 14 0 0,-11 5 2 0 0,0 0 0 0 0,0 1 0 0 0,0 0 0 0 0,0 0 0 0 0,9-1 0 0 0,-15 3-16 0 0,0 1 0 0 0,1 0 0 0 0,-1 0 0 0 0,0 0 0 0 0,1 0 0 0 0,-1 0 0 0 0,0 0-1 0 0,1 0 1 0 0,-1 0 0 0 0,0 0 0 0 0,1 1 0 0 0,-1-1 0 0 0,0 1 0 0 0,0-1 0 0 0,1 1 0 0 0,-1-1 0 0 0,0 1 0 0 0,0-1 0 0 0,0 1 0 0 0,0 0-1 0 0,0 0 1 0 0,0 0 0 0 0,0 0 0 0 0,0 0 0 0 0,0 0 0 0 0,0 0 0 0 0,0 0 0 0 0,0 0 0 0 0,-1 0 0 0 0,1 0 0 0 0,-1 0 0 0 0,1 1-1 0 0,0-1 1 0 0,-1 0 0 0 0,1 3 0 0 0,5 18 37 0 0,-1 0 0 0 0,-1 1-1 0 0,1 26 1 0 0,-4-42-38 0 0,0 1 0 0 0,1-1 0 0 0,0 0 0 0 0,0 1 0 0 0,0-1 0 0 0,4 7 0 0 0,-2-6 7 0 0,-1 0 0 0 0,0 0 0 0 0,-1 1 0 0 0,2 10 0 0 0,-3-6 3 0 0,0-1 0 0 0,-1 1 0 0 0,-1 0 1 0 0,0 0-1 0 0,-1-1 0 0 0,0 1 0 0 0,0-1 1 0 0,-2 1-1 0 0,0-1 0 0 0,0 0 0 0 0,-1 0 0 0 0,0-1 1 0 0,-13 21-1 0 0,15-27-3 0 0,-1 0 0 0 0,1 0 0 0 0,-1 0 0 0 0,0 0 0 0 0,0-1 1 0 0,0 0-1 0 0,-1 0 0 0 0,1 0 0 0 0,-1 0 0 0 0,0-1 0 0 0,0 1 0 0 0,0-1 0 0 0,-8 3 0 0 0,-58 32 160 0 0,71-38-170 0 0,0 1 0 0 0,1-1 1 0 0,-1 1-1 0 0,0-1 0 0 0,0 1 1 0 0,1-1-1 0 0,-1 1 0 0 0,0-1 1 0 0,1 1-1 0 0,-1-1 0 0 0,1 1 1 0 0,-1-1-1 0 0,0 0 0 0 0,1 1 1 0 0,-1-1-1 0 0,1 1 0 0 0,-1-1 0 0 0,1 0 1 0 0,-1 0-1 0 0,1 1 0 0 0,-1-1 1 0 0,1 0-1 0 0,0 0 0 0 0,-1 0 1 0 0,1 1-1 0 0,18 8 13 0 0,-19-9-13 0 0,96 40-51 0 0,-65-29 90 0 0,-1 1 1 0 0,0 2-1 0 0,54 35 1 0 0,-81-47-35 0 0,0 0 1 0 0,0 0-1 0 0,0 1 1 0 0,-1-1-1 0 0,1 1 1 0 0,-1-1-1 0 0,1 1 1 0 0,-1 0-1 0 0,0 0 1 0 0,0 0-1 0 0,-1 0 1 0 0,1 1-1 0 0,-1-1 1 0 0,1 0-1 0 0,0 7 1 0 0,9 9 3 0 0,-3-7-3166 0 0,-6-9 343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35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51 4961 0 0,'0'0'2350'0'0,"-20"-5"2407"0"0,23 93-3173 0 0,-1-53-1222 0 0,-1 1 0 0 0,-6 50 0 0 0,4-72-273 0 0,-21 186 1452 0 0,21-151-945 0 0,6-39-495 0 0,-5-10-97 0 0,1 0-1 0 0,-1 0 0 0 0,0 0 0 0 0,0 1 0 0 0,0-1 1 0 0,1 0-1 0 0,-1 0 0 0 0,0 0 0 0 0,0 0 0 0 0,0 0 1 0 0,1 0-1 0 0,-1 0 0 0 0,0 0 0 0 0,0 0 1 0 0,1 0-1 0 0,-1 0 0 0 0,0 0 0 0 0,0 0 0 0 0,1 0 1 0 0,-1 0-1 0 0,0 0 0 0 0,0 0 0 0 0,0 0 0 0 0,1-1 1 0 0,-1 1-1 0 0,0 0 0 0 0,0 0 0 0 0,0 0 0 0 0,1 0 1 0 0,-1 0-1 0 0,0 0 0 0 0,0-1 0 0 0,0 1 1 0 0,0 0-1 0 0,0 0 0 0 0,1 0 0 0 0,-1 0 0 0 0,0-1 1 0 0,0 1-1 0 0,0 0 0 0 0,0 0 0 0 0,0-1 0 0 0,0 1 1 0 0,0 0-1 0 0,0 0 0 0 0,0 0 0 0 0,0-1 1 0 0,0 1-1 0 0,1 0 0 0 0,-1 0 0 0 0,0-1 0 0 0,-1 1 1 0 0,1 0-1 0 0,0 0 0 0 0,0 0 0 0 0,0-1 0 0 0,0 1 1 0 0,6-45-6 0 0,-1 0 0 0 0,-3-65 0 0 0,-1 46 9 0 0,-1 1 32 0 0,-1 34-44 0 0,1 1 1 0 0,1-1 0 0 0,7-36-1 0 0,-7 63 5 0 0,0 0 0 0 0,0 0 1 0 0,0 0-1 0 0,0 0 0 0 0,0 0 0 0 0,0 0 0 0 0,1 0 0 0 0,-1 1 0 0 0,1-1 0 0 0,-1 0 0 0 0,1 1 0 0 0,0-1 0 0 0,-1 1 0 0 0,1 0 0 0 0,0-1 0 0 0,0 1 0 0 0,0 0 0 0 0,0 0 0 0 0,0 0 0 0 0,0 0 0 0 0,0 1 1 0 0,0-1-1 0 0,1 1 0 0 0,-1-1 0 0 0,4 0 0 0 0,23-10-32 0 0,-21 7 42 0 0,0 0-1 0 0,1 0 1 0 0,-1 0 0 0 0,1 1 0 0 0,-1 0 0 0 0,1 1 0 0 0,13-2 0 0 0,4 1 61 0 0,34 2 1 0 0,-50 1-29 0 0,-9 0-50 0 0,0 0 0 0 0,-1 0 0 0 0,1 0-1 0 0,0 0 1 0 0,-1 0 0 0 0,1 1 0 0 0,-1-1 0 0 0,1 0 0 0 0,0 0-1 0 0,-1 1 1 0 0,1-1 0 0 0,-1 0 0 0 0,1 1 0 0 0,-1-1 0 0 0,1 1-1 0 0,-1-1 1 0 0,1 0 0 0 0,-1 1 0 0 0,1-1 0 0 0,-1 1 0 0 0,1 0-1 0 0,-1-1 1 0 0,0 1 0 0 0,1-1 0 0 0,-1 1 0 0 0,0-1 0 0 0,0 1-1 0 0,1 0 1 0 0,1 12-4435 0 0,-2-10 2305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35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9138 0 0,'-2'0'464'0'0,"-24"1"2487"0"0,25-1-2884 0 0,0 0 0 0 0,1 0 0 0 0,-1 0 0 0 0,0 0 0 0 0,1 1-1 0 0,-1-1 1 0 0,0 0 0 0 0,0 0 0 0 0,1 0 0 0 0,-1 1-1 0 0,0-1 1 0 0,1 0 0 0 0,-1 1 0 0 0,1-1 0 0 0,-1 1-1 0 0,0-1 1 0 0,1 1 0 0 0,-1-1 0 0 0,1 1 0 0 0,-1-1-1 0 0,1 1 1 0 0,-1-1 0 0 0,1 1 0 0 0,0-1 0 0 0,-1 1 0 0 0,1 0-1 0 0,0-1 1 0 0,-1 1 0 0 0,1 1 0 0 0,1-1-10 0 0,-1 0 0 0 0,1 0 0 0 0,0 0 1 0 0,-1 0-1 0 0,1-1 0 0 0,0 1 0 0 0,0 0 0 0 0,0-1 1 0 0,0 1-1 0 0,0 0 0 0 0,0-1 0 0 0,0 1 1 0 0,0-1-1 0 0,0 1 0 0 0,0-1 0 0 0,0 0 0 0 0,2 1 1 0 0,-1 0 3 0 0,15 4 33 0 0,0-1 0 0 0,0 0 0 0 0,1-1 0 0 0,-1-1 0 0 0,0-1 1 0 0,19-1-1 0 0,35 4 54 0 0,-19-1 60 0 0,-29-5-5715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38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75 308 3097 0 0,'0'0'173'0'0,"-1"-6"3242"0"0,0-11-2553 0 0,-4-35 1262 0 0,4-91 0 0 0,2 69-195 0 0,6 61-1458 0 0,-7 13-468 0 0,0 0 1 0 0,0 0 0 0 0,0 0-1 0 0,1-1 1 0 0,-1 1 0 0 0,0 0-1 0 0,0 0 1 0 0,0 0-1 0 0,0 0 1 0 0,1-1 0 0 0,-1 1-1 0 0,0 0 1 0 0,0 0-1 0 0,0 0 1 0 0,1 0 0 0 0,-1 0-1 0 0,0 0 1 0 0,0 0-1 0 0,1 0 1 0 0,-1 0 0 0 0,0 0-1 0 0,0 0 1 0 0,0 0 0 0 0,1 0-1 0 0,-1 0 1 0 0,0 0-1 0 0,0 0 1 0 0,1 0 0 0 0,-1 0-1 0 0,0 0 1 0 0,0 0-1 0 0,0 0 1 0 0,1 0 0 0 0,-1 0-1 0 0,0 0 1 0 0,0 0 0 0 0,0 0-1 0 0,1 1 1 0 0,-1-1-1 0 0,0 0 1 0 0,0 0 0 0 0,0 0-1 0 0,1 0 1 0 0,-1 1-1 0 0,0-1 1 0 0,0 0 0 0 0,0 0-1 0 0,0 0 1 0 0,0 1 0 0 0,0-1-1 0 0,0 0 1 0 0,1 0-1 0 0,-1 0 1 0 0,0 1 0 0 0,0-1-1 0 0,0 0 1 0 0,0 0-1 0 0,0 1 1 0 0,0-1 0 0 0,0 0-1 0 0,0 0 1 0 0,0 0 0 0 0,0 1-1 0 0,0-1 1 0 0,6 34 26 0 0,-1-1-1 0 0,-2 1 1 0 0,-1 0 0 0 0,-2 0 0 0 0,-6 59 0 0 0,-5-16 43 0 0,-31 106 0 0 0,41-176-152 0 0,-9 22 878 0 0,10-28-734 0 0,-1 0-1 0 0,1 0 0 0 0,0 0 0 0 0,-1 0 0 0 0,0 0 0 0 0,1 0 1 0 0,-1 0-1 0 0,0 0 0 0 0,1 0 0 0 0,-1-1 0 0 0,0 1 0 0 0,0 0 1 0 0,0-1-1 0 0,1 1 0 0 0,-1 0 0 0 0,0-1 0 0 0,0 1 0 0 0,0-1 1 0 0,0 1-1 0 0,0-1 0 0 0,0 0 0 0 0,0 1 0 0 0,0-1 0 0 0,-2 0 1 0 0,3 0-55 0 0,-1 0 1 0 0,1 0 0 0 0,-1 0-1 0 0,1 0 1 0 0,-1 0 0 0 0,1-1 0 0 0,0 1-1 0 0,-1 0 1 0 0,1 0 0 0 0,-1 0-1 0 0,1-1 1 0 0,0 1 0 0 0,-1 0-1 0 0,1-1 1 0 0,0 1 0 0 0,-1 0-1 0 0,1-1 1 0 0,0 1 0 0 0,-1 0 0 0 0,1-1-1 0 0,0 1 1 0 0,0-1 0 0 0,-1 1-1 0 0,1 0 1 0 0,0-1 0 0 0,0 1-1 0 0,0-1 1 0 0,0 1 0 0 0,0-1-1 0 0,0 1 1 0 0,-1-1 0 0 0,1 1 0 0 0,0 0-1 0 0,0-1 1 0 0,0 1 0 0 0,1-1-1 0 0,-1 1 1 0 0,0-1 0 0 0,0 1-1 0 0,0-1 1 0 0,0 1 0 0 0,0-1 0 0 0,0 1-1 0 0,1 0 1 0 0,-1-1 0 0 0,0 1-1 0 0,0-1 1 0 0,1 1 0 0 0,-1-1-1 0 0,1-1-5 0 0,0 0 0 0 0,0 0-1 0 0,0 0 1 0 0,0 0-1 0 0,0 1 1 0 0,0-1 0 0 0,1 0-1 0 0,-1 0 1 0 0,1 1-1 0 0,1-3 1 0 0,20-6 10 0 0,0 0 1 0 0,1 1-1 0 0,0 1 0 0 0,28-4 0 0 0,5-3 21 0 0,-14 6-19 0 0,-35 8-13 0 0,0 0 0 0 0,0 0 0 0 0,0-1 0 0 0,0-1 0 0 0,-1 1 0 0 0,15-8 0 0 0,5-1 349 0 0,-8 4-1443 0 0,-9 0-3724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38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65 191 8690 0 0,'-4'-1'392'0'0,"1"0"-1"0"0,0 0 1 0 0,-1-1 0 0 0,1 1 0 0 0,0-1-1 0 0,-4-3 1 0 0,-3-1 437 0 0,8 5-596 0 0,-1 0 0 0 0,1-1-1 0 0,0 1 1 0 0,0 0 0 0 0,-1-1-1 0 0,1 0 1 0 0,0 1 0 0 0,1-1-1 0 0,-1 0 1 0 0,-2-2 0 0 0,4 3-198 0 0,-1 0 0 0 0,1 0 0 0 0,0 0 0 0 0,-1 0 0 0 0,1 0 0 0 0,0 0 0 0 0,0 0 0 0 0,-1 0 1 0 0,1 0-1 0 0,0 0 0 0 0,0 0 0 0 0,0 0 0 0 0,0 0 0 0 0,1 0 0 0 0,-1 0 0 0 0,0 0 0 0 0,0 0 0 0 0,0 0 1 0 0,1 0-1 0 0,-1 1 0 0 0,0-1 0 0 0,1 0 0 0 0,-1 0 0 0 0,1 0 0 0 0,-1 0 0 0 0,1 0 0 0 0,0 1 0 0 0,-1-1 1 0 0,1 0-1 0 0,1-1 0 0 0,4-2 12 0 0,0 0-1 0 0,1 0 1 0 0,-1 0 0 0 0,1 1 0 0 0,-1 0-1 0 0,1 0 1 0 0,0 1 0 0 0,1 0 0 0 0,-1 0 0 0 0,14-2-1 0 0,2-1 32 0 0,179-36 307 0 0,-187 38-352 0 0,0 0 0 0 0,27-11 0 0 0,-31 10-20 0 0,0 0 1 0 0,1 0-1 0 0,-1 1 0 0 0,1 1 1 0 0,0 0-1 0 0,14 0 0 0 0,-17 2-215 0 0,22 2 721 0 0,-29-1-793 0 0,-1-1 0 0 0,1 1 1 0 0,0 0-1 0 0,-1 0 0 0 0,1-1 1 0 0,-1 1-1 0 0,1 0 0 0 0,-1 1 0 0 0,3 1 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0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56 2264 0 0,'-2'-3'771'0'0,"0"0"-1"0"0,0 0 0 0 0,0 0 0 0 0,1-1 0 0 0,-1 1 0 0 0,1 0 0 0 0,-1-1 0 0 0,1 1 1 0 0,1-1-1 0 0,-1 0 0 0 0,0 1 0 0 0,1-1 0 0 0,-1 0 0 0 0,1-4 0 0 0,-4 151-186 0 0,0-70-310 0 0,10 119-1 0 0,-6-188-264 0 0,83 659 601 0 0,-75-612-231 0 0,2 67 1 0 0,-10-115-359 0 0,1 1 1 0 0,0-1-1 0 0,0 0 0 0 0,0 0 1 0 0,0 0-1 0 0,3 5 0 0 0,3 9 78 0 0,-5-4-41 0 0,-1 0 1 0 0,0-1-1 0 0,-1 1 0 0 0,-1 20 1 0 0,0 3-58 0 0,-2 0-10 0 0,1-28 4 0 0,1 0 0 0 0,1 0 0 0 0,0 0-1 0 0,0 1 1 0 0,0-1 0 0 0,3 10 0 0 0,6-5 64 0 0,-9-12-51 0 0,1 0 0 0 0,0-1 0 0 0,-1 1 0 0 0,1 0 1 0 0,0 0-1 0 0,-1 0 0 0 0,1 0 0 0 0,-1-1 0 0 0,1 1 0 0 0,-1 0 0 0 0,1 0 1 0 0,-1 0-1 0 0,0 0 0 0 0,1 0 0 0 0,-1 0 0 0 0,0 2 0 0 0,3 26 660 0 0,-3-29-672 0 0,0 24-1479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4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50 303 2048 0 0,'0'-12'1086'0'0,"-8"-57"788"0"0,-3-69 1624 0 0,9 54-831 0 0,1 104-2515 0 0,-1 0 0 0 0,-4 20-1 0 0,-4 29-10 0 0,3 431 304 0 0,5-107 864 0 0,1-253 98 0 0,1-140-1404 0 0,0-10-5295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4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512 48 6193 0 0,'-14'-1'1224'0'0,"1"0"-1"0"0,-21-5 0 0 0,27 4-1098 0 0,1 0 0 0 0,-1 1 0 0 0,0 0 0 0 0,0 0 0 0 0,0 0 0 0 0,0 1 0 0 0,0 0 0 0 0,0 1-1 0 0,0-1 1 0 0,1 1 0 0 0,-1 1 0 0 0,0-1 0 0 0,-11 5 0 0 0,-53 29 818 0 0,66-32-853 0 0,-1 1 0 0 0,1 0 0 0 0,0 1 0 0 0,0-1 0 0 0,0 1 0 0 0,0 0 0 0 0,1 0 1 0 0,0 0-1 0 0,0 1 0 0 0,-4 7 0 0 0,-14 17 204 0 0,5-10-146 0 0,1 0 1 0 0,0 1-1 0 0,1 1 0 0 0,2 0 0 0 0,0 1 0 0 0,2 0 1 0 0,-16 44-1 0 0,17-30-90 0 0,2 0 0 0 0,2 1 0 0 0,-3 61 0 0 0,8-89-56 0 0,0-1 0 0 0,-1 1 0 0 0,0-1 0 0 0,-1 0 0 0 0,-4 10 1 0 0,3-9 12 0 0,1-1 0 0 0,0 1 1 0 0,1-1-1 0 0,-3 21 0 0 0,5-14-11 0 0,0 1 0 0 0,1 0 0 0 0,1-1 0 0 0,1 0-1 0 0,1 1 1 0 0,0-1 0 0 0,10 26 0 0 0,8 7-4 0 0,28 49 0 0 0,-12-27 4 0 0,-28-49 0 0 0,-2-6-4 0 0,0 0 0 0 0,1 0 1 0 0,0-1-1 0 0,1 0 0 0 0,14 14 0 0 0,-10-14-3 0 0,0 0-1 0 0,1-1 0 0 0,25 16 1 0 0,-32-24 2 0 0,0-2 0 0 0,0 1 1 0 0,1-1-1 0 0,0 0 0 0 0,0-1 1 0 0,0 0-1 0 0,0 0 0 0 0,0-1 1 0 0,17 2-1 0 0,-21-3 4 0 0,1 0 0 0 0,0 1 0 0 0,0-1 0 0 0,-1 1 0 0 0,1 0 0 0 0,9 6 1 0 0,-9-5 4 0 0,1 0 1 0 0,-1 0 0 0 0,1 0 0 0 0,9 1-1 0 0,2-1 6 0 0,-1-1-1 0 0,1-1 1 0 0,0-1-1 0 0,-1-1 1 0 0,1 0-1 0 0,-1-1 1 0 0,22-5-1 0 0,-14 0 22 0 0,0 0-1 0 0,0-2 1 0 0,0-1-1 0 0,26-14 0 0 0,-25 12 11 0 0,-21 10-34 0 0,0 0 1 0 0,0 0-1 0 0,0-1 1 0 0,0 1-1 0 0,-1-1 0 0 0,1 0 1 0 0,7-8-1 0 0,25-30 68 0 0,35-49 0 0 0,-46 56-97 0 0,-13 15 43 0 0,0-1 1 0 0,-1 0-1 0 0,-2-1 0 0 0,0 0 0 0 0,-1-1 0 0 0,-1 0 0 0 0,0 0 0 0 0,-2-1 0 0 0,4-33 0 0 0,-9 50-19 0 0,1 1-1 0 0,-1-1 1 0 0,1 1 0 0 0,0-1-1 0 0,0 1 1 0 0,4-6-1 0 0,-3 5 7 0 0,0 0 0 0 0,-1 0-1 0 0,0 0 1 0 0,3-11-1 0 0,-2-4 12 0 0,-1 0 0 0 0,-1 0 0 0 0,-1 0 0 0 0,-1 0 0 0 0,-1-1-1 0 0,-7-30 1 0 0,-40-124 50 0 0,35 136-57 0 0,-1 1 0 0 0,-29-53 0 0 0,32 67 22 0 0,11 21-32 0 0,-1 0 1 0 0,0 0-1 0 0,1 0 1 0 0,-2 1-1 0 0,1-1 1 0 0,0 0-1 0 0,-1 1 0 0 0,1 0 1 0 0,-5-4-1 0 0,-17-11 8 0 0,-1 1 0 0 0,-1 1 0 0 0,-1 2 0 0 0,-50-21 0 0 0,77 35-14 0 0,-38-16 25 0 0,0 2 1 0 0,-51-12 0 0 0,39 10 0 0 0,38 12-30 0 0,0 0 0 0 0,-23-5 0 0 0,30 9 3 0 0,0-1 0 0 0,0 1 0 0 0,-1 0-1 0 0,1 0 1 0 0,0 1 0 0 0,0 0 0 0 0,0 0 0 0 0,0 0 0 0 0,0 0-1 0 0,-8 4 1 0 0,6-2-51 0 0,0 1 0 0 0,0 0 0 0 0,0 1 0 0 0,1-1 0 0 0,-1 1 0 0 0,1 1 0 0 0,1-1 0 0 0,-1 1 0 0 0,1 0 0 0 0,0 0 0 0 0,0 1 0 0 0,-6 10 0 0 0,-3 8-878 0 0,2 1-1 0 0,-11 30 1 0 0,21-51 740 0 0,-13 35-1805 0 0,-1 2-1217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5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14 3401 0 0,'-3'-3'5085'0'0,"-5"-7"-2886"0"0,9 11-2116 0 0,0 0 0 0 0,0-1 1 0 0,0 1-1 0 0,0 0 0 0 0,0 0 0 0 0,-1 0 0 0 0,1 1 0 0 0,0-1 1 0 0,0 0-1 0 0,-1 0 0 0 0,1 0 0 0 0,0 1 0 0 0,-1-1 1 0 0,0 0-1 0 0,1 0 0 0 0,-1 1 0 0 0,0-1 0 0 0,1 2 1 0 0,0 0-14 0 0,6 25 162 0 0,0 0 0 0 0,-2 0 0 0 0,-1 1 0 0 0,0 48 0 0 0,-5-19 218 0 0,-10 76-1 0 0,-9-31-56 0 0,20-103-339 0 0,-4 12-1721 0 0,0-11-886 0 0,0-10-914 0 0,0-5 1441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6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88 299 6545 0 0,'-5'1'447'0'0,"1"1"0"0"0,0 1 0 0 0,-1-1 0 0 0,1 1 0 0 0,-7 4 0 0 0,5-2 385 0 0,-36 26 1837 0 0,42-31-2651 0 0,0 0 0 0 0,-1 0 0 0 0,1 0 0 0 0,0 0 0 0 0,-1 0 0 0 0,1 0 1 0 0,0 0-1 0 0,0-1 0 0 0,-1 1 0 0 0,1 0 0 0 0,0 0 0 0 0,-1 0 0 0 0,1 0 0 0 0,0 0 0 0 0,0-1 0 0 0,-1 1 0 0 0,1 0 0 0 0,0 0 0 0 0,0-1 0 0 0,0 1 0 0 0,-1 0 1 0 0,1 0-1 0 0,0-1 0 0 0,0 1 0 0 0,0 0 0 0 0,0-1 0 0 0,0 1 0 0 0,-1 0 0 0 0,1 0 0 0 0,0-1 0 0 0,0 1 0 0 0,0 0 0 0 0,0-1 0 0 0,0 1 0 0 0,0 0 0 0 0,0-1 1 0 0,0 1-1 0 0,0 0 0 0 0,0-1 0 0 0,0 1 0 0 0,0 0 0 0 0,1 0 0 0 0,-1-1 0 0 0,0-21-41 0 0,0 17 87 0 0,2-35-13 0 0,2 1 0 0 0,2-1-1 0 0,11-38 1 0 0,2-18 260 0 0,-19 95-257 0 0,0-1 1 0 0,1 0 0 0 0,-1 1-1 0 0,0-1 1 0 0,1 0 0 0 0,0 1-1 0 0,-1-1 1 0 0,1 1 0 0 0,0-1-1 0 0,0 1 1 0 0,1-3 0 0 0,6 3 290 0 0,3 11-306 0 0,-3 3-12 0 0,0 0 0 0 0,-1 1 0 0 0,-1-1-1 0 0,9 26 1 0 0,-2 5-3950 0 0,-10-34 244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7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1 336 3481 0 0,'0'0'96'0'0,"2"-11"233"0"0,8-14 267 0 0,1 0 0 0 0,25-39 0 0 0,5-10 1134 0 0,-32 54-1127 0 0,-2 7 76 0 0,0-1 0 0 0,-2 0 0 0 0,1 0 0 0 0,-2 0 0 0 0,4-16 0 0 0,-4 12 926 0 0,-1 23-994 0 0,-1 32-634 0 0,-1-28 131 0 0,11 101 77 0 0,-5-57-52 0 0,0 78 0 0 0,-8-97-60 0 0,-1 1 1 0 0,-1-1 0 0 0,-2 0 0 0 0,-2 0 0 0 0,-1-1 0 0 0,-1 1-1 0 0,-27 61 1 0 0,33-91-44 0 0,1 0-1 0 0,0 0 0 0 0,-1-1 0 0 0,0 1 1 0 0,1-1-1 0 0,-1 0 0 0 0,-1 0 1 0 0,1 0-1 0 0,0 0 0 0 0,-1 0 1 0 0,0-1-1 0 0,1 1 0 0 0,-8 2 0 0 0,-13 10 1200 0 0,24-15-1225 0 0,0 0-1 0 0,0 0 1 0 0,0 0-1 0 0,0 0 1 0 0,0 0-1 0 0,0 0 0 0 0,0 0 1 0 0,0 0-1 0 0,1 0 1 0 0,-1 0-1 0 0,0 0 1 0 0,0 0-1 0 0,0 0 1 0 0,0 0-1 0 0,0 0 0 0 0,0 0 1 0 0,0 0-1 0 0,0 0 1 0 0,0 1-1 0 0,0-1 1 0 0,0 0-1 0 0,0 0 1 0 0,0 0-1 0 0,0 0 0 0 0,0 0 1 0 0,0 0-1 0 0,0 0 1 0 0,0 0-1 0 0,0 0 1 0 0,0 0-1 0 0,0 0 1 0 0,0 0-1 0 0,0 1 0 0 0,0-1 1 0 0,0 0-1 0 0,0 0 1 0 0,0 0-1 0 0,0 0 1 0 0,0 0-1 0 0,0 0 1 0 0,0 0-1 0 0,0 0 0 0 0,0 0 1 0 0,0 0-1 0 0,0 0 1 0 0,0 0-1 0 0,-1 0 1 0 0,1 0-1 0 0,0 0 1 0 0,0 1-1 0 0,14-3 51 0 0,27-7-75 0 0,-30 7 43 0 0,34-6-51 0 0,0 2-1 0 0,84 1 1 0 0,-128 5-161 0 0,-1-1 0 0 0,1 1 0 0 0,0 0 0 0 0,-1 0 0 0 0,1 0 0 0 0,0 0 1 0 0,0-1-1 0 0,-1 1 0 0 0,1 0 0 0 0,0-1 0 0 0,-1 1 0 0 0,1 0 0 0 0,0-1 0 0 0,-1 1 0 0 0,1-1 0 0 0,-1 1 0 0 0,1-1 0 0 0,-1 1 0 0 0,1-1 0 0 0,-1 0 0 0 0,1 1 1 0 0,-1-1-1 0 0,0 0 0 0 0,1 1 0 0 0,-1-1 0 0 0,0 0 0 0 0,0 1 0 0 0,1-1 0 0 0,-1 0 0 0 0,0 1 0 0 0,0-1 0 0 0,0 0 0 0 0,0 0 0 0 0,0 1 0 0 0,0-3 1 0 0,0-10-1837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7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5 113 9594 0 0,'0'0'524'0'0,"-4"-13"3518"0"0,6 10-3954 0 0,0 0-1 0 0,0 0 0 0 0,0 0 0 0 0,0 1 0 0 0,1-1 0 0 0,0 1 0 0 0,-1-1 1 0 0,1 1-1 0 0,0 0 0 0 0,0 0 0 0 0,0 0 0 0 0,0 0 0 0 0,1 1 1 0 0,-1 0-1 0 0,4-2 0 0 0,10-2-7 0 0,33-6-1 0 0,-25 6 40 0 0,14 0-111 0 0,-32 4-9 0 0,0 1 1 0 0,1-1-1 0 0,-1 0 0 0 0,0-1 1 0 0,0 1-1 0 0,-1-2 1 0 0,1 1-1 0 0,7-4 0 0 0,-9 3-123 0 0,1 0-1 0 0,0 1 0 0 0,-1-1 0 0 0,1 1 0 0 0,0 1 1 0 0,12-3-1 0 0,-15 3-328 0 0,0 1 0 0 0,0 0 0 0 0,0 0 0 0 0,1 0 0 0 0,-1 0 0 0 0,0 1 1 0 0,0-1-1 0 0,0 1 0 0 0,4 1 0 0 0,4 3-1890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8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8650 0 0,'-5'0'4121'0'0,"-16"1"-4032"0"0,16 0-52 0 0,1-1-1 0 0,-1 1 0 0 0,0 1 1 0 0,0-1-1 0 0,0 1 1 0 0,1-1-1 0 0,-1 1 1 0 0,0 1-1 0 0,1-1 1 0 0,0 1-1 0 0,0-1 1 0 0,-7 7-1 0 0,6-4-17 0 0,0 1 0 0 0,0 0 0 0 0,1 0 0 0 0,-1 0 0 0 0,2 1 0 0 0,-1-1 0 0 0,-4 12 0 0 0,6-12 7 0 0,-10 19 118 0 0,1 1 1 0 0,2 1 0 0 0,1 0-1 0 0,-8 40 1 0 0,15-62-136 0 0,0 1-1 0 0,-1-1 0 0 0,0 1 1 0 0,0-1-1 0 0,-5 8 1 0 0,5-10 1 0 0,1 0 0 0 0,-1 0 0 0 0,0-1 0 0 0,1 1 0 0 0,0 0 0 0 0,0 0 0 0 0,0 1 0 0 0,0-1 0 0 0,0 0 0 0 0,0 0-1 0 0,1 0 1 0 0,0 1 0 0 0,0-1 0 0 0,0 0 0 0 0,0 0 0 0 0,0 1 0 0 0,0-1 0 0 0,1 0 0 0 0,0 0 0 0 0,2 7 0 0 0,-2-9 20 0 0,1 1 0 0 0,0-1 1 0 0,1 1-1 0 0,-1-1 0 0 0,0 0 0 0 0,0 0 0 0 0,1 0 0 0 0,-1 0 1 0 0,0 0-1 0 0,1 0 0 0 0,-1-1 0 0 0,1 1 0 0 0,-1-1 0 0 0,4 1 1 0 0,4 1 54 0 0,-1 0 56 0 0,0 1 0 0 0,0 1 0 0 0,0-1 0 0 0,-1 2 0 0 0,15 8 0 0 0,-21-12-71 0 0,0 0 1 0 0,0 0-1 0 0,0 1 1 0 0,0-1 0 0 0,0 1-1 0 0,0 0 1 0 0,-1-1-1 0 0,1 1 1 0 0,0 0 0 0 0,-1 0-1 0 0,1 0 1 0 0,-1 0 0 0 0,0 0-1 0 0,0 0 1 0 0,0 1-1 0 0,0-1 1 0 0,0 0 0 0 0,0 1-1 0 0,0-1 1 0 0,-1 0 0 0 0,1 1-1 0 0,-1-1 1 0 0,0 1-1 0 0,0-1 1 0 0,0 1 0 0 0,0-1-1 0 0,-1 4 1 0 0,1-5-61 0 0,-1 0 0 0 0,1 0 0 0 0,-1 0 0 0 0,0 0 0 0 0,0 0 0 0 0,1 0 0 0 0,-1 0 0 0 0,0 0 0 0 0,0 0 0 0 0,0 0 1 0 0,0 0-1 0 0,0-1 0 0 0,0 1 0 0 0,0-1 0 0 0,-1 1 0 0 0,1 0 0 0 0,0-1 0 0 0,0 0 0 0 0,0 1 0 0 0,-2-1 0 0 0,-30 6-8 0 0,26-5 10 0 0,4 0-12 0 0,-5 0-18 0 0,1 0-1 0 0,-1 0 1 0 0,0 1 0 0 0,1 0 0 0 0,0 0 0 0 0,-1 1 0 0 0,-6 3 0 0 0,8-2-139 0 0,0-2 0 0 0,-1 1 1 0 0,1-1-1 0 0,-11 3 0 0 0,-12-1-3624 0 0,16-3 532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8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81 3825 0 0,'-1'0'249'0'0,"-1"0"1"0"0,0-1-1 0 0,0 1 0 0 0,0-1 1 0 0,1 1-1 0 0,-1-1 0 0 0,0 0 1 0 0,1 1-1 0 0,-1-1 0 0 0,0 0 1 0 0,1 0-1 0 0,-1 0 0 0 0,1 0 1 0 0,0-1-1 0 0,-1 1 0 0 0,0-2 1 0 0,-21-26 2203 0 0,13 15-931 0 0,1 0-215 0 0,2 6 23 0 0,7 24-913 0 0,17 103-270 0 0,8 83 64 0 0,-24-162-180 0 0,6 191 139 0 0,-8-163-14 0 0,-14 95-1 0 0,-27 127 548 0 0,32-227-718 0 0,-4 26 188 0 0,11-29-2853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9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15 4169 0 0,'-26'4'7156'0'0,"8"-7"-4778"0"0,14 1-1352 0 0,12-1-782 0 0,25 0-203 0 0,0 2 0 0 0,65 6 0 0 0,0 1 30 0 0,116-15 130 0 0,-1 0 48 0 0,-212 9-434 0 0,0 0 1 0 0,0 1 0 0 0,0-1 0 0 0,0 0-1 0 0,0 0 1 0 0,0 1 0 0 0,-1-1 0 0 0,1 1-1 0 0,0-1 1 0 0,0 1 0 0 0,0-1 0 0 0,0 1-1 0 0,-1-1 1 0 0,1 1 0 0 0,0 0-1 0 0,0 0 1 0 0,0 1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9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31 13147 0 0,'-19'3'1678'0'0,"14"-1"-1911"0"0,13-3-268 0 0,41-14-1690 0 0,-37 11 1488 0 0,0 0-1 0 0,0 1 1 0 0,1 0 0 0 0,-1 0 0 0 0,19 0-1 0 0,-31 3 793 0 0,1 0-1 0 0,0 1 0 0 0,-1-1 0 0 0,1 0 0 0 0,0 0 1 0 0,-1 1-1 0 0,1-1 0 0 0,-1 0 0 0 0,1 1 0 0 0,0-1 1 0 0,-1 1-1 0 0,1-1 0 0 0,-1 1 0 0 0,1-1 1 0 0,-1 1-1 0 0,0-1 0 0 0,1 1 0 0 0,-1-1 0 0 0,1 1 1 0 0,-1 0-1 0 0,0-1 0 0 0,1 2 0 0 0,3 3-379 0 0,-3-3-621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5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174 104 664 0 0,'0'0'708'0'0,"-3"-16"1414"0"0,-14 13 1164 0 0,-3-9-2728 0 0,15 9-332 0 0,-41-26 2426 0 0,31 23-1540 0 0,13 6-973 0 0,0-1-1 0 0,0 0 1 0 0,0 0 0 0 0,0 0 0 0 0,0 0 0 0 0,0 0 0 0 0,0-1-1 0 0,0 1 1 0 0,-3-3 0 0 0,4 2 3 0 0,-1 0-1 0 0,1 0 1 0 0,-1 1-1 0 0,0-1 1 0 0,0 1-1 0 0,1-1 0 0 0,-1 1 1 0 0,0 0-1 0 0,0 0 1 0 0,0 0-1 0 0,0 0 1 0 0,-1 0-1 0 0,1 0 1 0 0,0 0-1 0 0,0 1 1 0 0,-1-1-1 0 0,1 1 1 0 0,0 0-1 0 0,0 0 1 0 0,-4 0-1 0 0,6 0-19 0 0,2 2-99 0 0,-1 1 0 0 0,1-1 1 0 0,0 0-1 0 0,0 1 0 0 0,0-1 0 0 0,0 0 1 0 0,0 0-1 0 0,4 2 0 0 0,-5-4-21 0 0,0 0 1 0 0,0 0-1 0 0,-1 0 0 0 0,1 0 1 0 0,0 0-1 0 0,0 0 1 0 0,0 0-1 0 0,0 0 0 0 0,-1 0 1 0 0,1 0-1 0 0,0 1 0 0 0,0-1 1 0 0,-1 0-1 0 0,1 0 0 0 0,0 1 1 0 0,0-1-1 0 0,-1 1 0 0 0,1-1 1 0 0,0 1-1 0 0,-1-1 0 0 0,1 1 1 0 0,-1-1-1 0 0,1 1 0 0 0,0-1 1 0 0,-1 1-1 0 0,1 0 0 0 0,-1-1 1 0 0,1 2-1 0 0,-7-1-1298 0 0,6-1 1131 0 0,0 0 0 0 0,-1 0-1 0 0,1 0 1 0 0,0 0 0 0 0,-1 1 0 0 0,1-1 0 0 0,0 0 0 0 0,0 0 0 0 0,-1 0 0 0 0,1 1 0 0 0,0-1 0 0 0,0 0 0 0 0,-1 0 0 0 0,1 1 0 0 0,0-1-1 0 0,0 0 1 0 0,0 0 0 0 0,-1 1 0 0 0,1-1 0 0 0,0 0 0 0 0,0 1 0 0 0,0-1 0 0 0,0 0 0 0 0,0 1 0 0 0,0-1 0 0 0,0 0 0 0 0,0 1 0 0 0,0 2-2263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54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1121 1528 0 0,'-15'4'5344'0'0,"-4"0"-3335"0"0,18-4-1918 0 0,0 0 1 0 0,0 0-1 0 0,0 0 1 0 0,1 0 0 0 0,-1 0-1 0 0,0-1 1 0 0,0 1 0 0 0,0 0-1 0 0,0-1 1 0 0,0 1 0 0 0,0-1-1 0 0,0 1 1 0 0,0-1 0 0 0,1 1-1 0 0,-1-1 1 0 0,0 0-1 0 0,0 1 1 0 0,1-1 0 0 0,-1 0-1 0 0,0 0 1 0 0,0-1 0 0 0,0 0-2 0 0,-1-1 0 0 0,1 0 1 0 0,0 1-1 0 0,0-1 1 0 0,0 0-1 0 0,0 0 0 0 0,-1-3 1 0 0,1-5 116 0 0,0 0 1 0 0,0-22 0 0 0,5-11 95 0 0,2-1-1 0 0,11-46 1 0 0,-6 43 43 0 0,6-78 0 0 0,-14-46-314 0 0,5-65 32 0 0,-5 169-48 0 0,-9 390 36 0 0,-4 39-9 0 0,10-360-41 0 0,0-1 0 0 0,0 1-1 0 0,0 0 1 0 0,0-1 0 0 0,0 1 0 0 0,0-1 0 0 0,0 1 0 0 0,0-1 0 0 0,0 1 0 0 0,0 0 0 0 0,1-1 0 0 0,-1 1 0 0 0,0-1 0 0 0,0 1 0 0 0,1-1 0 0 0,-1 1 0 0 0,0-1-1 0 0,0 1 1 0 0,2 0 0 0 0,5-3 56 0 0,8-16-12 0 0,-6-2-20 0 0,-1-1 0 0 0,0 0 0 0 0,-2 0 0 0 0,0 0 0 0 0,-1-1 0 0 0,2-28 0 0 0,0-135-25 0 0,-6 147 18 0 0,-2 0-1 0 0,-2 0 1 0 0,-1 0 0 0 0,-2 0-1 0 0,-2 1 1 0 0,-17-51 0 0 0,24 83-13 0 0,0 0 0 0 0,0 0 1 0 0,0 0-1 0 0,1 0 1 0 0,0 0-1 0 0,0 1 0 0 0,0-1 1 0 0,1 0-1 0 0,-1 0 0 0 0,1 0 1 0 0,0 0-1 0 0,1 0 1 0 0,-1 1-1 0 0,1-1 0 0 0,0 0 1 0 0,0 1-1 0 0,1-1 0 0 0,-1 1 1 0 0,1 0-1 0 0,0 0 0 0 0,3-4 1 0 0,-5 8 3 0 0,-1-1-1 0 0,1 1 1 0 0,-1-1 0 0 0,0 1 0 0 0,1 0-1 0 0,-1-1 1 0 0,0 1 0 0 0,1-1 0 0 0,-1 1 0 0 0,0-1-1 0 0,0 1 1 0 0,1-1 0 0 0,-1 1 0 0 0,0-1 0 0 0,0 1-1 0 0,0-1 1 0 0,0 0 0 0 0,0 1 0 0 0,0-1-1 0 0,0 1 1 0 0,0-1 0 0 0,0 1 0 0 0,0-1 0 0 0,0 1-1 0 0,0-1 1 0 0,0 0 0 0 0,0 1 0 0 0,0-1-1 0 0,-1 1 1 0 0,1-1 0 0 0,0 1 0 0 0,0-1 0 0 0,-1 1-1 0 0,1-1 1 0 0,0 1 0 0 0,-1 0 0 0 0,0-1-1 0 0,0-4 501 0 0,13 3-318 0 0,191 0-57 0 0,119 1-84 0 0,-320 1-51 0 0,490 2 41 0 0,-335-2 0 0 0,-66 1 66 0 0,-88-1-106 0 0,0 0-1 0 0,1-1 1 0 0,-1 1-1 0 0,0-1 1 0 0,1 0-1 0 0,-1 0 1 0 0,0 0-1 0 0,0-1 1 0 0,0 1-1 0 0,4-2 1 0 0,-2 0-2 0 0,5 1 11 0 0,-9 2-8 0 0,0-1-1 0 0,0 1 0 0 0,-1 0 0 0 0,1 0 1 0 0,0 0-1 0 0,-1 0 0 0 0,1 0 1 0 0,0-1-1 0 0,0 1 0 0 0,-1 0 1 0 0,1 0-1 0 0,0-1 0 0 0,-1 1 1 0 0,1-1-1 0 0,-1 1 0 0 0,1-1 1 0 0,0 1-1 0 0,0-1 0 0 0,2-1 2 0 0,1 1-1 0 0,-1 0 0 0 0,1 0 1 0 0,-1 1-1 0 0,1-1 1 0 0,-1 1-1 0 0,1 0 1 0 0,-1 0-1 0 0,1 0 1 0 0,0 0-1 0 0,4 2 1 0 0,8-2 31 0 0,-16 0-50 0 0,0 0 13 0 0,1 0 5 0 0,-1 0-17 0 0,6 1 15 0 0,-6-1 0 0 0,0 0 1 0 0,0 0-1 0 0,1 0 0 0 0,-1 0 0 0 0,0 0 0 0 0,0 0 0 0 0,0 0 0 0 0,1 0 0 0 0,-1 0 0 0 0,0 0 0 0 0,0 0 0 0 0,1 0 1 0 0,-1 0-1 0 0,0 0 0 0 0,0 0 0 0 0,0 0 0 0 0,1 0 0 0 0,-1 0 0 0 0,0 0 0 0 0,0 0 0 0 0,0 1 0 0 0,1-1 1 0 0,-1 0-1 0 0,0 0 0 0 0,0 0 0 0 0,0 0 0 0 0,0 1 0 0 0,0-1 0 0 0,1 0 0 0 0,-1 0 0 0 0,0 0 0 0 0,0 1 1 0 0,0-1-1 0 0,0 0 0 0 0,0 0 0 0 0,0 0 0 0 0,0 1 0 0 0,0-1 0 0 0,0 0 0 0 0,0 0 0 0 0,0 0 0 0 0,0 1 0 0 0,0-1 1 0 0,0 0-1 0 0,0 0 0 0 0,0 1 0 0 0,0-1 0 0 0,0 0 0 0 0,0 0 0 0 0,0 0 0 0 0,0 1 0 0 0,0-1 0 0 0,4 1 4 0 0,0 0-1 0 0,0-1 1 0 0,0 0-1 0 0,0 1 1 0 0,7-2-1 0 0,-9 1 16 0 0,25-1-18 0 0,36-6 0 0 0,-56 6 15 0 0,5-1-41 0 0,-9 2 27 0 0,-1 0-1 0 0,1-1 1 0 0,0 1 0 0 0,-1-1 0 0 0,0 1 0 0 0,1-1 0 0 0,-1 0-1 0 0,1 0 1 0 0,-1 0 0 0 0,0 0 0 0 0,0-1 0 0 0,3-1-1 0 0,-1 1-4 0 0,1 0 0 0 0,-1 0 0 0 0,1 0-1 0 0,0 1 1 0 0,0-1 0 0 0,8 0 0 0 0,10-4 29 0 0,-13 4-21 0 0,1 1-1 0 0,0 0 0 0 0,0 0 1 0 0,-1 1-1 0 0,16 2 0 0 0,3-1-32 0 0,-29-1 106 0 0,0 0-120 0 0,1 0 0 0 0,-1 0 1 0 0,1 0-1 0 0,0 0 1 0 0,-1 0-1 0 0,1 0 1 0 0,-1 0-1 0 0,1 0 1 0 0,-1 0-1 0 0,1-1 1 0 0,-1 1-1 0 0,1 0 1 0 0,-1 0-1 0 0,1-1 1 0 0,-1 1-1 0 0,0 0 1 0 0,1-1-1 0 0,-1 1 1 0 0,1-1-1 0 0,-1 1 1 0 0,0 0-1 0 0,1-1 1 0 0,-1 1-1 0 0,0-1 1 0 0,1 1-1 0 0,-1-1 1 0 0,0 1-1 0 0,0-1 1 0 0,0 1-1 0 0,1-1 1 0 0,-1 1-1 0 0,0-1 1 0 0,0 1-1 0 0,0-1 1 0 0,0 0-1 0 0,-5 1-3045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58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48 102 1312 0 0,'-10'0'4345'0'0,"-11"0"-2514"0"0,5-1-537 0 0,16 1-1276 0 0,0 0 0 0 0,0 0 0 0 0,0 0 0 0 0,0 0 0 0 0,0 0 0 0 0,0 0 0 0 0,0 0 1 0 0,0 0-1 0 0,0 0 0 0 0,0 0 0 0 0,0-1 0 0 0,0 1 0 0 0,0 0 0 0 0,0 0 0 0 0,0 0 0 0 0,0 0 1 0 0,0 0-1 0 0,0 0 0 0 0,0 0 0 0 0,0 0 0 0 0,0 0 0 0 0,0 0 0 0 0,0 0 0 0 0,0 0 0 0 0,0 0 0 0 0,0 0 1 0 0,0 0-1 0 0,0 0 0 0 0,0 0 0 0 0,0-1 0 0 0,0 1 0 0 0,0 0 0 0 0,0 0 0 0 0,0 0 0 0 0,0 0 1 0 0,0 0-1 0 0,0 0 0 0 0,0 0 0 0 0,0 0 0 0 0,0 0 0 0 0,0 0 0 0 0,0 0 0 0 0,0 0 0 0 0,0 0 0 0 0,0 0 1 0 0,0 0-1 0 0,-1 0 0 0 0,1 0 0 0 0,0 0 0 0 0,0 0 0 0 0,0 0 0 0 0,0 0 0 0 0,0 0 0 0 0,25-7 983 0 0,-5 2-1072 0 0,10-2 234 0 0,0 1 0 0 0,1 2 0 0 0,38-2 0 0 0,-33 4 565 0 0,62-12 0 0 0,-88 13-673 0 0,-1-1 0 0 0,0-1 0 0 0,0 1 0 0 0,-1-2-1 0 0,1 1 1 0 0,-1-1 0 0 0,1 0 0 0 0,-1-1 0 0 0,0 0-1 0 0,7-7 1 0 0,-10 11-55 0 0,-1 1-1 0 0,1-1 1 0 0,-1 0-1 0 0,1 1 1 0 0,-1 0-1 0 0,1 0 1 0 0,-1 1-1 0 0,1-1 1 0 0,4 2 0 0 0,-7-2 8 0 0,19 5-1858 0 0,-9 1-2865 0 0,-8-4 2676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59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74 133 1136 0 0,'-25'-7'5079'0'0,"-8"5"-3097"0"0,17 2 433 0 0,34-1-1323 0 0,79-3-137 0 0,109-20 0 0 0,-108 11-861 0 0,19 0-80 0 0,103-15 132 0 0,-166 11-140 0 0,-44 13 23 0 0,-1 0-1 0 0,1 1 1 0 0,-1 0-1 0 0,1 1 1 0 0,0 0-1 0 0,10 0 1 0 0,-11-2-639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01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89 1928 0 0,'0'0'953'0'0,"0"-32"5993"0"0,0 29-6706 0 0,1 0-1 0 0,-1 0 0 0 0,1 0 1 0 0,0 0-1 0 0,0 1 1 0 0,0-1-1 0 0,1 0 0 0 0,2-4 1 0 0,-2 5-14 0 0,-1-1 0 0 0,1 1 0 0 0,-1 0 0 0 0,0-1 0 0 0,0 1 0 0 0,0-1 0 0 0,0 0 0 0 0,0-4 0 0 0,-11 40-176 0 0,-7 62 178 0 0,-9 176 0 0 0,15-117-163 0 0,0-49 3 0 0,-11 148 272 0 0,20-110 519 0 0,3-89 67 0 0,-1-53-925 0 0,-1-1 0 0 0,1 1 0 0 0,-1 0 0 0 0,1-1 0 0 0,0 1 0 0 0,-1-1 1 0 0,1 1-1 0 0,-1-1 0 0 0,1 1 0 0 0,-1-1 0 0 0,1 1 0 0 0,-1-1 0 0 0,1 0 1 0 0,-1 1-1 0 0,0-1 0 0 0,1 0 0 0 0,-1 1 0 0 0,0-1 0 0 0,1 0 0 0 0,-1 0 1 0 0,1 0-1 0 0,-1 1 0 0 0,0-1 0 0 0,0 0 0 0 0,-22 4 20 0 0,18-4-22 0 0,-39 7 61 0 0,-73 1 1 0 0,117-8-33 0 0,25 0-11 0 0,133 5 22 0 0,-137-4-14 0 0,-1 1 0 0 0,1 1 0 0 0,-1 1 0 0 0,0 1 1 0 0,22 7-1 0 0,-39-10-24 0 0,0-1 1 0 0,-1 1-1 0 0,1 0 1 0 0,0-1-1 0 0,-1 1 1 0 0,1 0 0 0 0,-1 0-1 0 0,1 1 1 0 0,-1-1-1 0 0,0 1 1 0 0,0-1-1 0 0,2 4 1 0 0,17 36 109 0 0,-10-17-18 0 0,-10-24-92 0 0,-1 1 1 0 0,1-1 0 0 0,0 1-1 0 0,-1-1 1 0 0,1 1 0 0 0,-1-1-1 0 0,0 1 1 0 0,1 0 0 0 0,-1-1-1 0 0,0 1 1 0 0,0 0-1 0 0,0-1 1 0 0,0 1 0 0 0,0 0-1 0 0,0-1 1 0 0,-1 1 0 0 0,1-1-1 0 0,-1 1 1 0 0,1 0 0 0 0,-1-1-1 0 0,0 3 1 0 0,-1-2 5 0 0,0 1-1 0 0,0-1 1 0 0,0 1 0 0 0,0-1 0 0 0,-1 0-1 0 0,1 0 1 0 0,-1 0 0 0 0,1 0 0 0 0,-1 0-1 0 0,-4 2 1 0 0,-7 3 24 0 0,-1-1 0 0 0,0-1 0 0 0,-25 6-1 0 0,32-9-27 0 0,-37 7 11 0 0,-65 4 1 0 0,75-10-12 0 0,34-3-3 0 0,0 0 0 0 0,0 0 0 0 0,0 0 0 0 0,0 0 0 0 0,0 0 0 0 0,0 0-1 0 0,0 0 1 0 0,0 1 0 0 0,0-1 0 0 0,0 0 0 0 0,0 1 0 0 0,0-1 0 0 0,0 0 0 0 0,0 1 0 0 0,0-1 0 0 0,0 1 0 0 0,1 0 0 0 0,-3 0 0 0 0,4 0 0 0 0,-1 0 0 0 0,0-1 0 0 0,1 1 0 0 0,-1-1 0 0 0,1 1-1 0 0,-1-1 1 0 0,1 1 0 0 0,-1-1 0 0 0,1 1 0 0 0,-1-1 0 0 0,1 1 0 0 0,-1-1 0 0 0,1 0 0 0 0,-1 1 0 0 0,1-1 0 0 0,0 0 0 0 0,-1 0 0 0 0,1 1 0 0 0,1-1-1 0 0,45 14 4 0 0,-46-13-2 0 0,101 17 19 0 0,-79-16-14 0 0,0 2 0 0 0,0 0 1 0 0,0 2-1 0 0,-1 0 0 0 0,0 2 0 0 0,35 16 0 0 0,-13 4 2 0 0,11 7 1 0 0,-54-34-2 0 0,1 1 0 0 0,-1 0 0 0 0,1-1 0 0 0,-1 1-1 0 0,0 0 1 0 0,0-1 0 0 0,0 1 0 0 0,0 0 0 0 0,0 0 0 0 0,0 0 0 0 0,0 0 0 0 0,0 0-1 0 0,-1 0 1 0 0,1 0 0 0 0,-1 0 0 0 0,0 0 0 0 0,0 1 0 0 0,1-1 0 0 0,-1 0 0 0 0,0 0-1 0 0,-1 0 1 0 0,1 0 0 0 0,0 0 0 0 0,-1 1 0 0 0,0 1 0 0 0,0-2-9 0 0,-1-1 0 0 0,1 1 0 0 0,0-1 0 0 0,-1 1 0 0 0,1-1 1 0 0,-1 1-1 0 0,0-1 0 0 0,1 0 0 0 0,-1 0 0 0 0,0 0 0 0 0,0 0 0 0 0,0 0 0 0 0,-2 0 0 0 0,-31 10-5 0 0,20-6 11 0 0,-50 14 27 0 0,0-3 0 0 0,-96 10 0 0 0,95-16-22 0 0,64-10-12 0 0,0 1 1 0 0,0-1-1 0 0,0 1 1 0 0,0 0-1 0 0,0 0 0 0 0,0 0 1 0 0,0-1-1 0 0,0 2 1 0 0,0-1-1 0 0,1 0 1 0 0,-1 0-1 0 0,1 0 1 0 0,-1 1-1 0 0,1-1 0 0 0,-1 1 1 0 0,1 0-1 0 0,0-1 1 0 0,-1 1-1 0 0,0 2 1 0 0,2-4 3 0 0,0 1 0 0 0,-1 0 0 0 0,1 0 1 0 0,0-1-1 0 0,0 1 0 0 0,-1 0 0 0 0,1 0 1 0 0,0-1-1 0 0,0 1 0 0 0,0 0 0 0 0,0 0 1 0 0,0-1-1 0 0,0 1 0 0 0,0 0 1 0 0,1 0-1 0 0,-1-1 0 0 0,0 1 0 0 0,0 0 1 0 0,1 0-1 0 0,-1 1 0 0 0,1-1 0 0 0,0 0 0 0 0,0 0-1 0 0,0 0 1 0 0,0 0 0 0 0,0-1 0 0 0,0 1-1 0 0,0 0 1 0 0,1 0 0 0 0,-1-1 0 0 0,0 1-1 0 0,0 0 1 0 0,1-1 0 0 0,-1 1 0 0 0,0-1-1 0 0,1 0 1 0 0,0 1 0 0 0,13 2-24 0 0,13 4 13 0 0,44 5-1 0 0,-65-11 18 0 0,0 1-1 0 0,1 0 1 0 0,-1 0 0 0 0,-1 0 0 0 0,13 7 0 0 0,21 7 29 0 0,25-2-59 0 0,21 7 82 0 0,-84-20-51 0 0,-1-1 0 0 0,0 0 0 0 0,1 1 0 0 0,-1 0 0 0 0,1-1 0 0 0,-1 1 0 0 0,0 0 0 0 0,0 0 0 0 0,1-1 0 0 0,-1 1-1 0 0,0 0 1 0 0,0 0 0 0 0,0 0 0 0 0,0 1 0 0 0,0-1 0 0 0,1 2 0 0 0,-1-2-3 0 0,-1 0-1 0 0,0 0 1 0 0,0 0-1 0 0,1 0 1 0 0,-1 0-1 0 0,0 0 1 0 0,0 0 0 0 0,0 0-1 0 0,0 0 1 0 0,0 0-1 0 0,0-1 1 0 0,-1 1-1 0 0,1 0 1 0 0,0 0-1 0 0,0 0 1 0 0,-1 0 0 0 0,1 0-1 0 0,0 0 1 0 0,-2 1-1 0 0,0 1-1 0 0,0 1 0 0 0,-1-1 0 0 0,0 0 0 0 0,0 0 0 0 0,0 0 0 0 0,0-1 0 0 0,0 1 0 0 0,0-1 0 0 0,-1 1 0 0 0,-5 2 0 0 0,-23 12-3 0 0,22-10 8 0 0,-1-1 0 0 0,-1 0 0 0 0,-18 6 0 0 0,15-6 11 0 0,-1 0 0 0 0,-25 17 0 0 0,28-16-22 0 0,-1 1 0 0 0,1-2 0 0 0,-1 0-1 0 0,-15 4 1 0 0,9-4 7 0 0,1 0 0 0 0,0 0 0 0 0,-32 18-1 0 0,45-21-10 0 0,0 1-1 0 0,-1-1 1 0 0,2 2 0 0 0,-1-1-1 0 0,0 0 1 0 0,1 1-1 0 0,0 0 1 0 0,0 1 0 0 0,0-1-1 0 0,1 1 1 0 0,0 0-1 0 0,0 0 1 0 0,0 0 0 0 0,-2 7-1 0 0,5-12 8 0 0,1 1 0 0 0,-1-1 0 0 0,1 1 0 0 0,0-1-1 0 0,0 1 1 0 0,-1-1 0 0 0,1 1 0 0 0,0-1 0 0 0,0 1 0 0 0,1-1-1 0 0,-1 1 1 0 0,0-1 0 0 0,0 1 0 0 0,1-1 0 0 0,-1 1-1 0 0,1-1 1 0 0,-1 0 0 0 0,1 1 0 0 0,0-1 0 0 0,-1 0 0 0 0,1 1-1 0 0,0-1 1 0 0,0 0 0 0 0,0 0 0 0 0,0 0 0 0 0,0 0 0 0 0,0 0-1 0 0,0 0 1 0 0,1 0 0 0 0,-1 0 0 0 0,0 0 0 0 0,1 0 0 0 0,-1-1-1 0 0,0 1 1 0 0,3 0 0 0 0,6 3 7 0 0,0 0 0 0 0,0-1 0 0 0,21 4 0 0 0,-23-6 3 0 0,-5 0-6 0 0,4 0-5 0 0,1 0 1 0 0,-1 1 0 0 0,0 0-1 0 0,0 1 1 0 0,14 6 0 0 0,-13-5-2 0 0,0 0 1 0 0,1 0 0 0 0,-1-1-1 0 0,1 0 1 0 0,0-1 0 0 0,0 0 0 0 0,10 1-1 0 0,65 1 13 0 0,-65-5-12 0 0,1 2 0 0 0,-1 0 0 0 0,0 1-1 0 0,24 6 1 0 0,-42-8 3 0 0,0 0-1 0 0,0 0 1 0 0,0 0 0 0 0,0 0-1 0 0,0 1 1 0 0,0-1-1 0 0,-1 0 1 0 0,1 1 0 0 0,0-1-1 0 0,0 1 1 0 0,-1-1-1 0 0,1 1 1 0 0,0-1 0 0 0,0 1-1 0 0,-1-1 1 0 0,1 1-1 0 0,-1 0 1 0 0,1-1 0 0 0,0 1-1 0 0,-1 0 1 0 0,1 0-1 0 0,-1-1 1 0 0,0 1-1 0 0,1 0 1 0 0,-1 0 0 0 0,0 0-1 0 0,1-1 1 0 0,-1 1-1 0 0,0 0 1 0 0,0 2 0 0 0,0 0 6 0 0,-1 0 0 0 0,1 0 1 0 0,-1 0-1 0 0,0 0 1 0 0,0 0-1 0 0,0-1 0 0 0,-3 5 1 0 0,-1 5 0 0 0,2-8-11 0 0,1 0 1 0 0,-1 0 0 0 0,0 0 0 0 0,-1 0-1 0 0,1 0 1 0 0,0-1 0 0 0,-1 1 0 0 0,0-1 0 0 0,0 0-1 0 0,-6 4 1 0 0,5-4-1 0 0,1 0 1 0 0,-1 1-1 0 0,0-1 0 0 0,1 1 0 0 0,0 0 1 0 0,0 1-1 0 0,1-1 0 0 0,-4 6 0 0 0,2-2 20 0 0,-1 2-21 0 0,1-1 1 0 0,0 0-1 0 0,1 1 0 0 0,0 0 0 0 0,0 0 1 0 0,1 1-1 0 0,0-1 0 0 0,1 0 1 0 0,-1 14-1 0 0,2 19 10 0 0,6 46 0 0 0,0 28 11 0 0,-22 129-43 0 0,-1 49 53 0 0,-9 95-39 0 0,19-228 73 0 0,7-82-84 0 0,-1 151 45 0 0,3-141 118 0 0,-1-84-123 0 0,1 0 1 0 0,-1 0-1 0 0,1 0 0 0 0,1 0 0 0 0,-1 0 1 0 0,1 0-1 0 0,0-1 0 0 0,1 1 0 0 0,2 5 1 0 0,-3-6-24 0 0,-1 0 1 0 0,0 0 0 0 0,-1 1 0 0 0,1-1-1 0 0,-1 0 1 0 0,0 0 0 0 0,0 0 0 0 0,-2 7-1 0 0,1 8 9 0 0,1-8-641 0 0,-2 41 1522 0 0,-2-36-3460 0 0,-3-3-3578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02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28 123 3129 0 0,'0'0'1007'0'0,"-28"-1"8009"0"0,28 0-8963 0 0,1 0 0 0 0,-1 1-1 0 0,0-1 1 0 0,1 0 0 0 0,-1 1 0 0 0,1-1-1 0 0,-1 0 1 0 0,0 1 0 0 0,1-1-1 0 0,0 1 1 0 0,-1-1 0 0 0,1 0 0 0 0,-1 1-1 0 0,1 0 1 0 0,0-1 0 0 0,-1 1 0 0 0,1-1-1 0 0,0 1 1 0 0,-1 0 0 0 0,2-1-1 0 0,19-8-93 0 0,-15 7 147 0 0,28-9 137 0 0,0 2 0 0 0,1 1 0 0 0,0 1 0 0 0,42-2 0 0 0,8-1 120 0 0,30-15 218 0 0,-37 8-282 0 0,-54 15-754 0 0,-12 4 44 0 0,-12-2 401 0 0,1 0 1 0 0,-1 0 0 0 0,0 0-1 0 0,0 0 1 0 0,0 0 0 0 0,0 0-1 0 0,1 0 1 0 0,-1 0 0 0 0,0 0-1 0 0,0 0 1 0 0,0 1 0 0 0,0-1-1 0 0,0 0 1 0 0,0 0 0 0 0,1 0-1 0 0,-1 0 1 0 0,0 0 0 0 0,0 1-1 0 0,0-1 1 0 0,0 0 0 0 0,0 0-1 0 0,0 0 1 0 0,0 0 0 0 0,0 1-1 0 0,0-1 1 0 0,0 0-1 0 0,0 0 1 0 0,0 0 0 0 0,0 1-1 0 0,0-1 1 0 0,0 0 0 0 0,0 0-1 0 0,0 0 1 0 0,0 0 0 0 0,0 1-1 0 0,0-1 1 0 0,0 0 0 0 0,0 0-1 0 0,0 0 1 0 0,0 1 0 0 0,0-1-1 0 0,-11 10-4263 0 0,-15 0 2367 0 0,16-6 748 0 0,-5 3-283 0 0,1-1-143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02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8274 0 0,'0'0'1924'0'0,"9"-9"465"0"0,13 1-2589 0 0,27-7 571 0 0,-13 11-3655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0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192 414 288 0 0,'-3'-8'1439'0'0,"-6"-20"226"0"0,3 0 0 0 0,0-1 0 0 0,2 0 0 0 0,1 1 0 0 0,0-43 0 0 0,3 71-1648 0 0,0 0 1 0 0,0 0-1 0 0,0 0 0 0 0,0 0 1 0 0,0 0-1 0 0,0 1 0 0 0,-1-1 0 0 0,1 0 1 0 0,0 0-1 0 0,0 0 0 0 0,0 0 0 0 0,0 0 1 0 0,0 0-1 0 0,0 0 0 0 0,-1 0 0 0 0,1 0 1 0 0,0 0-1 0 0,0 0 0 0 0,0 0 1 0 0,0 0-1 0 0,0 0 0 0 0,0 0 0 0 0,-1 0 1 0 0,1 0-1 0 0,0 0 0 0 0,0 0 0 0 0,0 0 1 0 0,0 0-1 0 0,0 0 0 0 0,0 0 0 0 0,-1 0 1 0 0,1-1-1 0 0,0 1 0 0 0,0 0 1 0 0,0 0-1 0 0,0 0 0 0 0,0 0 0 0 0,0 0 1 0 0,0 0-1 0 0,0 0 0 0 0,-1 0 0 0 0,1 0 1 0 0,0-1-1 0 0,0 1 0 0 0,0 0 1 0 0,0 0-1 0 0,0 0 0 0 0,0 0 0 0 0,0 0 1 0 0,0 0-1 0 0,0-1 0 0 0,0 1 0 0 0,0 0 1 0 0,0 0-1 0 0,0 0 0 0 0,0 0 0 0 0,0 0 1 0 0,0 0-1 0 0,0-1 0 0 0,0 1 1 0 0,0 0-1 0 0,-7 12 316 0 0,-11 40 52 0 0,3 0 0 0 0,-15 92 0 0 0,18-77 317 0 0,-25 78-1 0 0,36-144-695 0 0,-9 29 449 0 0,-9 46-1 0 0,15-59-158 0 0,5-34-72 0 0,0 3-260 0 0,20-242 78 0 0,8 23-21 0 0,-20 190-10 0 0,25-75 1 0 0,-31 111-14 0 0,-1-1 0 0 0,2 1 0 0 0,-1 1 0 0 0,1-1 0 0 0,7-11 0 0 0,-9 16 1 0 0,0 0 0 0 0,0-1 1 0 0,0 1-1 0 0,1 0 0 0 0,-1 0 0 0 0,0 0 1 0 0,1 1-1 0 0,0-1 0 0 0,-1 1 1 0 0,1-1-1 0 0,0 1 0 0 0,0 0 0 0 0,0 0 1 0 0,0 0-1 0 0,0 0 0 0 0,3 0 1 0 0,-1 0 0 0 0,0 0 1 0 0,0-1-1 0 0,0 1 1 0 0,0-1-1 0 0,5-3 1 0 0,-6 3 0 0 0,0 0-1 0 0,0 1 1 0 0,0-1-1 0 0,1 1 1 0 0,-1 0-1 0 0,0 0 1 0 0,1 0-1 0 0,5 0 1 0 0,-7 1 4 0 0,-1 0 0 0 0,0 0 0 0 0,1 0 1 0 0,-1 0-1 0 0,1 0 0 0 0,-1 1 0 0 0,0-1 0 0 0,1 1 1 0 0,-1 0-1 0 0,0 0 0 0 0,1-1 0 0 0,-1 2 0 0 0,0-1 1 0 0,0 0-1 0 0,4 3 0 0 0,-3 0 9 0 0,0 0-1 0 0,0 0 1 0 0,0 0 0 0 0,-1 1-1 0 0,1-1 1 0 0,2 7-1 0 0,-1-4 1 0 0,-1 0-1 0 0,1 0 0 0 0,-1 1 1 0 0,-1-1-1 0 0,0 0 0 0 0,0 1 1 0 0,0 0-1 0 0,-1-1 0 0 0,0 1 1 0 0,0 0-1 0 0,-1 0 0 0 0,-1 13 1 0 0,0-13-1 0 0,-1 0 1 0 0,-1-1-1 0 0,1 0 1 0 0,-1 1-1 0 0,0-1 1 0 0,-5 8-1 0 0,-7 14 19 0 0,12-22-17 0 0,-1-1-1 0 0,0 1 0 0 0,0-1 0 0 0,0 0 0 0 0,-1-1 0 0 0,-9 11 1 0 0,-39 29 18 0 0,44-37-42 0 0,-27 19 75 0 0,-72 42 0 0 0,102-66-38 0 0,1 0 0 0 0,-1 0-1 0 0,1 1 1 0 0,0 0-1 0 0,-7 7 1 0 0,10-9-26 0 0,1-1 0 0 0,0 0 1 0 0,0 1-1 0 0,1-1 0 0 0,-1 1 1 0 0,0-1-1 0 0,0 1 0 0 0,1-1 0 0 0,-1 1 1 0 0,1-1-1 0 0,-1 1 0 0 0,1 0 1 0 0,0-1-1 0 0,0 1 0 0 0,-1 0 0 0 0,1-1 1 0 0,0 1-1 0 0,1 0 0 0 0,-1-1 1 0 0,0 1-1 0 0,0 0 0 0 0,1-1 0 0 0,-1 1 1 0 0,1-1-1 0 0,-1 1 0 0 0,1 0 1 0 0,1 1-1 0 0,0-1 3 0 0,1 0 0 0 0,0-1-1 0 0,0 1 1 0 0,-1-1 0 0 0,1 1 0 0 0,0-1 0 0 0,0 0 0 0 0,1 0 0 0 0,3 1 0 0 0,6 2-9 0 0,90 51 67 0 0,-9-5 133 0 0,-55-32-114 0 0,3 1-414 0 0,-15-6-5142 0 0,-23-11 3024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05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40 8898 0 0,'-18'-17'3415'0'0,"14"15"-3236"0"0,-4-2 162 0 0,-1 0-1 0 0,1 1 1 0 0,-13-4 0 0 0,18 6-281 0 0,0 0 0 0 0,0 1 1 0 0,0 0-1 0 0,0-1 0 0 0,0 1 1 0 0,0 0-1 0 0,0 1 0 0 0,0-1 0 0 0,0 0 1 0 0,0 1-1 0 0,0 0 0 0 0,0 0 1 0 0,0 0-1 0 0,-5 2 0 0 0,1 1 32 0 0,0 1 0 0 0,0 0 0 0 0,0 0 0 0 0,1 0 0 0 0,-1 1 0 0 0,1-1 0 0 0,1 2 0 0 0,-1-1 0 0 0,1 1 0 0 0,0-1 0 0 0,-6 14 0 0 0,6-10-37 0 0,0 0-1 0 0,1 0 1 0 0,0 0-1 0 0,1 0 1 0 0,0 1-1 0 0,1 0 1 0 0,-2 14-1 0 0,3-19-19 0 0,0 0-1 0 0,-1-1 1 0 0,0 1 0 0 0,-4 10-1 0 0,4-13-29 0 0,0 0 0 0 0,1 0-1 0 0,0 0 1 0 0,-1 0 0 0 0,1 0-1 0 0,1 0 1 0 0,-1 1 0 0 0,0-1 0 0 0,1 0-1 0 0,-1 1 1 0 0,1-1 0 0 0,0 0 0 0 0,0 1-1 0 0,1-1 1 0 0,-1 0 0 0 0,1 1 0 0 0,-1-1-1 0 0,3 6 1 0 0,-1-6 4 0 0,-1 1 0 0 0,1 0 0 0 0,1-1 0 0 0,-1 1 1 0 0,0-1-1 0 0,1 0 0 0 0,0 1 0 0 0,0-1 0 0 0,0-1 0 0 0,0 1 0 0 0,6 4 0 0 0,1-1 26 0 0,1 0 1 0 0,19 7-1 0 0,-19-9-11 0 0,0 0 0 0 0,-1 1-1 0 0,19 12 1 0 0,-28-16-45 0 0,36 31 729 0 0,-35-31-654 0 0,-1 1 0 0 0,1-1-1 0 0,-1 1 1 0 0,0 0 0 0 0,1-1 0 0 0,-1 1 0 0 0,0 0 0 0 0,0 0 0 0 0,0 0 0 0 0,-1 0-1 0 0,1 0 1 0 0,0 0 0 0 0,-1 0 0 0 0,1 0 0 0 0,-1 0 0 0 0,0 0 0 0 0,1 0 0 0 0,-1 0-1 0 0,0 0 1 0 0,0 0 0 0 0,-1 3 0 0 0,0-4-49 0 0,0 1 1 0 0,-1 0-1 0 0,1-1 0 0 0,-1 0 1 0 0,1 1-1 0 0,-1-1 0 0 0,0 0 1 0 0,1 0-1 0 0,-1 0 0 0 0,0 0 0 0 0,0 0 1 0 0,0 0-1 0 0,1 0 0 0 0,-1 0 1 0 0,0-1-1 0 0,0 1 0 0 0,0-1 1 0 0,-3 0-1 0 0,-2 3-5 0 0,-145 38-338 0 0,48-25-4010 0 0,85-14 1936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08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236 104 576 0 0,'0'0'2171'0'0,"-24"0"2102"0"0,-9-2-2091 0 0,-34-5 0 0 0,35 3-1044 0 0,-34-1 0 0 0,65 5-1116 0 0,1 0 0 0 0,0 0-1 0 0,-1 1 1 0 0,1-1-1 0 0,-1 0 1 0 0,1 0 0 0 0,-1 0-1 0 0,1 0 1 0 0,0 0 0 0 0,-1 0-1 0 0,1 0 1 0 0,-1-1-1 0 0,1 1 1 0 0,0 0 0 0 0,-1 0-1 0 0,1 0 1 0 0,-1 0 0 0 0,1 0-1 0 0,0-1 1 0 0,-1 1-1 0 0,1 0 1 0 0,0 0 0 0 0,-1 0-1 0 0,1-1 1 0 0,0 1 0 0 0,-1 0-1 0 0,1-1 1 0 0,0 1-1 0 0,0 0 1 0 0,-1-1 0 0 0,1 1-1 0 0,0 0 1 0 0,0-1 0 0 0,-1 1-1 0 0,1-1 1 0 0,0 1-1 0 0,0 0 1 0 0,0-1 0 0 0,0 1-1 0 0,0-1 1 0 0,0 1 0 0 0,0 0-1 0 0,0-1 1 0 0,0 1-1 0 0,0-1 1 0 0,0-1-5 0 0,1 1 0 0 0,-1 0-1 0 0,1 0 1 0 0,-1 0 0 0 0,1 0 0 0 0,0 0 0 0 0,-1 0-1 0 0,1 0 1 0 0,0 0 0 0 0,0 1 0 0 0,0-1 0 0 0,0 0-1 0 0,0 0 1 0 0,0 1 0 0 0,0-1 0 0 0,1-1 0 0 0,5-1 7 0 0,1-1 0 0 0,-1 1 0 0 0,1 0 0 0 0,-1 0 0 0 0,1 1 0 0 0,0 0 0 0 0,0 0 0 0 0,0 1 0 0 0,0 0 0 0 0,0 1 0 0 0,0 0 0 0 0,0 0 0 0 0,0 0 0 0 0,0 1 0 0 0,10 2 0 0 0,-2 0 108 0 0,-1-2 1 0 0,1 1-1 0 0,0-2 1 0 0,0-1-1 0 0,0 0 1 0 0,0 0-1 0 0,17-5 1 0 0,-7 2-98 0 0,39-2 1 0 0,-24 8-11 0 0,43 8 1 0 0,-43-5-1 0 0,46 1 0 0 0,-14-7-5 0 0,-21 0-12 0 0,1 1 0 0 0,74 12 0 0 0,-68-4 27 0 0,1-2-1 0 0,102-2 1 0 0,-23-7 4 0 0,191-9 13 0 0,-266 9-19 0 0,1 2 1 0 0,75 10 0 0 0,123 2 22 0 0,-103-1 13 0 0,86-21-43 0 0,-133-11 11 0 0,-77 13-11 0 0,45-4 0 0 0,-11 13-2 0 0,-53 1-9 0 0,1-1-1 0 0,31-3 1 0 0,-39 1-21 0 0,-1-1 0 0 0,1-1 0 0 0,-1 1 0 0 0,17-10 0 0 0,-16 8-96 0 0,-9 5 69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08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91 1712 0 0,'0'0'240'0'0,"-8"-22"2905"0"0,9-47 4066 0 0,-2 177-6944 0 0,-2-30 16 0 0,16 146-1 0 0,3-107 515 0 0,3 158 0 0 0,-19-273-791 0 0,0 0 0 0 0,0 0 0 0 0,-1 0 0 0 0,1 0 0 0 0,0 0 0 0 0,-1 0-1 0 0,0 0 1 0 0,1 0 0 0 0,-1 0 0 0 0,0 0 0 0 0,0 0 0 0 0,-2 3 0 0 0,-6 5-5306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10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35 302 4881 0 0,'0'0'205'0'0,"-23"-22"4538"0"0,12 17-1899 0 0,23 6-803 0 0,28-3-1873 0 0,1-2 0 0 0,54-12 0 0 0,18-3 91 0 0,-73 15-105 0 0,0-2-1 0 0,-1-2 1 0 0,0-2 0 0 0,57-21 0 0 0,-77 24-100 0 0,1 1-1 0 0,0 0 1 0 0,0 1-1 0 0,0 2 1 0 0,1 0-1 0 0,-1 1 1 0 0,29 1-1 0 0,-48 1-53 0 0,-27 0-2012 0 0,0 3 1633 0 0,1 2 0 0 0,-1 0 0 0 0,1 2 1 0 0,1 0-1 0 0,-25 12 0 0 0,12-5-156 0 0,-40 9 1 0 0,-74 5 369 0 0,-17 3 854 0 0,126-25 2205 0 0,42-6-2754 0 0,0 1-112 0 0,1-1 0 0 0,-1 1-1 0 0,0 0 1 0 0,1-1 0 0 0,-1 1 0 0 0,0-1 0 0 0,1 1 0 0 0,-1-1-1 0 0,1 1 1 0 0,-1-1 0 0 0,1 1 0 0 0,-1-1 0 0 0,1 1 0 0 0,-1-1 0 0 0,1 1-1 0 0,0-1 1 0 0,-1 0 0 0 0,1 0 0 0 0,-1 1 0 0 0,1-1 0 0 0,0 0-1 0 0,0 0 1 0 0,-1 1 0 0 0,1-1 0 0 0,0 0 0 0 0,0 0 0 0 0,23 3 4 0 0,-21-3 47 0 0,36 3 213 0 0,0-1 0 0 0,0-3 0 0 0,70-9 0 0 0,112-40 28 0 0,-136 27-221 0 0,164-24 1 0 0,-21 31-6 0 0,-119 8-65 0 0,58-1 37 0 0,-149 9-44 0 0,54 0 16 0 0,98-12 1 0 0,-66-9 24 0 0,-71 13-51 0 0,0 1 0 0 0,1 2 0 0 0,44-2-1 0 0,89-3 18 0 0,0 1-18 0 0,-50 12 13 0 0,-46 0-23 0 0,76-8 0 0 0,-107 2 43 0 0,162-23 25 0 0,-6 2 61 0 0,-156 19-75 0 0,1 2 1 0 0,46 2-1 0 0,-69 1-23 0 0,10-5 690 0 0,-28 28-3331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12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28 5305 0 0,'-29'-21'6590'0'0,"26"21"-6033"0"0,2 0-501 0 0,1 1 1 0 0,0-1-1 0 0,0 0 0 0 0,-1 0 1 0 0,1 0-1 0 0,0 0 1 0 0,0 0-1 0 0,-1 0 0 0 0,1 0 1 0 0,0 0-1 0 0,0 0 0 0 0,-1 0 1 0 0,1 0-1 0 0,0 0 1 0 0,0 0-1 0 0,-1 0 0 0 0,1 0 1 0 0,0-1-1 0 0,0 1 1 0 0,0 0-1 0 0,-1 0 0 0 0,1 0 1 0 0,0 0-1 0 0,0 0 0 0 0,0 0 1 0 0,-1-1-1 0 0,1 1 1 0 0,0 0-1 0 0,0 0 0 0 0,0 0 1 0 0,0 0-1 0 0,-1-1 0 0 0,1 1 1 0 0,0 0-1 0 0,0 0 1 0 0,0 0-1 0 0,0-1 0 0 0,0 1 1 0 0,0 0-1 0 0,0 0 0 0 0,0-1 1 0 0,0 1-1 0 0,0 0 1 0 0,0 0-1 0 0,-1-1 0 0 0,1 1 1 0 0,1 0-1 0 0,-1 0 1 0 0,0-1-1 0 0,0 1 0 0 0,20 19 252 0 0,-13-13-271 0 0,1 0-1 0 0,0-1 0 0 0,0-1 0 0 0,0 1 0 0 0,1-1 0 0 0,14 4 1 0 0,56 12 180 0 0,-32-10-165 0 0,-17 5 111 0 0,-29-14-116 0 0,0-1 0 0 0,0 1 0 0 0,0 0 0 0 0,0-1 0 0 0,-1 1 0 0 0,1 0 0 0 0,0 0 0 0 0,0-1 0 0 0,0 1 0 0 0,0 0 1 0 0,-1 0-1 0 0,1 0 0 0 0,0 0 0 0 0,-1 0 0 0 0,1 0 0 0 0,-1 0 0 0 0,1 0 0 0 0,-1 1 0 0 0,0-1 0 0 0,1 0 0 0 0,-1 0 0 0 0,0 0 0 0 0,0 0 0 0 0,0 2 0 0 0,-2 0-8 0 0,0-1-1 0 0,0 1 0 0 0,0 0 1 0 0,-1-1-1 0 0,0 0 1 0 0,1 0-1 0 0,-1 1 1 0 0,0-2-1 0 0,0 1 1 0 0,0 0-1 0 0,0 0 0 0 0,0-1 1 0 0,-5 2-1 0 0,-6 4 51 0 0,-25 14 101 0 0,6-4-140 0 0,-57 41 1 0 0,84-54-228 0 0,4-3-100 0 0,0 1-1 0 0,-1 0 0 0 0,1-1 1 0 0,0 1-1 0 0,0 0 1 0 0,1 0-1 0 0,-1 0 1 0 0,0 1-1 0 0,1-1 0 0 0,-1 0 1 0 0,1 1-1 0 0,-2 3 1 0 0,-1 4-3255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15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53 1232 0 0,'0'0'1403'0'0,"0"-24"4189"0"0,-2 22-5361 0 0,1 1-1 0 0,-1-1 0 0 0,1 0 1 0 0,-1 1-1 0 0,1 0 1 0 0,-1-1-1 0 0,0 1 1 0 0,0 0-1 0 0,0-1 0 0 0,0 1 1 0 0,0 0-1 0 0,0 1 1 0 0,0-1-1 0 0,0 0 0 0 0,0 0 1 0 0,0 1-1 0 0,0 0 1 0 0,-1-1-1 0 0,1 1 1 0 0,0 0-1 0 0,0 0 0 0 0,-5 0 1 0 0,6 0-190 0 0,0 1 1 0 0,0-1-1 0 0,0 0 1 0 0,0 0-1 0 0,0-1 0 0 0,0 1 1 0 0,0 0-1 0 0,-1 0 1 0 0,1 0-1 0 0,0-1 0 0 0,0 1 1 0 0,0 0-1 0 0,0-1 1 0 0,0 1-1 0 0,0-1 0 0 0,0 0 1 0 0,1 1-1 0 0,-1-1 1 0 0,0 0-1 0 0,-1-1 1001 0 0,1 17-952 0 0,-7 68-4 0 0,4 97 0 0 0,2-50-54 0 0,-33 261 258 0 0,18-249-168 0 0,9-56 41 0 0,3 40 306 0 0,1-7-62 0 0,2 64-231 0 0,4-91-53 0 0,0-50 11 0 0,13 71 0 0 0,-8-71-107 0 0,3 74-1 0 0,-11-84-20 0 0,0-17 53 0 0,1 0-1 0 0,2 26 1 0 0,1-27 25 0 0,2 30-3 0 0,-5-43-183 0 0,0 15-39 0 0,0-6-5968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15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199 108 7434 0 0,'-198'0'7048'0'0,"198"0"-6900"0"0,9 0 331 0 0,9 0-448 0 0,222-3 1042 0 0,-163-2-606 0 0,87-16-1 0 0,1-9-210 0 0,1 8 0 0 0,195-1-1 0 0,-314 21-187 0 0,-31 1-34 0 0,1 0 1 0 0,0 1-1 0 0,0 1 1 0 0,0 0-1 0 0,32 8 1 0 0,-49-9-43 0 0,0 0 0 0 0,0 0 1 0 0,0 0-1 0 0,0 0 0 0 0,0 0 1 0 0,0 0-1 0 0,1 0 0 0 0,-1 0 0 0 0,0 0 1 0 0,0 0-1 0 0,0 0 0 0 0,0 0 1 0 0,0 0-1 0 0,0 0 0 0 0,0 0 0 0 0,0 0 1 0 0,1 1-1 0 0,-1-1 0 0 0,0 0 1 0 0,0 0-1 0 0,0 0 0 0 0,0 0 0 0 0,0 0 1 0 0,0 0-1 0 0,0 0 0 0 0,0 0 1 0 0,0 0-1 0 0,0 0 0 0 0,0 0 1 0 0,1 0-1 0 0,-1 1 0 0 0,0-1 0 0 0,0 0 1 0 0,0 0-1 0 0,0 0 0 0 0,0 0 1 0 0,0 0-1 0 0,0 0 0 0 0,0 0 0 0 0,0 0 1 0 0,0 1-1 0 0,0-1 0 0 0,0 0 1 0 0,0 0-1 0 0,0 0 0 0 0,0 0 0 0 0,0 0 1 0 0,0 0-1 0 0,0 0 0 0 0,0 1 1 0 0,0-1-1 0 0,0 0 0 0 0,0 0 0 0 0,-1 0 1 0 0,-7 4-821 0 0,-15 2-1010 0 0,20-5 1531 0 0,-33 12-5339 0 0,27-8 2638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16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 7330 0 0,'-15'3'7402'0'0,"19"-1"-7273"0"0,0-1 0 0 0,0 0 0 0 0,0 0 0 0 0,0 0 0 0 0,0 0 0 0 0,0-1 0 0 0,0 1 0 0 0,0-1 0 0 0,0 0-1 0 0,0 0 1 0 0,6-1 0 0 0,1 0 78 0 0,264-11-188 0 0,-225 7-4136 0 0,-46 5 2147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16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10858 0 0,'0'0'2417'0'0,"10"0"-1177"0"0,55-4-901 0 0,-1-2 0 0 0,100-23-1 0 0,-152 26-860 0 0,-1 0 0 0 0,1-1 0 0 0,14-6 0 0 0,-9 1-3183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18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418 492 2481 0 0,'0'-17'1987'0'0,"2"-20"-126"0"0,1-1 0 0 0,9-42 0 0 0,-12 77-1706 0 0,1 0 0 0 0,-1 0-1 0 0,1-1 1 0 0,-1 1-1 0 0,0 0 1 0 0,0-1 0 0 0,0 1-1 0 0,-1 0 1 0 0,1-1-1 0 0,-1 1 1 0 0,0 0 0 0 0,0 0-1 0 0,0-1 1 0 0,0 1-1 0 0,0 0 1 0 0,-1 0 0 0 0,1 0-1 0 0,-1 1 1 0 0,-3-5-1 0 0,3 5-92 0 0,-1-1 0 0 0,-1 1 0 0 0,1-1-1 0 0,0 1 1 0 0,0 0 0 0 0,-1 0 0 0 0,1 1 0 0 0,-1-1-1 0 0,0 1 1 0 0,1-1 0 0 0,-1 1 0 0 0,0 0 0 0 0,0 1-1 0 0,0-1 1 0 0,1 1 0 0 0,-7-1 0 0 0,-1 2 49 0 0,0-1 0 0 0,1 2 0 0 0,-1 0 0 0 0,0 0 0 0 0,0 1 0 0 0,1 0 0 0 0,-1 0 0 0 0,1 2 0 0 0,-16 8 1 0 0,-23 8 72 0 0,41-18-172 0 0,1 1 1 0 0,0 0 0 0 0,1 0 0 0 0,-1 1 0 0 0,1-1 0 0 0,0 1-1 0 0,0 1 1 0 0,0 0 0 0 0,1-1 0 0 0,-9 13 0 0 0,3-2-12 0 0,0 0 1 0 0,2 0 0 0 0,-12 27 0 0 0,17-30 27 0 0,-1 0 1 0 0,-2 18-1 0 0,5-21-12 0 0,0-1 0 0 0,0 1-1 0 0,-1-1 1 0 0,-1 1 0 0 0,-5 10 0 0 0,6-14 18 0 0,1-1 0 0 0,0 0 0 0 0,0 1 0 0 0,0-1 0 0 0,1 1 0 0 0,-1 0 0 0 0,1-1 0 0 0,1 1 0 0 0,-1 0 0 0 0,1 0 0 0 0,0-1 0 0 0,0 1 0 0 0,1 0 0 0 0,1 6 0 0 0,-1-8-6 0 0,0 1 0 0 0,0-1 1 0 0,0 0-1 0 0,0 0 1 0 0,1 0-1 0 0,0 0 0 0 0,0 0 1 0 0,0 0-1 0 0,0 0 0 0 0,1-1 1 0 0,-1 1-1 0 0,1-1 1 0 0,0 1-1 0 0,0-1 0 0 0,1 0 1 0 0,-1 0-1 0 0,0-1 1 0 0,8 5-1 0 0,1-2 23 0 0,1 0 0 0 0,-1-1-1 0 0,25 5 1 0 0,-23-6-13 0 0,0 0-1 0 0,0 1 1 0 0,14 7-1 0 0,-19-7-12 0 0,1-1 1 0 0,-1 0-1 0 0,1-1 0 0 0,-1 1 0 0 0,1-2 0 0 0,0 0 0 0 0,0 0 0 0 0,0 0 0 0 0,0-1 0 0 0,0-1 0 0 0,19-3 0 0 0,-16 1 7 0 0,-1 0-1 0 0,1-1 1 0 0,-1 0-1 0 0,0-1 1 0 0,0 0-1 0 0,0-1 1 0 0,-1 0-1 0 0,21-16 1 0 0,-26 17-18 0 0,0-1 0 0 0,0-1 0 0 0,-1 1 0 0 0,0-1 1 0 0,0 0-1 0 0,0 0 0 0 0,-1 0 0 0 0,0-1 0 0 0,0 1 0 0 0,3-12 1 0 0,1-6 27 0 0,-1 0 1 0 0,5-29-1 0 0,-9 35-20 0 0,-2 7-9 0 0,2 0 0 0 0,-1 0 0 0 0,2 1 1 0 0,6-18-1 0 0,-6 18 1 0 0,0-1 1 0 0,-1 1 0 0 0,0-1 0 0 0,-1 0-1 0 0,0 0 1 0 0,-1 0 0 0 0,0 0 0 0 0,-1 0-1 0 0,0 0 1 0 0,-1 0 0 0 0,-5-24 0 0 0,0 10 40 0 0,-1-1 1 0 0,-1 2-1 0 0,-1-1 1 0 0,-17-30 0 0 0,18 37-45 0 0,7 16-11 0 0,0-1 0 0 0,-1 1 0 0 0,1-1 1 0 0,-1 1-1 0 0,0-1 0 0 0,0 1 0 0 0,0 0 0 0 0,-1 0 0 0 0,1 0 0 0 0,-1 0 0 0 0,-4-3 0 0 0,0 1-7 0 0,-1 1 0 0 0,0 0 0 0 0,-1 0 0 0 0,1 1 1 0 0,-9-2-1 0 0,-25-11-79 0 0,36 13 75 0 0,1 1 0 0 0,-1 0 0 0 0,0 1 1 0 0,0-1-1 0 0,0 1 0 0 0,0 0 0 0 0,0 1 0 0 0,0-1 0 0 0,0 1 0 0 0,0 0 1 0 0,0 1-1 0 0,-7 0 0 0 0,-3 3-39 0 0,0 0 1 0 0,0 1-1 0 0,-18 8 0 0 0,28-10 40 0 0,-1 1 0 0 0,0 0 0 0 0,1 0 0 0 0,0 1 0 0 0,0 0-1 0 0,0 0 1 0 0,1 0 0 0 0,0 1 0 0 0,0 0 0 0 0,0 0 0 0 0,1 0 0 0 0,-1 0-1 0 0,-3 9 1 0 0,2-3 1 0 0,1-1-1 0 0,0 1 0 0 0,0 0 1 0 0,2 0-1 0 0,-1 0 0 0 0,1 0 1 0 0,-1 17-1 0 0,3-24 5 0 0,0 0 0 0 0,0 0 0 0 0,0 0 0 0 0,-1 0 0 0 0,-4 9 0 0 0,4-10 7 0 0,0 1 1 0 0,0-1-1 0 0,1 1 1 0 0,-1-1 0 0 0,1 1-1 0 0,0-1 1 0 0,0 1-1 0 0,1 5 1 0 0,0-6-5 0 0,0 1 0 0 0,1-1 0 0 0,-1 1 0 0 0,1-1 0 0 0,1 1 0 0 0,-1-1 0 0 0,0 0 0 0 0,1 1 0 0 0,0-1 0 0 0,0 0 0 0 0,0 0 1 0 0,1 0-1 0 0,-1 0 0 0 0,1-1 0 0 0,4 5 0 0 0,5 4-11 0 0,0-1 1 0 0,27 19-1 0 0,-27-22 8 0 0,-1 1-1 0 0,0 0 1 0 0,0 0-1 0 0,12 16 1 0 0,28 39 109 0 0,67 66-1 0 0,-110-124 13 0 0,0 1-1 0 0,1-1 1 0 0,0 0 0 0 0,15 7-1 0 0,11 7 620 0 0,-31-17-651 0 0,-4-2-78 0 0,1-1-1 0 0,0 1 0 0 0,0-1 1 0 0,0 1-1 0 0,-1-1 1 0 0,1 1-1 0 0,0-1 1 0 0,0 0-1 0 0,0 1 1 0 0,0-1-1 0 0,0 0 1 0 0,0 0-1 0 0,-1 0 1 0 0,1 1-1 0 0,0-1 0 0 0,1 0 1 0 0,0 5-149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20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102 198 72 0 0,'2'-194'10009'0'0,"-1"190"-9183"0"0,0 6-339 0 0,4 13-216 0 0,2 22-307 0 0,6 255 1097 0 0,-3-24-497 0 0,106 523-248 0 0,-58-382 4 0 0,-57-151 359 0 0,-1-33-393 0 0,8-83-190 0 0,-3-69-64 0 0,4 118 506 0 0,4-64-456 0 0,-13 47-88 0 0,5-161 221 0 0,-5-13-199 0 0,1 1-1 0 0,-1-1 1 0 0,0 1 0 0 0,1 0-1 0 0,-1-1 1 0 0,1 1 0 0 0,-1 0 0 0 0,0-1-1 0 0,1 1 1 0 0,-1 0 0 0 0,0 0 0 0 0,0-1-1 0 0,0 1 1 0 0,0 0 0 0 0,0 0-1 0 0,1-1 1 0 0,-1 1 0 0 0,0 0 0 0 0,-1 0-1 0 0,1 0 1 0 0,0-1 0 0 0,0 1-1 0 0,0 0 1 0 0,0 0 0 0 0,-1-1 0 0 0,1 1-1 0 0,0 0 1 0 0,-1-1 0 0 0,1 1-1 0 0,0 0 1 0 0,-1-1 0 0 0,1 1 0 0 0,-1-1-1 0 0,1 1 1 0 0,-1 0 0 0 0,1-1-1 0 0,-1 1 1 0 0,0-1 0 0 0,1 1 0 0 0,-1-1-1 0 0,1 0 1 0 0,-1 1 0 0 0,-1-1 0 0 0,-23 16 273 0 0,-1-2 0 0 0,0-2 1 0 0,-1 0-1 0 0,-49 14 1 0 0,-66 14 579 0 0,122-32-842 0 0,19-8-31 0 0,1 1 1 0 0,-1-1-1 0 0,1 0 1 0 0,-1 1-1 0 0,1-1 1 0 0,0 0-1 0 0,-1 1 1 0 0,1-1-1 0 0,0 1 0 0 0,-1-1 1 0 0,1 1-1 0 0,0-1 1 0 0,-1 1-1 0 0,1-1 1 0 0,0 1-1 0 0,0-1 1 0 0,0 1-1 0 0,0-1 1 0 0,-1 1-1 0 0,1 0 1 0 0,1 1-2 0 0,-1-1 1 0 0,1 1-1 0 0,0-1 0 0 0,-1 0 1 0 0,1 1-1 0 0,0-1 1 0 0,0 0-1 0 0,0 1 1 0 0,0-1-1 0 0,0 0 0 0 0,0 0 1 0 0,0 0-1 0 0,0 0 1 0 0,1 0-1 0 0,-1 0 1 0 0,0 0-1 0 0,1-1 0 0 0,-1 1 1 0 0,3 1-1 0 0,13 6-15 0 0,0-1 1 0 0,1-1-1 0 0,-1 0 0 0 0,1-1 0 0 0,31 4 0 0 0,97 4 22 0 0,-54-7 10 0 0,-33-1 35 0 0,0 2 1 0 0,-1 4-1 0 0,95 29 0 0 0,-150-40-27 0 0,-1 1 0 0 0,0 0-1 0 0,0 0 1 0 0,0 0 0 0 0,0 1 0 0 0,0-1-1 0 0,0 0 1 0 0,0 1 0 0 0,0 0 0 0 0,0-1-1 0 0,0 1 1 0 0,-1 0 0 0 0,1 0-1 0 0,-1 0 1 0 0,2 3 0 0 0,-2-4-14 0 0,-1 0 1 0 0,0 0 0 0 0,1 1-1 0 0,-1-1 1 0 0,0 1 0 0 0,0-1-1 0 0,0 0 1 0 0,1 1 0 0 0,-2-1-1 0 0,1 0 1 0 0,0 1 0 0 0,0-1-1 0 0,0 1 1 0 0,-1-1-1 0 0,1 0 1 0 0,0 1 0 0 0,-1-1-1 0 0,1 0 1 0 0,-1 0 0 0 0,0 1-1 0 0,1-1 1 0 0,-1 0 0 0 0,0 0-1 0 0,0 0 1 0 0,0 0 0 0 0,0 0-1 0 0,0 0 1 0 0,0 0-1 0 0,-1 1 1 0 0,-7 4-3 0 0,-1-1 1 0 0,1 0-1 0 0,-1-1 0 0 0,0 0 1 0 0,0 0-1 0 0,0-1 0 0 0,-12 2 0 0 0,1 1 1 0 0,-70 22 83 0 0,-161 44-110 0 0,213-65 33 0 0,31-7-5 0 0,0 1 0 0 0,0 0 0 0 0,1 1 0 0 0,-1 0 0 0 0,0 0-1 0 0,1 0 1 0 0,-1 1 0 0 0,1 0 0 0 0,-13 8 0 0 0,18-9-10 0 0,0 0 1 0 0,0 0-1 0 0,0 0 1 0 0,0 0-1 0 0,0 0 1 0 0,0 1-1 0 0,1-1 1 0 0,-1 0-1 0 0,1 1 1 0 0,0 0-1 0 0,0-1 1 0 0,0 1-1 0 0,0 0 1 0 0,0-1-1 0 0,0 1 1 0 0,1 0-1 0 0,-1 0 1 0 0,1 0-1 0 0,0 0 1 0 0,0-1-1 0 0,0 1 1 0 0,0 0-1 0 0,0 0 1 0 0,1 0-1 0 0,-1 0 1 0 0,1-1-1 0 0,0 1 1 0 0,2 5-1 0 0,-1-6 1 0 0,0 0 0 0 0,1 0 0 0 0,-1 0 0 0 0,1 0 0 0 0,0 0 0 0 0,-1-1 0 0 0,1 1 0 0 0,0-1 0 0 0,0 0 0 0 0,6 2 0 0 0,9 4-14 0 0,-8-2 18 0 0,0-1 0 0 0,0 0 0 0 0,0 0 0 0 0,0-1 0 0 0,1 0-1 0 0,-1-1 1 0 0,15 1 0 0 0,79 1-3 0 0,-48-3 27 0 0,-27 0-36 0 0,121 11 77 0 0,-140-11-58 0 0,-1 1 0 0 0,1 0 0 0 0,-1 1-1 0 0,1 0 1 0 0,-1 0 0 0 0,17 9 0 0 0,-23-10-4 0 0,-1 0 1 0 0,0 0 0 0 0,0 0-1 0 0,0 0 1 0 0,0 0-1 0 0,0 1 1 0 0,0-1-1 0 0,0 1 1 0 0,-1-1 0 0 0,0 1-1 0 0,1-1 1 0 0,-1 1-1 0 0,0 0 1 0 0,0 0-1 0 0,0 0 1 0 0,-1-1 0 0 0,1 1-1 0 0,-1 0 1 0 0,1 0-1 0 0,-1 0 1 0 0,0 0 0 0 0,0 0-1 0 0,0 0 1 0 0,-1 0-1 0 0,1 0 1 0 0,-1 0-1 0 0,0 0 1 0 0,1 0 0 0 0,-1-1-1 0 0,-3 6 1 0 0,1-1 4 0 0,0-1 1 0 0,0 1 0 0 0,0-1-1 0 0,-1 0 1 0 0,0 0-1 0 0,-1 0 1 0 0,1 0 0 0 0,-1-1-1 0 0,0 0 1 0 0,-1 0 0 0 0,-8 7-1 0 0,-42 19 40 0 0,-92 38 0 0 0,-10 5-73 0 0,117-52 50 0 0,-72 42-67 0 0,109-61 32 0 0,0-1 0 0 0,1 1 0 0 0,-1 0 0 0 0,1 1 0 0 0,0-1 0 0 0,0 0 0 0 0,0 1 0 0 0,0 0 0 0 0,-2 5 0 0 0,3-7 1 0 0,1 1 1 0 0,0-1 0 0 0,0 1 0 0 0,0-1-1 0 0,0 1 1 0 0,0 0 0 0 0,1-1 0 0 0,-1 1-1 0 0,1 0 1 0 0,0 0 0 0 0,-1-1 0 0 0,1 1-1 0 0,0 0 1 0 0,1 0 0 0 0,-1-1 0 0 0,1 5 0 0 0,1-6 3 0 0,-1 0 1 0 0,1 0 0 0 0,0 0 0 0 0,-1-1-1 0 0,1 1 1 0 0,0 0 0 0 0,-1-1 0 0 0,1 0-1 0 0,0 1 1 0 0,0-1 0 0 0,-1 0 0 0 0,1 0-1 0 0,0 0 1 0 0,2 0 0 0 0,15 3-14 0 0,-4 4 15 0 0,-6-3 2 0 0,-1 0 1 0 0,1-1 0 0 0,0 0-1 0 0,0-1 1 0 0,0 1 0 0 0,0-1-1 0 0,11 0 1 0 0,25-3 17 0 0,-34 0-12 0 0,0 1 1 0 0,1 0-1 0 0,-1 0 1 0 0,0 1 0 0 0,15 4-1 0 0,-25-5-4 0 0,1 1 0 0 0,-1 0-1 0 0,0-1 1 0 0,1 1 0 0 0,-1 0 0 0 0,0 0-1 0 0,0 0 1 0 0,1 0 0 0 0,-1 0 0 0 0,0 1-1 0 0,0-1 1 0 0,0 0 0 0 0,-1 0-1 0 0,1 1 1 0 0,0-1 0 0 0,0 1 0 0 0,-1-1-1 0 0,1 0 1 0 0,-1 1 0 0 0,1 2 0 0 0,7 12 8 0 0,-3-6-13 0 0,0-1 0 0 0,0 1 0 0 0,-1 0 0 0 0,-1 0 0 0 0,0 0-1 0 0,0 1 1 0 0,1 13 0 0 0,4 79-13 0 0,-5-46 38 0 0,3 162 13 0 0,5 48-27 0 0,30 146-25 0 0,-11-43 70 0 0,-13-242 42 0 0,-4-32-26 0 0,-8-52-6 0 0,13 54-1 0 0,-15-88-354 0 0,0 0 1 0 0,0 0-1 0 0,1-1 0 0 0,9 17 0 0 0,-10-23-1444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20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1448 0 0,'-74'4'2904'0'0,"45"-2"1148"0"0,12-1 3641 0 0,172 13-6724 0 0,87 6 122 0 0,-178-18-901 0 0,115-11 0 0 0,-42 1 138 0 0,-78 8-7848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21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13715 0 0,'-1'0'20'0'0,"0"1"1"0"0,1-1-1 0 0,-1 1 1 0 0,0 0-1 0 0,1-1 1 0 0,-1 1-1 0 0,1-1 1 0 0,-1 1-1 0 0,1 0 1 0 0,-1 0-1 0 0,1-1 1 0 0,-1 1-1 0 0,1 0 1 0 0,0 0-1 0 0,-1-1 1 0 0,1 1-1 0 0,0 0 1 0 0,0 0-1 0 0,0 1 1 0 0,0-1-26 0 0,1 0 1 0 0,0 0-1 0 0,0 0 0 0 0,-1 0 1 0 0,1 0-1 0 0,0 0 0 0 0,0 0 1 0 0,0 0-1 0 0,0-1 0 0 0,0 1 1 0 0,0 0-1 0 0,0-1 0 0 0,1 1 1 0 0,0 0-1 0 0,5 2-29 0 0,0 0 1 0 0,0 0-1 0 0,0-1 0 0 0,0 0 1 0 0,1 0-1 0 0,-1-1 0 0 0,0 0 1 0 0,1 0-1 0 0,7 0 0 0 0,-7-1-614 0 0,0-1 0 0 0,0 0-1 0 0,0 0 1 0 0,0-1 0 0 0,9-2 0 0 0,9-5-4476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22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115 188 4969 0 0,'0'0'375'0'0,"1"-8"2287"0"0,2-10-638 0 0,-3-69 4143 0 0,-2 86-5839 0 0,-2 6-166 0 0,-2 7-53 0 0,-6 25 57 0 0,2 1-1 0 0,-9 66 1 0 0,3 82-10 0 0,12-131-109 0 0,-36 292 609 0 0,38-336-656 0 0,1-7-4 0 0,0 0-1 0 0,0 0 1 0 0,1 1-1 0 0,0-1 1 0 0,-1 0 0 0 0,1 1-1 0 0,1-1 1 0 0,-1 0-1 0 0,2 6 1 0 0,-2-10 5 0 0,0 0-1 0 0,0 0 1 0 0,0 0 0 0 0,0 0 0 0 0,0 0-1 0 0,0 0 1 0 0,0 0 0 0 0,0 1 0 0 0,0-1-1 0 0,0 0 1 0 0,0 0 0 0 0,0 0 0 0 0,0 0-1 0 0,0 0 1 0 0,1 0 0 0 0,-1 0 0 0 0,0 0 0 0 0,0 0-1 0 0,0 0 1 0 0,0 0 0 0 0,0 0 0 0 0,0 0-1 0 0,0 0 1 0 0,0 0 0 0 0,0 0 0 0 0,0 0-1 0 0,0 0 1 0 0,1 0 0 0 0,-1 0 0 0 0,0 0-1 0 0,0 0 1 0 0,0 0 0 0 0,0 0 0 0 0,0 0-1 0 0,0 0 1 0 0,0 0 0 0 0,0 0 0 0 0,0 0-1 0 0,0 0 1 0 0,1 0 0 0 0,-1 0 0 0 0,0 0-1 0 0,0 0 1 0 0,0 0 0 0 0,0 0 0 0 0,0-1-1 0 0,0 1 1 0 0,0 0 0 0 0,0 0 0 0 0,0 0 0 0 0,0 0-1 0 0,0 0 1 0 0,0 0 0 0 0,0 0 0 0 0,0 0-1 0 0,0 0 1 0 0,0 0 0 0 0,0-1 0 0 0,5-7 6 0 0,0-9-12 0 0,3-18 8 0 0,-2 1 1 0 0,-1-1 0 0 0,-1-47 0 0 0,-9-107 36 0 0,-1 32-46 0 0,6 124-6 0 0,2-1-1 0 0,5-33 1 0 0,-5 54 2 0 0,1 0 0 0 0,1 0 0 0 0,0 1-1 0 0,0-1 1 0 0,2 1 0 0 0,-1 0 0 0 0,1 0 0 0 0,9-12 0 0 0,-11 18 11 0 0,-1 1-1 0 0,1-1 1 0 0,1 1 0 0 0,-1 0 0 0 0,1 0 0 0 0,-1 0 0 0 0,2 1-1 0 0,-1-1 1 0 0,0 1 0 0 0,1 1 0 0 0,0-1 0 0 0,-1 1-1 0 0,1 0 1 0 0,1 0 0 0 0,-1 0 0 0 0,0 1 0 0 0,12-2 0 0 0,-11 2 19 0 0,0 0 1 0 0,0 0 0 0 0,12-5 0 0 0,-16 5 5 0 0,0 0 0 0 0,0 1-1 0 0,0-1 1 0 0,1 1 0 0 0,-1 0 0 0 0,0 0-1 0 0,1 0 1 0 0,-1 1 0 0 0,1-1 0 0 0,0 1-1 0 0,-1 0 1 0 0,1 0 0 0 0,-1 0 0 0 0,1 0-1 0 0,-1 0 1 0 0,1 1 0 0 0,-1 0 0 0 0,1 0 0 0 0,6 2-1 0 0,-10-2-17 0 0,1 0 0 0 0,0-1 0 0 0,0 1 0 0 0,0 0 0 0 0,-1 0 0 0 0,1 0 0 0 0,0 0 0 0 0,-1 0 0 0 0,1 0 0 0 0,-1 0-1 0 0,1 0 1 0 0,-1 0 0 0 0,1 0 0 0 0,-1 1 0 0 0,0-1 0 0 0,0 0 0 0 0,1 0 0 0 0,-1 0 0 0 0,0 3 0 0 0,3 9 24 0 0,5 7 18 0 0,-4-12-28 0 0,-1 0 0 0 0,0 1 0 0 0,0-1 0 0 0,-1 1 0 0 0,1 0 0 0 0,-2 0 0 0 0,0 0 0 0 0,1 16 0 0 0,-2-17-15 0 0,-1 0 0 0 0,0 0 0 0 0,0 0 0 0 0,-1 0 0 0 0,0-1 0 0 0,0 1 1 0 0,0-1-1 0 0,-1 1 0 0 0,-1-1 0 0 0,1 0 0 0 0,-1 0 0 0 0,0 0 0 0 0,0-1 0 0 0,-1 1 0 0 0,0-1 0 0 0,0 0 0 0 0,-1 0 0 0 0,0-1 0 0 0,-8 7 0 0 0,-4-2 18 0 0,0-1-1 0 0,-28 11 1 0 0,41-18-21 0 0,0 1 1 0 0,-1 0 0 0 0,1 0-1 0 0,0 0 1 0 0,0 1 0 0 0,1 0-1 0 0,-1-1 1 0 0,1 2 0 0 0,0-1-1 0 0,0 0 1 0 0,0 1 0 0 0,-6 9-1 0 0,9-11 6 0 0,-1 0-1 0 0,1 0 0 0 0,-1 0 1 0 0,1-1-1 0 0,0 1 1 0 0,0 1-1 0 0,0-1 0 0 0,1 0 1 0 0,-1 0-1 0 0,1 0 0 0 0,-1 0 1 0 0,1 1-1 0 0,0-1 0 0 0,1 0 1 0 0,-1 0-1 0 0,0 0 1 0 0,1 0-1 0 0,0 1 0 0 0,-1-1 1 0 0,1 0-1 0 0,1 0 0 0 0,-1 0 1 0 0,0-1-1 0 0,1 1 1 0 0,2 4-1 0 0,2-2 5 0 0,0 0 0 0 0,0 0 0 0 0,0-1 0 0 0,1 0 0 0 0,0 0 0 0 0,0-1 0 0 0,0 0 0 0 0,9 3 0 0 0,9 5 44 0 0,25 13 81 0 0,5 3-228 0 0,-18-8-4970 0 0,-31-15 2040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2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8 11290 0 0,'-2'0'202'0'0,"1"0"-1"0"0,-1 0 0 0 0,1 0 1 0 0,-1 0-1 0 0,1 0 1 0 0,-1-1-1 0 0,1 1 0 0 0,0 0 1 0 0,-1-1-1 0 0,1 1 0 0 0,-1-1 1 0 0,-1-1-1 0 0,-2-1 607 0 0,7 25 2222 0 0,0 31-2523 0 0,-2 0 0 0 0,-9 71-1 0 0,0 4-82 0 0,18 83 84 0 0,-4-148-482 0 0,-5-52-106 0 0,0-9-108 0 0,-1 0 0 0 0,1 0 0 0 0,0 0 0 0 0,1 0 0 0 0,-1 1 0 0 0,0-1 0 0 0,1 0 0 0 0,-1 0 0 0 0,2 4 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0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59 223 2048 0 0,'-8'-171'7513'0'0,"8"167"-7171"0"0,-6-26 2069 0 0,6 29-2335 0 0,0 0 0 0 0,0 0 0 0 0,-1 0 0 0 0,1 0-1 0 0,-1 1 1 0 0,1-1 0 0 0,0 0 0 0 0,-1 0-1 0 0,0 0 1 0 0,1 1 0 0 0,-1-1 0 0 0,1 0 0 0 0,-1 0-1 0 0,0 1 1 0 0,0-1 0 0 0,1 1 0 0 0,-1-1 0 0 0,0 0-1 0 0,0 1 1 0 0,0 0 0 0 0,1-1 0 0 0,-1 1-1 0 0,0-1 1 0 0,0 1 0 0 0,0 0 0 0 0,0 0 0 0 0,-2-1-1 0 0,3 2-49 0 0,-1-1 0 0 0,1 0 0 0 0,-1 0 0 0 0,1 1-1 0 0,0-1 1 0 0,-1 0 0 0 0,1 1 0 0 0,-1-1 0 0 0,1 0-1 0 0,0 1 1 0 0,-1-1 0 0 0,1 0 0 0 0,0 1 0 0 0,-1-1-1 0 0,1 1 1 0 0,0-1 0 0 0,0 1 0 0 0,-1-1-1 0 0,1 1 1 0 0,0-1 0 0 0,0 1 0 0 0,0-1 0 0 0,0 1-1 0 0,0-1 1 0 0,0 2 0 0 0,-3 15 6 0 0,2-13 27 0 0,-7 70 142 0 0,3 1 0 0 0,7 120 0 0 0,4-135-38 0 0,27 109 0 0 0,-5-33 16 0 0,-16-65-137 0 0,57 402 231 0 0,-60-275-208 0 0,-8-125 202 0 0,3 0 1 0 0,15 78-1 0 0,30 72 42 0 0,-45-213-415 0 0,-3-7 12 0 0,0 0 0 0 0,0 0 0 0 0,0 0-1 0 0,0 0 1 0 0,0 0 0 0 0,-1 1-1 0 0,1-1 1 0 0,-1 0 0 0 0,0 0 0 0 0,0 0-1 0 0,0 0 1 0 0,0 1 0 0 0,-1 2-1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48 126 6961 0 0,'-16'-13'3441'0'0,"11"5"-2750"0"0,0-1-1 0 0,0 0 0 0 0,-6-15 1 0 0,10 22-520 0 0,0-1 0 0 0,0 1 0 0 0,1-1 0 0 0,-1 0 1 0 0,0 1-1 0 0,1-1 0 0 0,0 0 0 0 0,0 1 0 0 0,0-1 1 0 0,0 0-1 0 0,0 1 0 0 0,0-1 0 0 0,1 0 0 0 0,-1 0 1 0 0,1 1-1 0 0,-1-1 0 0 0,1 1 0 0 0,0-1 0 0 0,2-2 1 0 0,-2 4-149 0 0,0 0 1 0 0,0 1 0 0 0,0-1-1 0 0,0 0 1 0 0,0 1 0 0 0,0-1 0 0 0,0 1-1 0 0,0-1 1 0 0,1 1 0 0 0,-1 0 0 0 0,0-1-1 0 0,0 1 1 0 0,1 0 0 0 0,-1 0-1 0 0,0 0 1 0 0,0 0 0 0 0,1 0 0 0 0,-1 0-1 0 0,0 0 1 0 0,1 0 0 0 0,-1 0 0 0 0,0 1-1 0 0,0-1 1 0 0,2 1 0 0 0,31 11-12 0 0,-32-11 12 0 0,207 96 217 0 0,-177-80-207 0 0,-19-10-15 0 0,-1-1 1 0 0,1 0-1 0 0,17 5 0 0 0,-17-8-13 0 0,0 1-1 0 0,-1 0 1 0 0,0 1 0 0 0,0 0-1 0 0,0 1 1 0 0,-1 0 0 0 0,20 15-1 0 0,27 26 50 0 0,68 72 0 0 0,-80-73-35 0 0,2-1-1 0 0,73 51 0 0 0,-80-69-7 0 0,2-3 0 0 0,1-1 0 0 0,1-2-1 0 0,61 20 1 0 0,32 6 31 0 0,141 70 1 0 0,-190-68 76 0 0,128 93 0 0 0,-168-108-93 0 0,-40-27-16 0 0,0 0 0 0 0,0 0 1 0 0,-1 1-1 0 0,0 1 0 0 0,0 0 1 0 0,-1 0-1 0 0,0 0 1 0 0,0 1-1 0 0,-1-1 0 0 0,-1 2 1 0 0,1-1-1 0 0,3 12 1 0 0,5 3 51 0 0,-10-18-44 0 0,0 0 1 0 0,0 0-1 0 0,5 12 0 0 0,-8-17-14 0 0,-1 0 0 0 0,1 0 0 0 0,-1-1 0 0 0,0 1 0 0 0,1 0-1 0 0,-1 0 1 0 0,0-1 0 0 0,0 1 0 0 0,0 0 0 0 0,0 0 0 0 0,-1 0 0 0 0,1-1 0 0 0,0 1 0 0 0,-1 0 0 0 0,1 0 0 0 0,-1-1 0 0 0,0 1 0 0 0,1 0 0 0 0,-1-1 0 0 0,0 1 0 0 0,-2 2 0 0 0,-4 3 8 0 0,0 1 0 0 0,-1-1 0 0 0,1 0 0 0 0,-2 0 0 0 0,1-1 0 0 0,-1 0 0 0 0,-14 6 1 0 0,-73 31 17 0 0,69-33-56 0 0,-91 41 62 0 0,3 6 0 0 0,-200 131 1 0 0,-30 50 472 0 0,210-134-334 0 0,79-58-79 0 0,43-36-31 0 0,0 2 1 0 0,1-1 0 0 0,0 1 0 0 0,0 1 0 0 0,-18 28 0 0 0,27-36-4 0 0,1 1-1 0 0,-1-1 1 0 0,0 0 0 0 0,-1 0-1 0 0,1 0 1 0 0,-1 0 0 0 0,0-1-1 0 0,0 0 1 0 0,-1 1 0 0 0,1-1-1 0 0,-1-1 1 0 0,0 1 0 0 0,-6 3-1 0 0,-57 30 125 0 0,55-27-51 0 0,11-8-109 0 0,0 0 0 0 0,0-1 0 0 0,0 1 1 0 0,0-1-1 0 0,-1 1 0 0 0,1-1 0 0 0,0 0 0 0 0,-5 1 0 0 0,4-1-113 0 0,1 0 0 0 0,-1 0-1 0 0,1 0 1 0 0,-1 1 0 0 0,1-1-1 0 0,0 0 1 0 0,-1 1-1 0 0,-2 2 1 0 0,-6 11-7700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3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1207 56 96 0 0,'0'0'5052'0'0,"9"-7"553"0"0,9-7-3138 0 0,-18 13-2416 0 0,1 1 0 0 0,-1 0 0 0 0,1-1-1 0 0,-1 1 1 0 0,1 0 0 0 0,-1-1 0 0 0,1 1 0 0 0,-1-1 0 0 0,0 1-1 0 0,1-1 1 0 0,-1 1 0 0 0,0-1 0 0 0,1 1 0 0 0,-1-1-1 0 0,0 1 1 0 0,0-1 0 0 0,0 1 0 0 0,1-1 0 0 0,-1 1-1 0 0,0-1 1 0 0,0 1 0 0 0,0-1 0 0 0,0 0 0 0 0,0 1 0 0 0,0-1-1 0 0,0 1 1 0 0,0-1 0 0 0,0 0 0 0 0,0 1 0 0 0,-1-1-1 0 0,1 1 1 0 0,0-1 0 0 0,0 1 0 0 0,0-1 0 0 0,-1 0 0 0 0,-1 0-12 0 0,1-1 1 0 0,-1 1 0 0 0,1 0 0 0 0,-1 0 0 0 0,0 1-1 0 0,1-1 1 0 0,-1 0 0 0 0,0 0 0 0 0,0 1 0 0 0,1-1-1 0 0,-4 1 1 0 0,-7-2 20 0 0,-1 0 0 0 0,-17 1 0 0 0,-335 9 458 0 0,203-5-320 0 0,105-4-79 0 0,-1 2 0 0 0,1 3 0 0 0,-58 12 1 0 0,13 9 237 0 0,62-14 36 0 0,-1-1 0 0 0,0-2 0 0 0,-81 5 0 0 0,123 7-425 0 0,34 116-3 0 0,-9-33 18 0 0,8 53 59 0 0,-10-41 245 0 0,49 142 0 0 0,-22-144 151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3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40 7538 0 0,'-2'0'566'0'0,"-18"2"1690"0"0,19-2-2174 0 0,1 0-1 0 0,-1 0 0 0 0,1 0 0 0 0,-1 0 0 0 0,0 0 1 0 0,1 0-1 0 0,-1 0 0 0 0,1 0 0 0 0,-1 0 0 0 0,1 1 1 0 0,-1-1-1 0 0,1 0 0 0 0,-1 0 0 0 0,1 1 0 0 0,0-1 1 0 0,-1 0-1 0 0,1 1 0 0 0,-1-1 0 0 0,1 1 0 0 0,0-1 0 0 0,-1 0 1 0 0,1 1-1 0 0,0-1 0 0 0,-1 1 0 0 0,1-1 0 0 0,0 1 1 0 0,0-1-1 0 0,-1 1 0 0 0,1-1 0 0 0,0 1 0 0 0,13 0 1793 0 0,26-4-1064 0 0,0-1 0 0 0,65-15 1 0 0,-59 9-656 0 0,76-6 1 0 0,66 17 273 0 0,-69 1-3269 0 0,-112 0-594 0 0,-2 0 820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3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24 11955 0 0,'-8'4'2115'0'0,"60"-24"-2971"0"0,-47 18 267 0 0,0 0 1 0 0,0 1-1 0 0,0 0 1 0 0,1 0 0 0 0,-1 1-1 0 0,0 0 1 0 0,1 0-1 0 0,7 0 1 0 0,-13 0 548 0 0,1 1 0 0 0,0-1 0 0 0,-1 0 0 0 0,1 0-1 0 0,0 0 1 0 0,-1 1 0 0 0,1-1 0 0 0,-1 0 0 0 0,1 1 0 0 0,0-1 0 0 0,-1 1 0 0 0,1-1 0 0 0,-1 0 0 0 0,1 1 0 0 0,-1-1 0 0 0,1 1 0 0 0,-1-1 0 0 0,0 1 0 0 0,1 0 0 0 0,-1-1 0 0 0,1 1 0 0 0,-1-1 0 0 0,0 1 0 0 0,0 0 0 0 0,1-1 0 0 0,-1 1 0 0 0,0 1 0 0 0,0 21 1815 0 0,-1-1 658 0 0,1-21-2376 0 0,0 0 0 0 0,0-1 0 0 0,0 1 0 0 0,0 0 1 0 0,0-1-1 0 0,1 1 0 0 0,-1 0 0 0 0,0-1 0 0 0,0 1 1 0 0,1-1-1 0 0,-1 1 0 0 0,0-1 0 0 0,1 1 1 0 0,-1-1-1 0 0,1 1 0 0 0,-1-1 0 0 0,1 1 0 0 0,-1-1 1 0 0,1 1-1 0 0,-1-1 0 0 0,1 0 0 0 0,-1 1 0 0 0,1-1 1 0 0,0 0-1 0 0,0 1 0 0 0,29 5-1088 0 0,-10-4-444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5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7378 0 0,'-24'0'8408'0'0,"123"0"-6407"0"0,-49 1-3043 0 0,-1-1-5581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5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 7634 0 0,'-11'-1'2174'0'0,"11"1"-2059"0"0,-1-1 0 0 0,0 1 1 0 0,0 0-1 0 0,0 0 0 0 0,0 0 0 0 0,0-1 0 0 0,1 1 1 0 0,-1 0-1 0 0,0 0 0 0 0,0 0 0 0 0,0 0 1 0 0,0 1-1 0 0,0-1 0 0 0,0 0 0 0 0,1 0 0 0 0,-1 0 1 0 0,0 1-1 0 0,0-1 0 0 0,0 0 0 0 0,0 1 1 0 0,1-1-1 0 0,-1 1 0 0 0,0-1 0 0 0,1 1 1 0 0,-1-1-1 0 0,0 1 0 0 0,1 0 0 0 0,-1-1 0 0 0,0 1 1 0 0,1 0-1 0 0,-1-1 0 0 0,1 1 0 0 0,-1 0 1 0 0,1 0-1 0 0,0-1 0 0 0,-1 1 0 0 0,1 0 1 0 0,-1 2-1 0 0,-1 7-83 0 0,-1 0 1 0 0,2 0 0 0 0,-1 1 0 0 0,1-1-1 0 0,1 1 1 0 0,0-1 0 0 0,1 1-1 0 0,2 15 1 0 0,4 8-719 0 0,13 41 0 0 0,-8-33-2014 0 0,-5-19-174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6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52 10906 0 0,'-1'0'5156'0'0,"20"-1"-4856"0"0,0-2 1 0 0,1 0-1 0 0,-1-1 0 0 0,33-11 1 0 0,-34 9-876 0 0,1 1 1 0 0,0 0-1 0 0,0 1 1 0 0,35-2-1 0 0,-48 6-1601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8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140 135 912 0 0,'0'0'384'0'0,"-26"17"5672"0"0,15-13-5009 0 0,0 0 1 0 0,0 1-1 0 0,0 0 0 0 0,1 1 0 0 0,0 0 1 0 0,0 1-1 0 0,-16 14 0 0 0,18-15-905 0 0,2-1 400 0 0,18-3-240 0 0,125-7-184 0 0,40 1 49 0 0,185 5-188 0 0,150-40 811 0 0,-256 8-616 0 0,-10-6 60 0 0,-10 0 167 0 0,-210 36-386 0 0,0 1 1 0 0,0 2 0 0 0,0 0 0 0 0,0 2 0 0 0,-1 1 0 0 0,49 15-1 0 0,-33-10-10 0 0,0-1 0 0 0,0-3 0 0 0,0-1 0 0 0,74-1-1 0 0,168-25 56 0 0,-80 3 4 0 0,-26 0-36 0 0,-16 1 16 0 0,38-6 24 0 0,-135 14-89 0 0,12-4 76 0 0,-40 6-29 0 0,0 2-1 0 0,42-1 0 0 0,99 8 539 0 0,-175-2-534 0 0,-1 0 1 0 0,0 0-1 0 0,0 1 1 0 0,0-1-1 0 0,0 0 1 0 0,1 1-1 0 0,-1-1 0 0 0,0 1 1 0 0,0 0-1 0 0,0-1 1 0 0,0 1-1 0 0,0 0 1 0 0,1 1-1 0 0,-1-1-162 0 0,0 0 0 0 0,0-1-1 0 0,0 1 1 0 0,0 0 0 0 0,-1-1-1 0 0,1 1 1 0 0,0-1 0 0 0,0 1 0 0 0,1-1-1 0 0,-1 1 1 0 0,0-1 0 0 0,0 0 0 0 0,2 1-1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46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65 351 4785 0 0,'-1'-15'663'0'0,"-1"0"-1"0"0,0 0 0 0 0,-5-16 1 0 0,-3-18 943 0 0,6 7 14 0 0,3 23-147 0 0,1 16-395 0 0,-1 6 306 0 0,-3 191-553 0 0,-6 117 816 0 0,8-182-1287 0 0,2-82-117 0 0,-3-39-222 0 0,2-7-21 0 0,1-1 1 0 0,0 0-1 0 0,0 0 1 0 0,0 0-1 0 0,-1 0 0 0 0,1 0 1 0 0,0 0-1 0 0,0 0 0 0 0,0 0 1 0 0,-1 0-1 0 0,1 0 0 0 0,0 0 1 0 0,0 0-1 0 0,0 0 1 0 0,-1 0-1 0 0,1 0 0 0 0,0 0 1 0 0,0 0-1 0 0,0-1 0 0 0,-1 1 1 0 0,1 0-1 0 0,0 0 0 0 0,0 0 1 0 0,0 0-1 0 0,0 0 1 0 0,-1 0-1 0 0,1 0 0 0 0,0-1 1 0 0,0 1-1 0 0,0 0 0 0 0,0 0 1 0 0,0 0-1 0 0,0 0 0 0 0,-1-1 1 0 0,1 1-1 0 0,0 0 1 0 0,0 0-1 0 0,0 0 0 0 0,0-1 1 0 0,0 1-1 0 0,0 0 0 0 0,0 0 1 0 0,0 0-1 0 0,0-1 0 0 0,0 1 1 0 0,0 0-1 0 0,0 0 1 0 0,0 0-1 0 0,0-1 0 0 0,0 1 1 0 0,0 0-1 0 0,0 0 0 0 0,0 0 1 0 0,0-1-1 0 0,1 1 0 0 0,-7-33 17 0 0,3 0-1 0 0,1-1 0 0 0,2-35 0 0 0,13-103 110 0 0,-7 110-121 0 0,17-121 13 0 0,-19 159 24 0 0,2 0 0 0 0,1 0 0 0 0,1 1 0 0 0,0 0 0 0 0,16-29 0 0 0,-22 48-29 0 0,0 0-1 0 0,0 1 1 0 0,0-1 0 0 0,1 1 0 0 0,-1-1-1 0 0,1 1 1 0 0,-1 0 0 0 0,1-1-1 0 0,0 2 1 0 0,1-1 0 0 0,-1 0 0 0 0,0 1-1 0 0,1-1 1 0 0,-1 1 0 0 0,1 0-1 0 0,0 0 1 0 0,0 0 0 0 0,0 1 0 0 0,0-1-1 0 0,0 1 1 0 0,0 0 0 0 0,0 0 0 0 0,7 0-1 0 0,-2-1 13 0 0,0 1-10 0 0,0 0 0 0 0,0-1 0 0 0,0-1 0 0 0,-1 1 0 0 0,11-6 0 0 0,-14 6-11 0 0,0 0 1 0 0,0 0-1 0 0,0 1 0 0 0,0-1 0 0 0,0 1 1 0 0,1 0-1 0 0,-1 0 0 0 0,0 1 0 0 0,0 0 1 0 0,1 0-1 0 0,6 0 0 0 0,-10 1 3 0 0,1-1-1 0 0,-1 0 0 0 0,1 1 1 0 0,-1 0-1 0 0,0 0 1 0 0,1-1-1 0 0,-1 1 0 0 0,0 0 1 0 0,0 1-1 0 0,1-1 0 0 0,-1 0 1 0 0,0 1-1 0 0,0-1 1 0 0,0 1-1 0 0,-1 0 0 0 0,1-1 1 0 0,0 1-1 0 0,-1 0 1 0 0,1 0-1 0 0,-1 0 0 0 0,1 0 1 0 0,-1 1-1 0 0,0-1 1 0 0,0 0-1 0 0,1 4 0 0 0,2 10 18 0 0,-2-9 2 0 0,0 0 1 0 0,1 0-1 0 0,6 13 1 0 0,-6-13-14 0 0,-1-1 0 0 0,0 1 0 0 0,0 0 0 0 0,0 0 0 0 0,-1 0 0 0 0,0 0 0 0 0,0 1 0 0 0,-1-1 0 0 0,0 0 1 0 0,0 0-1 0 0,-1 0 0 0 0,0 0 0 0 0,0 0 0 0 0,-1 0 0 0 0,1 0 0 0 0,-1 0 0 0 0,-1 0 0 0 0,0 0 0 0 0,0-1 0 0 0,0 1 0 0 0,0-1 0 0 0,-1 0 1 0 0,0 0-1 0 0,-1 0 0 0 0,-8 8 0 0 0,0-3 15 0 0,-9 9 1 0 0,0-1-1 0 0,-2-1 1 0 0,0-2-1 0 0,-35 19 0 0 0,57-34-30 0 0,0 0-1 0 0,-1-1 0 0 0,1 1 0 0 0,0 0 1 0 0,0 0-1 0 0,0 0 0 0 0,1 1 0 0 0,-1-1 1 0 0,0 0-1 0 0,0 1 0 0 0,1-1 0 0 0,-1 1 1 0 0,1 0-1 0 0,-1-1 0 0 0,1 1 0 0 0,0 0 1 0 0,-1 0-1 0 0,1 0 0 0 0,0 0 0 0 0,0 0 1 0 0,0 0-1 0 0,1 0 0 0 0,-1 1 0 0 0,1-1 0 0 0,-1 0 1 0 0,1 0-1 0 0,-1 0 0 0 0,1 4 0 0 0,0-2 8 0 0,0 1 0 0 0,0-1 0 0 0,1 0 0 0 0,-1 1 0 0 0,1-1 0 0 0,0 0 0 0 0,0 1 0 0 0,0-1 0 0 0,1 0 0 0 0,-1 0 0 0 0,1 0 0 0 0,0 0 0 0 0,0 0 0 0 0,1-1 0 0 0,-1 1 0 0 0,1 0 0 0 0,0-1 0 0 0,0 0 0 0 0,0 0 0 0 0,0 0 0 0 0,0 0 0 0 0,1 0 0 0 0,0-1 0 0 0,5 4 0 0 0,9 3 48 0 0,0 0 0 0 0,0-1 1 0 0,1-1-1 0 0,22 5 0 0 0,-16-4 7 0 0,14 3 196 0 0,74 9 0 0 0,-44-9-74 0 0,-64-9-346 0 0,1 0 1 0 0,-1 0 0 0 0,0 1 0 0 0,-1-1 0 0 0,1 1-1 0 0,0 0 1 0 0,-1 0 0 0 0,1 1 0 0 0,6 6-1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47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83 4233 0 0,'0'0'3203'0'0,"-6"-21"3399"0"0,6 17-6340 0 0,0 1 0 0 0,0 0 0 0 0,0 0 0 0 0,1-1 1 0 0,-1 1-1 0 0,1 0 0 0 0,0 0 0 0 0,0 0 0 0 0,0 0 1 0 0,0 0-1 0 0,4-5 0 0 0,-4 6-231 0 0,0 1-1 0 0,1-1 0 0 0,-1 1 1 0 0,1-1-1 0 0,-1 1 1 0 0,1 0-1 0 0,0 0 1 0 0,-1 0-1 0 0,1 0 1 0 0,0 0-1 0 0,0 0 1 0 0,0 0-1 0 0,-1 0 1 0 0,1 1-1 0 0,0-1 1 0 0,0 1-1 0 0,0 0 1 0 0,0-1-1 0 0,0 1 1 0 0,0 0-1 0 0,2 0 0 0 0,-2 0 6 0 0,1 0 0 0 0,-1 0 0 0 0,0 0 0 0 0,0 1 0 0 0,0-1-1 0 0,0 0 1 0 0,0 1 0 0 0,0 0 0 0 0,0-1 0 0 0,0 1 0 0 0,-1 0-1 0 0,1 0 1 0 0,0 0 0 0 0,0 0 0 0 0,-1 0 0 0 0,1 0 0 0 0,0 1-1 0 0,-1-1 1 0 0,1 0 0 0 0,1 4 0 0 0,-1-3-18 0 0,0 1 0 0 0,-1 0 0 0 0,0 0 0 0 0,0 0 0 0 0,0 0 0 0 0,0 0 0 0 0,0 1 0 0 0,0-1 0 0 0,-1 0 0 0 0,1 0 0 0 0,-1 0 0 0 0,0 4 0 0 0,-1 2-2 0 0,1 0 0 0 0,-2 0 0 0 0,1 0-1 0 0,-1 0 1 0 0,-1 0 0 0 0,1 0 0 0 0,-1 0 0 0 0,-7 12 0 0 0,-2 4 22 0 0,10-19-30 0 0,0 0 1 0 0,-1 0-1 0 0,0-1 1 0 0,-5 8-1 0 0,-28 31 96 0 0,21-27 61 0 0,1 0-1 0 0,1 1 0 0 0,-17 30 1 0 0,30-48-157 0 0,-1 1 0 0 0,1-1 0 0 0,0 1 0 0 0,0-1 0 0 0,0 1 1 0 0,0-1-1 0 0,0 0 0 0 0,0 1 0 0 0,-1-1 0 0 0,1 1 0 0 0,0-1 1 0 0,0 1-1 0 0,1-1 0 0 0,-1 1 0 0 0,0-1 0 0 0,0 1 0 0 0,0-1 1 0 0,0 1-1 0 0,0-1 0 0 0,0 0 0 0 0,1 1 0 0 0,-1-1 0 0 0,0 1 1 0 0,0-1-1 0 0,1 0 0 0 0,-1 1 0 0 0,0-1 0 0 0,0 1 0 0 0,1-1 0 0 0,-1 0 1 0 0,1 1-1 0 0,-1-1 0 0 0,0 0 0 0 0,1 0 0 0 0,-1 1 0 0 0,1-1 1 0 0,-1 0-1 0 0,0 0 0 0 0,1 0 0 0 0,-1 0 0 0 0,1 1 0 0 0,-1-1 1 0 0,1 0-1 0 0,-1 0 0 0 0,1 0 0 0 0,25 3 121 0 0,-23-3-109 0 0,15 0 58 0 0,-1-1 1 0 0,1-1 0 0 0,26-6 0 0 0,-26 4 55 0 0,1 1 0 0 0,30-1 0 0 0,-41 4-29 0 0,-5-1-2 0 0,-1 1 0 0 0,1 0 0 0 0,-1 0 0 0 0,1 0 0 0 0,-1 1 0 0 0,1-1 0 0 0,-1 1 0 0 0,4 0 0 0 0,-5 0-159 0 0,0 0 0 0 0,0-1 0 0 0,0 1 0 0 0,-1 0 0 0 0,1 0 0 0 0,0-1 0 0 0,-1 1 0 0 0,1 0 0 0 0,0 0 0 0 0,-1 0 0 0 0,1 0 0 0 0,-1 0 0 0 0,0 0 0 0 0,1 0-1 0 0,-1 0 1 0 0,0 0 0 0 0,1 0 0 0 0,-1 0 0 0 0,0 0 0 0 0,0 0 0 0 0,0 0 0 0 0,0 0 0 0 0,0 0 0 0 0,0 2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55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32 586 3929 0 0,'0'0'372'0'0,"-11"0"5191"0"0,-10 1-1687 0 0,36-2-3726 0 0,0 0-1 0 0,29-8 1 0 0,5-1-133 0 0,150-12 339 0 0,71-11 328 0 0,-28-13-415 0 0,-22 2-82 0 0,-62 23-172 0 0,292-1 1 0 0,-348 23-40 0 0,-2 0 738 0 0,139-15 0 0 0,109-6-438 0 0,-187 16-237 0 0,25-6 366 0 0,-186 10-400 0 0,1 0 1 0 0,0 0-1 0 0,-1-1 0 0 0,1 1 1 0 0,-1 0-1 0 0,1-1 0 0 0,-1 1 0 0 0,1 0 1 0 0,-1-1-1 0 0,1 1 0 0 0,-1-1 1 0 0,0 1-1 0 0,1-1 0 0 0,-1 1 0 0 0,0-1 1 0 0,1 1-1 0 0,-1-1 0 0 0,0 1 0 0 0,1-1 1 0 0,-1 1-1 0 0,0-1 0 0 0,0 0 1 0 0,0 1-1 0 0,0-1 0 0 0,0 0 0 0 0,0 1 1 0 0,1-1-1 0 0,-1 1 0 0 0,-1-2 0 0 0,2-24-33 0 0,-1 20 22 0 0,0-134 142 0 0,0 140-129 0 0,0-1 0 0 0,0 0-1 0 0,0 0 1 0 0,0 0 0 0 0,0 0-1 0 0,1 0 1 0 0,-1 1 0 0 0,0-1-1 0 0,1 0 1 0 0,-1 0 0 0 0,0 1-1 0 0,1-1 1 0 0,-1 0 0 0 0,1 0 0 0 0,0 1-1 0 0,-1-1 1 0 0,1 0 0 0 0,-1 1-1 0 0,1-1 1 0 0,0 1 0 0 0,-1-1-1 0 0,1 1 1 0 0,0-1 0 0 0,0 1-1 0 0,0 0 1 0 0,-1-1 0 0 0,1 1-1 0 0,0 0 1 0 0,0-1 0 0 0,0 1 0 0 0,0 0-1 0 0,-1 0 1 0 0,1 0 0 0 0,0 0-1 0 0,0 0 1 0 0,0 0 0 0 0,0 0-1 0 0,0 0 1 0 0,-1 0 0 0 0,3 1-1 0 0,-1-1 0 0 0,1 0 0 0 0,-1 1 0 0 0,1-1 0 0 0,-1 1 0 0 0,1 0 0 0 0,-1 0 0 0 0,1 0-1 0 0,-1 0 1 0 0,0 0 0 0 0,0 0 0 0 0,1 1 0 0 0,3 2 0 0 0,-3 1 1 0 0,0 1 0 0 0,0-1 0 0 0,0 1 0 0 0,0 0 1 0 0,-1 0-1 0 0,0 0 0 0 0,2 9 0 0 0,3 9 24 0 0,17 39 1 0 0,52 125 63 0 0,-68-171-55 0 0,2-1 0 0 0,16 23 0 0 0,-21-32-8 0 0,1-1 0 0 0,-1 1 1 0 0,1-2-1 0 0,0 1 0 0 0,1 0 1 0 0,-1-1-1 0 0,1-1 0 0 0,8 6 0 0 0,-4-5 32 0 0,-5-1-52 0 0,1-1 1 0 0,0 1 0 0 0,0-1-1 0 0,0-1 1 0 0,0 1 0 0 0,1-1-1 0 0,-1-1 1 0 0,12 2 0 0 0,-18-3-8 0 0,1 0 0 0 0,-1 0 1 0 0,0-1-1 0 0,1 1 0 0 0,-1 0 0 0 0,0-1 1 0 0,0 1-1 0 0,0-1 0 0 0,0 0 0 0 0,1 1 1 0 0,-1-1-1 0 0,0 0 0 0 0,0 0 0 0 0,0 1 1 0 0,0-1-1 0 0,0 0 0 0 0,-1 0 0 0 0,1 0 1 0 0,0 0-1 0 0,0 0 0 0 0,-1 0 0 0 0,1-1 1 0 0,0 1-1 0 0,-1 0 0 0 0,1 0 0 0 0,-1 0 1 0 0,0-1-1 0 0,1 1 0 0 0,-1 0 0 0 0,0 0 1 0 0,0-2-1 0 0,2-8 10 0 0,-1 1-1 0 0,0-1 1 0 0,-1-11 0 0 0,1-1 35 0 0,1 13-41 0 0,0 1 1 0 0,1-1-1 0 0,0 1 0 0 0,0-1 1 0 0,8-13-1 0 0,-5 11-4 0 0,-1-1 1 0 0,6-20-1 0 0,18-152-28 0 0,-16 84 16 0 0,-12 93 1 0 0,0-14-52 0 0,-1 22 58 0 0,0-1 1 0 0,0 1-1 0 0,0 0 1 0 0,0-1-1 0 0,0 1 1 0 0,0 0-1 0 0,0 0 0 0 0,0-1 1 0 0,0 1-1 0 0,0 0 1 0 0,0-1-1 0 0,0 1 1 0 0,0 0-1 0 0,1-1 1 0 0,-1 1-1 0 0,0 0 0 0 0,0 0 1 0 0,0-1-1 0 0,0 1 1 0 0,0 0-1 0 0,1 0 1 0 0,-1-1-1 0 0,0 1 1 0 0,0 0-1 0 0,0 0 0 0 0,1-1 1 0 0,-1 1-1 0 0,0 0 1 0 0,0 0-1 0 0,1 0 1 0 0,-1 0-1 0 0,0-1 1 0 0,1 1-1 0 0,-1 0 1 0 0,0 0-1 0 0,0 0 0 0 0,1 0 1 0 0,-1 0-1 0 0,0 0 1 0 0,1 0-1 0 0,-1 0 1 0 0,0 0-1 0 0,1 0 1 0 0,0 1-1 0 0,0 1 0 0 0,0-1 0 0 0,0 1 0 0 0,0-1 0 0 0,-1 1 0 0 0,1 0 0 0 0,0-1 0 0 0,-1 1 0 0 0,1 3 1 0 0,1 0 6 0 0,61 217 44 0 0,-28-87-8 0 0,-29-108-30 0 0,-5-20 7 0 0,1 0 1 0 0,-1 0 0 0 0,2 1-1 0 0,-1-1 1 0 0,1-1 0 0 0,3 8 0 0 0,-6-14-17 0 0,1 1 1 0 0,-1-1-1 0 0,0 0 1 0 0,0 1-1 0 0,0-1 1 0 0,1 0-1 0 0,-1 0 1 0 0,0 1-1 0 0,0-1 1 0 0,1 0-1 0 0,-1 1 1 0 0,0-1-1 0 0,1 0 1 0 0,-1 0-1 0 0,0 0 1 0 0,1 1-1 0 0,-1-1 1 0 0,0 0 0 0 0,1 0-1 0 0,-1 0 1 0 0,1 0-1 0 0,-1 0 1 0 0,0 0-1 0 0,1 0 1 0 0,-1 0-1 0 0,1 0 1 0 0,-1 0-1 0 0,0 0 1 0 0,1 0-1 0 0,-1 0 1 0 0,1 0-1 0 0,-1 0 1 0 0,1 0-1 0 0,11-12 33 0 0,3-22-36 0 0,-14 33 10 0 0,10-33 13 0 0,-2 0-1 0 0,10-68 1 0 0,-4 14-31 0 0,-10 61 6 0 0,0 1-16 0 0,0 0-1 0 0,2 0 1 0 0,1 1 0 0 0,1 0-1 0 0,15-29 1 0 0,-23 52 8 0 0,0 0-1 0 0,1 0 1 0 0,0 0-1 0 0,-1 1 1 0 0,1-1-1 0 0,0 1 1 0 0,0-1 0 0 0,0 1-1 0 0,0 0 1 0 0,0 0-1 0 0,0 0 1 0 0,0 0 0 0 0,0 0-1 0 0,0 0 1 0 0,5-1-1 0 0,-6 2 9 0 0,0 0 0 0 0,1-1 0 0 0,-1 1 0 0 0,0 0 0 0 0,1 0 0 0 0,-1 0 0 0 0,1 0 0 0 0,-1 0-1 0 0,0 0 1 0 0,1 0 0 0 0,-1 1 0 0 0,0-1 0 0 0,1 0 0 0 0,-1 1 0 0 0,0-1 0 0 0,1 1 0 0 0,-1-1-1 0 0,0 1 1 0 0,0 0 0 0 0,0 0 0 0 0,1-1 0 0 0,-1 1 0 0 0,0 0 0 0 0,0 0 0 0 0,0 0 0 0 0,0 0-1 0 0,-1 0 1 0 0,3 2 0 0 0,5 16 6 0 0,0 1 0 0 0,6 20 0 0 0,4 11-2 0 0,-12-32-6 0 0,0 0 0 0 0,-2 0 0 0 0,3 23 0 0 0,9 35 29 0 0,-3-28-21 0 0,-6-19 0 0 0,18 46 0 0 0,-14-46 19 0 0,-7-20-2 0 0,0 0 0 0 0,0 0-1 0 0,8 13 1 0 0,-9-20-13 0 0,-1 1 1 0 0,1 0-1 0 0,0-1 1 0 0,0 0-1 0 0,1 0 0 0 0,-1 0 1 0 0,1 0-1 0 0,0 0 1 0 0,-1-1-1 0 0,1 0 1 0 0,7 4-1 0 0,2 0 26 0 0,-9-3-22 0 0,1-1 0 0 0,0 0 1 0 0,-1 0-1 0 0,1 0 0 0 0,0 0 0 0 0,6 0 0 0 0,-10-2-9 0 0,1 1 0 0 0,-1-1 0 0 0,1 0-1 0 0,-1-1 1 0 0,1 1 0 0 0,-1 0 0 0 0,1 0-1 0 0,-1-1 1 0 0,1 1 0 0 0,-1 0 0 0 0,1-1-1 0 0,-1 0 1 0 0,0 1 0 0 0,1-1-1 0 0,-1 0 1 0 0,0 0 0 0 0,0 1 0 0 0,1-1-1 0 0,-1 0 1 0 0,0 0 0 0 0,0-1 0 0 0,0 1-1 0 0,0 0 1 0 0,0 0 0 0 0,0 0 0 0 0,-1-1-1 0 0,2-1 1 0 0,6-13 2 0 0,-2 0-1 0 0,0-1 1 0 0,0 0-1 0 0,4-26 1 0 0,9-27 21 0 0,-12 48-43 0 0,8-24 18 0 0,1 1 0 0 0,2 1 0 0 0,43-73 0 0 0,-56 108-11 0 0,2 0 0 0 0,-1 1 0 0 0,1 0 0 0 0,0 0 0 0 0,1 1 0 0 0,0 0 0 0 0,0 0 0 0 0,0 1 0 0 0,1 0 0 0 0,0 1 0 0 0,12-7 0 0 0,-19 12 6 0 0,1-1-1 0 0,-1 0 1 0 0,0 0 0 0 0,1 1 0 0 0,-1 0 0 0 0,0-1 0 0 0,1 1 0 0 0,-1 0 0 0 0,0 0-1 0 0,1 0 1 0 0,-1 1 0 0 0,0-1 0 0 0,1 0 0 0 0,-1 1 0 0 0,0 0 0 0 0,1-1 0 0 0,-1 1 0 0 0,0 0-1 0 0,0 0 1 0 0,0 0 0 0 0,0 0 0 0 0,0 1 0 0 0,2 1 0 0 0,1 2-1 0 0,1 1 0 0 0,-2 0-1 0 0,1 0 1 0 0,-1 0 0 0 0,7 12 0 0 0,12 18 21 0 0,-16-28-15 0 0,-1 0 0 0 0,1-1 0 0 0,1 1-1 0 0,-1-1 1 0 0,1-1 0 0 0,0 0 0 0 0,1 0 0 0 0,-1 0 0 0 0,1-1-1 0 0,0 0 1 0 0,1-1 0 0 0,-1 0 0 0 0,1 0 0 0 0,0-1 0 0 0,0-1 0 0 0,0 0-1 0 0,13 2 1 0 0,-15-4-2 0 0,0 1-1 0 0,0 0 1 0 0,0 0 0 0 0,-1 1-1 0 0,1 0 1 0 0,-1 0-1 0 0,1 1 1 0 0,6 4-1 0 0,-3-3 3 0 0,-1 1-1 0 0,1-2 0 0 0,0 1 0 0 0,0-2 0 0 0,0 1 1 0 0,0-2-1 0 0,1 1 0 0 0,-1-1 0 0 0,17-2 1 0 0,14-1-17 0 0,49-10 0 0 0,-69 9 38 0 0,101-16-46 0 0,401-52 48 0 0,-50 50-38 0 0,-429 21 8 0 0,433-20 59 0 0,-263-19-47 0 0,-135 22-6 0 0,-32 10-6 0 0,78-2 0 0 0,22-2 27 0 0,-120 8 7 0 0,48 1 0 0 0,-54 3-7 0 0,1-2-1 0 0,-1 0 1 0 0,41-8-1 0 0,45-8-2 0 0,-101 13-899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59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0 104 0 0,'2'0'40'0'0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59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 0 0,'0'0'0'0'0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06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1714 59 1272 0 0,'0'0'1449'0'0,"6"-23"6090"0"0,-3 21-6953 0 0,13-14 1552 0 0,-16 16-2097 0 0,1 0 1 0 0,-1-1 0 0 0,0 1-1 0 0,1 0 1 0 0,-1 0-1 0 0,0-1 1 0 0,0 1 0 0 0,1 0-1 0 0,-1 0 1 0 0,0-1-1 0 0,0 1 1 0 0,0 0 0 0 0,1-1-1 0 0,-1 1 1 0 0,0 0-1 0 0,0-1 1 0 0,0 1 0 0 0,0 0-1 0 0,0-1 1 0 0,1 1 0 0 0,-1-1-1 0 0,0 1 1 0 0,0 0-1 0 0,0-1 1 0 0,0 1 0 0 0,0 0-1 0 0,0-1 1 0 0,0 1-1 0 0,-1-1 1 0 0,1 1 0 0 0,0 0-1 0 0,0-1 1 0 0,0 1 0 0 0,0 0-1 0 0,0-1 1 0 0,0 1-1 0 0,-1 0 1 0 0,1-1 0 0 0,0 1-1 0 0,-1-1 1 0 0,-1 0-22 0 0,-1 1 1 0 0,0-1 0 0 0,0 1-1 0 0,1-1 1 0 0,-1 1 0 0 0,0 0-1 0 0,0 0 1 0 0,0 0 0 0 0,-3 1-1 0 0,-5-1 21 0 0,-26 2 83 0 0,-66 12 0 0 0,-14 1-20 0 0,-317-12 84 0 0,235-4 68 0 0,193 1-263 0 0,0 2-1 0 0,-1-1 1 0 0,1 1 0 0 0,0-1 0 0 0,0 2 0 0 0,0-1 0 0 0,0 1 0 0 0,0 0 0 0 0,-6 4-1 0 0,-27 12 800 0 0,25-12-69 0 0,13-6-691 0 0,-1 0 0 0 0,1 0 1 0 0,0 0-1 0 0,-1-1 0 0 0,1 1 1 0 0,-1 0-1 0 0,1-1 0 0 0,-1 1 1 0 0,0-1-1 0 0,1 0 0 0 0,-3 1 1 0 0,-2 27-52 0 0,-23 117 32 0 0,-10 181-1 0 0,5-81-19 0 0,-3 52 245 0 0,37-209 498 0 0,6-73-1430 0 0,-1-11-1772 0 0,-3-12-91 0 0,3-56 2241 0 0,-3 49 528 0 0,0-1 1 0 0,-1 1 0 0 0,-2-28 0 0 0,1 41-145 0 0,-1 0 0 0 0,1 1 1 0 0,-1-1-1 0 0,0 1 0 0 0,1-1 0 0 0,-1 1 1 0 0,0 0-1 0 0,0-1 0 0 0,0 1 0 0 0,0 0 1 0 0,0-1-1 0 0,0 1 0 0 0,-1 0 0 0 0,1 0 1 0 0,0 0-1 0 0,0 0 0 0 0,-1 0 0 0 0,1 0 1 0 0,-1 1-1 0 0,1-1 0 0 0,-1 0 0 0 0,1 1 1 0 0,-1-1-1 0 0,-3 0 0 0 0,-12-7 200 0 0,11 4-201 0 0,-1 1 1 0 0,1 0 0 0 0,-1 0 0 0 0,0 1 0 0 0,1 0 0 0 0,-1 0 0 0 0,0 1 0 0 0,0 0-1 0 0,0 0 1 0 0,-1 0 0 0 0,1 1 0 0 0,0 0 0 0 0,-8 1 0 0 0,2 1 10 0 0,0 0 1 0 0,0 1 0 0 0,1 1-1 0 0,-1 0 1 0 0,1 0-1 0 0,-15 9 1 0 0,-2-1 144 0 0,23-10-178 0 0,0 0 1 0 0,1 0 0 0 0,-1 1-1 0 0,1-1 1 0 0,0 1 0 0 0,0 1-1 0 0,-7 5 1 0 0,-4 6 7 0 0,0 0 1 0 0,1 2-1 0 0,1 0 0 0 0,1 0 1 0 0,0 2-1 0 0,2-1 0 0 0,0 1 1 0 0,1 1-1 0 0,1 0 1 0 0,0 1-1 0 0,2-1 0 0 0,0 1 1 0 0,2 1-1 0 0,-5 28 0 0 0,8-39-49 0 0,0 1 0 0 0,-1-1-1 0 0,-1 0 1 0 0,-6 16 0 0 0,5-16 3 0 0,0 1-1 0 0,2 0 1 0 0,-1 0 0 0 0,-2 19-1 0 0,5-9 12 0 0,0 1 0 0 0,2 0 0 0 0,1-1 0 0 0,0 1 0 0 0,2-1 0 0 0,1 0 0 0 0,0 0 0 0 0,14 33 0 0 0,3-3 4 0 0,2-1 0 0 0,38 61 0 0 0,-46-76 1 0 0,-13-30-29 0 0,-1 1 0 0 0,1-1-1 0 0,0 0 1 0 0,8 12 0 0 0,2-1 33 0 0,0-1 0 0 0,2 0 0 0 0,-1-1 0 0 0,2 0 0 0 0,0-2 0 0 0,1 0 0 0 0,0 0-1 0 0,1-2 1 0 0,0 0 0 0 0,1-1 0 0 0,0-1 0 0 0,1-1 0 0 0,-1-1 0 0 0,2 0 0 0 0,-1-1 0 0 0,1-2-1 0 0,37 5 1 0 0,-48-8-11 0 0,-1 0-1 0 0,0 1 0 0 0,1 1 1 0 0,-1 0-1 0 0,9 4 0 0 0,-7-3 0 0 0,1 0-1 0 0,19 4 0 0 0,-9-6-15 0 0,1 0-1 0 0,-1-2 1 0 0,1 0 0 0 0,0-1-1 0 0,-1-2 1 0 0,0 0 0 0 0,30-8-1 0 0,-12-1 27 0 0,-1-1 0 0 0,0-2-1 0 0,40-22 1 0 0,-63 29 6 0 0,-1 0-1 0 0,24-19 0 0 0,-33 22-21 0 0,0 0-1 0 0,0-1 0 0 0,-1 0 0 0 0,0 0 0 0 0,0 0 0 0 0,0-1 0 0 0,-1 1 0 0 0,4-9 0 0 0,-2 0 20 0 0,0 0-1 0 0,-1 0 1 0 0,4-21-1 0 0,-5 19-10 0 0,0 0-1 0 0,10-21 0 0 0,-10 26-4 0 0,0-1 0 0 0,0-1 0 0 0,-1 1 0 0 0,-1 0 0 0 0,0 0 0 0 0,-1-1 0 0 0,-1 1 0 0 0,0-1 0 0 0,0 0 0 0 0,-2 1 0 0 0,-3-19 0 0 0,-2-3 6 0 0,-2 1-1 0 0,-2 0 1 0 0,-17-38 0 0 0,-5-2 11 0 0,25 53-20 0 0,-1 1 0 0 0,-1 0 0 0 0,-1 1 0 0 0,0 0 0 0 0,-2 0 0 0 0,0 2 0 0 0,-1-1 0 0 0,-17-15 0 0 0,-14-11-10 0 0,-82-62 0 0 0,95 83-29 0 0,-44-26-1 0 0,63 42 21 0 0,0 0 0 0 0,-1 1 0 0 0,1 1-1 0 0,-1 0 1 0 0,0 1 0 0 0,-28-5 0 0 0,30 7-23 0 0,0-1 0 0 0,-21-7 0 0 0,24 7-17 0 0,0 0 0 0 0,0 0 0 0 0,0 1 0 0 0,-1 0 0 0 0,1 1 0 0 0,-12-1 0 0 0,6 4-338 0 0,0 0 0 0 0,0 1 0 0 0,0 0 0 0 0,0 1 0 0 0,1 1 0 0 0,0 0 0 0 0,0 1 0 0 0,-22 13 0 0 0,31-16 166 0 0,-6 3-429 0 0,1 1-1 0 0,1 0 1 0 0,0 0-1 0 0,0 1 1 0 0,0 1-1 0 0,1-1 1 0 0,0 1-1 0 0,0 1 1 0 0,-7 12-1 0 0,2-5-597 0 0,-14 19-2365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07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82 137 2905 0 0,'0'0'17'0'0,"-5"-25"1969"0"0,-9-49 1402 0 0,12 36 2044 0 0,-11 116-4588 0 0,-4 123 1 0 0,6-36 362 0 0,1 32-551 0 0,10-195-825 0 0,-1 17-675 0 0,1-19 664 0 0,0 0 0 0 0,0 1 0 0 0,0-1-1 0 0,0 0 1 0 0,0 1 0 0 0,0-1-1 0 0,0 0 1 0 0,0 1 0 0 0,0-1-1 0 0,0 0 1 0 0,0 1 0 0 0,0-1-1 0 0,0 0 1 0 0,0 0 0 0 0,0 1-1 0 0,-1-1 1 0 0,1 0 0 0 0,0 0-1 0 0,0 1 1 0 0,0-1 0 0 0,0 0-1 0 0,-1 0 1 0 0,1 1 0 0 0,0-1-1 0 0,0 0 1 0 0,-1 0 0 0 0,1 0-1 0 0,0 1 1 0 0,0-1 0 0 0,-1 0-1 0 0,1 0 1 0 0,0 0 0 0 0,0 0 0 0 0,-1 0-1 0 0,1 1 1 0 0,0-1 0 0 0,-1 0-1 0 0,1 0 1 0 0,0 0 0 0 0,-1 0-1 0 0,1 0 1 0 0,0 0 0 0 0,-1 0-1 0 0,1 0 1 0 0,0 0 0 0 0,-1-1-1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07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70 241 1576 0 0,'-6'-10'5459'0'0,"-14"-3"-3640"0"0,16 10-1122 0 0,-5-1 201 0 0,6 3-550 0 0,1 0 1 0 0,0 0-1 0 0,-1 0 0 0 0,1 0 1 0 0,0 0-1 0 0,0-1 1 0 0,-1 1-1 0 0,1-1 0 0 0,0 1 1 0 0,1-1-1 0 0,-1 0 0 0 0,-2-2 1 0 0,4 3-96 0 0,8-2 735 0 0,22-7-702 0 0,0 0-1 0 0,-1-2 1 0 0,52-30 0 0 0,-39 20-139 0 0,-7 3-100 0 0,-23 12-36 0 0,0 0 1 0 0,0 1-1 0 0,0 0 1 0 0,1 1-1 0 0,0 0 1 0 0,0 1-1 0 0,22-3 1 0 0,-32 6-9 0 0,0 0-1 0 0,1 1 1 0 0,-1-2 0 0 0,0 1-1 0 0,0 0 1 0 0,0-1 0 0 0,1 1 0 0 0,2-3-1 0 0,-4 3-1 0 0,-1-1-1 0 0,1 1 0 0 0,0 0 0 0 0,0 0 1 0 0,0 0-1 0 0,0 0 0 0 0,1 0 0 0 0,-1 1 1 0 0,0-1-1 0 0,0 1 0 0 0,0-1 0 0 0,0 1 0 0 0,1 0 1 0 0,-1 0-1 0 0,0 0 0 0 0,1 0 0 0 0,-1 0 1 0 0,0 0-1 0 0,3 1 0 0 0,-2 2 6 0 0,-1-1 1 0 0,0 1-1 0 0,0 0 0 0 0,0 0 0 0 0,-1 0 0 0 0,1 0 1 0 0,2 6-1 0 0,-1-2 0 0 0,1 3-236 0 0,0 0 1 0 0,0 0-1 0 0,-1 0 0 0 0,0 1 0 0 0,-1-1 1 0 0,-1 1-1 0 0,1 0 0 0 0,-2 0 0 0 0,0 17 1 0 0,2 15-3218 0 0,0-24 1260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08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123 147 8594 0 0,'-4'-7'1164'0'0,"-1"-2"-753"0"0,-1-3 372 0 0,0 1-1 0 0,-7-24 1 0 0,12 32-673 0 0,1 0 1 0 0,-1 0 0 0 0,0 0-1 0 0,1 0 1 0 0,-1 0 0 0 0,1 0-1 0 0,0 0 1 0 0,0 0 0 0 0,0-1-1 0 0,1 1 1 0 0,-1 0 0 0 0,1 0-1 0 0,0 0 1 0 0,0 0-1 0 0,0 0 1 0 0,0 0 0 0 0,3-5-1 0 0,-3 7-25 0 0,1 0 0 0 0,0-1 0 0 0,0 1 0 0 0,0 0 0 0 0,0 0 0 0 0,0 0 0 0 0,0 1 0 0 0,0-1 0 0 0,2 0 0 0 0,-3 0-60 0 0,0 1 0 0 0,-1 0 1 0 0,1-1-1 0 0,0 1 0 0 0,-1 0 1 0 0,1 0-1 0 0,0 0 1 0 0,-1 0-1 0 0,1 0 0 0 0,0 0 1 0 0,0 0-1 0 0,-1 0 1 0 0,1 0-1 0 0,0 0 0 0 0,-1 0 1 0 0,1 0-1 0 0,0 0 1 0 0,-1 0-1 0 0,1 1 0 0 0,0-1 1 0 0,-1 0-1 0 0,1 1 0 0 0,0-1 1 0 0,-1 0-1 0 0,1 1 1 0 0,-1-1-1 0 0,1 1 0 0 0,0-1 1 0 0,-1 1-1 0 0,1-1 1 0 0,-1 1-1 0 0,0-1 0 0 0,1 1 1 0 0,-1-1-1 0 0,1 2 0 0 0,7 55 256 0 0,5-21-201 0 0,-8-24-52 0 0,-1 1 1 0 0,0 0-1 0 0,-1 0 1 0 0,3 18-1 0 0,-3 13 70 0 0,-3 1 0 0 0,-10 86 0 0 0,-28 89 177 0 0,27-165-234 0 0,-96 458 720 0 0,106-508-1006 0 0,-14 83 748 0 0,13-49-6502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08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80 11731 0 0,'-21'0'1928'0'0,"18"0"-880"0"0,14 0-454 0 0,210-5 1349 0 0,-161 1-1702 0 0,101-22 0 0 0,-131 20-468 0 0,119-24 696 0 0,-120 26-1920 0 0,42 0 0 0 0,-66 5-1666 0 0,-2 1 714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08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12059 0 0,'0'0'2016'0'0,"-2"0"-1392"0"0,1 0-272 0 0,-1 0-280 0 0,0 0-240 0 0,1 0 80 0 0,1 2 56 0 0,0-1 0 0 0,1 1 80 0 0,1 0-176 0 0,0-1-136 0 0,1 1-48 0 0,5 0-616 0 0,3 1-593 0 0,0-2-175 0 0</inkml:trace>
  <inkml:trace contextRef="#ctx0" brushRef="#br0" timeOffset="1">19 121 6369 0 0,'-1'0'1185'0'0,"-2"2"383"0"0,1-1-648 0 0,-1 1-280 0 0,0 0-240 0 0,1-1 32 0 0,0 1-119 0 0,1-1-81 0 0,-1-1-112 0 0,4 0-136 0 0,-1 0 56 0 0,9-3-416 0 0,17-8-665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16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116 253 288 0 0,'0'0'3334'0'0,"-5"-1"140"0"0,-9-1-2410 0 0,9 1-805 0 0,-3 1 159 0 0,1-1-1 0 0,-1 1 0 0 0,1-2 0 0 0,-1 1 0 0 0,1-1 1 0 0,0 0-1 0 0,-10-5 0 0 0,13 2 142 0 0,0 0-1 0 0,1 0 1 0 0,0 0 0 0 0,-4-9-1 0 0,7 14-528 0 0,0 0-9 0 0,-1 0-1 0 0,1-1 0 0 0,0 1 0 0 0,0 0 0 0 0,0 0 0 0 0,0-1 0 0 0,0 1 0 0 0,0 0 0 0 0,0 0 0 0 0,0-1 1 0 0,0 1-1 0 0,0 0 0 0 0,0-1 0 0 0,0 1 0 0 0,0 0 0 0 0,0 0 0 0 0,0-1 0 0 0,0 1 0 0 0,0 0 1 0 0,0 0-1 0 0,1-1 0 0 0,-1 1 0 0 0,0 0 0 0 0,0 0 0 0 0,0-1 0 0 0,0 1 0 0 0,0 0 0 0 0,1 0 0 0 0,-1 0 1 0 0,0 0-1 0 0,0-1 0 0 0,0 1 0 0 0,1 0 0 0 0,12-6 263 0 0,20 1-168 0 0,-27 5-10 0 0,30-5 82 0 0,155-25 375 0 0,10-9-332 0 0,17 4-40 0 0,-63 12-93 0 0,-45 6-44 0 0,217-4-1 0 0,-236 21 299 0 0,-72-7-262 0 0,-16 4-87 0 0,-15 4-37 0 0,-35 15-5755 0 0,32-10 1221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18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128 130 3377 0 0,'0'-2'248'0'0,"1"0"0"0"0,-1 1 0 0 0,1-1 0 0 0,0 0 1 0 0,0 0-1 0 0,0 0 0 0 0,0 1 0 0 0,0-1 0 0 0,0 1 0 0 0,1-1 1 0 0,1-1-1 0 0,6-10 2298 0 0,5-17 978 0 0,-9 16-2637 0 0,1 1-1 0 0,10-14 1 0 0,-16 26-833 0 0,0 1 0 0 0,0-1 1 0 0,1 0-1 0 0,-1 1 0 0 0,1-1 1 0 0,-1 0-1 0 0,1 1 0 0 0,-1-1 1 0 0,1 1-1 0 0,-1-1 0 0 0,1 1 1 0 0,-1-1-1 0 0,1 1 0 0 0,0-1 1 0 0,-1 1-1 0 0,1 0 1 0 0,0-1-1 0 0,-1 1 0 0 0,1 0 1 0 0,0 0-1 0 0,0-1 0 0 0,0 1-26 0 0,-1 1 0 0 0,1-1-1 0 0,-1 0 1 0 0,1 1 0 0 0,-1-1-1 0 0,0 0 1 0 0,1 1 0 0 0,-1-1-1 0 0,0 1 1 0 0,1-1 0 0 0,-1 0-1 0 0,0 1 1 0 0,1-1 0 0 0,-1 1-1 0 0,0-1 1 0 0,0 1 0 0 0,0-1-1 0 0,0 1 1 0 0,1-1 0 0 0,-1 1-1 0 0,0-1 1 0 0,0 2 0 0 0,2 39 400 0 0,-3-35-353 0 0,1 21 75 0 0,-15 464 420 0 0,10-449-330 0 0,2 0 0 0 0,2 0 0 0 0,9 83 0 0 0,-4-97 2 0 0,-1 53 0 0 0,-4-79-232 0 0,1 0-1 0 0,-1-1 1 0 0,1 1 0 0 0,-1-1-1 0 0,0 1 1 0 0,0-1 0 0 0,0 1-1 0 0,0-1 1 0 0,0 1 0 0 0,0-1-1 0 0,0 0 1 0 0,0 1 0 0 0,0-1-1 0 0,-1 0 1 0 0,1 0 0 0 0,-1 0-1 0 0,1 0 1 0 0,-1 0 0 0 0,1 0-1 0 0,-1 0 1 0 0,-1 0 0 0 0,-37 15 41 0 0,38-15-48 0 0,-13 4 20 0 0,0-1 0 0 0,0 0 0 0 0,0-1 0 0 0,-1 0 0 0 0,-22 0 1 0 0,37-3-23 0 0,0 0 1 0 0,0 0-1 0 0,1 0 1 0 0,-1 0-1 0 0,0 0 1 0 0,0 0 0 0 0,1 0-1 0 0,-1 0 1 0 0,0 0-1 0 0,1 0 1 0 0,-1 1-1 0 0,0-1 1 0 0,0 0 0 0 0,1 0-1 0 0,-1 1 1 0 0,1-1-1 0 0,-1 0 1 0 0,0 1-1 0 0,1-1 1 0 0,-1 1 0 0 0,1-1-1 0 0,-1 1 1 0 0,1-1-1 0 0,-1 1 1 0 0,1-1-1 0 0,-1 1 1 0 0,0 1 0 0 0,1-1-4 0 0,0 0 1 0 0,0 0 0 0 0,0 0-1 0 0,0 0 1 0 0,0 0 0 0 0,0 0-1 0 0,0 0 1 0 0,0 1 0 0 0,1-1-1 0 0,-1 0 1 0 0,0 0 0 0 0,1 0 0 0 0,-1 0-1 0 0,1 0 1 0 0,-1 0 0 0 0,1 1-1 0 0,2 1 3 0 0,-1 1 0 0 0,1 0-1 0 0,0-1 1 0 0,-1 0 0 0 0,2 0-1 0 0,-1 0 1 0 0,0 0 0 0 0,6 4 0 0 0,228 98 67 0 0,-129-58-11 0 0,-103-45-52 0 0,0 0-1 0 0,-1 1 1 0 0,1 0-1 0 0,-1 0 1 0 0,0 1 0 0 0,0-1-1 0 0,0 1 1 0 0,0 0-1 0 0,-1 0 1 0 0,0 0 0 0 0,0 0-1 0 0,0 1 1 0 0,0-1-1 0 0,0 1 1 0 0,-1 0-1 0 0,0 0 1 0 0,2 5 0 0 0,-4-8-1 0 0,1-1 1 0 0,-1 1-1 0 0,0 0 1 0 0,1 0 0 0 0,-1 0-1 0 0,0 0 1 0 0,0 0-1 0 0,0-1 1 0 0,0 1-1 0 0,-1 0 1 0 0,1 0 0 0 0,-1 0-1 0 0,1 0 1 0 0,-1-1-1 0 0,1 1 1 0 0,-1 0-1 0 0,0 0 1 0 0,0-1 0 0 0,0 1-1 0 0,0-1 1 0 0,0 1-1 0 0,0-1 1 0 0,0 1 0 0 0,0-1-1 0 0,-1 1 1 0 0,1-1-1 0 0,-1 0 1 0 0,1 0-1 0 0,-4 2 1 0 0,-3 1-2 0 0,0 0-1 0 0,0-1 1 0 0,-1 0 0 0 0,0 0 0 0 0,-9 1-1 0 0,-12 5-15 0 0,-31 11 5 0 0,36-13 21 0 0,1 1 0 0 0,0 2 1 0 0,-32 17-1 0 0,46-21-10 0 0,-32 22 16 0 0,39-26-18 0 0,0 1 0 0 0,0-1 0 0 0,0 1 0 0 0,1 0 0 0 0,0 0 0 0 0,-1 0 0 0 0,1 0 0 0 0,0 0 0 0 0,0 1 0 0 0,-2 6 0 0 0,4-10 0 0 0,0 1-1 0 0,0 0 0 0 0,0-1 0 0 0,-1 1 0 0 0,1 0 0 0 0,0-1 1 0 0,0 1-1 0 0,1 0 0 0 0,-1-1 0 0 0,0 1 0 0 0,0-1 1 0 0,0 1-1 0 0,0 0 0 0 0,1-1 0 0 0,-1 1 0 0 0,0 0 0 0 0,0-1 1 0 0,1 1-1 0 0,-1-1 0 0 0,0 1 0 0 0,1-1 0 0 0,-1 1 1 0 0,1-1-1 0 0,-1 1 0 0 0,1-1 0 0 0,-1 1 0 0 0,1-1 1 0 0,-1 0-1 0 0,1 1 0 0 0,-1-1 0 0 0,1 0 0 0 0,-1 1 0 0 0,1-1 1 0 0,0 0-1 0 0,-1 0 0 0 0,1 0 0 0 0,0 1 0 0 0,32 5 12 0 0,-19-3-8 0 0,106 30 76 0 0,36 9-77 0 0,-140-38 9 0 0,0 0 1 0 0,26 11-1 0 0,-36-13-10 0 0,0 1 0 0 0,0 1 1 0 0,-1-1-1 0 0,1 1 0 0 0,-1 0 0 0 0,0 0 0 0 0,0 0 0 0 0,-1 1 0 0 0,8 9 0 0 0,-7-9 3 0 0,-1 1-1 0 0,0 0 1 0 0,0 1-1 0 0,4 10 0 0 0,-7-14 1 0 0,0-1-1 0 0,-1 1 1 0 0,1 0-1 0 0,0 0 1 0 0,-1 0-1 0 0,0 0 1 0 0,0 0-1 0 0,0-1 1 0 0,0 1-1 0 0,0 0 1 0 0,0 0-1 0 0,-1 0 1 0 0,0 0-1 0 0,-1 5 1 0 0,0-2-4 0 0,-1 0 0 0 0,1 0 0 0 0,-1 0-1 0 0,-1 0 1 0 0,1-1 0 0 0,-1 1 0 0 0,0-1 0 0 0,0 0 0 0 0,-1 0 0 0 0,1 0 0 0 0,-1-1 0 0 0,-7 6 0 0 0,-15 10 11 0 0,-1-2 0 0 0,-1 0 0 0 0,-56 23 1 0 0,14-6 68 0 0,64-31-77 0 0,0-1 0 0 0,0 2-1 0 0,1-1 1 0 0,-1 1 0 0 0,1 0-1 0 0,0 0 1 0 0,1 0 0 0 0,-8 10-1 0 0,11-12-5 0 0,0 0-1 0 0,0 0 1 0 0,1 0-1 0 0,-1 0 0 0 0,1 0 1 0 0,0 0-1 0 0,0 0 1 0 0,0 1-1 0 0,0-1 0 0 0,0 0 1 0 0,1 1-1 0 0,0-1 1 0 0,-1 1-1 0 0,1-1 1 0 0,0 0-1 0 0,1 1 0 0 0,-1-1 1 0 0,1 1-1 0 0,0-1 1 0 0,-1 0-1 0 0,4 6 0 0 0,5 18 0 0 0,-1 0 0 0 0,-1 0 0 0 0,-1 0-1 0 0,-1 1 1 0 0,-2 0 0 0 0,0 43 0 0 0,-19 223 24 0 0,0 0-1 0 0,16-258-13 0 0,1-1 0 0 0,2 0 0 0 0,1 0 1 0 0,1 0-1 0 0,19 60 0 0 0,3-27 151 0 0,-27-63-288 0 0,0 0 0 0 0,0 0 0 0 0,-1 0 0 0 0,0 0 0 0 0,0 0 0 0 0,0-1-1 0 0,-1 1 1 0 0,1 0 0 0 0,-1-1 0 0 0,0 1 0 0 0,0-1 0 0 0,-6 8-1 0 0,1 2-4953 0 0,5-11 2338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19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84 176 5233 0 0,'-24'-2'4856'0'0,"13"1"-4138"0"0,-1-1 0 0 0,1 0 0 0 0,-15-6 0 0 0,26 8-667 0 0,1 0-1 0 0,-1 0 0 0 0,0 0 1 0 0,1 0-1 0 0,-1 0 0 0 0,0 0 1 0 0,0 0-1 0 0,0-1 0 0 0,1 1 0 0 0,-1 0 1 0 0,0 0-1 0 0,0 0 0 0 0,1 0 1 0 0,-1-1-1 0 0,0 1 0 0 0,0 0 1 0 0,0 0-1 0 0,0 0 0 0 0,1-1 1 0 0,-1 1-1 0 0,0 0 0 0 0,0 0 0 0 0,0-1 1 0 0,0 1-1 0 0,0 0 0 0 0,0 0 1 0 0,0-1-1 0 0,0 1 0 0 0,1 0 1 0 0,-1 0-1 0 0,0-1 0 0 0,0 1 0 0 0,0 0 1 0 0,0 0-1 0 0,0-1 0 0 0,-1 1 1 0 0,1 0-1 0 0,0 0 0 0 0,0-1 1 0 0,0 1-1 0 0,0 0 0 0 0,0 0 0 0 0,0-1 1 0 0,0 1-1 0 0,0 0 0 0 0,-1 0 1 0 0,1-1-1 0 0,0 1 0 0 0,0 0 1 0 0,0 0-1 0 0,0 0 0 0 0,-1-1 1 0 0,1 1-1 0 0,0 0 0 0 0,0 0 0 0 0,0 0 1 0 0,-1 0-1 0 0,1 0 0 0 0,0-1 1 0 0,0 1-1 0 0,-1 0 0 0 0,1 0 1 0 0,21-6 552 0 0,30-6 256 0 0,54-19-1 0 0,-59 15-497 0 0,82-15 0 0 0,-90 25-319 0 0,-13 4-22 0 0,0-2 0 0 0,-1-2 1 0 0,38-11-1 0 0,-49 12-24 0 0,0 2-1 0 0,0 0 1 0 0,0 0-1 0 0,0 1 1 0 0,1 1-1 0 0,-1 0 0 0 0,1 1 1 0 0,-1 0-1 0 0,26 5 1 0 0,-12 0 16 0 0,0 1 1 0 0,-1 1-1 0 0,48 20 0 0 0,-57-18-278 0 0,-8-2-1816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19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32 10722 0 0,'0'0'690'0'0,"-2"-1"325"0"0,8 5-4761 0 0,-6-3 4082 0 0,1-1-1 0 0,-1 1 0 0 0,1 0 0 0 0,0-1 1 0 0,0 1-1 0 0,-1 0 0 0 0,1-1 0 0 0,0 1 1 0 0,0-1-1 0 0,0 1 0 0 0,0-1 0 0 0,0 1 1 0 0,1 0-1 0 0,11 1-202 0 0,0 0 0 0 0,0-1 1 0 0,0-1-1 0 0,0 0 0 0 0,1 0 0 0 0,19-4 1 0 0,79-23-3118 0 0,-85 20 1521 0 0,13-4-2613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20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139 286 1320 0 0,'-5'-130'12534'0'0,"5"129"-12330"0"0,0 12 357 0 0,-5 98 322 0 0,-28 149-1 0 0,28-227-716 0 0,-1 8 75 0 0,-1 9 341 0 0,-1-1 0 0 0,-17 49 0 0 0,25-95-566 0 0,0-1 0 0 0,0 1 0 0 0,0-1-1 0 0,0 1 1 0 0,0 0 0 0 0,-1-1 0 0 0,1 1-1 0 0,0-1 1 0 0,0 1 0 0 0,-1-1 0 0 0,1 1-1 0 0,0-1 1 0 0,-1 1 0 0 0,1-1 0 0 0,0 0-1 0 0,-1 1 1 0 0,1-1 0 0 0,-1 1 0 0 0,1-1-1 0 0,-1 0 1 0 0,1 1 0 0 0,-2-1 0 0 0,-5-7 84 0 0,-4-23-136 0 0,11 28 51 0 0,-6-23-28 0 0,1 0 1 0 0,2 0 0 0 0,-2-44-1 0 0,10-79-16 0 0,-3 107 48 0 0,-1 34-12 0 0,11-134 1 0 0,-9 124-18 0 0,0-1 0 0 0,2 1 0 0 0,0 0 0 0 0,0 0-1 0 0,16-30 1 0 0,-12 29-3 0 0,-7 14 11 0 0,-1 1 1 0 0,1-1-1 0 0,-1 1 0 0 0,1-1 1 0 0,0 1-1 0 0,0 0 0 0 0,1 0 1 0 0,-1 0-1 0 0,1 1 1 0 0,-1-1-1 0 0,1 0 0 0 0,6-3 1 0 0,8-4 4 0 0,1 0 0 0 0,0 2 0 0 0,1 0 0 0 0,0 1 0 0 0,0 1 0 0 0,23-4 0 0 0,9-5 4 0 0,-41 11-3 0 0,0 1 1 0 0,0 0-1 0 0,18-2 1 0 0,-24 4-5 0 0,0 1 1 0 0,0 0 0 0 0,0 0 0 0 0,0 1 0 0 0,0-1 0 0 0,0 1 0 0 0,0 0 0 0 0,0 0 0 0 0,0 0 0 0 0,0 1 0 0 0,0-1 0 0 0,0 1-1 0 0,4 2 1 0 0,-7-2-3 0 0,1 0-1 0 0,0 0 1 0 0,-1 0 0 0 0,1 1-1 0 0,-1-1 1 0 0,0 0-1 0 0,0 0 1 0 0,0 1-1 0 0,0-1 1 0 0,1 5-1 0 0,3 6-10 0 0,-2-9 13 0 0,-1 1 0 0 0,0 0 0 0 0,0 0 0 0 0,-1 0 0 0 0,1 0-1 0 0,-1 0 1 0 0,0 1 0 0 0,-1-1 0 0 0,1 0 0 0 0,-1 1 0 0 0,0-1 0 0 0,-1 8-1 0 0,-2 1 5 0 0,0-1-1 0 0,-1 1 0 0 0,-7 16 0 0 0,-1 2 0 0 0,11-29 0 0 0,-1 1 0 0 0,0-1 1 0 0,1 0-1 0 0,-2 0 1 0 0,1 0-1 0 0,0 0 0 0 0,-1 0 1 0 0,1 0-1 0 0,-1 0 0 0 0,0-1 1 0 0,-3 3-1 0 0,-40 25 69 0 0,23-16-46 0 0,-8 4 16 0 0,-1-1 0 0 0,-60 22 0 0 0,89-37-30 0 0,1-1 1 0 0,-1 0-1 0 0,0 1 0 0 0,1 0 1 0 0,-1 0-1 0 0,1 0 0 0 0,-1 0 1 0 0,1 0-1 0 0,-3 3 1 0 0,4-4 0 0 0,0 0 1 0 0,1 0 0 0 0,-1 0-1 0 0,0 0 1 0 0,0 0 0 0 0,1 0-1 0 0,-1 0 1 0 0,1 1 0 0 0,-1-1-1 0 0,1 0 1 0 0,0 0-1 0 0,-1 1 1 0 0,1-1 0 0 0,0 0-1 0 0,0 0 1 0 0,0 1 0 0 0,0-1-1 0 0,0 0 1 0 0,0 0 0 0 0,0 1-1 0 0,0-1 1 0 0,0 0 0 0 0,1 0-1 0 0,-1 1 1 0 0,1 0 0 0 0,1 0 2 0 0,-1-1 0 0 0,1 1 1 0 0,0-1-1 0 0,0 1 0 0 0,-1-1 1 0 0,1 0-1 0 0,0 0 0 0 0,0 0 1 0 0,0 0-1 0 0,1 0 0 0 0,-1-1 1 0 0,0 1-1 0 0,2 0 0 0 0,4 1 16 0 0,30 13 34 0 0,0 1 0 0 0,0 1 1 0 0,-2 2-1 0 0,35 25 1 0 0,-29-18 67 0 0,-26-17-1344 0 0,30 24 0 0 0,-39-27-692 0 0,1-1 1 0 0,1 1 0 0 0,16 7-1 0 0,-12-7-314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20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45 6225 0 0,'-2'-3'6260'0'0,"-7"-12"-4726"0"0,5 12-1434 0 0,-1 0-1 0 0,0 0 1 0 0,0 0 0 0 0,0 0-1 0 0,-1 1 1 0 0,1 0 0 0 0,-1 0-1 0 0,1 1 1 0 0,-1-1 0 0 0,1 1-1 0 0,-1 0 1 0 0,0 1 0 0 0,0-1-1 0 0,0 1 1 0 0,1 0 0 0 0,-1 1-1 0 0,-11 1 1 0 0,4 1 43 0 0,0 0 0 0 0,0 1 0 0 0,1 0 0 0 0,0 1 0 0 0,-1 1 0 0 0,-20 12 0 0 0,29-15-106 0 0,-1 1 0 0 0,1-1 0 0 0,0 1-1 0 0,0 0 1 0 0,1 0 0 0 0,-1 0 0 0 0,1 0-1 0 0,0 1 1 0 0,0-1 0 0 0,-4 9 0 0 0,-1 5 129 0 0,-9 32-1 0 0,13-34-91 0 0,-1-1 0 0 0,-11 22 0 0 0,13-33-35 0 0,1 1 1 0 0,0 0-1 0 0,1 0 1 0 0,-1 0-1 0 0,1 0 1 0 0,0 0-1 0 0,0 0 1 0 0,1 0-1 0 0,-1 0 1 0 0,1 0-1 0 0,0 1 1 0 0,1-1-1 0 0,-1 0 1 0 0,1 0-1 0 0,0 0 1 0 0,0 0-1 0 0,2 5 1 0 0,-2-8-23 0 0,0-1 1 0 0,0 1-1 0 0,0-1 1 0 0,0 0 0 0 0,0 1-1 0 0,0-1 1 0 0,0 0-1 0 0,1 0 1 0 0,-1 0 0 0 0,0 0-1 0 0,1 0 1 0 0,-1 0-1 0 0,0 0 1 0 0,1 0 0 0 0,-1 0-1 0 0,3 0 1 0 0,32 12 165 0 0,-17-7-61 0 0,15 7 283 0 0,55 11 0 0 0,17 5-10 0 0,-103-28-372 0 0,0 1-1 0 0,-1-1 1 0 0,1 0-1 0 0,0 1 1 0 0,0 0-1 0 0,-1 0 0 0 0,1 0 1 0 0,-1 0-1 0 0,1 0 1 0 0,-1 0-1 0 0,4 5 1 0 0,-5-5-11 0 0,0-1 0 0 0,0 1 0 0 0,-1-1 0 0 0,1 1 0 0 0,0 0 0 0 0,-1-1 0 0 0,1 1 1 0 0,-1 0-1 0 0,1-1 0 0 0,-1 1 0 0 0,0 0 0 0 0,0 0 0 0 0,0 0 0 0 0,0-1 1 0 0,0 1-1 0 0,0 0 0 0 0,0 0 0 0 0,-1-1 0 0 0,1 1 0 0 0,-1 0 0 0 0,0 2 0 0 0,0-3-10 0 0,1 0-1 0 0,0-1 0 0 0,-1 1 1 0 0,1-1-1 0 0,-1 1 0 0 0,1 0 1 0 0,-1-1-1 0 0,1 1 0 0 0,-1-1 1 0 0,1 1-1 0 0,-1-1 0 0 0,1 1 1 0 0,-1-1-1 0 0,1 0 0 0 0,-1 1 1 0 0,0-1-1 0 0,1 0 0 0 0,-2 1 1 0 0,-26 9-42 0 0,-1-2 0 0 0,-40 7 1 0 0,-3 1-610 0 0,-97 27-3013 0 0,113-29 537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21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284 204 6121 0 0,'-2'-102'2872'0'0,"1"1"2978"0"0,12 230-4611 0 0,-10-79-1141 0 0,-10 88 0 0 0,6-118-71 0 0,0 0 0 0 0,-2 0 0 0 0,-1 0 0 0 0,0-1 0 0 0,-1 0 0 0 0,-1 0 0 0 0,-13 21 0 0 0,14-26 0 0 0,5-10-13 0 0,0 0-1 0 0,-1 0 1 0 0,1 0 0 0 0,-1 0 0 0 0,0 0 0 0 0,0-1-1 0 0,0 1 1 0 0,-5 3 0 0 0,1-1 23 0 0,-1-1 0 0 0,0 0 0 0 0,0-1 0 0 0,0 1 0 0 0,0-2 0 0 0,-1 1 1 0 0,0-1-1 0 0,1 0 0 0 0,-1-1 0 0 0,-10 2 0 0 0,15-3 52 0 0,-1 0 1 0 0,1 0-1 0 0,0 0 1 0 0,0 1-1 0 0,0-1 1 0 0,-5 4-1 0 0,6-3 65 0 0,-1-1 0 0 0,1 1 1 0 0,-1-1-1 0 0,1 1 0 0 0,-1-1 0 0 0,0 0 1 0 0,1 0-1 0 0,-1-1 0 0 0,-5 1 0 0 0,8-1-124 0 0,1 0-1 0 0,-1 0 0 0 0,1 0 1 0 0,-1 0-1 0 0,1 0 0 0 0,-1 0 1 0 0,0 0-1 0 0,1 0 0 0 0,-1 0 1 0 0,1 0-1 0 0,-1 0 0 0 0,1 0 1 0 0,-1-1-1 0 0,1 1 0 0 0,-1 0 1 0 0,1 0-1 0 0,-1-1 0 0 0,1 1 1 0 0,-1 0-1 0 0,1 0 0 0 0,-1-1 1 0 0,5-8 289 0 0,17-6-209 0 0,-1 5-83 0 0,-1 1-1 0 0,1 0 1 0 0,1 2-1 0 0,-1 0 1 0 0,26-4 0 0 0,3 3 19 0 0,57-4 0 0 0,-92 13-177 0 0,12-1 385 0 0,-26 0-423 0 0,1 0-1 0 0,0 0 1 0 0,0 0 0 0 0,0 0-1 0 0,0 0 1 0 0,0 0 0 0 0,0-1 0 0 0,-1 1-1 0 0,1 0 1 0 0,0-1 0 0 0,0 1-1 0 0,0 0 1 0 0,-1-1 0 0 0,1 1-1 0 0,0-1 1 0 0,-1 1 0 0 0,1-1 0 0 0,0 1-1 0 0,-1-1 1 0 0,2 0 0 0 0,-2-1-414 0 0,0 0 1 0 0,0 1-1 0 0,0-1 1 0 0,0 1 0 0 0,0-1-1 0 0,0 0 1 0 0,-1 1-1 0 0,1-1 1 0 0,0 1-1 0 0,-1-1 1 0 0,1 0-1 0 0,-2-1 1 0 0,1 0-140 0 0,-2-7-1315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2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69 10250 0 0,'-9'-16'5857'0'0,"9"15"-5822"0"0,0 0 0 0 0,1 0-1 0 0,-1 0 1 0 0,0 0-1 0 0,1 0 1 0 0,-1 0-1 0 0,1 0 1 0 0,-1 0 0 0 0,1 0-1 0 0,0 0 1 0 0,-1 0-1 0 0,1 0 1 0 0,0 0-1 0 0,0 1 1 0 0,0-1 0 0 0,-1 0-1 0 0,1 1 1 0 0,0-1-1 0 0,0 0 1 0 0,1 0 0 0 0,25-12 754 0 0,-21 11-720 0 0,1-2-578 0 0,1 1 0 0 0,-1 1-1 0 0,1 0 1 0 0,-1 0 0 0 0,1 0 0 0 0,0 1 0 0 0,0 0 0 0 0,0 0 0 0 0,0 1 0 0 0,-1 0 0 0 0,13 2-1 0 0,-10-1-3198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22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 10490 0 0,'-11'0'1505'0'0,"0"2"-1331"0"0,-1 0 0 0 0,1 1 0 0 0,0 1 0 0 0,0 0 0 0 0,0 0 0 0 0,0 1 0 0 0,1 1 0 0 0,-15 9 1 0 0,14-8-23 0 0,8-5-114 0 0,0 0-1 0 0,0 0 1 0 0,0 0-1 0 0,0 0 1 0 0,0 1-1 0 0,0-1 1 0 0,1 1-1 0 0,-1 0 1 0 0,1 0-1 0 0,0 0 0 0 0,0 0 1 0 0,0 0-1 0 0,0 0 1 0 0,0 0-1 0 0,-2 8 1 0 0,-7 18 149 0 0,9-25-128 0 0,-1 0 0 0 0,2 0 0 0 0,-1 1 0 0 0,0-1 0 0 0,1 1 0 0 0,0-1 0 0 0,0 1 0 0 0,0 0 0 0 0,0-1 0 0 0,1 1 0 0 0,0 0-1 0 0,0-1 1 0 0,0 1 0 0 0,1 0 0 0 0,-1-1 0 0 0,1 1 0 0 0,2 6 0 0 0,-1-6 21 0 0,0-1-1 0 0,1 1 1 0 0,-1 0-1 0 0,1-1 1 0 0,0 1-1 0 0,0-1 1 0 0,0 0-1 0 0,1 0 1 0 0,-1 0-1 0 0,1 0 1 0 0,0-1-1 0 0,0 0 1 0 0,1 1-1 0 0,-1-1 1 0 0,8 3-1 0 0,102 62 1602 0 0,-109-64-1533 0 0,1 1 0 0 0,-1-1 0 0 0,0 1 0 0 0,-1 0 0 0 0,1 1 0 0 0,-1-1 0 0 0,0 1 0 0 0,0 0 0 0 0,-1 0 0 0 0,6 12 0 0 0,-8-16-137 0 0,-1-1 0 0 0,1 1 0 0 0,0-1 0 0 0,0 1 0 0 0,-1-1-1 0 0,1 1 1 0 0,-1 0 0 0 0,1-1 0 0 0,-1 1 0 0 0,0 0 0 0 0,0 0 0 0 0,0-1 0 0 0,0 1 0 0 0,0 0 0 0 0,0-1 0 0 0,0 1-1 0 0,0 0 1 0 0,-1-1 0 0 0,1 1 0 0 0,-1 0 0 0 0,1-1 0 0 0,-1 1 0 0 0,0 0 0 0 0,1-1 0 0 0,-1 1 0 0 0,0-1 0 0 0,0 0-1 0 0,0 1 1 0 0,0-1 0 0 0,0 0 0 0 0,-1 1 0 0 0,1-1 0 0 0,0 0 0 0 0,-3 2 0 0 0,-4 1-19 0 0,1 0 0 0 0,0-1 0 0 0,-1 0 0 0 0,0 0 1 0 0,-14 3-1 0 0,-129 28-1184 0 0,49-17-2408 0 0,58-8 391 0 0,5 2-3219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11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6161 0 0,'-27'3'6094'0'0,"26"0"-5964"0"0,0 1 0 0 0,1-1 1 0 0,-1 1-1 0 0,1-1 1 0 0,0 1-1 0 0,0-1 0 0 0,1 8 1 0 0,0 2 61 0 0,3 57 318 0 0,3 0 1 0 0,16 71 0 0 0,34 76-194 0 0,-35-142-261 0 0,17 93-1 0 0,-25-84-33 0 0,12 117 61 0 0,-19-99-51 0 0,26 135 0 0 0,-28-202 119 0 0,-1 1-1 0 0,-3 63 0 0 0,-1-62-141 0 0,0-35 12 0 0,1 0 0 0 0,-1 0-1 0 0,1 0 1 0 0,-1 0 0 0 0,1 0-1 0 0,0 0 1 0 0,-1 0-1 0 0,3 4 1 0 0,3 11-4033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12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23 5833 0 0,'0'0'156'0'0,"-26"17"6288"0"0,21-8-5397 0 0,13-9-436 0 0,3-1-674 0 0,60 0 717 0 0,119-17-1 0 0,-110 6-7 0 0,142-5 1 0 0,-196 20-103 0 0,-26-3-598 0 0,1-1-1 0 0,0 1 1 0 0,-1 0-1 0 0,1 0 1 0 0,-1 0-1 0 0,1 1 1 0 0,-1-1-1 0 0,1 0 1 0 0,-1 0-1 0 0,1 0 1 0 0,-1 0-1 0 0,1 0 1 0 0,-1 1-1 0 0,1-1 1 0 0,-1 0-1 0 0,1 0 1 0 0,-1 1-1 0 0,1-1 1 0 0,-1 0-1 0 0,1 1 0 0 0,-1-1 1 0 0,0 0-1 0 0,1 1 1 0 0,-1-1-1 0 0,0 1 1 0 0,1-1-1 0 0,-1 1 1 0 0,0-1-1 0 0,0 1 1 0 0,1-1-1 0 0,-1 1 1 0 0,0-1-1 0 0,0 1 1 0 0,0-1-1 0 0,0 1 1 0 0,1-1-1 0 0,-1 1 1 0 0,0-1-1 0 0,0 1 1 0 0,0-1-1 0 0,0 1 1 0 0,0-1-1 0 0,-1 2 1 0 0,-2 1-2256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12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 6265 0 0,'-25'-4'6911'0'0,"16"1"-6228"0"0,17 4-338 0 0,39 9-227 0 0,0 2-1 0 0,-1 1 0 0 0,52 24 1 0 0,-92-34-89 0 0,-4-3-10 0 0,1 1 0 0 0,-1-1 0 0 0,0 1 0 0 0,0 0 0 0 0,1 0 1 0 0,-1 0-1 0 0,0 0 0 0 0,0 0 0 0 0,0 0 0 0 0,0 1 0 0 0,-1-1 0 0 0,1 1 0 0 0,0-1 0 0 0,-1 1 0 0 0,1 0 0 0 0,0 0 0 0 0,-1 0 0 0 0,0-1 0 0 0,2 4 1 0 0,7 25 225 0 0,-8-27-225 0 0,-1 0 0 0 0,1 1 0 0 0,-1-1 0 0 0,0 1 1 0 0,0-1-1 0 0,0 0 0 0 0,-1 1 0 0 0,1 0 0 0 0,-1-1 0 0 0,0 1 0 0 0,0-1 0 0 0,0 1 0 0 0,0 0 0 0 0,0-1 0 0 0,-1 1 0 0 0,-1 5 0 0 0,-1-4 3 0 0,1 0-1 0 0,-1 1 0 0 0,0-1 0 0 0,0 0 1 0 0,-1-1-1 0 0,0 1 0 0 0,0 0 0 0 0,0-1 1 0 0,0 0-1 0 0,0 0 0 0 0,-1 0 0 0 0,0-1 1 0 0,-8 6-1 0 0,-9 2-31 0 0,1 0 1 0 0,-25 7-1 0 0,24-9 26 0 0,-1-1-139 0 0,-16 7-11 0 0,37-14-426 0 0,-1 0 0 0 0,1 1 0 0 0,0-1 0 0 0,0 1 0 0 0,0 0 1 0 0,0 0-1 0 0,-3 3 0 0 0,3-2-1223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12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8 7042 0 0,'0'0'677'0'0,"-9"-2"4504"0"0,-9-1-1659 0 0,18 2-3497 0 0,-1 1 0 0 0,1 0 0 0 0,0 0 0 0 0,0-1 1 0 0,-1 1-1 0 0,1 0 0 0 0,0 0 0 0 0,-1 0 0 0 0,1 0 0 0 0,0 0 0 0 0,-1-1 0 0 0,1 1 0 0 0,0 0 0 0 0,-1 0 0 0 0,1 0 0 0 0,0 0 0 0 0,-1 0 0 0 0,1 0 1 0 0,0 0-1 0 0,-1 0 0 0 0,1 0 0 0 0,0 0 0 0 0,-1 0 0 0 0,1 0 0 0 0,0 0 0 0 0,-1 1 0 0 0,1-1 0 0 0,0 0 0 0 0,-1 0 0 0 0,1 0 0 0 0,0 0 0 0 0,0 1 1 0 0,-1-1-1 0 0,1 0 0 0 0,0 0 0 0 0,-1 0 0 0 0,1 1 0 0 0,0-1 0 0 0,0 0 0 0 0,0 1 0 0 0,-1-1 0 0 0,1 0 0 0 0,0 0 0 0 0,0 1 0 0 0,0-1 0 0 0,0 0 1 0 0,0 1-1 0 0,-1-1 0 0 0,1 0 0 0 0,0 1 0 0 0,0-1 0 0 0,0 0 0 0 0,0 1 0 0 0,0-1 0 0 0,0 0 0 0 0,0 1 0 0 0,0-1 0 0 0,0 1 0 0 0,0-1 0 0 0,1 0 1 0 0,-1 1-1 0 0,0-1 0 0 0,0 1 0 0 0,7 27-122 0 0,-6-23 204 0 0,14 48-67 0 0,69 297 320 0 0,-64-172-1308 0 0,-2 264 0 0 0,-16-435-3102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13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23 196 2561 0 0,'0'0'2954'0'0,"-3"-6"1487"0"0,-2-10-3040 0 0,-10-158 3984 0 0,76 749-4850 0 0,-29-414 196 0 0,-7-41-422 0 0,-25-119-415 0 0,4 16 868 0 0,0-10-1836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41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31 150 2048 0 0,'0'0'-256'0'0,"-13"-25"8458"0"0,13 25-8039 0 0,-1 0-1 0 0,1 0 1 0 0,-1 0-1 0 0,1 0 1 0 0,-1 0 0 0 0,1 0-1 0 0,-1 0 1 0 0,1 0-1 0 0,-1 0 1 0 0,1 0-1 0 0,-1 0 1 0 0,1 0-1 0 0,0 0 1 0 0,-1 0 0 0 0,1 0-1 0 0,-1 0 1 0 0,1 1-1 0 0,-1-1 1 0 0,1 0-1 0 0,-1 0 1 0 0,1 1-1 0 0,0-1 1 0 0,-1 0 0 0 0,1 0-1 0 0,-1 1 1 0 0,1-1-1 0 0,0 0 1 0 0,-1 1-1 0 0,1-1 1 0 0,0 1 0 0 0,0-1-1 0 0,-1 1 1 0 0,-3 7 494 0 0,4-8-622 0 0,1 1 0 0 0,-1-1 0 0 0,0 0 0 0 0,1 1 0 0 0,-1-1 0 0 0,0 0 0 0 0,1 1 0 0 0,-1-1 0 0 0,0 0 0 0 0,1 0 0 0 0,-1 1 0 0 0,1-1 0 0 0,-1 0-1 0 0,0 0 1 0 0,1 0 0 0 0,-1 0 0 0 0,1 0 0 0 0,-1 1 0 0 0,1-1 0 0 0,-1 0 0 0 0,1 0 0 0 0,-1 0 0 0 0,0 0 0 0 0,1 0 0 0 0,0-1 0 0 0,31 2 52 0 0,0-2 0 0 0,0-1-1 0 0,0-2 1 0 0,37-9 0 0 0,125-45 80 0 0,-147 42-123 0 0,1 3-1 0 0,0 2 0 0 0,1 2 1 0 0,0 2-1 0 0,88-2 0 0 0,-137 9-30 0 0,1 0-1 0 0,-1 0 1 0 0,1 0-1 0 0,-1 0 1 0 0,1 0-1 0 0,-1 0 1 0 0,1 0-1 0 0,-1 0 1 0 0,0 0-1 0 0,1 0 0 0 0,-1 0 1 0 0,1 0-1 0 0,-1 0 1 0 0,1 0-1 0 0,-1 1 1 0 0,1-1-1 0 0,-1 0 1 0 0,1 0-1 0 0,-1 0 0 0 0,0 1 1 0 0,1-1-1 0 0,-1 0 1 0 0,1 1-1 0 0,-1-1 1 0 0,0 0-1 0 0,1 1 1 0 0,-1-1-1 0 0,0 0 1 0 0,0 1-1 0 0,1-1 0 0 0,-1 1 1 0 0,0-1-1 0 0,0 1 1 0 0,1-1-1 0 0,-1 0 1 0 0,0 1-1 0 0,0-1 1 0 0,0 1-1 0 0,0-1 1 0 0,0 1-1 0 0,0-1 0 0 0,0 1 1 0 0,0-1-1 0 0,0 1 1 0 0,-4 10-669 0 0,-3-1-3499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43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81 541 2200 0 0,'0'-16'2654'0'0,"-5"-73"-39"0"0,-26-149 0 0 0,12 119-650 0 0,17 105-1445 0 0,2 7-251 0 0,-1 0-1 0 0,0-1 1 0 0,0 1-1 0 0,-1 0 0 0 0,0 0 1 0 0,-1 0-1 0 0,-3-7 0 0 0,6 14-255 0 0,0 0-1 0 0,0 0 1 0 0,0 0-1 0 0,0 0 0 0 0,0 0 1 0 0,0 0-1 0 0,0 0 0 0 0,0 0 1 0 0,0-1-1 0 0,0 1 0 0 0,-1 0 1 0 0,1 0-1 0 0,0 0 0 0 0,0 0 1 0 0,0 0-1 0 0,0 0 0 0 0,0 0 1 0 0,0 0-1 0 0,0 0 0 0 0,0 0 1 0 0,-1 0-1 0 0,1 0 1 0 0,0 1-1 0 0,0-1 0 0 0,0 0 1 0 0,0 0-1 0 0,0 0 0 0 0,0 0 1 0 0,0 0-1 0 0,0 0 0 0 0,0 0 1 0 0,0 0-1 0 0,0 0 0 0 0,-1 0 1 0 0,1 0-1 0 0,0 0 0 0 0,0 0 1 0 0,0 0-1 0 0,0 0 1 0 0,0 1-1 0 0,0-1 0 0 0,0 0 1 0 0,0 0-1 0 0,0 0 0 0 0,0 0 1 0 0,0 0-1 0 0,0 0 0 0 0,0 0 1 0 0,0 0-1 0 0,0 0 0 0 0,0 1 1 0 0,0-1-1 0 0,0 0 0 0 0,0 0 1 0 0,0 0-1 0 0,0 0 0 0 0,0 0 1 0 0,0 0-1 0 0,0 0 1 0 0,0 0-1 0 0,0 0 0 0 0,0 1 1 0 0,-2 13 210 0 0,-1 18-70 0 0,7 37 294 0 0,2-1 0 0 0,28 123 0 0 0,-21-131-411 0 0,19 193 6 0 0,-22 2 59 0 0,7 91 13 0 0,11 33 45 0 0,-17-209-115 0 0,-4 7 37 0 0,-5-78 27 0 0,18 120-1 0 0,-16-205-72 0 0,0 0 1 0 0,0 1 0 0 0,11 20-1 0 0,-9-21 188 0 0,0 0-1 0 0,7 27 0 0 0,-8-22 394 0 0,-5-18-728 0 0,1-1 1 0 0,-1 1-1 0 0,0-1 1 0 0,0 1-1 0 0,0-1 1 0 0,0 1-1 0 0,0-1 1 0 0,1 1 0 0 0,-1-1-1 0 0,0 0 1 0 0,0 1-1 0 0,1-1 1 0 0,-1 1-1 0 0,0-1 1 0 0,1 0-1 0 0,-1 1 1 0 0,1-1-1 0 0,-1 0 1 0 0,0 1 0 0 0,1-1-1 0 0,-1 0 1 0 0,1 1-1 0 0,-1-1 1 0 0,1 0-1 0 0,-1 0 1 0 0,0 0-1 0 0,1 0 1 0 0,-1 1 0 0 0,1-1-1 0 0,-1 0 1 0 0,1 0-1 0 0,-1 0 1 0 0,2 0-1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43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150 603 256 0 0,'-19'5'4172'0'0,"-7"2"-1325"0"0,1 2 1 0 0,-32 15 0 0 0,49-18-1284 0 0,-2 2 348 0 0,10-8-1892 0 0,-1-1 1 0 0,1 1-1 0 0,0 0 0 0 0,-1 0 1 0 0,1 0-1 0 0,0-1 1 0 0,0 1-1 0 0,-1 0 0 0 0,1-1 1 0 0,0 1-1 0 0,0 0 0 0 0,0 0 1 0 0,-1-1-1 0 0,1 1 1 0 0,0 0-1 0 0,0-1 0 0 0,0 1 1 0 0,0-1-1 0 0,0 1 1 0 0,0 0-1 0 0,0-1 0 0 0,0 1 1 0 0,0 0-1 0 0,0-1 0 0 0,0 1 1 0 0,0 0-1 0 0,0-1 1 0 0,0 1-1 0 0,0-1 0 0 0,0 1 1 0 0,0 0-1 0 0,0-1 1 0 0,0 1-1 0 0,0 0 0 0 0,1-1 1 0 0,-1 1-1 0 0,3-20 30 0 0,1 1 0 0 0,1 0-1 0 0,0 0 1 0 0,2 0 0 0 0,9-19 0 0 0,52-88 20 0 0,-63 116-63 0 0,0 0-1 0 0,5-19 0 0 0,6-9 6 0 0,60-146 15 0 0,-53 121-1 0 0,-21 57-7 0 0,1 1-1 0 0,0 0 1 0 0,0 0-1 0 0,0 1 1 0 0,1-1-1 0 0,-1 0 1 0 0,7-4-1 0 0,-10 8-2 0 0,1 0 1 0 0,0 0-1 0 0,-1 0 0 0 0,1 0 0 0 0,0 1 0 0 0,0-1 0 0 0,0 0 0 0 0,0 1 0 0 0,0-1 0 0 0,0 0 0 0 0,0 1 0 0 0,0-1 1 0 0,0 1-1 0 0,0 0 0 0 0,0-1 0 0 0,0 1 0 0 0,0 0 0 0 0,0 0 0 0 0,1-1 0 0 0,-1 1 0 0 0,0 0 0 0 0,0 0 1 0 0,0 0-1 0 0,0 0 0 0 0,0 1 0 0 0,0-1 0 0 0,1 0 0 0 0,-1 0 0 0 0,0 1 0 0 0,0-1 0 0 0,0 1 0 0 0,0-1 0 0 0,0 1 1 0 0,0-1-1 0 0,0 1 0 0 0,0-1 0 0 0,0 1 0 0 0,0 0 0 0 0,-1 0 0 0 0,1-1 0 0 0,0 1 0 0 0,0 0 0 0 0,-1 0 1 0 0,2 1-1 0 0,11 21 172 0 0,15 35 0 0 0,-4-8-38 0 0,-19-40-167 0 0,0 0 0 0 0,0 0 0 0 0,1-1 0 0 0,0 0-1 0 0,1 0 1 0 0,0 0 0 0 0,0-1 0 0 0,1 0 0 0 0,16 14-1 0 0,11 1-3120 0 0,-24-14 1134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44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1 333 6513 0 0,'1'-59'1628'0'0,"2"0"0"0"0,2 1 0 0 0,20-86 0 0 0,-25 144-1554 0 0,0-1 0 0 0,0 0 0 0 0,0 1 0 0 0,1-1 0 0 0,-1 0 0 0 0,0 1 0 0 0,0-1 0 0 0,0 1 0 0 0,1-1 0 0 0,-1 0 0 0 0,0 1 0 0 0,1-1 0 0 0,-1 1 0 0 0,0-1 0 0 0,1 1 0 0 0,-1-1-1 0 0,1 1 1 0 0,-1-1 0 0 0,1 1 0 0 0,-1 0 0 0 0,1-1 0 0 0,0 0 0 0 0,0 1-19 0 0,0 0 0 0 0,-1 0-1 0 0,1 1 1 0 0,-1-1 0 0 0,1 0 0 0 0,-1 0-1 0 0,1 0 1 0 0,-1 0 0 0 0,1 1 0 0 0,-1-1-1 0 0,1 0 1 0 0,-1 1 0 0 0,0-1 0 0 0,1 0 0 0 0,-1 1-1 0 0,1-1 1 0 0,-1 0 0 0 0,0 1 0 0 0,1-1-1 0 0,0 2 1 0 0,13 26 481 0 0,-2 12-315 0 0,-2 1 1 0 0,-1 0 0 0 0,5 82 0 0 0,-8-61-125 0 0,5 201 496 0 0,-11-262-581 0 0,0 0 1 0 0,0-1-1 0 0,0 1 0 0 0,0 0 0 0 0,0 0 0 0 0,0-1 1 0 0,0 1-1 0 0,0 0 0 0 0,-1 0 0 0 0,1-1 0 0 0,0 1 0 0 0,0 0 1 0 0,-1-1-1 0 0,1 1 0 0 0,-1 0 0 0 0,1-1 0 0 0,0 1 1 0 0,-1 0-1 0 0,1-1 0 0 0,-1 1 0 0 0,1-1 0 0 0,-1 1 1 0 0,0-1-1 0 0,1 1 0 0 0,-1-1 0 0 0,0 1 0 0 0,-1-1-3 0 0,1 1 0 0 0,-1-1 0 0 0,1 0-1 0 0,-1 1 1 0 0,1-1 0 0 0,-1 0-1 0 0,0 0 1 0 0,1 0 0 0 0,-1 0 0 0 0,1-1-1 0 0,-1 1 1 0 0,-1-1 0 0 0,-2 0 4 0 0,0-1 1 0 0,0 0-1 0 0,0 0 0 0 0,1 0 1 0 0,-1 0-1 0 0,-7-6 0 0 0,8 3 59 0 0,1 0-1 0 0,0 1 0 0 0,0-1 0 0 0,0-1 1 0 0,1 1-1 0 0,-1 0 0 0 0,1-1 0 0 0,-1-6 1 0 0,1-5 355 0 0,2 11-272 0 0,1 8-84 0 0,3 24 5 0 0,1-1 1 0 0,1 0-1 0 0,1 0 0 0 0,1-1 0 0 0,13 25 1 0 0,-17-45 3 0 0,0 0 0 0 0,0-1 1 0 0,0 1-1 0 0,1-1 0 0 0,0 0 1 0 0,-1-1-1 0 0,1 1 0 0 0,0-1 1 0 0,0 0-1 0 0,1 0 1 0 0,9 2-1 0 0,-12-3-51 0 0,0 0 1 0 0,0 0 0 0 0,0-1-1 0 0,0 1 1 0 0,0-1-1 0 0,0 0 1 0 0,0 0-1 0 0,0 0 1 0 0,0-1-1 0 0,0 1 1 0 0,0-1 0 0 0,0 1-1 0 0,0-1 1 0 0,0 0-1 0 0,0 0 1 0 0,0 0-1 0 0,0-1 1 0 0,-1 1 0 0 0,6-4-1 0 0,-5 2-15 0 0,-1 0 0 0 0,1 0 0 0 0,-1 0 1 0 0,1-1-1 0 0,-1 1 0 0 0,0-1 0 0 0,0 1 0 0 0,0-1 0 0 0,-1 0 0 0 0,1 0 0 0 0,-1 0 0 0 0,0 0 1 0 0,0 0-1 0 0,0-5 0 0 0,0 4-12 0 0,1 0 0 0 0,0-1 1 0 0,0 1-1 0 0,0 0 1 0 0,0 0-1 0 0,5-5 0 0 0,-5 6-57 0 0,1 0-1 0 0,-1-1 0 0 0,0 1 0 0 0,0 0 1 0 0,0-1-1 0 0,-1 1 0 0 0,0-1 1 0 0,1 1-1 0 0,-2-1 0 0 0,2-6 1 0 0,-2 1-1247 0 0,0 0-3898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45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21 10962 0 0,'-1'-1'310'0'0,"1"-1"0"0"0,0 1 0 0 0,-1 0 0 0 0,1-1 0 0 0,-1 1 0 0 0,1 0 0 0 0,-1 0 0 0 0,0-1 0 0 0,1 1 0 0 0,-1 0 0 0 0,0 0 0 0 0,0 0 0 0 0,-1-1 0 0 0,-6 0 1421 0 0,2 13-986 0 0,-8 121 234 0 0,0-4-611 0 0,3-65-133 0 0,2 1 0 0 0,0 74 0 0 0,9-137-228 0 0,0-1 1 0 0,0 1-1 0 0,0 0 1 0 0,-1-1-1 0 0,1 1 1 0 0,0 0-1 0 0,0-1 1 0 0,0 1 0 0 0,-1-1-1 0 0,1 1 1 0 0,0-1-1 0 0,-1 1 1 0 0,1 0-1 0 0,-1-1 1 0 0,1 1-1 0 0,0-1 1 0 0,-1 0 0 0 0,1 1-1 0 0,-1-1 1 0 0,1 1-1 0 0,-1-1 1 0 0,0 0-1 0 0,1 1 1 0 0,-1-1-1 0 0,1 0 1 0 0,-1 0 0 0 0,0 1-1 0 0,1-1 1 0 0,-1 0-1 0 0,0 0 1 0 0,-21 2 761 0 0,22-2-718 0 0,-1 0 3 0 0,12 0 125 0 0,22 3-215 0 0,0 0-154 0 0,1-1 1 0 0,0-2-1 0 0,0-1 0 0 0,66-11 0 0 0,-98 11-105 0 0,-1 1-1 0 0,0-1 0 0 0,0 0 0 0 0,1 0 0 0 0,-1 1 1 0 0,0-1-1 0 0,0 0 0 0 0,0 0 0 0 0,0 0 1 0 0,0 0-1 0 0,0-1 0 0 0,-1 1 0 0 0,1 0 1 0 0,0 0-1 0 0,-1 0 0 0 0,1-1 0 0 0,0 1 1 0 0,-1 0-1 0 0,1-1 0 0 0,-1 1 0 0 0,0-1 0 0 0,0 1 1 0 0,1 0-1 0 0,-1-1 0 0 0,0 1 0 0 0,0-3 1 0 0,0-8-3250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45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12283 0 0,'0'-2'223'0'0,"0"0"1"0"0,0 0-1 0 0,1 0 1 0 0,-1 0-1 0 0,1 0 1 0 0,-1 0-1 0 0,1 0 1 0 0,0 1-1 0 0,-1-1 1 0 0,1 0-1 0 0,0 0 1 0 0,0 1-1 0 0,1-1 1 0 0,-1 0-1 0 0,0 1 1 0 0,0-1-1 0 0,1 1 1 0 0,-1-1-1 0 0,1 1 1 0 0,-1 0-1 0 0,1 0 1 0 0,0 0-1 0 0,-1 0 1 0 0,1 0-1 0 0,3-1 1 0 0,4-2-184 0 0,1 1 0 0 0,-1 0 0 0 0,0 1 0 0 0,11-1 1 0 0,-8 1 281 0 0,62-12-6 0 0,84-3-1 0 0,-149 16-322 0 0,0-1 0 0 0,0 1-1 0 0,-1-2 1 0 0,1 1 0 0 0,15-8 0 0 0,-16 7-211 0 0,0 0 0 0 0,0 0 0 0 0,1 0-1 0 0,-1 1 1 0 0,1 0 0 0 0,9 0 0 0 0,-9 1-1097 0 0,0 1-1 0 0,1 1 1 0 0,10 1-1 0 0,-9 0-1690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45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9834 0 0,'0'0'135'0'0,"-7"14"3799"0"0,-34 55-2098 0 0,22-38-1171 0 0,-19 40 0 0 0,34-62-510 0 0,1 0-1 0 0,-1 0 1 0 0,1 0 0 0 0,1 0 0 0 0,0 1 0 0 0,0-1 0 0 0,1 1 0 0 0,0 0-1 0 0,1 13 1 0 0,1-21-96 0 0,-1 0-1 0 0,1 0 1 0 0,0 0-1 0 0,0 0 1 0 0,-1 0-1 0 0,2 0 1 0 0,-1 0 0 0 0,0 0-1 0 0,0 0 1 0 0,0-1-1 0 0,1 1 1 0 0,-1-1-1 0 0,1 1 1 0 0,-1-1-1 0 0,1 1 1 0 0,0-1-1 0 0,-1 0 1 0 0,1 0-1 0 0,0 0 1 0 0,0 0-1 0 0,0 0 1 0 0,0 0-1 0 0,0 0 1 0 0,0-1-1 0 0,4 1 1 0 0,1 1 12 0 0,0 0-1 0 0,0-1 1 0 0,1 0 0 0 0,-1 0-1 0 0,1-1 1 0 0,8 0 0 0 0,-4-2 44 0 0,0 0 1 0 0,0-1-1 0 0,-1 0 1 0 0,1-1-1 0 0,-1 0 0 0 0,11-6 1 0 0,62-39 559 0 0,-59 34-479 0 0,-21 14-162 0 0,0-1 0 0 0,0 0-1 0 0,-1 0 1 0 0,1 0 0 0 0,-1 0 0 0 0,1 0 0 0 0,-1-1 0 0 0,0 0 0 0 0,0 0 0 0 0,0 0 0 0 0,0 0 0 0 0,-1 0 0 0 0,1 0 0 0 0,-1-1-1 0 0,0 1 1 0 0,0-1 0 0 0,0 1 0 0 0,0-1 0 0 0,-1 0 0 0 0,2-6 0 0 0,8-17 105 0 0,-8 21-126 0 0,0 0 0 0 0,0 0 0 0 0,-1 0-1 0 0,0 0 1 0 0,1-7 0 0 0,-3 11-15 0 0,0 0-1 0 0,1 1 1 0 0,-1-1 0 0 0,-1 1-1 0 0,1-1 1 0 0,0 1-1 0 0,0-1 1 0 0,0 1-1 0 0,-1-1 1 0 0,1 0-1 0 0,-1 1 1 0 0,1 0 0 0 0,-1-1-1 0 0,0 1 1 0 0,1-1-1 0 0,-1 1 1 0 0,0 0-1 0 0,0-1 1 0 0,0 1 0 0 0,0 0-1 0 0,0 0 1 0 0,0 0-1 0 0,0 0 1 0 0,-1 0-1 0 0,1 0 1 0 0,-2-1 0 0 0,-4-2-91 0 0,0 0 0 0 0,-1 0 0 0 0,1 1 0 0 0,-1 0 0 0 0,0 1 0 0 0,0-1-1 0 0,0 2 1 0 0,-1-1 0 0 0,-7 0 0 0 0,-1 1-1045 0 0,0 1-1 0 0,1 0 0 0 0,-31 6 0 0 0,6 1-3516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7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81 529 2048 0 0,'0'0'3732'0'0,"-25"-20"269"0"0,22 19-3522 0 0,-2-1 1 0 0,1 1-1 0 0,0 0 0 0 0,0 0 1 0 0,0 0-1 0 0,-1 0 0 0 0,1 1 1 0 0,0 0-1 0 0,-8 0 0 0 0,5 0-188 0 0,15-8-291 0 0,6-2 22 0 0,12-2-21 0 0,1 0-1 0 0,0 2 1 0 0,1 0-1 0 0,46-8 1 0 0,-14 8 1 0 0,73-4 0 0 0,-18 9 30 0 0,-51 4 18 0 0,1-4-1 0 0,92-17 1 0 0,-142 19 32 0 0,3-1 191 0 0,0 0 0 0 0,0-2 0 0 0,23-9 0 0 0,-39 13-227 0 0,0 1 0 0 0,0-1 0 0 0,0 0 0 0 0,0 0 0 0 0,0 0 0 0 0,0-1 1 0 0,-1 1-1 0 0,1 0 0 0 0,-1-1 0 0 0,0 1 0 0 0,1-1 0 0 0,-1 1 0 0 0,0-1 0 0 0,-1 1 0 0 0,1-1 0 0 0,0 0 1 0 0,0-4-1 0 0,1-5-59 0 0,-1 0 1 0 0,1-18-1 0 0,-9-160 24 0 0,7 189-10 0 0,0 0 1 0 0,0 1-1 0 0,0-1 1 0 0,0 1 0 0 0,0-1-1 0 0,1 0 1 0 0,-1 1-1 0 0,0-1 1 0 0,0 1-1 0 0,0-1 1 0 0,1 1 0 0 0,-1-1-1 0 0,0 1 1 0 0,1-1-1 0 0,-1 0 1 0 0,0 1-1 0 0,1 0 1 0 0,-1-1 0 0 0,1 1-1 0 0,-1-1 1 0 0,1 1-1 0 0,-1 0 1 0 0,1-1-1 0 0,-1 1 1 0 0,1 0 0 0 0,-1-1-1 0 0,1 1 1 0 0,-1 0-1 0 0,1 0 1 0 0,0-1 0 0 0,-1 1-1 0 0,1 0 1 0 0,-1 0-1 0 0,1 0 1 0 0,0 0-1 0 0,-1 0 1 0 0,1 0 0 0 0,0 0-1 0 0,-1 0 1 0 0,1 0-1 0 0,-1 0 1 0 0,1 0-1 0 0,0 1 1 0 0,-1-1 0 0 0,1 0-1 0 0,-1 0 1 0 0,1 1-1 0 0,-1-1 1 0 0,1 0-1 0 0,0 1 1 0 0,3 0 4 0 0,-1 1-1 0 0,1-1 1 0 0,-1 1 0 0 0,1 0-1 0 0,-1 0 1 0 0,6 5 0 0 0,-6-2 0 0 0,1 0 0 0 0,0 1 0 0 0,-1-1-1 0 0,0 1 1 0 0,3 7 0 0 0,7 12-28 0 0,17 33 56 0 0,-19-37-21 0 0,18 28-1 0 0,-1-5-3 0 0,-20-29 34 0 0,1-1-1 0 0,1 0 1 0 0,0 0-1 0 0,1-1 1 0 0,0 0-1 0 0,23 19 0 0 0,-16-17 156 0 0,8 4 413 0 0,-25-19-598 0 0,-1 0 0 0 0,1 0 1 0 0,-1 0-1 0 0,1 0 1 0 0,-1 0-1 0 0,1 0 0 0 0,-1 0 1 0 0,1 0-1 0 0,-1 0 1 0 0,1 0-1 0 0,-1-1 0 0 0,1 1 1 0 0,-1 0-1 0 0,1 0 1 0 0,-1-1-1 0 0,1 1 0 0 0,-1 0 1 0 0,0-1-1 0 0,1 1 1 0 0,-1 0-1 0 0,0-1 0 0 0,1 1 1 0 0,-1-1-1 0 0,0 1 1 0 0,1 0-1 0 0,-1-1 0 0 0,0 1 1 0 0,0-1-1 0 0,1 1 1 0 0,-1-1-1 0 0,9-18-8 0 0,-8 16 16 0 0,6-15-4 0 0,0-1 0 0 0,-2 1 0 0 0,7-39 0 0 0,2-60 29 0 0,-13 97-61 0 0,3-19-55 0 0,13-61 0 0 0,-17 99 62 0 0,0 0 0 0 0,1 1 1 0 0,-1-1-1 0 0,0 0 1 0 0,0 0-1 0 0,0 1 0 0 0,1-1 1 0 0,-1 0-1 0 0,0 1 0 0 0,1-1 1 0 0,-1 0-1 0 0,1 1 0 0 0,-1-1 1 0 0,1 1-1 0 0,-1-1 1 0 0,1 0-1 0 0,-1 1 0 0 0,1 0 1 0 0,-1-1-1 0 0,1 1 0 0 0,0-1 1 0 0,0 1 5 0 0,0 0 0 0 0,-1 0 0 0 0,1 0 1 0 0,-1 0-1 0 0,1 0 0 0 0,-1 0 0 0 0,1 0 0 0 0,0 0 0 0 0,-1 0 1 0 0,1 0-1 0 0,-1 1 0 0 0,1-1 0 0 0,-1 0 0 0 0,1 0 1 0 0,-1 1-1 0 0,1-1 0 0 0,-1 0 0 0 0,1 1 0 0 0,-1-1 1 0 0,1 1-1 0 0,2 2 0 0 0,-1 0 0 0 0,0-1 0 0 0,0 1 0 0 0,0 0 0 0 0,0 0 0 0 0,0 1 0 0 0,1 3 0 0 0,0 2 8 0 0,61 152 9 0 0,-54-141 1 0 0,1 0-1 0 0,1-1 1 0 0,1 0-1 0 0,0-1 0 0 0,27 27 1 0 0,1 14 442 0 0,-40-58-435 0 0,0 0 0 0 0,-1 0-1 0 0,1 0 1 0 0,0 0-1 0 0,0 0 1 0 0,0 0 0 0 0,1 0-1 0 0,-1 0 1 0 0,0 0-1 0 0,0-1 1 0 0,0 1 0 0 0,1 0-1 0 0,-1-1 1 0 0,0 1-1 0 0,0-1 1 0 0,1 1-1 0 0,-1-1 1 0 0,1 0 0 0 0,-1 0-1 0 0,0 1 1 0 0,1-1-1 0 0,-1 0 1 0 0,1 0 0 0 0,-1 0-1 0 0,0-1 1 0 0,1 1-1 0 0,-1 0 1 0 0,1 0 0 0 0,-1-1-1 0 0,0 1 1 0 0,1-1-1 0 0,1 0 1 0 0,8-4-32 0 0,0 0 0 0 0,0 1-1 0 0,0 1 1 0 0,1 0 0 0 0,-1 1 0 0 0,21-2 0 0 0,75 3-97 0 0,-8 1 55 0 0,60-24 54 0 0,-27 3-1 0 0,139-26-65 0 0,-225 33 84 0 0,0-2 0 0 0,52-26 0 0 0,31-12-32 0 0,-106 46 30 0 0,0 2 1 0 0,1 0-1 0 0,44-5 1 0 0,71 6 40 0 0,-115 3 74 0 0,37-9 1 0 0,-55 8-1625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9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112 191 4553 0 0,'-9'-17'7116'0'0,"8"16"-7012"0"0,1-1 0 0 0,0 1-1 0 0,-1 0 1 0 0,0-1 0 0 0,1 1 0 0 0,-1 0 0 0 0,0-1 0 0 0,0 1 0 0 0,0 0-1 0 0,0 0 1 0 0,0 0 0 0 0,0 0 0 0 0,0 0 0 0 0,-1-1 0 0 0,1 2-74 0 0,0 1 0 0 0,1-1 0 0 0,-1 1 0 0 0,0 0 0 0 0,1-1 0 0 0,-1 1 0 0 0,1 0 0 0 0,-1-1 0 0 0,1 1 0 0 0,0 0 0 0 0,-1 0 0 0 0,1-1 0 0 0,-1 1 0 0 0,1 0 0 0 0,0 0 0 0 0,0 0 0 0 0,0 0 0 0 0,0-1 0 0 0,-1 1 0 0 0,1 0 0 0 0,0 0 0 0 0,1 1 0 0 0,-2 0 12 0 0,-3 32 135 0 0,1-1-1 0 0,2 1 1 0 0,4 43-1 0 0,17 105 183 0 0,-9-97-261 0 0,2 127 1782 0 0,-13-212-1862 0 0,0 1-1 0 0,0-1 0 0 0,0 0 1 0 0,0 1-1 0 0,0-1 1 0 0,0 0-1 0 0,0 1 0 0 0,0-1 1 0 0,0 0-1 0 0,0 1 1 0 0,0-1-1 0 0,0 0 0 0 0,-1 1 1 0 0,1-1-1 0 0,0 0 1 0 0,0 0-1 0 0,0 1 0 0 0,-1-1 1 0 0,1 0-1 0 0,0 0 1 0 0,0 1-1 0 0,-1-1 0 0 0,1 0 1 0 0,0 0-1 0 0,0 1 0 0 0,-1-1 1 0 0,1 0-1 0 0,0 0 1 0 0,-1 0-1 0 0,1 0 0 0 0,0 0 1 0 0,-1 1-1 0 0,0-1-15 0 0,1-1 1 0 0,-1 1-1 0 0,1 0 0 0 0,-1 0 0 0 0,1 0 1 0 0,0 0-1 0 0,-1 0 0 0 0,1-1 0 0 0,-1 1 1 0 0,1 0-1 0 0,0 0 0 0 0,-1-1 0 0 0,1 1 1 0 0,0 0-1 0 0,-1-1 0 0 0,1 1 0 0 0,0 0 0 0 0,0-1 1 0 0,-1 1-1 0 0,1 0 0 0 0,0-1 0 0 0,0 1 1 0 0,-1-1-1 0 0,1 1 0 0 0,0 0 0 0 0,0-1 1 0 0,0 1-1 0 0,0-1 0 0 0,0 1 0 0 0,0-1 1 0 0,0 0-1 0 0,-20-83 32 0 0,6 24-6 0 0,-11-88 0 0 0,23 136-32 0 0,0 1-1 0 0,-1-1 0 0 0,0 1 1 0 0,-8-18-1 0 0,6 16 1 0 0,1 1-1 0 0,0-1 1 0 0,-3-19-1 0 0,5 16-9 0 0,0 0 0 0 0,1 0 0 0 0,1 0 0 0 0,1 0 0 0 0,0 0 0 0 0,1 0 0 0 0,1 1 1 0 0,1-1-1 0 0,0 1 0 0 0,0-1 0 0 0,2 1 0 0 0,11-22 0 0 0,-7 17 4 0 0,-7 13 7 0 0,0 1 0 0 0,0 0 0 0 0,1 0 0 0 0,0 0-1 0 0,0 0 1 0 0,0 0 0 0 0,7-6 0 0 0,-3 6 4 0 0,0-1-1 0 0,0 1 1 0 0,0 1-1 0 0,1-1 1 0 0,0 2 0 0 0,0-1-1 0 0,1 1 1 0 0,-1 0 0 0 0,1 1-1 0 0,12-3 1 0 0,-15 5 0 0 0,0-2 0 0 0,0 1 0 0 0,0-1 0 0 0,8-4 0 0 0,-8 4 2 0 0,-1 0 0 0 0,1 0 1 0 0,-1 1-1 0 0,1 0 0 0 0,9-2 0 0 0,-11 3 8 0 0,0 1 1 0 0,0-1 0 0 0,0 1-1 0 0,1 0 1 0 0,-1 0 0 0 0,0 0 0 0 0,0 1-1 0 0,1 0 1 0 0,-1 0 0 0 0,8 3-1 0 0,-10-3 7 0 0,0 1-1 0 0,0 0 0 0 0,0 0 1 0 0,-1 0-1 0 0,1 0 0 0 0,-1 0 0 0 0,1 1 1 0 0,-1-1-1 0 0,0 1 0 0 0,0 0 1 0 0,0-1-1 0 0,0 1 0 0 0,0 0 1 0 0,-1 0-1 0 0,1 0 0 0 0,-1 0 1 0 0,2 6-1 0 0,-2-5-3 0 0,0 0-1 0 0,0 0 1 0 0,0 0 0 0 0,-1 0-1 0 0,1 0 1 0 0,-1 0 0 0 0,0 1-1 0 0,-1-1 1 0 0,1 0 0 0 0,-1 0 0 0 0,1 0-1 0 0,-1 0 1 0 0,0 1 0 0 0,-1-1-1 0 0,1-1 1 0 0,-1 1 0 0 0,0 0-1 0 0,1 0 1 0 0,-2 0 0 0 0,1-1 0 0 0,0 0-1 0 0,-1 1 1 0 0,0-1 0 0 0,-4 5-1 0 0,-8 5 26 0 0,0 0 0 0 0,-1-1 1 0 0,-34 20-1 0 0,28-18-19 0 0,-75 37 141 0 0,95-50-166 0 0,1 0 1 0 0,-1 1-1 0 0,0-1 0 0 0,0 1 0 0 0,1 0 1 0 0,-1 0-1 0 0,1 0 0 0 0,0-1 0 0 0,-1 1 1 0 0,1 0-1 0 0,0 1 0 0 0,0-1 1 0 0,0 0-1 0 0,0 0 0 0 0,1 0 0 0 0,-1 1 1 0 0,1-1-1 0 0,-1 0 0 0 0,1 1 1 0 0,0-1-1 0 0,0 0 0 0 0,0 1 0 0 0,0-1 1 0 0,0 3-1 0 0,0-2 5 0 0,1 0-1 0 0,-1 0 1 0 0,1 0 0 0 0,0 0 0 0 0,0 0-1 0 0,0 0 1 0 0,0 0 0 0 0,0 0 0 0 0,0 0-1 0 0,1 0 1 0 0,0-1 0 0 0,-1 1 0 0 0,1-1-1 0 0,0 1 1 0 0,0-1 0 0 0,1 0 0 0 0,4 5-1 0 0,4-2 30 0 0,0 0 0 0 0,1 0 0 0 0,0-1 0 0 0,0-1 0 0 0,0 0 0 0 0,1 0-1 0 0,15 0 1 0 0,12 4 16 0 0,158 23 233 0 0,-192-29-272 0 0,0 1 0 0 0,0-1 0 0 0,0 1 0 0 0,-1 0 0 0 0,1 1 0 0 0,4 2 0 0 0,-5-2-342 0 0,0-1 0 0 0,0 0 0 0 0,1 0 0 0 0,-1 0 0 0 0,0 0 1 0 0,1-1-1 0 0,-1 0 0 0 0,10 1 0 0 0,-11-2-240 0 0,1-1-1 0 0,0 1 1 0 0,0-1 0 0 0,0 0-1 0 0,0 0 1 0 0,0 0 0 0 0,0-1-1 0 0,-1 0 1 0 0,1 1 0 0 0,-1-2-1 0 0,1 1 1 0 0,6-5 0 0 0,-1-2 13 0 0,0 0 0 0 0,0 0 0 0 0,11-14 0 0 0,13-14 496 0 0,-17 19 256 0 0,-2 0 1 0 0,0-1 0 0 0,22-39-1 0 0,-23 36 529 0 0,-9 13-205 0 0,-1 0 0 0 0,0-1 0 0 0,5-14 0 0 0,9-20 1807 0 0,-17 43-2252 0 0,-1 0 0 0 0,1 1 0 0 0,-1-1-1 0 0,0 0 1 0 0,1 1 0 0 0,-1-1 0 0 0,0 0 0 0 0,1 1 0 0 0,-1-1 0 0 0,0 0 0 0 0,0 0 0 0 0,1 1 0 0 0,-1-1 0 0 0,0 0 0 0 0,0 0 0 0 0,0 0 0 0 0,0 1 0 0 0,0-1 0 0 0,0 0 0 0 0,0 0 0 0 0,-1 1 0 0 0,1-1 0 0 0,0 0 0 0 0,0 0 0 0 0,-1 1 0 0 0,1-1 0 0 0,0 0 0 0 0,-1 0 0 0 0,0 0 0 0 0,0 0-33 0 0,0 0 1 0 0,0 1 0 0 0,-1-1-1 0 0,1 0 1 0 0,0 1 0 0 0,-1-1-1 0 0,1 1 1 0 0,0 0 0 0 0,-1-1-1 0 0,1 1 1 0 0,-1 0-1 0 0,1 0 1 0 0,-1 0 0 0 0,-1 0-1 0 0,-4 0-8 0 0,0 1 0 0 0,0 0-1 0 0,0 0 1 0 0,0 1 0 0 0,-12 4 0 0 0,14-4-16 0 0,0 0 0 0 0,1 1 0 0 0,-1-1 1 0 0,1 1-1 0 0,-1 0 0 0 0,1 0 0 0 0,0 0 1 0 0,0 1-1 0 0,0-1 0 0 0,1 1 0 0 0,-1 0 1 0 0,1 0-1 0 0,0 0 0 0 0,0 1 1 0 0,1-1-1 0 0,-1 1 0 0 0,1-1 0 0 0,0 1 1 0 0,-3 10-1 0 0,-8 20-10 0 0,11-31 5 0 0,0-1 1 0 0,0 1-1 0 0,1 0 0 0 0,0 0 1 0 0,-1 0-1 0 0,1 0 0 0 0,0 0 1 0 0,1 0-1 0 0,-1 0 0 0 0,1 0 1 0 0,0 0-1 0 0,0 0 0 0 0,0 0 1 0 0,0 0-1 0 0,1 0 1 0 0,0 0-1 0 0,0 0 0 0 0,0 0 1 0 0,2 7-1 0 0,-1-10 2 0 0,-1 1 0 0 0,0-1 0 0 0,0 0 0 0 0,1 1 0 0 0,-1-1 0 0 0,1 0 0 0 0,-1 0 0 0 0,1 1-1 0 0,0-1 1 0 0,-1 0 0 0 0,1-1 0 0 0,0 1 0 0 0,0 0 0 0 0,0-1 0 0 0,3 2 0 0 0,35 6 149 0 0,-27-5-72 0 0,9 1 74 0 0,52 13 276 0 0,-67-15-376 0 0,-1 0 0 0 0,0 1 0 0 0,1-1 0 0 0,-1 2 0 0 0,0-1 0 0 0,-1 1 0 0 0,1-1 0 0 0,9 9 0 0 0,-13-9 75 0 0,1 0 1 0 0,-1 0 0 0 0,0 0 0 0 0,0 1-1 0 0,0-1 1 0 0,0 1 0 0 0,0-1 0 0 0,-1 1 0 0 0,1-1-1 0 0,-1 1 1 0 0,1 7 0 0 0,-1-9-93 0 0,-1 1 1 0 0,1-1-1 0 0,-1 1 0 0 0,0 0 1 0 0,0-1-1 0 0,-1 1 0 0 0,1-1 1 0 0,0 1-1 0 0,-1 0 0 0 0,1-1 1 0 0,-1 1-1 0 0,0-1 0 0 0,0 1 1 0 0,0-1-1 0 0,0 0 0 0 0,0 1 1 0 0,-1-1-1 0 0,-1 2 0 0 0,-3 2-28 0 0,-1-1 0 0 0,0 0 0 0 0,0 0 0 0 0,0-1 0 0 0,0 0 0 0 0,-1 0 0 0 0,1 0 1 0 0,-1-1-1 0 0,-15 4 0 0 0,-18 8 40 0 0,-97 40-1319 0 0,46-24-3492 0 0,64-18 1193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0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338 153 4177 0 0,'0'0'304'0'0,"-6"-20"3940"0"0,4-14-686 0 0,2-64 0 0 0,10 113-3069 0 0,10 63-354 0 0,-2 1 0 0 0,-5 0 0 0 0,5 90 0 0 0,7 72 8 0 0,-19-177-120 0 0,7 187 325 0 0,-14-209 81 0 0,1 125 619 0 0,4-129-840 0 0,2 27 175 0 0,-6-63-390 0 0,0-1 8 0 0,-1 0 0 0 0,1 0 0 0 0,0 0-1 0 0,0-1 1 0 0,0 1 0 0 0,0 0 0 0 0,0 0-1 0 0,0 0 1 0 0,0 0 0 0 0,0 0 0 0 0,1 0-1 0 0,-1 0 1 0 0,0-1 0 0 0,0 1 0 0 0,1 0-1 0 0,-1 0 1 0 0,0 0 0 0 0,1-1 0 0 0,-1 1-1 0 0,1 0 1 0 0,-1 0 0 0 0,1-1 0 0 0,0 1-1 0 0,-1 0 1 0 0,1-1 0 0 0,1 2-1 0 0,-2-2 27 0 0,0-2-15 0 0,0 1-1 0 0,-1-1 0 0 0,1 1 1 0 0,0 0-1 0 0,-1-1 0 0 0,1 1 1 0 0,-1 0-1 0 0,1-1 1 0 0,-1 1-1 0 0,0 0 0 0 0,0 0 1 0 0,1 0-1 0 0,-1 0 0 0 0,0 0 1 0 0,0-1-1 0 0,0 2 0 0 0,0-1 1 0 0,0 0-1 0 0,0 0 1 0 0,-1 0-1 0 0,1 0 0 0 0,0 1 1 0 0,0-1-1 0 0,0 0 0 0 0,-1 1 1 0 0,1-1-1 0 0,0 1 1 0 0,-2-1-1 0 0,-43-11-25 0 0,43 12 25 0 0,-15-4-9 0 0,0 2-1 0 0,0 0 1 0 0,0 1 0 0 0,-30 2 0 0 0,37 0 23 0 0,1 1 1 0 0,-1 0 0 0 0,1 1 0 0 0,0 0 0 0 0,-1 0-1 0 0,2 1 1 0 0,-1 1 0 0 0,0-1 0 0 0,-11 9 0 0 0,15-10-24 0 0,1 1 1 0 0,-1-1 0 0 0,1 1-1 0 0,0 1 1 0 0,0-1 0 0 0,0 1-1 0 0,1 0 1 0 0,-1 0 0 0 0,1 0-1 0 0,1 0 1 0 0,-7 11 0 0 0,3 0-11 0 0,0 1 1 0 0,0 0 0 0 0,2 1-1 0 0,-7 35 1 0 0,-3 77-3 0 0,10-75-7 0 0,3-42 14 0 0,0 1 0 0 0,-2-1 0 0 0,-7 21 1 0 0,6-22 6 0 0,1 0 0 0 0,1 0 0 0 0,0 0 0 0 0,0 0 0 0 0,0 18 0 0 0,3 1-13 0 0,1-1 1 0 0,2 1-1 0 0,1 0 0 0 0,2-1 1 0 0,11 39-1 0 0,-3-29 22 0 0,1 0 0 0 0,1-2 0 0 0,30 50 0 0 0,-34-61-14 0 0,-10-23-3 0 0,0 1 0 0 0,0-1 0 0 0,0 1-1 0 0,1-1 1 0 0,-1 0 0 0 0,1 0 0 0 0,5 5-1 0 0,3 3 0 0 0,0-1-1 0 0,1 0 0 0 0,0-1 1 0 0,1-1-1 0 0,0 0 0 0 0,1 0 1 0 0,0-2-1 0 0,0 1 0 0 0,0-2 1 0 0,1 0-1 0 0,17 4 0 0 0,-21-7-7 0 0,6 1 8 0 0,-1 1 0 0 0,29 11 0 0 0,-37-12 6 0 0,1-1-1 0 0,-1 0 0 0 0,1-1 0 0 0,0 0 1 0 0,0 0-1 0 0,0-1 0 0 0,0 0 1 0 0,0-1-1 0 0,0 0 0 0 0,0-1 1 0 0,15-1-1 0 0,-6-2-2 0 0,-1 0 0 0 0,1 0 1 0 0,-1-2-1 0 0,30-13 0 0 0,-28 11 6 0 0,-16 7 0 0 0,1 0-1 0 0,-1 0 0 0 0,0-1 0 0 0,0 1 0 0 0,1-1 0 0 0,-1 0 0 0 0,-1 0 1 0 0,1 0-1 0 0,4-3 0 0 0,31-34 42 0 0,-20 23-18 0 0,-2-1-1 0 0,1-1 1 0 0,-2 0-1 0 0,-1-1 1 0 0,21-35-1 0 0,-20 23-4 0 0,-2-1 0 0 0,0 0 0 0 0,-2 0 1 0 0,-2-1-1 0 0,-1 0 0 0 0,-2-1 0 0 0,3-40 0 0 0,-7 62-9 0 0,0 1-1 0 0,0-1 0 0 0,2 0 1 0 0,7-21-1 0 0,-6 21-6 0 0,-1 0 0 0 0,0 0 0 0 0,-1 0 0 0 0,2-18 0 0 0,-3-2 15 0 0,-2 1-1 0 0,-1-1 0 0 0,-2 1 0 0 0,-1 0 0 0 0,-1-1 0 0 0,-2 2 0 0 0,-1-1 0 0 0,-1 1 1 0 0,-14-29-1 0 0,17 47-13 0 0,1-1 26 0 0,-2 0-1 0 0,-10-17 0 0 0,14 25-22 0 0,-1 1 1 0 0,0 0-1 0 0,0-1 0 0 0,0 1 0 0 0,0 1 1 0 0,-1-1-1 0 0,1 1 0 0 0,-1-1 0 0 0,-6-2 0 0 0,-2 0-12 0 0,0 0-1 0 0,-1 0 1 0 0,0 2-1 0 0,0 0 1 0 0,0 0-1 0 0,-1 1 1 0 0,-15-1-1 0 0,18 3-60 0 0,0-2 0 0 0,0 1 0 0 0,-18-7 0 0 0,19 5-107 0 0,-1 0 1 0 0,0 1-1 0 0,-20-2 1 0 0,13 5-284 0 0,0 1 1 0 0,-1 0 0 0 0,1 2-1 0 0,0 0 1 0 0,1 1-1 0 0,-37 13 1 0 0,-7 1-1636 0 0,-3-7-1321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1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55 218 648 0 0,'-1'-21'1420'0'0,"0"0"-1"0"0,-1-1 1 0 0,-1 1-1 0 0,-1 1 0 0 0,-1-1 1 0 0,-1 0-1 0 0,-14-33 1 0 0,11 39 762 0 0,5 13-1231 0 0,5 25-739 0 0,0-13-123 0 0,48 438 931 0 0,-38-394-468 0 0,26 75-1 0 0,-37-129-540 0 0,0 1 0 0 0,0 0 0 0 0,1-1 1 0 0,-1 1-1 0 0,0 0 0 0 0,0 0 0 0 0,1-1 0 0 0,-1 1 0 0 0,0 0 0 0 0,1-1 0 0 0,-1 1 0 0 0,0-1 0 0 0,1 1 1 0 0,-1-1-1 0 0,1 1 0 0 0,-1-1 0 0 0,1 1 0 0 0,0-1 0 0 0,-1 1 0 0 0,1-1 0 0 0,-1 1 0 0 0,1-1 1 0 0,0 0-1 0 0,-1 1 0 0 0,1-1 0 0 0,0 0 0 0 0,-1 0 0 0 0,1 0 0 0 0,0 1 0 0 0,-1-1 0 0 0,1 0 0 0 0,0 0 1 0 0,0 0-1 0 0,-1 0 0 0 0,1 0 0 0 0,0 0 0 0 0,0-1 0 0 0,1 1 14 0 0,-1-1-1 0 0,1 0 1 0 0,-1 0-1 0 0,1 0 1 0 0,-1 0-1 0 0,0 0 1 0 0,1 0-1 0 0,-1 0 1 0 0,0 0-1 0 0,0 0 1 0 0,0-1-1 0 0,0 1 1 0 0,0 0-1 0 0,0-1 1 0 0,0 1-1 0 0,0-3 1 0 0,33-77 294 0 0,-5-1-1 0 0,32-141 1 0 0,-51 171-301 0 0,9-39 119 0 0,-11 78-1474 0 0,-1 6-3777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1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0 11474 0 0,'-5'1'138'0'0,"0"0"-1"0"0,0 0 0 0 0,0 0 0 0 0,0 0 1 0 0,0 1-1 0 0,1-1 0 0 0,-1 1 0 0 0,1 1 1 0 0,-1-1-1 0 0,-5 4 0 0 0,-10 5 121 0 0,14-7-228 0 0,-1 0 1 0 0,1 1-1 0 0,0-1 1 0 0,0 1 0 0 0,0 1-1 0 0,1-1 1 0 0,0 1 0 0 0,0 0-1 0 0,0 0 1 0 0,-3 8 0 0 0,-9 13 31 0 0,-13 31 0 0 0,26-49-49 0 0,-28 81 18 0 0,30-85-26 0 0,0-1 1 0 0,0 1-1 0 0,1-1 0 0 0,-1 1 1 0 0,1 0-1 0 0,1-1 0 0 0,-1 1 1 0 0,1 0-1 0 0,-1 0 0 0 0,2 0 1 0 0,-1-1-1 0 0,0 1 0 0 0,1 0 1 0 0,0 0-1 0 0,0-1 0 0 0,0 1 1 0 0,1 0-1 0 0,-1-1 0 0 0,1 1 1 0 0,0-1-1 0 0,0 0 0 0 0,1 0 1 0 0,2 4-1 0 0,-2-5 5 0 0,-1-1 0 0 0,1 0 0 0 0,0 0 1 0 0,0 0-1 0 0,0-1 0 0 0,0 1 0 0 0,0-1 0 0 0,0 0 0 0 0,0 1 1 0 0,1-1-1 0 0,-1-1 0 0 0,0 1 0 0 0,1 0 0 0 0,-1-1 1 0 0,4 0-1 0 0,11 4 91 0 0,-17-4-82 0 0,10 2 327 0 0,0 1-1 0 0,0 0 0 0 0,0 1 1 0 0,-1 1-1 0 0,1-1 0 0 0,16 12 1 0 0,-26-15-248 0 0,0 0 0 0 0,0 0 0 0 0,0 0 0 0 0,0 0 0 0 0,0 1 0 0 0,0-1 0 0 0,0 0 0 0 0,0 1 1 0 0,0-1-1 0 0,-1 1 0 0 0,1-1 0 0 0,-1 1 0 0 0,1-1 0 0 0,-1 1 0 0 0,0 0 0 0 0,1-1 0 0 0,-1 1 1 0 0,0-1-1 0 0,0 1 0 0 0,0 0 0 0 0,0-1 0 0 0,0 1 0 0 0,-1-1 0 0 0,1 1 0 0 0,0-1 0 0 0,-1 1 1 0 0,1 0-1 0 0,-1-1 0 0 0,0 0 0 0 0,0 3 0 0 0,-1 0-106 0 0,0 0 0 0 0,-1 0 0 0 0,1 0 0 0 0,-1 0 0 0 0,1-1-1 0 0,-1 1 1 0 0,0-1 0 0 0,-1 0 0 0 0,-3 4 0 0 0,-107 62 55 0 0,-4 3-5096 0 0,106-61 2670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2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47 7442 0 0,'-2'-2'978'0'0,"-9"-9"2345"0"0,9 9-3173 0 0,1 0 0 0 0,-1 0 0 0 0,0 0 0 0 0,1 0 0 0 0,0 0 0 0 0,-1 0-1 0 0,1 0 1 0 0,0 0 0 0 0,0-1 0 0 0,0 1 0 0 0,0 0 0 0 0,1-1 0 0 0,-2-3 456 0 0,6 14 790 0 0,9 29-1039 0 0,-1 1 0 0 0,-1 1 1 0 0,-3 0-1 0 0,-1 0 0 0 0,3 67 0 0 0,-13 395 965 0 0,1-421-1053 0 0,2 79-30 0 0,0-85-3157 0 0,2-67-1762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13 116 12931 0 0,'-3'0'1053'0'0,"-7"-1"1252"0"0,23-8-2108 0 0,11-3-164 0 0,2 1-1 0 0,-1 1 1 0 0,1 1-1 0 0,48-10 1 0 0,114-8 46 0 0,-45 9-2119 0 0,-125 19-3815 0 0,-18-1 5714 0 0,1 0 0 0 0,-1 0 0 0 0,1 1 0 0 0,-1-1 0 0 0,0 0 0 0 0,1 0 0 0 0,-1 1 0 0 0,0-1 0 0 0,0 0 0 0 0,1 1-1 0 0,-1-1 1 0 0,0 0 0 0 0,0 1 0 0 0,1-1 0 0 0,-1 0 0 0 0,0 1 0 0 0,0-1 0 0 0,0 0 0 0 0,0 1 0 0 0,0-1 0 0 0,1 1 0 0 0,-1-1-1 0 0,0 0 1 0 0,0 1 0 0 0,0 0 0 0 0,-1 2 40 0 0,1 0-1 0 0,-1 0 0 0 0,0 0 1 0 0,0 0-1 0 0,0 0 0 0 0,-1 0 1 0 0,1 0-1 0 0,-3 4 0 0 0,0 1 393 0 0,0-1 0 0 0,0 0-1 0 0,-1 1 1 0 0,0-2 0 0 0,-1 1 0 0 0,-7 8-1 0 0,-12 5 1421 0 0,17-14-995 0 0,0 0 0 0 0,1 0 0 0 0,-1 1 0 0 0,1 0 0 0 0,1 0-1 0 0,0 0 1 0 0,-8 12 0 0 0,14-19-713 0 0,0 1 1 0 0,0-1-1 0 0,0 0 1 0 0,0 1-1 0 0,0-1 1 0 0,0 0-1 0 0,0 1 1 0 0,0-1-1 0 0,0 0 1 0 0,0 1-1 0 0,0-1 0 0 0,0 0 1 0 0,0 1-1 0 0,0-1 1 0 0,0 0-1 0 0,0 1 1 0 0,0-1-1 0 0,0 0 1 0 0,0 1-1 0 0,0-1 1 0 0,0 0-1 0 0,1 1 1 0 0,-1-1-1 0 0,0 0 0 0 0,0 0 1 0 0,0 1-1 0 0,1-1 1 0 0,-1 0-1 0 0,0 1 1 0 0,0-1-1 0 0,1 0 1 0 0,-1 0-1 0 0,0 0 1 0 0,1 1-1 0 0,-1-1 1 0 0,0 0-1 0 0,1 0 0 0 0,-1 0 1 0 0,0 0-1 0 0,1 0 1 0 0,-1 0-1 0 0,0 0 1 0 0,1 1-1 0 0,-1-1 1 0 0,0 0-1 0 0,1 0 1 0 0,-1 0-1 0 0,0 0 1 0 0,1 0-1 0 0,-1-1 0 0 0,1 1 1 0 0,21 0-100 0 0,-20-1 71 0 0,24-4-649 0 0,1-7-527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52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50 760 0 0,'0'0'1427'0'0,"-22"-26"5427"0"0,19 22-5486 0 0,-13-13 1649 0 0,16 17-2995 0 0,0 0 0 0 0,-1 0 0 0 0,1-1 0 0 0,0 1-1 0 0,0 0 1 0 0,-1 0 0 0 0,1 0 0 0 0,0 0 0 0 0,0-1 0 0 0,-1 1 0 0 0,1 0-1 0 0,0 0 1 0 0,-1 0 0 0 0,1 0 0 0 0,0 0 0 0 0,-1 0 0 0 0,1 0 0 0 0,0 0-1 0 0,-1 0 1 0 0,1 0 0 0 0,0 0 0 0 0,-1 0 0 0 0,1 0 0 0 0,0 0 0 0 0,-1 0-1 0 0,1 0 1 0 0,0 0 0 0 0,-1 0 0 0 0,1 1 0 0 0,0-1 0 0 0,0 0-1 0 0,-1 0 1 0 0,1 0 0 0 0,0 1 0 0 0,0-1 0 0 0,-1 0 0 0 0,1 0 0 0 0,0 0-1 0 0,0 1 1 0 0,-1-1 0 0 0,1 0 0 0 0,0 1 0 0 0,0-1 0 0 0,0 0 0 0 0,0 0-1 0 0,0 1 1 0 0,-1-1 0 0 0,1 0 0 0 0,0 1 0 0 0,0-1 0 0 0,0 0-1 0 0,0 1 1 0 0,0-1 0 0 0,0 0 0 0 0,0 1 0 0 0,0-1 0 0 0,0 0 0 0 0,0 1-1 0 0,0-1 1 0 0,0 1 0 0 0,-4 43 65 0 0,2 0 0 0 0,2 0 0 0 0,9 74 0 0 0,-1-14 52 0 0,-3 308 639 0 0,-6-291 694 0 0,1-120-1466 0 0,0-1 0 0 0,0 1 0 0 0,0-1 0 0 0,-1 1 0 0 0,1-1 0 0 0,0 1 0 0 0,0-1 0 0 0,-1 1 0 0 0,1-1 0 0 0,0 1 0 0 0,-1-1 0 0 0,1 0 0 0 0,-1 1 1 0 0,1-1-1 0 0,-1 0 0 0 0,1 1 0 0 0,-1-1 0 0 0,1 0 0 0 0,-1 1 0 0 0,1-1 0 0 0,-1 0 0 0 0,1 0 0 0 0,-1 0 0 0 0,1 1 0 0 0,-1-1 0 0 0,0 0 0 0 0,-21 4 11 0 0,15-3 11 0 0,-191 39 452 0 0,177-33-537 0 0,21-7 56 0 0,-1 0 0 0 0,1 1 0 0 0,0-1 0 0 0,-1 0 0 0 0,1 0 0 0 0,0 0 0 0 0,-1 1 0 0 0,1-1 0 0 0,0 0 0 0 0,-1 1 0 0 0,1-1 0 0 0,0 0 0 0 0,0 0 0 0 0,-1 1 0 0 0,1-1 0 0 0,0 0 0 0 0,0 1 0 0 0,0-1 0 0 0,-1 1 0 0 0,1-1 0 0 0,0 0 0 0 0,0 1 0 0 0,0-1 0 0 0,0 0 0 0 0,0 1 0 0 0,0-1 0 0 0,0 1 0 0 0,0-1 0 0 0,0 0 0 0 0,0 1 0 0 0,0-1 0 0 0,0 1 0 0 0,0-1 0 0 0,0 0 0 0 0,0 1 0 0 0,0-1 0 0 0,1 1 0 0 0,-1-1 0 0 0,0 0 1 0 0,0 1-1 0 0,0-1 0 0 0,1 0 0 0 0,-1 1 0 0 0,0-1 0 0 0,0 0 0 0 0,1 0 0 0 0,-1 1 0 0 0,0-1 0 0 0,1 0 0 0 0,-1 0 0 0 0,0 1 0 0 0,1-1 0 0 0,-1 0 0 0 0,0 0 0 0 0,1 0 0 0 0,-1 0 0 0 0,0 1 0 0 0,1-1 0 0 0,0 0 0 0 0,4 2 0 0 0,1 1 1 0 0,-1-2 0 0 0,1 1-1 0 0,-1 0 1 0 0,1-1 0 0 0,0 0-1 0 0,-1 0 1 0 0,1-1-1 0 0,6 0 1 0 0,-4 0-1 0 0,0 1 0 0 0,-1 0 0 0 0,1 0-1 0 0,-1 0 1 0 0,13 5 0 0 0,6 6-15 0 0,-7-3 8 0 0,1-1 0 0 0,31 8 0 0 0,30 1-8 0 0,-44-11 28 0 0,0 3-1 0 0,60 20 1 0 0,-59-15 45 0 0,-23-9 48 0 0,0 1 0 0 0,0 0 0 0 0,23 14 0 0 0,-38-20-81 0 0,0 0 0 0 0,1 0 0 0 0,-1 0 0 0 0,0 0 0 0 0,0 1 0 0 0,1-1-1 0 0,-1 0 1 0 0,0 0 0 0 0,0 0 0 0 0,0 1 0 0 0,1-1 0 0 0,-1 0 0 0 0,0 0 0 0 0,0 1-1 0 0,0-1 1 0 0,1 0 0 0 0,-1 1 0 0 0,0-1 0 0 0,0 0 0 0 0,0 0 0 0 0,0 1 0 0 0,0-1 0 0 0,0 0-1 0 0,0 1 1 0 0,0-1 0 0 0,0 0 0 0 0,0 1 0 0 0,0-1 0 0 0,0 0 0 0 0,0 1 0 0 0,0-1-1 0 0,0 0 1 0 0,0 1 0 0 0,-10 8 171 0 0,-18 5-309 0 0,25-13 181 0 0,-46 17-23 0 0,-80 16 0 0 0,31-8-33 0 0,-124 35 44 0 0,202-52-165 0 0,19-2 10 0 0,12 3 95 0 0,0-5 1 0 0,0 1 1 0 0,0-1-1 0 0,0-1 0 0 0,0 0 1 0 0,1-1-1 0 0,17 3 0 0 0,78 6-41 0 0,-25-4 28 0 0,-68-6 19 0 0,18 2 29 0 0,-1 2 0 0 0,1 1 1 0 0,41 15-1 0 0,-71-22-22 0 0,-1 1 1 0 0,0 0-1 0 0,0 0 1 0 0,0-1-1 0 0,0 1 1 0 0,0 0-1 0 0,0 0 1 0 0,0 0-1 0 0,0 0 1 0 0,0 1 0 0 0,-1-1-1 0 0,1 0 1 0 0,0 0-1 0 0,-1 0 1 0 0,1 1-1 0 0,-1-1 1 0 0,1 0-1 0 0,-1 1 1 0 0,0-1-1 0 0,1 0 1 0 0,-1 1-1 0 0,0-1 1 0 0,0 0-1 0 0,0 1 1 0 0,0-1-1 0 0,0 0 1 0 0,0 1-1 0 0,0-1 1 0 0,-1 1-1 0 0,1-1 1 0 0,0 0-1 0 0,-1 1 1 0 0,1-1-1 0 0,-2 2 1 0 0,1 1-2 0 0,-1 0 0 0 0,0 0 0 0 0,0 0 0 0 0,0 0-1 0 0,0 0 1 0 0,0-1 0 0 0,-1 1 0 0 0,0-1 0 0 0,0 0 0 0 0,-5 5 0 0 0,-9 4 40 0 0,-36 15 0 0 0,15-8-35 0 0,-13 6 27 0 0,-61 20-1 0 0,101-41-40 0 0,-35 11 17 0 0,23-8-16 0 0,-38 18 0 0 0,19-4-16 0 0,-53 20 1 0 0,89-39 5 0 0,-1 0-1 0 0,1 1 1 0 0,0 0-1 0 0,0 0 1 0 0,-10 7-1 0 0,14-8-1 0 0,0-1 1 0 0,1 0-1 0 0,0 1 0 0 0,-1-1 0 0 0,1 1 0 0 0,0-1 0 0 0,0 1 0 0 0,0-1 0 0 0,0 1 0 0 0,0 0 0 0 0,0 0 0 0 0,0 0 0 0 0,0-1 0 0 0,1 1 0 0 0,-1 0 0 0 0,1 0 0 0 0,-1 0 0 0 0,1 0 0 0 0,0 0 0 0 0,0 0 0 0 0,0 0 0 0 0,0 0 0 0 0,1 3 1 0 0,-1-3 5 0 0,6 4-14 0 0,4 0 10 0 0,0-1 1 0 0,0 0-1 0 0,1 0 0 0 0,0-1 0 0 0,0-1 1 0 0,0 1-1 0 0,0-2 0 0 0,21 3 0 0 0,9-2-3 0 0,49-3-1 0 0,-52-1 22 0 0,60 6 1 0 0,-50 2 24 0 0,-1 2 0 0 0,0 2 0 0 0,70 25 0 0 0,-116-36-20 0 0,0 0 1 0 0,-1 0-1 0 0,1 1 1 0 0,0-1-1 0 0,-1 0 1 0 0,1 0-1 0 0,0 1 1 0 0,-1-1-1 0 0,1 1 1 0 0,0-1-1 0 0,-1 0 1 0 0,1 1-1 0 0,-1-1 1 0 0,1 1-1 0 0,-1 0 1 0 0,1-1-1 0 0,-1 1 1 0 0,1-1-1 0 0,-1 1 1 0 0,1 0-1 0 0,-1-1 1 0 0,0 1-1 0 0,1 0 1 0 0,-1-1-1 0 0,0 1 1 0 0,0 0-1 0 0,1 0 1 0 0,-2 0-8 0 0,1 0 0 0 0,0 0 0 0 0,-1 0 0 0 0,1 0 0 0 0,-1 0 0 0 0,1 0 0 0 0,-1 0 0 0 0,1 0 0 0 0,-1 0-1 0 0,0-1 1 0 0,1 1 0 0 0,-1 0 0 0 0,0-1 0 0 0,0 1 0 0 0,0 0 0 0 0,-1 0 0 0 0,-4 3 0 0 0,-1 0 0 0 0,0-1 1 0 0,-11 5-1 0 0,-21 6 42 0 0,-114 35-7 0 0,140-47-25 0 0,-18 5-128 0 0,30-6 100 0 0,0-1 0 0 0,0 0 0 0 0,1 1 1 0 0,-1-1-1 0 0,0 1 0 0 0,0-1 0 0 0,0 1 0 0 0,0 0 0 0 0,1-1 0 0 0,-1 1 1 0 0,0 0-1 0 0,1-1 0 0 0,-1 1 0 0 0,0 0 0 0 0,1 0 0 0 0,-1 0 0 0 0,1-1 1 0 0,-1 1-1 0 0,1 0 0 0 0,0 0 0 0 0,-1 0 0 0 0,1 0 0 0 0,0 0 0 0 0,0 0 1 0 0,-1 0-1 0 0,1 2 0 0 0,1-1 10 0 0,-1 1 1 0 0,1 0 0 0 0,0-1-1 0 0,0 1 1 0 0,0-1-1 0 0,0 1 1 0 0,1-1-1 0 0,1 3 1 0 0,4 8-2 0 0,15 30 9 0 0,-16-34-1 0 0,0 1-1 0 0,-1 1 1 0 0,-1-1-1 0 0,1 1 1 0 0,4 20-1 0 0,-2 33-1 0 0,-6-50 1 0 0,0-1-1 0 0,1 1 0 0 0,0-1 0 0 0,1 0 0 0 0,0 0 0 0 0,9 20 1 0 0,-7-20 7 0 0,-1 0 1 0 0,0-1-1 0 0,0 2 1 0 0,-1-1 0 0 0,-1 0-1 0 0,0 0 1 0 0,-1 1 0 0 0,-1 25-1 0 0,-4 10 40 0 0,-9 51 1 0 0,9-77 6 0 0,-6 44 22 0 0,3 1 1 0 0,3 0-1 0 0,9 129 0 0 0,0-36 129 0 0,-5-130-214 0 0,1-27 14 0 0,0 0-1 0 0,0 0 0 0 0,1 0 0 0 0,-1 0 0 0 0,1 0 1 0 0,0 0-1 0 0,0-1 0 0 0,0 1 0 0 0,1-1 1 0 0,0 1-1 0 0,-1-1 0 0 0,5 4 0 0 0,11 16 40 0 0,-16-20-385 0 0,20 30 672 0 0,-11-20-5207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54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0 5401 0 0,'-23'2'1666'0'0,"-1"0"-1"0"0,-33 9 0 0 0,-23 2 18 0 0,49-11-1037 0 0,-2 0 402 0 0,0 1-1 0 0,1 1 1 0 0,-54 15 0 0 0,71-10-750 0 0,15-9-299 0 0,0 0-1 0 0,-1 1 1 0 0,1-1 0 0 0,0 0 0 0 0,0 1 0 0 0,0-1 0 0 0,0 1 0 0 0,0-1 0 0 0,0 0-1 0 0,-1 1 1 0 0,1-1 0 0 0,0 0 0 0 0,0 1 0 0 0,0-1 0 0 0,0 1 0 0 0,0-1 0 0 0,0 0-1 0 0,1 1 1 0 0,-1-1 0 0 0,0 1 0 0 0,0-1 0 0 0,0 0 0 0 0,0 1 0 0 0,0-1-1 0 0,0 0 1 0 0,1 1 0 0 0,-1-1 0 0 0,0 0 0 0 0,0 1 0 0 0,1-1 0 0 0,-1 0 0 0 0,0 1-1 0 0,0-1 1 0 0,1 0 0 0 0,-1 0 0 0 0,0 1 0 0 0,1-1 0 0 0,-1 0 0 0 0,0 0 0 0 0,1 0-1 0 0,-1 0 1 0 0,0 1 0 0 0,1-1 0 0 0,2 1 2 0 0,0 0-1 0 0,-1 0 1 0 0,1 0-1 0 0,0 0 1 0 0,-1 0-1 0 0,1-1 1 0 0,0 1 0 0 0,4 0-1 0 0,15 2 8 0 0,4 6-1 0 0,-13-4-3 0 0,1-1 0 0 0,-1 0-1 0 0,1-1 1 0 0,-1-1 0 0 0,26 2 0 0 0,21-8 107 0 0,0-2-1 0 0,72-16 1 0 0,64-7 35 0 0,-108 26 12 0 0,154 14 1 0 0,-238-11-281 0 0,16 2 925 0 0,-20-2-873 0 0,1 0 1 0 0,-1 0-1 0 0,1 0 1 0 0,-1 0-1 0 0,1 1 1 0 0,-1-1-1 0 0,1 0 1 0 0,-1 0-1 0 0,1 0 1 0 0,-1 0-1 0 0,1 1 1 0 0,-1-1 0 0 0,1 0-1 0 0,-1 1 1 0 0,1-1-1 0 0,-1 0 1 0 0,0 1-1 0 0,1-1 1 0 0,-1 0-1 0 0,0 1 1 0 0,1-1-1 0 0,-1 1 1 0 0,0-1-1 0 0,0 1 1 0 0,1-1-1 0 0,-1 1 1 0 0,0-1-1 0 0,0 1 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54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11939 0 0,'0'0'472'0'0,"4"-1"893"0"0,42-6-738 0 0,-3-3-507 0 0,-8 1-324 0 0,1 2 1 0 0,0 2 0 0 0,40-1 0 0 0,-75 6 124 0 0,-1 0 1 0 0,1 0 0 0 0,0 0 0 0 0,0 0-1 0 0,-1 1 1 0 0,1-1 0 0 0,0 0 0 0 0,-1 1-1 0 0,1-1 1 0 0,0 0 0 0 0,-1 1 0 0 0,1-1-1 0 0,0 1 1 0 0,-1-1 0 0 0,1 1 0 0 0,-1-1-1 0 0,1 1 1 0 0,-1-1 0 0 0,1 1-1 0 0,-1-1 1 0 0,0 1 0 0 0,1 0 0 0 0,-1-1-1 0 0,1 1 1 0 0,-1 0 0 0 0,0 0 0 0 0,0-1-1 0 0,0 1 1 0 0,1 0 0 0 0,-1-1 0 0 0,0 1-1 0 0,0 0 1 0 0,0 0 0 0 0,0-1 0 0 0,0 1-1 0 0,0 0 1 0 0,0 0 0 0 0,0-1 0 0 0,-1 1-1 0 0,1 0 1 0 0,-1 1 0 0 0,1 1 83 0 0,-1 0 1 0 0,0 1-1 0 0,0-1 0 0 0,0 0 1 0 0,0 0-1 0 0,0 0 1 0 0,-1 0-1 0 0,1 0 0 0 0,-3 3 1 0 0,0-3 16 0 0,0 0-1 0 0,1 0 1 0 0,-1-1-1 0 0,0 1 1 0 0,-1-1 0 0 0,1 0-1 0 0,-6 2 1 0 0,6-3 66 0 0,1 0-1 0 0,-1 0 1 0 0,1 1 0 0 0,0 0-1 0 0,-1-1 1 0 0,1 1 0 0 0,0 0 0 0 0,0 0-1 0 0,0 1 1 0 0,0-1 0 0 0,0 1 0 0 0,1-1-1 0 0,-1 1 1 0 0,1 0 0 0 0,0 0 0 0 0,-3 4-1 0 0,5-7-96 0 0,0 1-1 0 0,0-1 1 0 0,0 0 0 0 0,0 0-1 0 0,0 0 1 0 0,0 0 0 0 0,0 0-1 0 0,0 0 1 0 0,0 0-1 0 0,0 1 1 0 0,0-1 0 0 0,0 0-1 0 0,0 0 1 0 0,0 0-1 0 0,0 0 1 0 0,0 0 0 0 0,0 0-1 0 0,0 0 1 0 0,0 1-1 0 0,0-1 1 0 0,0 0 0 0 0,0 0-1 0 0,0 0 1 0 0,0 0-1 0 0,0 0 1 0 0,0 0 0 0 0,0 0-1 0 0,0 0 1 0 0,0 1-1 0 0,0-1 1 0 0,0 0 0 0 0,0 0-1 0 0,1 0 1 0 0,-1 0-1 0 0,0 0 1 0 0,0 0 0 0 0,0 0-1 0 0,0 0 1 0 0,0 0 0 0 0,0 0-1 0 0,0 0 1 0 0,0 0-1 0 0,1 0 1 0 0,-1 0 0 0 0,0 0-1 0 0,0 0 1 0 0,0 0-1 0 0,0 1 1 0 0,0-1 0 0 0,0 0-1 0 0,0 0 1 0 0,1 0-1 0 0,-1-1 1 0 0,0 1 0 0 0,0 0-1 0 0,0 0 1 0 0,0 0-1 0 0,0 0 1 0 0,0 0 0 0 0,0 0-1 0 0,0 0 1 0 0,1 0-1 0 0,-1 0 1 0 0,0 0 0 0 0,0 0-1 0 0,0 0 1 0 0,0 0 0 0 0,0 0-1 0 0,7-2-1049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5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104 726 3737 0 0,'-3'-4'117'0'0,"0"0"1"0"0,1 0 0 0 0,-1 0-1 0 0,1-1 1 0 0,0 1 0 0 0,0-1-1 0 0,1 0 1 0 0,-1 1 0 0 0,1-1-1 0 0,-1-8 1 0 0,0 1 101 0 0,-4-16 23 0 0,2 1-1 0 0,1-1 1 0 0,2 0-1 0 0,1-31 0 0 0,17-112 433 0 0,-1 12 554 0 0,-13 42 3529 0 0,-3 117-4742 0 0,0 0 0 0 0,0 0 0 0 0,0 0 0 0 0,0 0 0 0 0,0 0 0 0 0,0 0 0 0 0,0 0 0 0 0,0 0 0 0 0,0 0 0 0 0,0 0 0 0 0,0 0 0 0 0,0 0 0 0 0,0 0 0 0 0,0 0 0 0 0,0 0 0 0 0,0 0-1 0 0,1 0 1 0 0,-1 0 0 0 0,0 0 0 0 0,0 0 0 0 0,0 0 0 0 0,0 0 0 0 0,0 0 0 0 0,0 0 0 0 0,0 0 0 0 0,0 0 0 0 0,0 0 0 0 0,0 0 0 0 0,0 0 0 0 0,0 0 0 0 0,0 0 0 0 0,0 0 0 0 0,0 0 0 0 0,0 0 0 0 0,0 0 0 0 0,1 0 0 0 0,-1 0 0 0 0,0 0 0 0 0,0 0 0 0 0,0 0 0 0 0,0 0 0 0 0,0 0-1 0 0,0 0 1 0 0,0 0 0 0 0,0 0 0 0 0,0 0 0 0 0,0 0 0 0 0,0 0 0 0 0,0 0 0 0 0,0 0 0 0 0,0 0 0 0 0,0 0 0 0 0,0 0 0 0 0,0 0 0 0 0,0 0 0 0 0,0-1 0 0 0,0 1 0 0 0,0 0 0 0 0,3 11 248 0 0,0 63 22 0 0,-3 0 1 0 0,-4 0 0 0 0,-2 0-1 0 0,-32 140 1 0 0,14-142 153 0 0,15-45-161 0 0,0 0 0 0 0,-6 38 1 0 0,12-50-8 0 0,4-35-154 0 0,-1 1-100 0 0,-1-115-2 0 0,6-189-14 0 0,-2 303-27 0 0,0 1 0 0 0,2-1 0 0 0,0 1 0 0 0,1 0 0 0 0,1 0 0 0 0,0 1 0 0 0,2-1 0 0 0,0 2 0 0 0,22-32 0 0 0,-29 46 19 0 0,1 1 0 0 0,-1 0 0 0 0,1-1 1 0 0,-1 1-1 0 0,1 0 0 0 0,0 0 0 0 0,0 0 0 0 0,0 1 0 0 0,0-1 0 0 0,0 1 0 0 0,0 0 1 0 0,6-2-1 0 0,18-9-23 0 0,-24 10 31 0 0,-1 0 0 0 0,1 1 0 0 0,0 0-1 0 0,0-1 1 0 0,0 1 0 0 0,0 1 0 0 0,0-1-1 0 0,0 0 1 0 0,5 0 0 0 0,-7 1 4 0 0,1 0 1 0 0,-1 0-1 0 0,0 0 1 0 0,1 0-1 0 0,-1 0 1 0 0,0 0-1 0 0,1 1 1 0 0,-1-1-1 0 0,0 0 0 0 0,0 1 1 0 0,1-1-1 0 0,-1 1 1 0 0,0 0-1 0 0,0-1 1 0 0,0 1-1 0 0,0 0 1 0 0,0-1-1 0 0,0 1 0 0 0,0 0 1 0 0,0 0-1 0 0,0 0 1 0 0,0 0-1 0 0,0 0 1 0 0,0 0-1 0 0,-1 0 1 0 0,2 2-1 0 0,0 2 2 0 0,-1-1-1 0 0,1 1 1 0 0,-1 0-1 0 0,1 10 1 0 0,5 19 3 0 0,3-9 8 0 0,-6-16-1 0 0,0 1-1 0 0,0 0 1 0 0,-1 0 0 0 0,0 0 0 0 0,-1 0 0 0 0,0 0-1 0 0,-1 1 1 0 0,0 20 0 0 0,-2-15 11 0 0,-2 1 1 0 0,-1-1-1 0 0,0 0 1 0 0,0 0-1 0 0,-2 0 1 0 0,0-1-1 0 0,-1 0 1 0 0,-14 25-1 0 0,18-36-19 0 0,-1-1 0 0 0,1 1-1 0 0,0-1 1 0 0,-1 0 0 0 0,0 0-1 0 0,1 0 1 0 0,-1 0 0 0 0,0-1 0 0 0,-1 1-1 0 0,1-1 1 0 0,0 0 0 0 0,-9 2 0 0 0,-23 15 89 0 0,23-12-76 0 0,8-5-14 0 0,1 0-1 0 0,0 0 1 0 0,0 1-1 0 0,0-1 1 0 0,1 1 0 0 0,-1 0-1 0 0,-5 6 1 0 0,9-9-7 0 0,0 1 0 0 0,0 0 0 0 0,-1 0 0 0 0,2-1 0 0 0,-1 1 0 0 0,0 0 0 0 0,0 0 0 0 0,0 0 0 0 0,0-1 0 0 0,0 1 0 0 0,1 0 0 0 0,-1-1 0 0 0,0 1 0 0 0,1 0 0 0 0,-1-1 0 0 0,0 1 0 0 0,1 0 0 0 0,-1-1 0 0 0,1 1 0 0 0,-1 0 0 0 0,1-1 0 0 0,-1 1 1 0 0,1-1-1 0 0,0 1 0 0 0,-1-1 0 0 0,1 0 0 0 0,0 1 0 0 0,21 13 27 0 0,-20-12-25 0 0,175 114-11 0 0,-166-110-514 0 0,31 22 1468 0 0,-17-6-8392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56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15 6161 0 0,'-19'-15'5415'0'0,"17"17"-5326"0"0,0-1 1 0 0,0 1-1 0 0,0-1 0 0 0,0 1 1 0 0,0 0-1 0 0,0 0 1 0 0,1 0-1 0 0,-1 0 1 0 0,1 0-1 0 0,-1 0 0 0 0,1 0 1 0 0,0 0-1 0 0,0 0 1 0 0,0 1-1 0 0,-1 4 0 0 0,-4 6 179 0 0,-2 3 62 0 0,0 1 0 0 0,1 0 0 0 0,1 1 0 0 0,1-1 0 0 0,-6 34 0 0 0,10-44-254 0 0,-1-1 0 0 0,0 1 1 0 0,0-1-1 0 0,-1 0 0 0 0,-4 9 0 0 0,4-10-16 0 0,0 1 1 0 0,1-1-1 0 0,-1 1 1 0 0,1 0-1 0 0,1 0 0 0 0,-1 0 1 0 0,-1 9-1 0 0,3-10-23 0 0,0 0 0 0 0,0 0 0 0 0,0 0 1 0 0,0 0-1 0 0,1 0 0 0 0,0 0 0 0 0,0 0 0 0 0,0-1 0 0 0,1 1 0 0 0,-1 0 0 0 0,5 7 1 0 0,-4-11-29 0 0,-1 1 1 0 0,1-1 0 0 0,0 1 0 0 0,0-1 0 0 0,0 0 0 0 0,0 0 0 0 0,0 0 0 0 0,0 0 0 0 0,4 1 0 0 0,6 3 11 0 0,-5-2-10 0 0,0 0 1 0 0,0 0-1 0 0,1-1 0 0 0,-1 0 1 0 0,1 0-1 0 0,-1-1 1 0 0,1 0-1 0 0,0 0 1 0 0,0-1-1 0 0,-1 0 1 0 0,16-2-1 0 0,7-2 46 0 0,49-14-1 0 0,-66 15-37 0 0,-2 0 93 0 0,-4 1-245 0 0,1 0 1 0 0,-1 0 0 0 0,1-1 0 0 0,11-6-1 0 0,-17 8-188 0 0,0 0-1 0 0,0 0 1 0 0,-1-1-1 0 0,1 1 1 0 0,-1-1-1 0 0,1 1 1 0 0,-1-1-1 0 0,0 1 1 0 0,2-3-1 0 0,-2 2-297 0 0,0 0 0 0 0,0 0 0 0 0,-1 0 0 0 0,1 0 1 0 0,0 0-1 0 0,-1 0 0 0 0,1 0 0 0 0,-1 0 0 0 0,0 0 0 0 0,0-3 0 0 0,0-1-1740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57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68 3209 0 0,'-2'0'4563'0'0,"-5"0"446"0"0,21-2-4487 0 0,0 0 0 0 0,1 0-1 0 0,-1-1 1 0 0,0-1 0 0 0,16-6-1 0 0,21-6-95 0 0,-15 7-304 0 0,0 2 1 0 0,1 1-1 0 0,0 2 1 0 0,0 1-1 0 0,39 3 1 0 0,-44 4-480 0 0,-13 3-6620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57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57 6689 0 0,'-14'-5'5086'0'0,"12"4"-4695"0"0,-1 0-1 0 0,1 0 1 0 0,0 0-1 0 0,0-1 1 0 0,0 1-1 0 0,0 0 1 0 0,1-1-1 0 0,-4-2 1 0 0,5 4-371 0 0,0-1 1 0 0,0 1-1 0 0,0 0 0 0 0,0 0 1 0 0,0 0-1 0 0,0-1 1 0 0,0 1-1 0 0,0 0 0 0 0,0 0 1 0 0,1 0-1 0 0,-1-1 1 0 0,0 1-1 0 0,0 0 0 0 0,0 0 1 0 0,0 0-1 0 0,0-1 1 0 0,0 1-1 0 0,0 0 0 0 0,1 0 1 0 0,-1 0-1 0 0,0 0 0 0 0,0 0 1 0 0,0-1-1 0 0,0 1 1 0 0,0 0-1 0 0,1 0 0 0 0,-1 0 1 0 0,0 0-1 0 0,0 0 1 0 0,0 0-1 0 0,1 0 0 0 0,-1 0 1 0 0,0 0-1 0 0,0 0 0 0 0,0 0 1 0 0,1 0-1 0 0,-1 0 1 0 0,0 0-1 0 0,3-2 58 0 0,11-4 48 0 0,1 1 0 0 0,0 0 0 0 0,1 1 0 0 0,-1 0 0 0 0,1 1 0 0 0,24-1 0 0 0,100 6 176 0 0,-22 1-3275 0 0,-89-4-95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18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331 546 216 0 0,'9'-182'3532'0'0,"1"0"211"0"0,-18 21 234 0 0,4 145-3730 0 0,1 11 42 0 0,2 12 615 0 0,-1 27-166 0 0,-7 44 1 0 0,-1 16-344 0 0,12 204-80 0 0,4 130 53 0 0,-8-317-308 0 0,-2 47 18 0 0,-4-23 104 0 0,5-62-80 0 0,-12 75 0 0 0,10-113 354 0 0,-2 68-1 0 0,7-99-441 0 0,-1 1 0 0 0,0 0 0 0 0,0-1 0 0 0,0 1-1 0 0,-1-1 1 0 0,0 1 0 0 0,0-1 0 0 0,0 0 0 0 0,-5 7 0 0 0,-1 4 78 0 0,3 2-47 0 0,5-15-37 0 0,0 0 1 0 0,-1 0-1 0 0,1-1 0 0 0,-1 1 1 0 0,1 0-1 0 0,-1 0 0 0 0,0-1 1 0 0,0 1-1 0 0,0-1 0 0 0,0 1 0 0 0,0 0 1 0 0,0-1-1 0 0,-1 2 0 0 0,1-2-7 0 0,0 0 0 0 0,0 0 0 0 0,0 0 0 0 0,0 0 0 0 0,0 0 0 0 0,0 0-1 0 0,0 0 1 0 0,0 1 0 0 0,1-1 0 0 0,-1 0 0 0 0,0 1 0 0 0,1-1 0 0 0,-1 0-1 0 0,1 1 1 0 0,0-1 0 0 0,-1 2 0 0 0,1-2 3 0 0,0-1 0 0 0,0 1-1 0 0,0-1 1 0 0,-1 0 0 0 0,1 1 0 0 0,0-1-1 0 0,0 1 1 0 0,0-1 0 0 0,-1 0 0 0 0,1 1-1 0 0,0-1 1 0 0,0 0 0 0 0,-1 1 0 0 0,1-1 0 0 0,0 0-1 0 0,-1 0 1 0 0,1 1 0 0 0,0-1 0 0 0,-1 0-1 0 0,1 0 1 0 0,0 1 0 0 0,-1-1 0 0 0,1 0-1 0 0,0 0 1 0 0,-1 0 0 0 0,1 0 0 0 0,-1 0-1 0 0,1 0 1 0 0,-1 1 0 0 0,1-1 0 0 0,0 0 0 0 0,-1 0-1 0 0,-21 0 58 0 0,1 1-87 0 0,-5 10 24 0 0,11-10 403 0 0,14-1-68 0 0,10 2-348 0 0,157 17 73 0 0,4 2 3 0 0,-155-19-44 0 0,-6 0 11 0 0,-1-1 0 0 0,1 1 0 0 0,-1 0 0 0 0,1 1 0 0 0,15 7 0 0 0,-24-10-23 0 0,1 0 0 0 0,-1 1-1 0 0,1-1 1 0 0,-1 0-1 0 0,1 1 1 0 0,-1-1 0 0 0,0 0-1 0 0,1 1 1 0 0,-1-1 0 0 0,1 1-1 0 0,-1-1 1 0 0,0 0-1 0 0,0 1 1 0 0,1-1 0 0 0,-1 1-1 0 0,0-1 1 0 0,0 1 0 0 0,1-1-1 0 0,-1 1 1 0 0,0-1-1 0 0,0 1 1 0 0,0 0 0 0 0,0-1-1 0 0,0 1 1 0 0,0-1 0 0 0,0 1-1 0 0,0-1 1 0 0,0 1 0 0 0,0-1-1 0 0,0 1 1 0 0,0-1-1 0 0,0 1 1 0 0,-1-1 0 0 0,1 1-1 0 0,0-1 1 0 0,0 1 0 0 0,-1-1-1 0 0,1 1 1 0 0,0-1-1 0 0,0 1 1 0 0,-1-1 0 0 0,1 1-1 0 0,-1-1 1 0 0,1 0 0 0 0,0 1-1 0 0,-1-1 1 0 0,1 0-1 0 0,-1 1 1 0 0,1-1 0 0 0,-1 0-1 0 0,1 0 1 0 0,-1 1 0 0 0,1-1-1 0 0,-1 0 1 0 0,-32 16 61 0 0,30-15-53 0 0,-229 71 82 0 0,101-36-20 0 0,93-25 1 0 0,22-8 56 0 0,0 2 0 0 0,0 0 0 0 0,1 1-1 0 0,-23 11 1 0 0,37-16-128 0 0,0 1-1 0 0,0-1 1 0 0,0 0-1 0 0,0 0 1 0 0,0 1 0 0 0,0-1-1 0 0,1 0 1 0 0,-1 1-1 0 0,0-1 1 0 0,1 1-1 0 0,-1-1 1 0 0,1 1 0 0 0,-1-1-1 0 0,1 1 1 0 0,0 1-1 0 0,-1-2-4 0 0,1 0 1 0 0,0 0-1 0 0,0 0 0 0 0,0 0 0 0 0,0 0 0 0 0,0-1 1 0 0,0 1-1 0 0,0 0 0 0 0,0 0 0 0 0,0 0 0 0 0,0 0 1 0 0,1-1-1 0 0,-1 1 0 0 0,0 0 0 0 0,0 0 0 0 0,1 0 1 0 0,-1-1-1 0 0,1 1 0 0 0,-1 0 0 0 0,1 0 0 0 0,-1-1 1 0 0,1 1-1 0 0,-1-1 0 0 0,1 1 0 0 0,-1 0 0 0 0,1-1 1 0 0,0 1-1 0 0,-1-1 0 0 0,1 1 0 0 0,0-1 0 0 0,0 0 1 0 0,1 1-1 0 0,25 5-5 0 0,-18-4 11 0 0,0 0 0 0 0,-1 0 0 0 0,1 1 0 0 0,15 6 0 0 0,-14-4-3 0 0,1-1-1 0 0,0 0 1 0 0,1 0 0 0 0,-1-1 0 0 0,1-1 0 0 0,-1 0 0 0 0,22 1 0 0 0,87-7 15 0 0,-87 1-14 0 0,0 1 0 0 0,37 4 0 0 0,-62-1 3 0 0,-1-1 0 0 0,0 2 0 0 0,0-1-1 0 0,0 1 1 0 0,0 0 0 0 0,0 1 0 0 0,0 0 0 0 0,0 0 0 0 0,8 5 0 0 0,-13-6-6 0 0,-1-1 0 0 0,0 1 0 0 0,1-1 0 0 0,-1 1 1 0 0,0 0-1 0 0,0-1 0 0 0,0 1 0 0 0,-1 0 1 0 0,1 0-1 0 0,0 0 0 0 0,-1 0 0 0 0,2 2 0 0 0,5 15-8 0 0,-5-16 12 0 0,0 0 0 0 0,0-1 0 0 0,0 1 0 0 0,-1 0 0 0 0,0 0 0 0 0,1 0 0 0 0,-1 0 0 0 0,0 1 0 0 0,-1-1 0 0 0,1 0 0 0 0,0 0 0 0 0,-1 0 1 0 0,0 1-1 0 0,0-1 0 0 0,0 0 0 0 0,0 4 0 0 0,-2 2 17 0 0,0 1 1 0 0,-1-1 0 0 0,1 0-1 0 0,-6 9 1 0 0,7-15-19 0 0,-1 1 0 0 0,0-1-1 0 0,-1 0 1 0 0,1 0-1 0 0,-1 0 1 0 0,0 0-1 0 0,0 0 1 0 0,0-1-1 0 0,0 1 0 0 0,0-1 1 0 0,0 0-1 0 0,-1 1 1 0 0,1-2-1 0 0,-7 4 1 0 0,-9 5 9 0 0,-17 10 7 0 0,1-1 1 0 0,-43 15-1 0 0,66-29-18 0 0,-41 12-7 0 0,39-14 13 0 0,0 1 1 0 0,1 1-1 0 0,-24 12 1 0 0,32-13-12 0 0,-1 0 1 0 0,1 1 0 0 0,1 0 0 0 0,-1 0 0 0 0,1 0-1 0 0,0 0 1 0 0,0 1 0 0 0,0-1 0 0 0,1 1 0 0 0,0 0-1 0 0,0 0 1 0 0,0 1 0 0 0,1-1 0 0 0,-3 13 0 0 0,5-17 4 0 0,-1 0 0 0 0,1 0 0 0 0,0 1 0 0 0,0-1 0 0 0,0 0 0 0 0,0 0 0 0 0,0 0 0 0 0,0 0 0 0 0,0 0 0 0 0,1 0 1 0 0,-1 0-1 0 0,1 0 0 0 0,0 0 0 0 0,-1 0 0 0 0,1 0 0 0 0,0 0 0 0 0,0 0 0 0 0,0 0 0 0 0,3 3 0 0 0,-1-3 1 0 0,0 0-1 0 0,0-1 1 0 0,0 1-1 0 0,0-1 0 0 0,0 1 1 0 0,0-1-1 0 0,1 0 1 0 0,-1 0-1 0 0,0-1 0 0 0,1 1 1 0 0,5 0-1 0 0,-3 0 5 0 0,1 1 0 0 0,0 0-1 0 0,0 0 1 0 0,-1 1 0 0 0,9 4 0 0 0,-8-3-3 0 0,0-1 1 0 0,1 0-1 0 0,-1 0 1 0 0,0 0 0 0 0,10 1-1 0 0,7-2 10 0 0,0-1-1 0 0,0-2 0 0 0,39-4 0 0 0,24 0 10 0 0,-87 5-21 0 0,1-1-1 0 0,-1 1 1 0 0,0 1-1 0 0,1-1 1 0 0,-1 0-1 0 0,0 0 1 0 0,0 0-1 0 0,1 0 1 0 0,-1 0-1 0 0,0 0 1 0 0,0 0-1 0 0,1 0 1 0 0,-1 0-1 0 0,0 0 1 0 0,0 1-1 0 0,1-1 1 0 0,-1 0-1 0 0,0 0 1 0 0,0 0-1 0 0,1 0 1 0 0,-1 1-1 0 0,0-1 1 0 0,0 0-1 0 0,0 0 1 0 0,0 1-1 0 0,1-1 1 0 0,-1 0-1 0 0,0 0 1 0 0,0 1-1 0 0,0-1 1 0 0,0 0-1 0 0,0 0 1 0 0,0 1-1 0 0,-1 12 39 0 0,-11 14 21 0 0,12-26-60 0 0,-18 33-6 0 0,11-24 6 0 0,1 2 0 0 0,0-1 0 0 0,1 1 0 0 0,-6 21 1 0 0,4-2-6 0 0,3 0 1 0 0,-3 54-1 0 0,9 65-11 0 0,1-43 72 0 0,-3-59-47 0 0,-3 220 25 0 0,1-116-36 0 0,-6 98 11 0 0,1-40 179 0 0,7-178-98 0 0,-1-1 320 0 0,1 0-4194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19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822 34 968 0 0,'0'0'304'0'0,"0"-32"10865"0"0,-1 31-11097 0 0,1 1-1 0 0,0 0 0 0 0,-1 0 0 0 0,1 0 1 0 0,-1 0-1 0 0,1 0 0 0 0,-1 0 1 0 0,1 0-1 0 0,-1 0 0 0 0,1 0 0 0 0,-1 0 1 0 0,1 0-1 0 0,0 0 0 0 0,-1 0 0 0 0,1 1 1 0 0,-1-1-1 0 0,1 0 0 0 0,-1 0 1 0 0,1 0-1 0 0,0 1 0 0 0,-1-1 0 0 0,1 0 1 0 0,0 0-1 0 0,-1 1 0 0 0,1-1 0 0 0,0 0 1 0 0,-1 1-1 0 0,1-1 0 0 0,0 0 1 0 0,0 1-1 0 0,-1-1 0 0 0,1 1 0 0 0,-16 16 198 0 0,14-15-196 0 0,-21 25 134 0 0,3-3-54 0 0,-34 30-1 0 0,-83 67 207 0 0,-80 66 442 0 0,170-151-445 0 0,-1-3 0 0 0,-98 52-1 0 0,56-42 475 0 0,89-42-854 0 0,0 0 0 0 0,1 0 1 0 0,-1 0-1 0 0,0 0 0 0 0,0 1 0 0 0,1-1 0 0 0,-1 0 1 0 0,0 1-1 0 0,1-1 0 0 0,0 1 0 0 0,-1-1 1 0 0,1 0-1 0 0,0 1 0 0 0,-1-1 0 0 0,1 1 0 0 0,0-1 1 0 0,0 2-1 0 0,2 8-3794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1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31 185 5489 0 0,'0'-6'133'0'0,"-1"-1"1"0"0,0 1-1 0 0,0-1 0 0 0,-1 1 0 0 0,-3-10 0 0 0,-4-16 228 0 0,4 6 2100 0 0,2 0-1 0 0,0-27 1 0 0,10 88-1127 0 0,0 212-814 0 0,1 18-184 0 0,100 499-83 0 0,-105-745-223 0 0,30 124 482 0 0,-1-7 129 0 0,-31-128-668 0 0,0 0 0 0 0,0 0 0 0 0,-1 14 0 0 0,-5-4-3896 0 0,2-11 1811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0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 7562 0 0,'0'0'264'0'0,"-12"-4"6165"0"0,16 4-6242 0 0,1-1 0 0 0,0 1 0 0 0,0-1 0 0 0,9 2 0 0 0,8 2-141 0 0,0 0 1 0 0,0 2 0 0 0,-1 0-1 0 0,0 1 1 0 0,22 11-1 0 0,98 50 115 0 0,-90-47-118 0 0,-41-17-23 0 0,0 0 0 0 0,1 1 1 0 0,15 9-1 0 0,31 23 326 0 0,2-3 1 0 0,86 36-1 0 0,58 14 545 0 0,-196-81-859 0 0,0 1 0 0 0,0 0 0 0 0,-1 1 0 0 0,0 0 0 0 0,0 0 0 0 0,0 0 0 0 0,0 0 0 0 0,0 1 0 0 0,-1 0 0 0 0,0 0 0 0 0,0 1 0 0 0,0 0 0 0 0,-1-1 0 0 0,0 1 0 0 0,0 1 0 0 0,6 12 0 0 0,-10-4-4660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0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8490 0 0,'-11'1'2344'0'0,"11"1"-838"0"0,16 5-292 0 0,2-1-1192 0 0,-14-3-7 0 0,-1-2 43 0 0,0 0-1 0 0,0 1 0 0 0,0 0 0 0 0,0-1 1 0 0,0 1-1 0 0,0 0 0 0 0,-1 1 0 0 0,1-1 1 0 0,-1 0-1 0 0,1 1 0 0 0,-1 0 0 0 0,0-1 1 0 0,0 1-1 0 0,0 0 0 0 0,0 0 0 0 0,0 0 1 0 0,1 4-1 0 0,21 62 1182 0 0,-22-66-1201 0 0,0 1-1 0 0,-1 0 1 0 0,0 0 0 0 0,0 1 0 0 0,0-1-1 0 0,0 0 1 0 0,-1 0 0 0 0,0 0 0 0 0,0 0 0 0 0,0 1-1 0 0,0-1 1 0 0,-1 0 0 0 0,1 0 0 0 0,-1 0-1 0 0,0 0 1 0 0,0 1 0 0 0,-1-1 0 0 0,1-1 0 0 0,-3 6-1 0 0,0-2-13 0 0,0 0 1 0 0,0 0-1 0 0,0-1 0 0 0,-1 1 0 0 0,0-1 0 0 0,0 0 0 0 0,-1 0 0 0 0,0-1 0 0 0,-7 6 0 0 0,-2 0 2 0 0,-79 54 113 0 0,88-60-159 0 0,-1-1 0 0 0,1 1-1 0 0,0 0 1 0 0,1 0 0 0 0,-9 10-1 0 0,-9 17-6431 0 0,20-26 3214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1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64 3521 0 0,'0'0'100'0'0,"-23"-16"7072"0"0,19 14-6491 0 0,0 0 0 0 0,0-1-1 0 0,1 0 1 0 0,-1 0 0 0 0,1 0 0 0 0,-1 0-1 0 0,-4-7 1 0 0,-6-6 628 0 0,13 16-1279 0 0,1 0 1 0 0,-1-1 0 0 0,1 1-1 0 0,-1 0 1 0 0,0 0-1 0 0,1-1 1 0 0,-1 1 0 0 0,1 0-1 0 0,-1 0 1 0 0,1 0-1 0 0,-1 0 1 0 0,0 0 0 0 0,1 0-1 0 0,-1 0 1 0 0,1 0 0 0 0,-1 0-1 0 0,0 0 1 0 0,1 0-1 0 0,-1 0 1 0 0,1 1 0 0 0,-1-1-1 0 0,0 0 1 0 0,1 0-1 0 0,-1 1 1 0 0,1-1 0 0 0,-1 0-1 0 0,1 0 1 0 0,-1 1-1 0 0,1-1 1 0 0,0 1 0 0 0,-1-1-1 0 0,1 0 1 0 0,-1 1 0 0 0,1-1-1 0 0,0 1 1 0 0,-1-1-1 0 0,1 1 1 0 0,0-1 0 0 0,-1 1-1 0 0,1 0 1 0 0,0 0-1 0 0,0-1 0 0 0,0 31 175 0 0,29 117-136 0 0,-3-24-49 0 0,22 326-25 0 0,-4 33 66 0 0,-4-94 63 0 0,-37-209 112 0 0,-3-132-21 0 0,0-47-228 0 0,0 1 0 0 0,-1-1-1 0 0,1 0 1 0 0,-1 1 0 0 0,1-1 0 0 0,-1 0-1 0 0,1 1 1 0 0,-1-1 0 0 0,0 0-1 0 0,0 0 1 0 0,-1 2 0 0 0,-3 3-3217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2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419 143 1040 0 0,'-5'-1'345'0'0,"1"0"0"0"0,-1 0 0 0 0,1 0 0 0 0,-1-1 0 0 0,1 0 0 0 0,-1 0 0 0 0,1 0 0 0 0,0 0 0 0 0,0 0 0 0 0,0-1 0 0 0,0 0 0 0 0,0 0 0 0 0,-4-5 0 0 0,2 3 301 0 0,0 1 0 0 0,-1-1 1 0 0,-12-6-1 0 0,-93-39 2612 0 0,104 47-3052 0 0,0 1-1 0 0,-1-1 1 0 0,1 1 0 0 0,-1 1-1 0 0,1 0 1 0 0,-1 0 0 0 0,1 1-1 0 0,-1 0 1 0 0,-8 1 0 0 0,-79 13 2331 0 0,93-13-2390 0 0,3-1-135 0 0,-1 0-1 0 0,0 0 1 0 0,1 0-1 0 0,-1 0 1 0 0,1 0-1 0 0,-1 0 1 0 0,1 1-1 0 0,-1-1 1 0 0,1 0-1 0 0,-1 0 1 0 0,0 0-1 0 0,1 1 1 0 0,-1-1-1 0 0,1 0 1 0 0,0 1-1 0 0,-1-1 1 0 0,1 0-1 0 0,-1 1 1 0 0,1-1 0 0 0,-1 0-1 0 0,1 1 1 0 0,0-1-1 0 0,-1 1 1 0 0,1 0-1 0 0,6 9 189 0 0,21 3-126 0 0,-11-8-40 0 0,0 0 1 0 0,0-1 0 0 0,0-1-1 0 0,1 0 1 0 0,32 0-1 0 0,85-10 153 0 0,62-29 163 0 0,-42 6-139 0 0,-56 21-47 0 0,132 2 0 0 0,-224 7-155 0 0,1-2-2342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3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67 2272 0 0,'1'-18'2220'0'0,"0"13"-1119"0"0,-1 0 1 0 0,0 0 0 0 0,0 0 0 0 0,0 0-1 0 0,0 0 1 0 0,-2-5 0 0 0,2 9-1038 0 0,-1 1-1 0 0,1-1 1 0 0,-1 1-1 0 0,1-1 1 0 0,0 0-1 0 0,-1 1 1 0 0,1-1-1 0 0,-1 1 1 0 0,1 0 0 0 0,-1-1-1 0 0,0 1 1 0 0,1-1-1 0 0,-1 1 1 0 0,1 0-1 0 0,-1-1 1 0 0,0 1 0 0 0,1 0-1 0 0,-1 0 1 0 0,0 0-1 0 0,1-1 1 0 0,-1 1-1 0 0,0 0 1 0 0,1 0 0 0 0,-1 0-1 0 0,0 0 1 0 0,1 0-1 0 0,-1 0 1 0 0,0 0-1 0 0,1 0 1 0 0,-1 0-1 0 0,0 1 1 0 0,1-1 0 0 0,-1 0-1 0 0,0 0 1 0 0,1 1-1 0 0,-2 0 1 0 0,-27 13 221 0 0,24-11-35 0 0,2-1-207 0 0,-1 1 1 0 0,1 0-1 0 0,0 0 0 0 0,0 0 0 0 0,1 0 1 0 0,-1 0-1 0 0,1 1 0 0 0,-1-1 0 0 0,1 1 1 0 0,0-1-1 0 0,1 1 0 0 0,-1 0 1 0 0,1 0-1 0 0,-1 0 0 0 0,0 7 0 0 0,-13 26 99 0 0,12-34-118 0 0,1 1 0 0 0,0-1-1 0 0,0 1 1 0 0,1 0 0 0 0,-1 0 0 0 0,1 0 0 0 0,0 0 0 0 0,0 0 0 0 0,0 0 0 0 0,0 0 0 0 0,1 0-1 0 0,-1 0 1 0 0,1 0 0 0 0,0 1 0 0 0,1-1 0 0 0,-1 0 0 0 0,1 0 0 0 0,0 0 0 0 0,0 0 0 0 0,0 0 0 0 0,0 0-1 0 0,1 0 1 0 0,2 5 0 0 0,-2-7 3 0 0,0-1 0 0 0,0 1 0 0 0,0-1 1 0 0,0 0-1 0 0,1 0 0 0 0,-1 0 0 0 0,0 0 0 0 0,1 0 0 0 0,-1 0 0 0 0,1 0 0 0 0,-1-1 0 0 0,1 1 0 0 0,-1-1 1 0 0,1 0-1 0 0,-1 0 0 0 0,1 0 0 0 0,3 0 0 0 0,22 3 167 0 0,-4 7-17 0 0,-17-7-116 0 0,-1 0 0 0 0,0-1 1 0 0,1 0-1 0 0,0 0 1 0 0,-1 0-1 0 0,1-1 0 0 0,8 1 1 0 0,-3-3-4 0 0,0 1-1 0 0,0-1 1 0 0,0-1 0 0 0,-1 0 0 0 0,1-1 0 0 0,0 0-1 0 0,-1-1 1 0 0,0 0 0 0 0,1-1 0 0 0,-2 0 0 0 0,18-11-1 0 0,-26 14-41 0 0,0 0 0 0 0,-1 1-1 0 0,1-1 1 0 0,0 0 0 0 0,-1 0-1 0 0,1 0 1 0 0,-1 0 0 0 0,0 0-1 0 0,0-1 1 0 0,1 1 0 0 0,-1 0-1 0 0,-1 0 1 0 0,1-1 0 0 0,1-3 0 0 0,6-15 150 0 0,-6 18-144 0 0,0 0 0 0 0,-1-1 0 0 0,1 1 0 0 0,-1-1 0 0 0,0 1 0 0 0,0-1 0 0 0,0 1 0 0 0,0-1 0 0 0,-1 0-1 0 0,1 1 1 0 0,-1-1 0 0 0,0 0 0 0 0,0 0 0 0 0,0 1 0 0 0,-1-1 0 0 0,1 0 0 0 0,-1 1 0 0 0,0-1 0 0 0,0 0 0 0 0,0 1 0 0 0,-1-1 0 0 0,1 1 0 0 0,-1 0 0 0 0,-4-7 0 0 0,5 9-17 0 0,0 0-1 0 0,-1 0 1 0 0,1 0-1 0 0,-1-1 1 0 0,1 1-1 0 0,-1 1 1 0 0,1-1-1 0 0,-1 0 1 0 0,0 0-1 0 0,1 1 1 0 0,-1-1-1 0 0,0 1 1 0 0,0-1-1 0 0,-1 1 1 0 0,-31-5-55 0 0,25 4 7 0 0,4 0-150 0 0,-1 0-1 0 0,0-1 1 0 0,1 0 0 0 0,-10-3-1 0 0,11 2-299 0 0,-1 1-1 0 0,0 1 0 0 0,0-1 0 0 0,0 1 0 0 0,0-1 0 0 0,0 1 1 0 0,-7 0-1 0 0,-2 1-2212 0 0,4 2-976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4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12 7594 0 0,'-21'-11'5209'0'0,"21"11"-5176"0"0,-1 1 1 0 0,0-1 0 0 0,1 0 0 0 0,-1 1-1 0 0,1-1 1 0 0,-1 0 0 0 0,1 1 0 0 0,-1-1-1 0 0,1 1 1 0 0,-1-1 0 0 0,1 1 0 0 0,-1-1-1 0 0,1 1 1 0 0,0 0 0 0 0,-1-1 0 0 0,1 1-1 0 0,0-1 1 0 0,-1 1 0 0 0,1 0 0 0 0,0-1-1 0 0,0 2 1 0 0,-6 16 82 0 0,5-15-70 0 0,-3 17 60 0 0,1-1 0 0 0,0 1-1 0 0,1 1 1 0 0,2 31 0 0 0,11 84 179 0 0,-7-100-172 0 0,2 19 517 0 0,2 1 1 0 0,28 100-1 0 0,-36-155-605 0 0,1 0 1 0 0,-1 0-1 0 0,0-1 1 0 0,1 1-1 0 0,-1 0 1 0 0,1-1-1 0 0,-1 1 1 0 0,1 0-1 0 0,-1-1 1 0 0,1 1-1 0 0,-1-1 1 0 0,1 1-1 0 0,0-1 1 0 0,-1 1-1 0 0,1-1 1 0 0,0 1-1 0 0,-1-1 1 0 0,1 0-1 0 0,0 1 1 0 0,0-1-1 0 0,-1 0 1 0 0,1 1-1 0 0,0-1 1 0 0,0 0-1 0 0,0 0 1 0 0,-1 0-1 0 0,1 0 1 0 0,0 0-1 0 0,0 0 0 0 0,0 0 1 0 0,-1 0-1 0 0,1 0 1 0 0,0 0-1 0 0,0-1 1 0 0,-1 1-1 0 0,2 0 1 0 0,0-1-10 0 0,0 0-1 0 0,-1 1 1 0 0,1-1 0 0 0,0 0 0 0 0,-1 0 0 0 0,1 0-1 0 0,-1 0 1 0 0,0 0 0 0 0,1 0 0 0 0,-1 0-1 0 0,0-1 1 0 0,1 1 0 0 0,-1 0 0 0 0,0-1-1 0 0,0 1 1 0 0,0-1 0 0 0,1-1 0 0 0,22-66 57 0 0,-2-1 1 0 0,-4-1 0 0 0,-2-1-1 0 0,-4 0 1 0 0,3-77-1 0 0,-14 145-73 0 0,0 0-1 0 0,-1 0 1 0 0,2 0 0 0 0,-1 0-1 0 0,0 0 1 0 0,1 0-1 0 0,-1 1 1 0 0,1-1 0 0 0,3-5-1 0 0,10-21 11 0 0,-15 16-2092 0 0,-1 14 1885 0 0,1 0 0 0 0,0 0 0 0 0,-1 0 0 0 0,1 0 0 0 0,0 0 0 0 0,-1 0 0 0 0,1 0 0 0 0,-1 0 0 0 0,1 0 0 0 0,0 1 0 0 0,-1-1 0 0 0,1 0 0 0 0,0 0 0 0 0,-1 0 1 0 0,1 1-1 0 0,0-1 0 0 0,0 0 0 0 0,-1 0 0 0 0,1 1 0 0 0,0-1 0 0 0,0 0 0 0 0,-1 1 0 0 0,1-1 0 0 0,0 0 0 0 0,0 1 0 0 0,0-1 0 0 0,0 0 0 0 0,-1 1 0 0 0,1-1 0 0 0,0 0 1 0 0,0 1-1 0 0,0-1 0 0 0,0 1 0 0 0,0-1 0 0 0,0 0 0 0 0,0 1 0 0 0,-9 19-4304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4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58 6913 0 0,'0'0'761'0'0,"0"-33"3893"0"0,0 32-4607 0 0,-1 0 1 0 0,0-1-1 0 0,1 1 0 0 0,-1-1 1 0 0,0 1-1 0 0,0 0 0 0 0,0 0 1 0 0,0-1-1 0 0,0 1 0 0 0,0 0 0 0 0,0 0 1 0 0,0 0-1 0 0,0 0 0 0 0,-1 0 1 0 0,1 0-1 0 0,0 1 0 0 0,0-1 1 0 0,-1 0-1 0 0,1 1 0 0 0,-1-1 1 0 0,1 0-1 0 0,-1 1 0 0 0,1 0 1 0 0,-1-1-1 0 0,1 1 0 0 0,-1 0 1 0 0,1 0-1 0 0,-4 0 0 0 0,-1 0-58 0 0,0 0-1 0 0,1 0 0 0 0,-1 0 1 0 0,0 1-1 0 0,0 0 1 0 0,-8 2-1 0 0,11 0 58 0 0,0-1-1 0 0,0 1 1 0 0,1 0 0 0 0,-1-1 0 0 0,1 1 0 0 0,0 0-1 0 0,0 1 1 0 0,0-1 0 0 0,0 0 0 0 0,1 1 0 0 0,-1-1-1 0 0,1 0 1 0 0,0 1 0 0 0,-1 4 0 0 0,1-5 38 0 0,1 0 1 0 0,-1 1-1 0 0,1-1 0 0 0,0 1 1 0 0,0-1-1 0 0,0 1 1 0 0,0-1-1 0 0,1 1 0 0 0,-1-1 1 0 0,1 1-1 0 0,0-1 1 0 0,0 1-1 0 0,2 4 1 0 0,2 1 184 0 0,0 0 0 0 0,1 1 0 0 0,6 7 0 0 0,-7-11-162 0 0,-1-1 0 0 0,0 1-1 0 0,0 0 1 0 0,-1 1-1 0 0,1-1 1 0 0,-1 0 0 0 0,-1 1-1 0 0,1 0 1 0 0,0 6-1 0 0,-2-10-89 0 0,-1 0 0 0 0,0 0 0 0 0,0 0-1 0 0,-1 1 1 0 0,1-1 0 0 0,0 0 0 0 0,-1 0-1 0 0,0-1 1 0 0,0 1 0 0 0,0 0 0 0 0,0 0 0 0 0,0 0-1 0 0,-1 0 1 0 0,1-1 0 0 0,-1 1 0 0 0,0-1-1 0 0,1 1 1 0 0,-1-1 0 0 0,0 0 0 0 0,-1 0-1 0 0,1 1 1 0 0,0-1 0 0 0,-1-1 0 0 0,-2 3-1 0 0,-8 4-63 0 0,0 0 0 0 0,0-2 0 0 0,-25 10 0 0 0,20-9-202 0 0,-20 9-1038 0 0,0 0-435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7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186 107 2048 0 0,'-2'-13'6526'0'0,"-4"-1"-3656"0"0,5 13-2835 0 0,1 1 0 0 0,-1-1 0 0 0,1 0 0 0 0,-1 1 0 0 0,1-1 1 0 0,-1 1-1 0 0,1-1 0 0 0,-1 1 0 0 0,1-1 0 0 0,-1 1 0 0 0,1-1 0 0 0,-1 1 0 0 0,0-1 1 0 0,1 1-1 0 0,-1 0 0 0 0,0-1 0 0 0,0 1 0 0 0,1 0 0 0 0,-1 0 0 0 0,0 0 1 0 0,0-1-1 0 0,1 1 0 0 0,-1 0 0 0 0,0 0 0 0 0,0 0 0 0 0,1 0 0 0 0,-1 0 0 0 0,0 0 1 0 0,0 1-1 0 0,1-1 0 0 0,-1 0 0 0 0,0 0 0 0 0,0 0 0 0 0,-1 1 0 0 0,1 1-17 0 0,-1 0 0 0 0,1 0-1 0 0,-1 0 1 0 0,1 1 0 0 0,0-1-1 0 0,0 0 1 0 0,0 1 0 0 0,0-1-1 0 0,0 0 1 0 0,1 1 0 0 0,-1-1 0 0 0,1 1-1 0 0,-1-1 1 0 0,1 5 0 0 0,-2 4 35 0 0,-8 36 276 0 0,-6 97-1 0 0,11-79-61 0 0,3-53-198 0 0,-1 0 0 0 0,0 0 0 0 0,0-1 0 0 0,-7 15-1 0 0,5-13 52 0 0,1 0 0 0 0,0 0-1 0 0,-3 18 1 0 0,4-2 68 0 0,3-19-100 0 0,-1-1 1 0 0,0 1-1 0 0,0 0 0 0 0,-5 13 1 0 0,6-23-69 0 0,0 1 1 0 0,0 0-1 0 0,0-1 1 0 0,0 1-1 0 0,-1-1 1 0 0,1 1-1 0 0,0 0 1 0 0,-1-1 0 0 0,1 1-1 0 0,0-1 1 0 0,-1 1-1 0 0,1-1 1 0 0,-1 1-1 0 0,1-1 1 0 0,-1 1-1 0 0,1-1 1 0 0,-1 0-1 0 0,1 1 1 0 0,-1-1 0 0 0,0 1-1 0 0,0-1-14 0 0,1 0 0 0 0,0 0 0 0 0,-1-1 0 0 0,1 1 0 0 0,0 0 0 0 0,-1 0 0 0 0,1 0 0 0 0,0 0 0 0 0,-1-1 0 0 0,1 1-1 0 0,0 0 1 0 0,-1 0 0 0 0,1-1 0 0 0,0 1 0 0 0,-1 0 0 0 0,1-1 0 0 0,0 1 0 0 0,0 0 0 0 0,-1-1 0 0 0,1 1 0 0 0,0 0 0 0 0,0-1 0 0 0,0 0 0 0 0,-11-30-33 0 0,10 25 61 0 0,-8-36-35 0 0,2-1 0 0 0,2 0 0 0 0,1-1 0 0 0,3-44 0 0 0,1 72-27 0 0,1 1 1 0 0,0-1 0 0 0,1 1-1 0 0,0 0 1 0 0,1 0-1 0 0,1 0 1 0 0,0 0 0 0 0,2 0-1 0 0,-1 1 1 0 0,13-21-1 0 0,-6 11-28 0 0,-11 21 46 0 0,1-1 1 0 0,-1 0-1 0 0,1 0 1 0 0,0 1-1 0 0,0-1 1 0 0,1 1-1 0 0,-1 0 1 0 0,1 0-1 0 0,0 0 1 0 0,0 0-1 0 0,0 0 1 0 0,0 0 0 0 0,0 1-1 0 0,6-4 1 0 0,3 1-20 0 0,0 0 0 0 0,1 1 0 0 0,16-4 0 0 0,-17 6 55 0 0,0-2 0 0 0,-1 1 0 0 0,15-8 0 0 0,-20 9-6 0 0,0-1 0 0 0,0 1 0 0 0,0 0 0 0 0,1 0 0 0 0,-1 1 0 0 0,0 0 1 0 0,9-1-1 0 0,-12 2-7 0 0,0 0 1 0 0,0 0 0 0 0,0 0-1 0 0,1 0 1 0 0,-1 0 0 0 0,0 1-1 0 0,0-1 1 0 0,0 1 0 0 0,0 0-1 0 0,0 0 1 0 0,0 0 0 0 0,-1 0-1 0 0,1 1 1 0 0,0-1 0 0 0,0 1-1 0 0,4 3 1 0 0,-5-2 4 0 0,-1-1 0 0 0,1 1-1 0 0,-1 0 1 0 0,1-1 0 0 0,-1 1 0 0 0,0 0-1 0 0,0 0 1 0 0,1 3 0 0 0,4 11 62 0 0,-4-12-55 0 0,1 1-1 0 0,-2-1 1 0 0,1 1 0 0 0,0-1 0 0 0,-1 1-1 0 0,0-1 1 0 0,-1 1 0 0 0,1 0-1 0 0,-1 0 1 0 0,0-1 0 0 0,0 1-1 0 0,-1 0 1 0 0,0-1 0 0 0,0 1-1 0 0,0 0 1 0 0,-1-1 0 0 0,1 1-1 0 0,-1-1 1 0 0,-3 6 0 0 0,0-1-4 0 0,0-1 0 0 0,0 0 1 0 0,-1 0-1 0 0,0-1 0 0 0,0 1 1 0 0,-1-1-1 0 0,0-1 0 0 0,-1 1 1 0 0,-12 9-1 0 0,-111 63 75 0 0,93-58-99 0 0,9-2-12 0 0,-8 3-19 0 0,37-23 33 0 0,-1 0 1 0 0,1 0-1 0 0,-1 1 1 0 0,0-1-1 0 0,1 0 1 0 0,-1 1-1 0 0,1-1 1 0 0,-1 0-1 0 0,1 1 1 0 0,-1-1-1 0 0,1 0 0 0 0,-1 1 1 0 0,1-1-1 0 0,-1 1 1 0 0,1-1-1 0 0,0 1 1 0 0,-1-1-1 0 0,1 1 1 0 0,0-1-1 0 0,-1 1 1 0 0,1-1-1 0 0,0 1 0 0 0,0 0 1 0 0,-1-1-1 0 0,1 1 1 0 0,0-1-1 0 0,0 1 1 0 0,0 0-1 0 0,0-1 1 0 0,0 1-1 0 0,0 0 1 0 0,0-1-1 0 0,0 1 1 0 0,0-1-1 0 0,0 1 0 0 0,0 0 1 0 0,0-1-1 0 0,1 1 1 0 0,-1-1-1 0 0,0 1 1 0 0,0 0-1 0 0,1-1 1 0 0,-1 1-1 0 0,0-1 1 0 0,1 1-1 0 0,-1-1 1 0 0,1 1-1 0 0,-1-1 0 0 0,0 1 1 0 0,1-1-1 0 0,-1 0 1 0 0,1 1-1 0 0,-1-1 1 0 0,1 0-1 0 0,-1 1 1 0 0,1-1-1 0 0,0 0 1 0 0,-1 1-1 0 0,1-1 0 0 0,-1 0 1 0 0,1 0-1 0 0,0 0 1 0 0,0 0-1 0 0,22 5 147 0 0,0-2-1 0 0,0-1 1 0 0,1 0 0 0 0,-1-2-1 0 0,0-1 1 0 0,36-5-1 0 0,-24 2 72 0 0,64 2 0 0 0,-95 2-379 0 0,0 0 0 0 0,0 1 0 0 0,0 0 0 0 0,0 0 0 0 0,0 0 0 0 0,-1 0 0 0 0,5 2 0 0 0,-6-2-476 0 0,-1 0 0 0 0,1 0 0 0 0,-1 0 1 0 0,0 0-1 0 0,1 0 0 0 0,-1 0 0 0 0,0 0 0 0 0,0 0 0 0 0,0 0 0 0 0,0 1 1 0 0,2 2-1 0 0,2 5-4502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7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24 9402 0 0,'-19'-12'3479'0'0,"13"9"-3339"0"0,0 1-1 0 0,0 0 0 0 0,0 1 0 0 0,0 0 0 0 0,0 0 1 0 0,0 0-1 0 0,0 0 0 0 0,0 1 0 0 0,0 0 0 0 0,-9 1 1 0 0,12 0-92 0 0,-1-1 1 0 0,1 1 0 0 0,0 0-1 0 0,-1 0 1 0 0,1 0 0 0 0,0 0 0 0 0,0 1-1 0 0,0-1 1 0 0,0 1 0 0 0,0 0-1 0 0,0 0 1 0 0,1 0 0 0 0,-1 0-1 0 0,1 0 1 0 0,-1 1 0 0 0,1-1 0 0 0,0 1-1 0 0,0 0 1 0 0,0-1 0 0 0,-3 6-1 0 0,2 1 100 0 0,-1 0-1 0 0,1 0 1 0 0,1 0 0 0 0,-2 12-1 0 0,2-13-38 0 0,1 0 0 0 0,-1-1 0 0 0,0 1 0 0 0,-1-1-1 0 0,-6 14 1 0 0,6-16-42 0 0,1 1 0 0 0,-1 0 0 0 0,1 0 0 0 0,0 0 0 0 0,0 1 0 0 0,1-1 0 0 0,0 0 0 0 0,0 1 0 0 0,0 8 0 0 0,1-13-50 0 0,0 1-1 0 0,0-1 0 0 0,0 0 0 0 0,0 0 1 0 0,0 1-1 0 0,1-1 0 0 0,-1 0 0 0 0,1 0 1 0 0,-1 1-1 0 0,1-1 0 0 0,0 0 0 0 0,0 0 1 0 0,0 0-1 0 0,0 0 0 0 0,0 0 0 0 0,0 0 1 0 0,1 0-1 0 0,-1-1 0 0 0,1 1 1 0 0,-1 0-1 0 0,1-1 0 0 0,-1 1 0 0 0,1-1 1 0 0,0 1-1 0 0,0-1 0 0 0,0 0 0 0 0,0 0 1 0 0,4 2-1 0 0,25 10 68 0 0,-27-11-296 0 0,1 1 1 0 0,-1-1 0 0 0,1 0-1 0 0,0-1 1 0 0,0 1-1 0 0,0-1 1 0 0,-1 0 0 0 0,1 0-1 0 0,8 0 1 0 0,-2-1-681 0 0,0-1-1 0 0,0-1 1 0 0,0 1 0 0 0,0-2-1 0 0,-1 1 1 0 0,1-2 0 0 0,-1 1-1 0 0,13-7 1 0 0,-4 0-1806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62 800 0 0,'0'0'487'0'0,"0"-10"5084"0"0,0-10-2686 0 0,0 18-2314 0 0,-1-18 2497 0 0,1 20-3025 0 0,0 0-1 0 0,0-1 0 0 0,0 1 1 0 0,0 0-1 0 0,0-1 1 0 0,0 1-1 0 0,0 0 1 0 0,0-1-1 0 0,0 1 0 0 0,0 0 1 0 0,0-1-1 0 0,0 1 1 0 0,0 0-1 0 0,0-1 0 0 0,0 1 1 0 0,0 0-1 0 0,-1 0 1 0 0,1-1-1 0 0,0 1 0 0 0,0 0 1 0 0,0-1-1 0 0,-1 1 1 0 0,1 0-1 0 0,0 0 0 0 0,0-1 1 0 0,0 1-1 0 0,-1 0 1 0 0,1 0-1 0 0,0 0 0 0 0,-1-1 1 0 0,1 1-1 0 0,0 0 1 0 0,0 0-1 0 0,-1 0 0 0 0,1 0 1 0 0,0 0-1 0 0,-1 0 1 0 0,1 0-1 0 0,0-1 0 0 0,-1 1 1 0 0,1 0-1 0 0,0 0 1 0 0,-1 0-1 0 0,1 0 0 0 0,0 0 1 0 0,-1 1-1 0 0,-1 1 35 0 0,1 1 1 0 0,0 0-1 0 0,0 0 0 0 0,0 0 0 0 0,0 0 0 0 0,0 0 0 0 0,0 0 0 0 0,1 0 1 0 0,0 0-1 0 0,0 0 0 0 0,-1 0 0 0 0,2 4 0 0 0,-2-1 37 0 0,-2 95-289 0 0,18 191 0 0 0,-14-272-1428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16 569 6401 0 0,'0'0'11'0'0,"-16"6"6269"0"0,25-19-3329 0 0,23-37-3056 0 0,113-106 184 0 0,-4 4 51 0 0,-92 97-59 0 0,-32 38-43 0 0,-2 0 1 0 0,0-1-1 0 0,-1-1 1 0 0,16-29 0 0 0,-28 45 11 0 0,-1 0 1 0 0,1 0 0 0 0,0 0 0 0 0,0 1-1 0 0,1-1 1 0 0,3-3 0 0 0,-6 5-27 0 0,1 0 1 0 0,0 1 0 0 0,-1-1 0 0 0,1 1-1 0 0,0-1 1 0 0,-1 1 0 0 0,1-1 0 0 0,0 1-1 0 0,0 0 1 0 0,0-1 0 0 0,-1 1 0 0 0,1 0 0 0 0,0 0-1 0 0,0-1 1 0 0,0 1 0 0 0,0 0 0 0 0,0 0-1 0 0,0 0 1 0 0,-1 0 0 0 0,1 0 0 0 0,0 0-1 0 0,0 0 1 0 0,0 1 0 0 0,0-1 0 0 0,0 0-1 0 0,-1 0 1 0 0,1 1 0 0 0,0-1 0 0 0,0 0 0 0 0,0 1-1 0 0,-1-1 1 0 0,1 1 0 0 0,1 0 0 0 0,-1 0-3 0 0,0 0 0 0 0,-1 0 1 0 0,1 1-1 0 0,0-1 1 0 0,0 0-1 0 0,-1 0 1 0 0,1 1-1 0 0,-1-1 1 0 0,1 0-1 0 0,-1 1 1 0 0,1-1-1 0 0,-1 1 0 0 0,0-1 1 0 0,0 0-1 0 0,0 3 1 0 0,1 3 17 0 0,8 23-46 0 0,1 0 1 0 0,1-1-1 0 0,1 0 1 0 0,2 0-1 0 0,0-1 1 0 0,2-1-1 0 0,2-1 0 0 0,33 41 1 0 0,-39-54-2371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0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29 680 0 0,'0'0'7275'0'0,"-24"0"-3314"0"0,-7 3-1460 0 0,-31-2 0 0 0,61-1-2431 0 0,15 0-14 0 0,516-26 692 0 0,-286 22-579 0 0,607 7 99 0 0,-554-7-54 0 0,-292 3-210 0 0,157 0 716 0 0,-85 2-486 0 0,-76-1-167 0 0,-2 1-68 0 0,1 0 4 0 0,0 0-1 0 0,0-1 0 0 0,0 1 0 0 0,0-1 0 0 0,-1 1 0 0 0,1 0 0 0 0,0-1 0 0 0,0 1 0 0 0,0 0 1 0 0,0-1-1 0 0,1 1 0 0 0,-1 0 0 0 0,0-1 0 0 0,0 1 0 0 0,0-1 0 0 0,0 1 0 0 0,1 0 0 0 0,-1-1 1 0 0,0 1-1 0 0,0-1 0 0 0,1 1 0 0 0,-1 0 0 0 0,0-1 0 0 0,1 1 0 0 0,-1-1 0 0 0,1 0 0 0 0,-1 1 1 0 0,1-1-1 0 0,-1 1 0 0 0,1-1 0 0 0,-1 0 0 0 0,1 1 0 0 0,-1-1 0 0 0,1 0 0 0 0,0 1 0 0 0,0-1 1 0 0,-1 0 21 0 0,0 2-6 0 0,0-2 160 0 0,0 8-2430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1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22 534 2777 0 0,'-7'-43'3509'0'0,"1"11"-2543"0"0,-3-138 1679 0 0,11 89-823 0 0,15-96-1 0 0,-16 170-1594 0 0,3-17 703 0 0,-3 43-808 0 0,13 298-69 0 0,0-38-100 0 0,1 42 232 0 0,-6-179 166 0 0,-9-141-348 0 0,2 28 165 0 0,-1 1 0 0 0,-1-1 0 0 0,-8 49-1 0 0,8-76-217 0 0,0-1-75 0 0,0 1 0 0 0,-1-1 1 0 0,1 0-1 0 0,0 0 1 0 0,-1 0-1 0 0,1 0 0 0 0,-1 1 1 0 0,1-1-1 0 0,-1 0 1 0 0,1 0-1 0 0,-1 0 1 0 0,0 0-1 0 0,-1 2 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2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9226 0 0,'0'0'597'0'0,"-26"3"5382"0"0,26-2-5934 0 0,1 0 0 0 0,-1-1 0 0 0,1 1 1 0 0,-1 0-1 0 0,1 0 0 0 0,-1-1 0 0 0,1 1 0 0 0,0 0 0 0 0,-1-1 0 0 0,1 1 0 0 0,0 0 1 0 0,-1-1-1 0 0,1 1 0 0 0,0-1 0 0 0,0 1 0 0 0,-1-1 0 0 0,1 0 0 0 0,0 1 1 0 0,0-1-1 0 0,0 0 0 0 0,0 1 0 0 0,0-1 0 0 0,-1 0 0 0 0,1 0 0 0 0,0 0 0 0 0,0 0 1 0 0,2 0-1 0 0,4 2 10 0 0,18 9 50 0 0,-1 1 1 0 0,34 22-1 0 0,25 14-4 0 0,-36-27-46 0 0,102 51 189 0 0,-81-39-153 0 0,-30-15-3 0 0,40 26 1 0 0,-70-40-73 0 0,-3-1 18 0 0,1 0 0 0 0,-1 0 0 0 0,0 1 0 0 0,0-1 0 0 0,-1 1 0 0 0,1 0 0 0 0,-1 1 0 0 0,0-1 0 0 0,0 1 0 0 0,0-1 0 0 0,-1 1 0 0 0,1 0 0 0 0,-1 1 0 0 0,3 6 0 0 0,2 1-743 0 0,-3-8-2308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2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14 7698 0 0,'-31'-13'5463'0'0,"33"14"-5410"0"0,0 0-1 0 0,0 0 0 0 0,0 1 1 0 0,0-1-1 0 0,0 0 0 0 0,-1 1 0 0 0,1 0 1 0 0,-1-1-1 0 0,1 1 0 0 0,-1 0 0 0 0,0 0 1 0 0,1 0-1 0 0,-1 0 0 0 0,0 0 0 0 0,0 0 1 0 0,1 3-1 0 0,0-1 16 0 0,-1 0-1 0 0,1 1 1 0 0,0-1 0 0 0,-1 0 0 0 0,0 1-1 0 0,0-1 1 0 0,0 1 0 0 0,-1-1-1 0 0,1 9 1 0 0,-2-9-45 0 0,0-1 0 0 0,1 1 0 0 0,-1-1 0 0 0,0 1 0 0 0,-1-1 0 0 0,1 1 0 0 0,-1-1 0 0 0,1 0 0 0 0,-1 0 0 0 0,0 0 0 0 0,0 0 0 0 0,-1 0 0 0 0,1 0 0 0 0,0 0 0 0 0,-1-1 0 0 0,0 1 0 0 0,-5 3 0 0 0,-2 0 5 0 0,0-1 0 0 0,-1 0 0 0 0,0 0 0 0 0,-13 4 1 0 0,14-7-27 0 0,0 2 1 0 0,1 0 0 0 0,-1 0-1 0 0,1 0 1 0 0,0 1 0 0 0,1 1 0 0 0,-10 6-1 0 0,-7 15-178 0 0,12-5-4554 0 0,11-17 2079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98 5625 0 0,'0'0'454'0'0,"-10"-15"2950"0"0,-3-6-1787 0 0,8 14-723 0 0,0 0-1 0 0,1-1 0 0 0,-7-14 1 0 0,4 4 160 0 0,5 26-333 0 0,6 35-166 0 0,-3-33-615 0 0,17 335 814 0 0,-18-196-6340 0 0,0-138 2716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3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10250 0 0,'0'0'1175'0'0,"9"0"1214"0"0,33-3-1907 0 0,0-1 0 0 0,-1-3 0 0 0,73-21 1 0 0,56-9-473 0 0,-137 35-4937 0 0,-29 2 2055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3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8562 0 0,'2'0'5444'0'0,"14"0"-4435"0"0,161-8-555 0 0,-171 8-2144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4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28 372 1216 0 0,'0'0'1194'0'0,"-9"5"5003"0"0,-9 6-1792 0 0,36-18-1577 0 0,54-15-2162 0 0,-57 17-591 0 0,0-1 0 0 0,0-1 0 0 0,-1 0 0 0 0,19-14 0 0 0,2 0 85 0 0,148-95 451 0 0,21-12-283 0 0,-157 91 52 0 0,-39 35-259 0 0,-2 0-580 0 0,-5-4-4115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338 946 1600 0 0,'-2'-10'1950'0'0,"-4"-34"-905"0"0,1 0 1 0 0,2-58-1 0 0,12-90 276 0 0,0-9-21 0 0,-9 194-1243 0 0,1-23 594 0 0,-1-1 0 0 0,-2 1 0 0 0,-1 0 0 0 0,-1 1 0 0 0,-14-52-1 0 0,15 70-381 0 0,-1-1-1 0 0,-1 0 1 0 0,0 1-1 0 0,0 0 0 0 0,-1 0 1 0 0,-1 1-1 0 0,0 0 0 0 0,-12-15 1 0 0,19 25-271 0 0,0 0 0 0 0,0 0 0 0 0,0 0 0 0 0,0 0 0 0 0,0 0 0 0 0,-1 0 0 0 0,1-1 0 0 0,0 1 0 0 0,0 0 1 0 0,0 0-1 0 0,0 0 0 0 0,0 0 0 0 0,0 0 0 0 0,-1 0 0 0 0,1 0 0 0 0,0 0 0 0 0,0 0 0 0 0,0 0 0 0 0,0 0 0 0 0,0 0 0 0 0,0 0 0 0 0,-1 0 1 0 0,1 0-1 0 0,0 0 0 0 0,0 0 0 0 0,0 0 0 0 0,0 0 0 0 0,-1 0 0 0 0,1 0 0 0 0,0 0 0 0 0,0 0 0 0 0,0 0 0 0 0,0 0 0 0 0,0 0 1 0 0,-1 0-1 0 0,1 0 0 0 0,0 0 0 0 0,0 0 0 0 0,0 0 0 0 0,0 0 0 0 0,0 0 0 0 0,0 0 0 0 0,0 1 0 0 0,-1-1 0 0 0,-2 9-7 0 0,2 14 51 0 0,1-22-44 0 0,2 19 8 0 0,0-1 1 0 0,1 0 0 0 0,0 0 0 0 0,10 26-1 0 0,5 25-31 0 0,-6-8 28 0 0,27 189 52 0 0,-31 9 356 0 0,-8-258-404 0 0,0 0 1 0 0,-1 0-1 0 0,1 0 1 0 0,0-1-1 0 0,-1 1 0 0 0,0 0 1 0 0,1-1-1 0 0,-1 1 0 0 0,0 0 1 0 0,0-1-1 0 0,0 1 1 0 0,0-1-1 0 0,0 1 0 0 0,-1-1 1 0 0,1 0-1 0 0,0 1 0 0 0,-1-1 1 0 0,1 0-1 0 0,0 0 0 0 0,-1 0 1 0 0,-2 1-1 0 0,-40 19 61 0 0,30-16 28 0 0,-3 1 31 0 0,0 0 0 0 0,-25 4 0 0 0,29-8-29 0 0,0 1-1 0 0,0 0 1 0 0,0 1-1 0 0,0 1 1 0 0,1 0-1 0 0,-14 8 1 0 0,6-2 23 0 0,13-8-71 0 0,1 1 1 0 0,-1 0 0 0 0,-9 7-1 0 0,14-10-55 0 0,1 1 0 0 0,-1-1 0 0 0,1 1 0 0 0,0-1-1 0 0,-1 1 1 0 0,1 0 0 0 0,0-1 0 0 0,0 1 0 0 0,0 0 0 0 0,0 0-1 0 0,1 0 1 0 0,-1 0 0 0 0,0 0 0 0 0,1-1 0 0 0,-1 1 0 0 0,1 0-1 0 0,0 0 1 0 0,0 3 0 0 0,1-3 6 0 0,0 0 0 0 0,0-1 0 0 0,0 1 0 0 0,0-1 0 0 0,1 1 0 0 0,-1-1 0 0 0,1 1 0 0 0,-1-1 0 0 0,1 0 0 0 0,0 0 0 0 0,-1 0 0 0 0,1 0 0 0 0,0 0 1 0 0,0 0-1 0 0,0 0 0 0 0,3 0 0 0 0,-2 1 1 0 0,15 4 3 0 0,0-1 0 0 0,1 0 0 0 0,-1-1 1 0 0,1-1-1 0 0,-1-1 0 0 0,31 0 0 0 0,27 4 55 0 0,-52-4-36 0 0,0 2 1 0 0,0 1-1 0 0,0 1 0 0 0,-1 1 0 0 0,32 14 1 0 0,-53-20-6 0 0,0 0 1 0 0,-1 0 0 0 0,0 0-1 0 0,1 1 1 0 0,-1-1 0 0 0,0 1-1 0 0,1-1 1 0 0,-1 1 0 0 0,0-1-1 0 0,0 1 1 0 0,0 0 0 0 0,-1-1 0 0 0,1 1-1 0 0,0 0 1 0 0,0 0 0 0 0,-1 0-1 0 0,0 0 1 0 0,1-1 0 0 0,-1 1-1 0 0,0 0 1 0 0,0 0 0 0 0,0 0 0 0 0,0 3-1 0 0,0-1-7 0 0,0-1 0 0 0,-1 0 0 0 0,1 0 0 0 0,-1 0 0 0 0,1 0 0 0 0,-1 1 0 0 0,0-1 0 0 0,-1 0 0 0 0,1-1 0 0 0,0 1 0 0 0,-1 0 0 0 0,1 0 0 0 0,-1 0 0 0 0,-2 2 0 0 0,-4 1-3 0 0,0 0 1 0 0,-1-1-1 0 0,1 0 1 0 0,-1 0 0 0 0,0-1-1 0 0,0 0 1 0 0,-10 3-1 0 0,-11 5 20 0 0,-219 101 223 0 0,173-67-204 0 0,74-44-58 0 0,0-1 0 0 0,1 1 0 0 0,-1 0 0 0 0,1-1 0 0 0,-1 1 1 0 0,1 0-1 0 0,0 0 0 0 0,0 0 0 0 0,0 0 0 0 0,0 0 0 0 0,-1 3 0 0 0,1-4 5 0 0,1 0-1 0 0,0 0 1 0 0,-1 0-1 0 0,1 0 1 0 0,0 0-1 0 0,-1 0 1 0 0,1 0-1 0 0,0 0 1 0 0,0 0-1 0 0,0 0 1 0 0,0 0-1 0 0,0 0 1 0 0,0 0-1 0 0,0 0 1 0 0,1 0-1 0 0,-1 0 1 0 0,0 0-1 0 0,0 0 1 0 0,1 0-1 0 0,-1 0 1 0 0,0 0-1 0 0,1 0 1 0 0,-1-1-1 0 0,1 1 1 0 0,0 0-1 0 0,-1 0 1 0 0,1 0-1 0 0,0-1 1 0 0,0 2-1 0 0,6 2 16 0 0,0-1 0 0 0,1 0 0 0 0,-1 0 0 0 0,0-1 0 0 0,1 0 0 0 0,0 0 0 0 0,-1 0 0 0 0,1-1 0 0 0,0 0 0 0 0,0-1 0 0 0,13-1 0 0 0,13-1 85 0 0,49-12 1 0 0,-23 4-24 0 0,-25 7 0 0 0,37 1 1 0 0,-65 2-36 0 0,-6 0-27 0 0,-1 1-1 0 0,1-1 0 0 0,0 0 0 0 0,0 1 0 0 0,0-1 0 0 0,-1 1 0 0 0,1-1 0 0 0,0 1 0 0 0,-1-1 0 0 0,1 1 0 0 0,0 0 0 0 0,-1-1 0 0 0,1 1 0 0 0,-1 0 0 0 0,1-1 1 0 0,-1 1-1 0 0,1 0 0 0 0,-1 0 0 0 0,1 0 0 0 0,-1-1 0 0 0,0 1 0 0 0,0 0 0 0 0,1 0 0 0 0,-1 0 0 0 0,0 0 0 0 0,0 0 0 0 0,0 0 0 0 0,0 1 0 0 0,2 26 79 0 0,-3-23-75 0 0,0 0-1 0 0,0 0 0 0 0,0 0 1 0 0,-1 0-1 0 0,1 0 0 0 0,-1 0 1 0 0,0 0-1 0 0,-1-1 0 0 0,1 1 1 0 0,-1-1-1 0 0,0 1 0 0 0,0-1 1 0 0,0 0-1 0 0,-7 6 0 0 0,-2 1 0 0 0,-2 0 1 0 0,1-2-1 0 0,-19 11 0 0 0,16-10-10 0 0,1 0 0 0 0,-20 16 0 0 0,26-19 9 0 0,8-6-18 0 0,-1 0 0 0 0,1-1 0 0 0,0 1 0 0 0,0 0 0 0 0,-1 0 0 0 0,1 0 0 0 0,0 0-1 0 0,0 0 1 0 0,0 0 0 0 0,0 0 0 0 0,0 0 0 0 0,0 0 0 0 0,1 1 0 0 0,-1-1-1 0 0,0 0 1 0 0,1 0 0 0 0,-1 1 0 0 0,0-1 0 0 0,1 1 0 0 0,0-1 0 0 0,-1 0 0 0 0,1 1-1 0 0,0-1 1 0 0,0 1 0 0 0,0-1 0 0 0,0 3 0 0 0,2-3-1 0 0,0 0 0 0 0,1 0 0 0 0,-1 0 0 0 0,0 0 1 0 0,1 0-1 0 0,0-1 0 0 0,-1 1 0 0 0,1-1 0 0 0,-1 1 0 0 0,1-1 0 0 0,0 0 1 0 0,4 0-1 0 0,-1 0-1 0 0,10 1-9 0 0,-8-1 19 0 0,-1 1-1 0 0,0-1 0 0 0,0 2 1 0 0,13 3-1 0 0,-18-5-1 0 0,0 1 1 0 0,-1 0-1 0 0,1-1 1 0 0,-1 1-1 0 0,1 0 1 0 0,-1 0-1 0 0,1 0 0 0 0,-1 0 1 0 0,1 1-1 0 0,-1-1 1 0 0,0 0-1 0 0,0 1 0 0 0,0-1 1 0 0,0 0-1 0 0,0 1 1 0 0,0-1-1 0 0,0 1 1 0 0,0 0-1 0 0,-1-1 0 0 0,1 1 1 0 0,0 0-1 0 0,-1-1 1 0 0,0 1-1 0 0,1 3 1 0 0,1 2 5 0 0,0 0 0 0 0,0 1-1 0 0,0-1 1 0 0,1 0 0 0 0,5 10 0 0 0,10 27 22 0 0,-10-3-31 0 0,-1 1 0 0 0,1 64 0 0 0,-1-9-3 0 0,15 258 143 0 0,-19-118 44 0 0,-1-210-79 0 0,1 1-1 0 0,1-1 1 0 0,1 0 0 0 0,11 31-1 0 0,-6-24 35 0 0,8 63 0 0 0,-18-76-276 0 0,2 12 465 0 0,-1-32-843 0 0,-1 1 1 0 0,1-1 0 0 0,-1 1 0 0 0,1-1-1 0 0,-1 1 1 0 0,1-1 0 0 0,0 0 0 0 0,0 1-1 0 0,0-1 1 0 0,2 2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7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50 10034 0 0,'-15'-10'3053'0'0,"15"10"-3012"0"0,-1 0 0 0 0,1 0 0 0 0,0 0 0 0 0,-1 0 0 0 0,1 0 0 0 0,-1 0 0 0 0,1 0 0 0 0,-1 0 0 0 0,1 0 0 0 0,-1 0 0 0 0,1 0 0 0 0,0 1 0 0 0,-1-1 1 0 0,1 0-1 0 0,-1 0 0 0 0,1 0 0 0 0,0 0 0 0 0,-1 1 0 0 0,1-1 0 0 0,-1 0 0 0 0,1 0 0 0 0,-1 1 0 0 0,-1 2-73 0 0,1-1 1 0 0,-1 1-1 0 0,1-1 1 0 0,0 1 0 0 0,-1 0-1 0 0,1 0 1 0 0,0 0-1 0 0,0 3 1 0 0,-2 1 235 0 0,-5 21-123 0 0,1 0 1 0 0,-6 57-1 0 0,4 60 672 0 0,5-64-79 0 0,-1-20-221 0 0,-1 43 263 0 0,4-91-486 0 0,2-13-226 0 0,-1 0 0 0 0,1 0 0 0 0,0 0 0 0 0,0 0 0 0 0,0 0 0 0 0,0 1 0 0 0,0-1 0 0 0,0 0 0 0 0,-1 0 0 0 0,1 0 0 0 0,0 0 0 0 0,0 0 0 0 0,0 0 0 0 0,0 0 0 0 0,-1 0 0 0 0,1 0 0 0 0,0 0 0 0 0,0 0 0 0 0,0 0 0 0 0,0 0 0 0 0,-1 0 0 0 0,1 0 0 0 0,0 0 0 0 0,0 0 0 0 0,0 0 0 0 0,0 0 0 0 0,-1 0 0 0 0,1 0 0 0 0,0 0 0 0 0,0 0 0 0 0,0 0 0 0 0,0 0 0 0 0,0 0 0 0 0,-1 0 0 0 0,1-1 0 0 0,0 1 0 0 0,0 0 0 0 0,0 0 0 0 0,-2-1 1 0 0,1-1 0 0 0,-1 0 0 0 0,1 1 0 0 0,0-1 0 0 0,0 0 0 0 0,0 0 0 0 0,0 0 0 0 0,0 0 0 0 0,-1-2 0 0 0,-5-16-11 0 0,2 0 1 0 0,0-1-1 0 0,1 1 1 0 0,2-1 0 0 0,0 0-1 0 0,1-29 1 0 0,2 20-12 0 0,1 0 1 0 0,2 0-1 0 0,14-56 1 0 0,13 7-36 0 0,-28 74 49 0 0,-1 0 1 0 0,1 0 0 0 0,-1 0 0 0 0,1 0-1 0 0,1 0 1 0 0,-1 1 0 0 0,1 0 0 0 0,-1-1-1 0 0,1 1 1 0 0,0 0 0 0 0,6-3 0 0 0,10-9 88 0 0,27-13 1 0 0,-32 19-27 0 0,-3 4 9 0 0,0 0 1 0 0,19-7-1 0 0,-19 8-21 0 0,1 0 0 0 0,16-10 0 0 0,-27 14-37 0 0,0-1-1 0 0,0 1 1 0 0,0 0-1 0 0,1 0 1 0 0,-1 0-1 0 0,0 0 0 0 0,1 0 1 0 0,-1 1-1 0 0,0-1 1 0 0,1 1-1 0 0,-1-1 1 0 0,1 1-1 0 0,-1 0 0 0 0,4 0 1 0 0,-4 0 1 0 0,-1 1 1 0 0,0-1-1 0 0,0 1 0 0 0,0-1 1 0 0,0 1-1 0 0,0 0 0 0 0,0-1 1 0 0,0 1-1 0 0,0 0 0 0 0,0 0 1 0 0,0 0-1 0 0,0-1 1 0 0,0 1-1 0 0,0 0 0 0 0,-1 0 1 0 0,1 0-1 0 0,0 0 0 0 0,-1 1 1 0 0,1-1-1 0 0,-1 0 0 0 0,1 0 1 0 0,-1 0-1 0 0,0 0 0 0 0,1 1 1 0 0,-1-1-1 0 0,0 0 1 0 0,0 0-1 0 0,0 3 0 0 0,0 2 1 0 0,0-1 1 0 0,0 1-1 0 0,-1 0 0 0 0,0 0 0 0 0,0-1 0 0 0,0 1 0 0 0,-1 0 1 0 0,0-1-1 0 0,0 0 0 0 0,0 1 0 0 0,-5 6 0 0 0,-2 10 21 0 0,5-14-24 0 0,0 0 0 0 0,-1 0-1 0 0,0-1 1 0 0,0 0 0 0 0,0 0 0 0 0,-11 10-1 0 0,-44 38 68 0 0,17-17-44 0 0,10-9-21 0 0,-20 23-36 0 0,47-44-6 0 0,1 1 1 0 0,0 0 0 0 0,-7 16-1 0 0,11-25 31 0 0,1 1 0 0 0,-1 0 0 0 0,1 0 0 0 0,-1 0-1 0 0,1 0 1 0 0,-1 0 0 0 0,1 0 0 0 0,0 0 0 0 0,-1 0 0 0 0,1 0-1 0 0,0 0 1 0 0,0 0 0 0 0,0 0 0 0 0,-1 0 0 0 0,1 0 0 0 0,0 0-1 0 0,1 0 1 0 0,-1 0 0 0 0,0 0 0 0 0,0 0 0 0 0,0 0-1 0 0,1 0 1 0 0,-1 0 0 0 0,0 0 0 0 0,1 0 0 0 0,-1 0 0 0 0,1 0-1 0 0,-1 0 1 0 0,1 0 0 0 0,-1 0 0 0 0,2 1 0 0 0,1-1 29 0 0,0 0 0 0 0,0 0 0 0 0,-1 0 0 0 0,1 0 0 0 0,0 0 0 0 0,0-1 0 0 0,0 1 0 0 0,0-1 0 0 0,3 0 0 0 0,25 5 167 0 0,0 8 24 0 0,-15-6-99 0 0,0 0 0 0 0,1-2 0 0 0,17 5 0 0 0,31-3 116 0 0,-49-6-213 0 0,0 1 0 0 0,0 0 0 0 0,0 1-1 0 0,28 9 1 0 0,-35-8-2072 0 0,0 3-4892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22 10242 0 0,'-7'-1'451'0'0,"0"0"0"0"0,0 0-1 0 0,0-1 1 0 0,-13-4 0 0 0,13 4-168 0 0,-1-1-1 0 0,0 1 1 0 0,-12-1 0 0 0,10 2-113 0 0,0 1 0 0 0,0 0 0 0 0,0 1 0 0 0,0 0 0 0 0,-12 3 0 0 0,19-3-121 0 0,0 0 0 0 0,-1 0 0 0 0,1 0 0 0 0,0 0 0 0 0,0 1 0 0 0,-1 0 0 0 0,1-1 0 0 0,0 1 1 0 0,1 0-1 0 0,-1 0 0 0 0,0 1 0 0 0,1-1 0 0 0,-1 0 0 0 0,1 1 0 0 0,-1 0 0 0 0,1-1 0 0 0,-3 7 0 0 0,-6 12 219 0 0,1 0 1 0 0,2 0-1 0 0,0 1 0 0 0,-10 45 1 0 0,17-60-227 0 0,-1 1 1 0 0,-1-1 0 0 0,1 1 0 0 0,-6 8 0 0 0,6-10 13 0 0,-1-1 0 0 0,1 1 0 0 0,0 0-1 0 0,0 0 1 0 0,0 1 0 0 0,1-1 0 0 0,0 0 0 0 0,0 8 0 0 0,0-11-30 0 0,1 0 1 0 0,0-1-1 0 0,0 1 1 0 0,0-1-1 0 0,1 1 0 0 0,-1-1 1 0 0,1 1-1 0 0,-1-1 1 0 0,1 1-1 0 0,0-1 0 0 0,0 1 1 0 0,0-1-1 0 0,0 0 1 0 0,0 0-1 0 0,1 1 0 0 0,-1-1 1 0 0,3 3-1 0 0,-2-4-11 0 0,1 1 0 0 0,0 0-1 0 0,0-1 1 0 0,0 1 0 0 0,0-1 0 0 0,0 0-1 0 0,0 0 1 0 0,0 0 0 0 0,1-1 0 0 0,-1 1-1 0 0,0-1 1 0 0,6 1 0 0 0,-4-1 0 0 0,-1 1 0 0 0,1 1-1 0 0,-1-1 1 0 0,1 0 0 0 0,-1 1 0 0 0,0 0 0 0 0,5 3 0 0 0,26 9-1090 0 0,-29-13 507 0 0,1 0 1 0 0,-1 0 0 0 0,1 0-1 0 0,11-2 1 0 0,5-1-1893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8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44 11546 0 0,'-3'-15'2597'0'0,"4"13"-2533"0"0,1 0 0 0 0,-1 0 0 0 0,1-1 0 0 0,0 1 0 0 0,0 1 0 0 0,0-1 0 0 0,0 0 0 0 0,0 0 0 0 0,1 1 0 0 0,-1 0 0 0 0,0-1-1 0 0,1 1 1 0 0,-1 0 0 0 0,1 0 0 0 0,-1 0 0 0 0,1 0 0 0 0,-1 1 0 0 0,1-1 0 0 0,0 1 0 0 0,-1-1 0 0 0,6 1 0 0 0,-8 0-59 0 0,1 0 0 0 0,-1 1-1 0 0,1-1 1 0 0,-1 0 0 0 0,1 0 0 0 0,-1 0-1 0 0,1 1 1 0 0,-1-1 0 0 0,0 0 0 0 0,1 1-1 0 0,-1-1 1 0 0,1 0 0 0 0,-1 1 0 0 0,0-1 0 0 0,0 1-1 0 0,1-1 1 0 0,-1 0 0 0 0,0 1 0 0 0,0-1-1 0 0,1 1 1 0 0,-1-1 0 0 0,0 1 0 0 0,2 3 12 0 0,2 4 26 0 0,0 0-1 0 0,-1 1 1 0 0,0-1 0 0 0,0 1 0 0 0,-1 0 0 0 0,0 0 0 0 0,-1 0 0 0 0,0 0 0 0 0,0 0-1 0 0,-1 0 1 0 0,0 0 0 0 0,0 1 0 0 0,-1-1 0 0 0,-4 16 0 0 0,-4 8 411 0 0,-1 0 0 0 0,-24 52-1 0 0,14-38 5 0 0,20-46-415 0 0,-1 0 1 0 0,1 0 0 0 0,-1 0-1 0 0,1 0 1 0 0,0 0 0 0 0,-1 0-1 0 0,1 0 1 0 0,0 0 0 0 0,0 0-1 0 0,0 0 1 0 0,0 1 0 0 0,0-1-1 0 0,0 0 1 0 0,0 0 0 0 0,0 0-1 0 0,0 0 1 0 0,1 0 0 0 0,-1 0-1 0 0,0 0 1 0 0,1 0 0 0 0,-1 0-1 0 0,1 0 1 0 0,-1 0 0 0 0,1 0-1 0 0,-1 0 1 0 0,1 0 0 0 0,0 0-1 0 0,0 1 1 0 0,1-1-9 0 0,1 1 0 0 0,-1-1 1 0 0,0 0-1 0 0,1 0 0 0 0,-1 0 0 0 0,0 0 1 0 0,1 0-1 0 0,-1 0 0 0 0,1-1 0 0 0,-1 1 1 0 0,6 0-1 0 0,5-1 21 0 0,1 0 0 0 0,-1-1 0 0 0,25-4 0 0 0,-2-3 112 0 0,41-16-1 0 0,-72 23-159 0 0,5-4-3151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142 120 1856 0 0,'0'0'368'0'0,"-22"-1"3436"0"0,-57-1 2214 0 0,39 4-1095 0 0,149 7-4718 0 0,1-4-1 0 0,0-5 1 0 0,169-23 0 0 0,-125 5 1 0 0,175 1 0 0 0,-249 17-173 0 0,171-3 120 0 0,-174-1-102 0 0,95-18 0 0 0,-150 18-64 0 0,71-13 89 0 0,105-7 0 0 0,-35 24 120 0 0,-154 1-176 0 0,0 0 1 0 0,0 1 0 0 0,15 4 0 0 0,-7-1 50 0 0,-7-2 93 0 0,-1 1-408 0 0,-1-4-3458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1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95 239 4705 0 0,'-2'-38'3645'0'0,"-12"-71"1"0"0,11 99-3046 0 0,0-1 1 0 0,-1 0-1 0 0,0 1 1 0 0,-1 0-1 0 0,0 0 1 0 0,-10-15-1 0 0,15 25-598 0 0,0 0-1 0 0,0 0 0 0 0,0-1 0 0 0,0 1 0 0 0,0 0 0 0 0,0 0 1 0 0,0-1-1 0 0,-1 1 0 0 0,1 0 0 0 0,0 0 0 0 0,0-1 0 0 0,0 1 0 0 0,-1 0 1 0 0,1 0-1 0 0,0 0 0 0 0,0 0 0 0 0,0 0 0 0 0,-1-1 0 0 0,1 1 0 0 0,0 0 1 0 0,0 0-1 0 0,-1 0 0 0 0,1 0 0 0 0,0 0 0 0 0,0 0 0 0 0,-1 0 1 0 0,1 0-1 0 0,0 0 0 0 0,-1 0 0 0 0,1 0 0 0 0,0 0 0 0 0,-1 0 0 0 0,-3 8 57 0 0,1 16-16 0 0,3-23-58 0 0,-3 97 36 0 0,10 101 0 0 0,-1-103 40 0 0,-8 120 0 0 0,-32 462 588 0 0,34-674-612 0 0,1 0-1 0 0,-1-1 1 0 0,1 1 0 0 0,0 0-1 0 0,0 0 1 0 0,0 0 0 0 0,0-1-1 0 0,1 1 1 0 0,0 0-1 0 0,0-1 1 0 0,3 6 0 0 0,5 9-431 0 0,-9-17 206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1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6361 0 0,'0'0'286'0'0,"1"-31"7263"0"0,-1 31-7478 0 0,1-1 1 0 0,0 1-1 0 0,-1-1 0 0 0,1 1 0 0 0,0 0 0 0 0,0-1 0 0 0,-1 1 0 0 0,1 0 0 0 0,0-1 0 0 0,0 1 1 0 0,-1 0-1 0 0,1 0 0 0 0,0 0 0 0 0,0 0 0 0 0,0 0 0 0 0,0 0 0 0 0,-1 0 0 0 0,1 0 0 0 0,1 0 1 0 0,19 3 200 0 0,-20-3-209 0 0,17 3 86 0 0,0 2 1 0 0,-1 0-1 0 0,0 1 0 0 0,28 13 1 0 0,63 42 78 0 0,-19-11-101 0 0,-22-19 233 0 0,80 25 1 0 0,4 1 411 0 0,-145-55-895 0 0,7 4 601 0 0,-9 0-3188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2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21 10234 0 0,'-13'-15'2733'0'0,"9"10"-1959"0"0,11 15-437 0 0,2 2-161 0 0,-1 1 0 0 0,0 0 0 0 0,-1 0 0 0 0,-1 1 1 0 0,0 0-1 0 0,0 0 0 0 0,4 21 0 0 0,-9-30-129 0 0,0 0-1 0 0,0-1 0 0 0,0 1 1 0 0,-1 0-1 0 0,0 0 0 0 0,0-1 0 0 0,0 1 1 0 0,0 0-1 0 0,-1-1 0 0 0,0 1 1 0 0,0 0-1 0 0,0-1 0 0 0,0 1 0 0 0,-1-1 1 0 0,0 1-1 0 0,0-1 0 0 0,0 0 1 0 0,0 0-1 0 0,-1 0 0 0 0,0 0 1 0 0,1 0-1 0 0,-1 0 0 0 0,-1-1 0 0 0,1 1 1 0 0,0-1-1 0 0,-1 0 0 0 0,-7 5 1 0 0,-40 17 30 0 0,38-19-223 0 0,0 0 1 0 0,1 1 0 0 0,-23 16-1 0 0,31-16-3016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3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72 3457 0 0,'0'0'196'0'0,"-16"-6"6108"0"0,13 4-5770 0 0,-7-8 132 0 0,10 9-606 0 0,-1 1-1 0 0,1 0 1 0 0,0 0-1 0 0,0-1 1 0 0,-1 1-1 0 0,1 0 1 0 0,0 0 0 0 0,0-1-1 0 0,0 1 1 0 0,0 0-1 0 0,-1-1 1 0 0,1 1-1 0 0,0 0 1 0 0,0-1-1 0 0,0 1 1 0 0,0 0 0 0 0,0-1-1 0 0,0 1 1 0 0,0 0-1 0 0,0-1 1 0 0,0 1-1 0 0,0 0 1 0 0,0-1-1 0 0,0 1 1 0 0,0 0-1 0 0,0-1 1 0 0,0 1 0 0 0,0 0-1 0 0,0-1 1 0 0,1 1-1 0 0,-1-1 1 0 0,-7 5 668 0 0,7-4-694 0 0,0 0-1 0 0,-1 0 0 0 0,1 0 0 0 0,0 0 0 0 0,-1 1 0 0 0,1-1 0 0 0,0 0 1 0 0,0 0-1 0 0,-1 0 0 0 0,1 1 0 0 0,0-1 0 0 0,0 0 0 0 0,-1 0 0 0 0,1 1 0 0 0,0-1 1 0 0,0 0-1 0 0,0 0 0 0 0,0 1 0 0 0,-1-1 0 0 0,1 0 0 0 0,0 1 0 0 0,0-1 1 0 0,0 0-1 0 0,0 0 0 0 0,0 1 0 0 0,0-1 0 0 0,0 0 0 0 0,0 1 0 0 0,0-1 0 0 0,0 0 1 0 0,0 1-1 0 0,0-1 0 0 0,0 0 0 0 0,0 1 0 0 0,0-1 0 0 0,0 0 0 0 0,0 1 0 0 0,0-1 1 0 0,0 0-1 0 0,1 1 0 0 0,-2 5 226 0 0,1-5-223 0 0,0-1 0 0 0,0 0 0 0 0,0 0 0 0 0,0 1 0 0 0,0-1 0 0 0,0 0 0 0 0,0 0 0 0 0,0 1 0 0 0,0-1 0 0 0,-1 0 0 0 0,1 0-1 0 0,0 1 1 0 0,0-1 0 0 0,0 0 0 0 0,0 1 0 0 0,1-1 0 0 0,-1 0 0 0 0,0 0 0 0 0,0 1 0 0 0,0-1 0 0 0,0 0 0 0 0,0 0 0 0 0,0 1 0 0 0,0-1 0 0 0,0 0 0 0 0,1 0 0 0 0,-1 0-1 0 0,0 1 1 0 0,0-1 0 0 0,0 0 0 0 0,0 0 0 0 0,1 0 0 0 0,-1 1 0 0 0,0-1 0 0 0,0 0 0 0 0,0 0 0 0 0,1 0 0 0 0,-1 0 0 0 0,0 0 0 0 0,0 1 0 0 0,1-1 0 0 0,-1 0 0 0 0,0 0-1 0 0,0 0 1 0 0,1 0 0 0 0,0 0-62 0 0,-1-34 1375 0 0,-1 31-1342 0 0,1 0 0 0 0,1 0-1 0 0,-1-1 1 0 0,0 1 0 0 0,1 0-1 0 0,0 0 1 0 0,-1 0 0 0 0,4-6-1 0 0,-1 4 532 0 0,-4 8 186 0 0,-1 10-607 0 0,-4 63-56 0 0,6 102 0 0 0,1-75-12 0 0,6 758 0 0 0,-2-648-21 0 0,36 224 0 0 0,-35-392 26 0 0,-2 1 0 0 0,-3-1-1 0 0,-4 60 1 0 0,-1-78-2381 0 0,-11 46 0 0 0,13-66-843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4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43 328 784 0 0,'0'0'923'0'0,"-14"-6"7461"0"0,9 6-7008 0 0,-14 0 857 0 0,15-2-1345 0 0,10-4 174 0 0,376-186 516 0 0,-347 176-1488 0 0,-9 3-27 0 0,1 1 0 0 0,0 1 0 0 0,0 2 0 0 0,54-11 0 0 0,-75 18-16 0 0,0 0 0 0 0,0 0 0 0 0,0 0 0 0 0,0-1 0 0 0,0 0 0 0 0,0 0 0 0 0,-1 0 0 0 0,0-1 0 0 0,0 0 1 0 0,6-5-1 0 0,-11 9-42 0 0,0 0 1 0 0,0-1 0 0 0,0 1 0 0 0,0 0 0 0 0,0 0 0 0 0,0 0 0 0 0,0 0-1 0 0,0 0 1 0 0,0-1 0 0 0,1 1 0 0 0,-1 0 0 0 0,0 0 0 0 0,0 0 0 0 0,0 0 0 0 0,0 0-1 0 0,0 0 1 0 0,0-1 0 0 0,0 1 0 0 0,0 0 0 0 0,1 0 0 0 0,-1 0 0 0 0,0 0-1 0 0,0 0 1 0 0,0 0 0 0 0,0 0 0 0 0,0 0 0 0 0,1 0 0 0 0,-1 0 0 0 0,0 0 0 0 0,0 0-1 0 0,0 0 1 0 0,0 0 0 0 0,0-1 0 0 0,1 1 0 0 0,-1 0 0 0 0,0 1 0 0 0,0-1-1 0 0,0 0 1 0 0,0 0 0 0 0,1 0 0 0 0,-1 0 0 0 0,0 0 0 0 0,0 0 0 0 0,0 0 0 0 0,0 0-1 0 0,0 0 1 0 0,1 0 0 0 0,-1 0 0 0 0,0 0 0 0 0,0 0 0 0 0,0 0 0 0 0,0 1-1 0 0,0-1 1 0 0,0 0 0 0 0,0 0 0 0 0,1 0 0 0 0,-6 10-1459 0 0,3-8 383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6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93 614 3225 0 0,'-2'-29'450'0'0,"-1"-1"0"0"0,-9-37 1 0 0,3 18 553 0 0,-15-86 1994 0 0,-18-133 2494 0 0,41 240-4762 0 0,1 20-498 0 0,1 21-185 0 0,6 42 319 0 0,17 69 0 0 0,-12-68-230 0 0,6 69 0 0 0,-13 255 63 0 0,-5-76-139 0 0,0-140-62 0 0,-2-93 62 0 0,12 125 0 0 0,-8-183-6 0 0,-2-10 3 0 0,0 0 0 0 0,0 0 0 0 0,0 0 0 0 0,1 0-1 0 0,0 0 1 0 0,-1 0 0 0 0,1 0 0 0 0,0 0 0 0 0,1 0-1 0 0,-1 0 1 0 0,0 0 0 0 0,1-1 0 0 0,-1 1 0 0 0,4 3-1 0 0,-1 7 346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6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30 268 7514 0 0,'-7'2'4142'0'0,"-8"4"-2406"0"0,14-6-1660 0 0,1 0 0 0 0,-1 1 0 0 0,1-1 0 0 0,-1 1 0 0 0,1-1 0 0 0,-1 0 0 0 0,1 1 0 0 0,0 0 0 0 0,-1-1 0 0 0,1 1 0 0 0,0-1 0 0 0,-1 1 0 0 0,1-1 0 0 0,0 1 0 0 0,-1 0 0 0 0,1-1 0 0 0,0 1 0 0 0,0-1 0 0 0,0 1-1 0 0,0 0 1 0 0,0-1 0 0 0,0 1 0 0 0,0 1 0 0 0,0-2-46 0 0,0 1-1 0 0,0-1 0 0 0,0 0 0 0 0,1 0 1 0 0,-1 1-1 0 0,0-1 0 0 0,0 0 1 0 0,1 1-1 0 0,-1-1 0 0 0,0 0 0 0 0,1 0 1 0 0,-1 0-1 0 0,0 1 0 0 0,0-1 1 0 0,1 0-1 0 0,-1 0 0 0 0,1 0 0 0 0,-1 0 1 0 0,0 0-1 0 0,1 0 0 0 0,-1 0 0 0 0,0 1 1 0 0,1-1-1 0 0,-1 0 0 0 0,0 0 1 0 0,1 0-1 0 0,-1 0 0 0 0,1-1 0 0 0,-1 1 1 0 0,0 0-1 0 0,1 0 0 0 0,-1 0 1 0 0,0 0-1 0 0,1 0 0 0 0,-1 0 0 0 0,0 0 1 0 0,1-1-1 0 0,-1 1 0 0 0,0 0 0 0 0,1 0 1 0 0,-1-1-1 0 0,0 1 0 0 0,0 0 1 0 0,1-1-1 0 0,6-3 34 0 0,-4 3-46 0 0,0 0 1 0 0,0-1 0 0 0,-1 1 0 0 0,1-1-1 0 0,-1 0 1 0 0,0 1 0 0 0,1-1-1 0 0,-1 0 1 0 0,0-1 0 0 0,0 1 0 0 0,0 0-1 0 0,0-1 1 0 0,0 1 0 0 0,-1-1 0 0 0,1 1-1 0 0,1-6 1 0 0,9-21 39 0 0,-1-1 1 0 0,-2 1-1 0 0,9-49 0 0 0,-17 74-33 0 0,0-1-1 0 0,0 0 1 0 0,0 1-1 0 0,1 0 0 0 0,0-1 1 0 0,0 1-1 0 0,0 0 1 0 0,0 0-1 0 0,1 0 1 0 0,-1 0-1 0 0,1 0 0 0 0,0 0 1 0 0,1 1-1 0 0,-1-1 1 0 0,5-3-1 0 0,-5 5 4 0 0,0 1 0 0 0,0-1 0 0 0,1 1 0 0 0,-1-1 0 0 0,0 1 0 0 0,1 0 0 0 0,-1 1 0 0 0,1-1 0 0 0,-1 0 0 0 0,1 1 0 0 0,-1 0 0 0 0,1 0 0 0 0,0 0 0 0 0,-1 0 0 0 0,1 0 0 0 0,-1 1 0 0 0,1 0 0 0 0,-1 0 0 0 0,1 0 0 0 0,5 2 0 0 0,5 3 49 0 0,0 0-1 0 0,0 0 1 0 0,-1 1 0 0 0,0 1-1 0 0,-1 0 1 0 0,13 11 0 0 0,-17-12-158 0 0,-1-1 1 0 0,0 2 0 0 0,-1-1-1 0 0,0 1 1 0 0,0-1-1 0 0,0 2 1 0 0,-1-1 0 0 0,0 1-1 0 0,-1-1 1 0 0,5 15-1 0 0,-3-8-1506 0 0,-1 0-315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7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130 320 6649 0 0,'-15'7'2596'0'0,"-22"14"-251"0"0,26-13-1485 0 0,-1-1 0 0 0,-1-1 1 0 0,-14 6-1 0 0,26-12-846 0 0,1 1-1 0 0,0-1 1 0 0,-1 0 0 0 0,1 0-1 0 0,0 0 1 0 0,-1 1-1 0 0,1-1 1 0 0,0 0 0 0 0,-1 0-1 0 0,1 0 1 0 0,0 0-1 0 0,-1 0 1 0 0,1 0-1 0 0,0 0 1 0 0,-1 0 0 0 0,1 0-1 0 0,-1 0 1 0 0,1 0-1 0 0,0 0 1 0 0,-1 0 0 0 0,1 0-1 0 0,0 0 1 0 0,-1 0-1 0 0,1 0 1 0 0,0 0 0 0 0,-1 0-1 0 0,1 0 1 0 0,0-1-1 0 0,-1 1 1 0 0,1 0 0 0 0,0 0-1 0 0,-1 0 1 0 0,1-1-1 0 0,0 1 1 0 0,-1 0-1 0 0,1 0 1 0 0,0-1 0 0 0,0 1-1 0 0,0 0 1 0 0,-1-1-1 0 0,1 1 1 0 0,0 0 0 0 0,0-1-1 0 0,0 1 1 0 0,0 0-1 0 0,-1-1 1 0 0,1 1 0 0 0,0-1-1 0 0,0 1 1 0 0,0 0-1 0 0,0-1 1 0 0,0 1 0 0 0,0 0-1 0 0,0-1 1 0 0,0 1-1 0 0,0-1 1 0 0,0 1 0 0 0,0 0-1 0 0,0-1 1 0 0,1 1-1 0 0,-1 0 1 0 0,0-1-1 0 0,0 1 1 0 0,0 0 0 0 0,0-1-1 0 0,1 1 1 0 0,-1 0-1 0 0,0-1 1 0 0,17-32-60 0 0,-12 23 124 0 0,7-11-44 0 0,0 0 0 0 0,1 1 0 0 0,1 1 0 0 0,31-33 0 0 0,-12 14 8 0 0,-23 25-31 0 0,3-2 2 0 0,-1 0 0 0 0,0-1 0 0 0,14-27-1 0 0,-24 39 23 0 0,1 0 0 0 0,-1 0 0 0 0,1 0-1 0 0,0 1 1 0 0,0-1 0 0 0,0 1-1 0 0,0 0 1 0 0,1 0 0 0 0,0 0-1 0 0,-1 0 1 0 0,1 0 0 0 0,6-2 0 0 0,-8 4-17 0 0,0 0 1 0 0,0 0 0 0 0,0 0 0 0 0,0 1 0 0 0,0-1 0 0 0,0 1 0 0 0,0-1 0 0 0,0 1-1 0 0,0 0 1 0 0,0 0 0 0 0,0 0 0 0 0,0 0 0 0 0,0 0 0 0 0,0 0 0 0 0,0 1 0 0 0,0-1-1 0 0,0 1 1 0 0,0-1 0 0 0,0 1 0 0 0,0 0 0 0 0,0-1 0 0 0,-1 1 0 0 0,1 0 0 0 0,0 0-1 0 0,0 1 1 0 0,-1-1 0 0 0,1 0 0 0 0,-1 0 0 0 0,1 1 0 0 0,1 2 0 0 0,22 30 69 0 0,-19-23-64 0 0,1-2 0 0 0,1 1 0 0 0,0-1 0 0 0,9 9 0 0 0,65 45-30 0 0,-45-38-2910 0 0,-17-11-392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0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203 667 712 0 0,'0'0'592'0'0,"-1"-29"8856"0"0,-5 23-8362 0 0,4 4-776 0 0,0-1 1 0 0,0 1-1 0 0,-1 0 0 0 0,1 0 0 0 0,-1 0 1 0 0,0 0-1 0 0,-4-2 0 0 0,6 3-293 0 0,1 1 0 0 0,-1 0 1 0 0,0 0-1 0 0,0 0 0 0 0,0 0 0 0 0,0 0 0 0 0,0 0 0 0 0,1 0 0 0 0,-1 0 0 0 0,0 0 0 0 0,0 0 0 0 0,0 1 0 0 0,0-1 0 0 0,1 0 0 0 0,-1 1 1 0 0,0-1-1 0 0,0 0 0 0 0,1 1 0 0 0,-1-1 0 0 0,0 1 0 0 0,0-1 0 0 0,1 1 0 0 0,-1-1 0 0 0,0 1 0 0 0,1 0 0 0 0,-1-1 0 0 0,1 1 1 0 0,-1 0-1 0 0,1-1 0 0 0,-1 1 0 0 0,1 0 0 0 0,0 0 0 0 0,-1-1 0 0 0,1 1 0 0 0,-1 1 0 0 0,-6 22 146 0 0,6-19-134 0 0,-1-1 1 0 0,1 1 0 0 0,0-1 0 0 0,-1 0 0 0 0,-3 6 0 0 0,2-5 4 0 0,0 1 0 0 0,0-1 0 0 0,1 1 0 0 0,0-1 1 0 0,-2 9-1 0 0,3-12 10 0 0,1 0 0 0 0,-1 1 0 0 0,1-1 0 0 0,-1 0-1 0 0,1 1 1 0 0,0-1 0 0 0,0 0 0 0 0,0 1 0 0 0,0-1 0 0 0,0 1 0 0 0,1-1 0 0 0,-1 0 0 0 0,1 1 0 0 0,0-1 0 0 0,1 4 0 0 0,-2-5-36 0 0,0-1 1 0 0,1 1 0 0 0,-1-1-1 0 0,0 1 1 0 0,0-1 0 0 0,1 0 0 0 0,-1 1-1 0 0,0-1 1 0 0,1 1 0 0 0,-1-1-1 0 0,0 0 1 0 0,1 1 0 0 0,-1-1-1 0 0,0 0 1 0 0,1 0 0 0 0,-1 1-1 0 0,1-1 1 0 0,-1 0 0 0 0,1 0-1 0 0,-1 1 1 0 0,1-1 0 0 0,-1 0-1 0 0,1 0 1 0 0,-1 0 0 0 0,1 0-1 0 0,-1 0 1 0 0,1 0 0 0 0,-1 0-1 0 0,1 0 1 0 0,-1 0 0 0 0,1 0-1 0 0,-1 0 1 0 0,1 0 0 0 0,-1 0-1 0 0,1 0 1 0 0,-1 0 0 0 0,1-1-1 0 0,-1 1 1 0 0,0 0 0 0 0,1 0-1 0 0,-1-1 1 0 0,1 1 0 0 0,-1 0 0 0 0,1 0-1 0 0,-1-1 1 0 0,0 1 0 0 0,1 0-1 0 0,-1-1 1 0 0,2-1-1 0 0,-1 1 0 0 0,0-1 0 0 0,0 0 0 0 0,0 1 0 0 0,0-1 0 0 0,0 0 0 0 0,-1 0 0 0 0,1 0 0 0 0,0 1 0 0 0,0-5 0 0 0,0 2 2 0 0,0 1 0 0 0,0-1 0 0 0,0 1-1 0 0,1-1 1 0 0,-1 1 0 0 0,4-6 0 0 0,8-18 136 0 0,-12 26-135 0 0,-1 0-1 0 0,0-1 1 0 0,1 1 0 0 0,-1 0-1 0 0,0-1 1 0 0,0 1 0 0 0,0 0-1 0 0,0-1 1 0 0,0 1 0 0 0,0 0-1 0 0,0-1 1 0 0,-1 1 0 0 0,1 0-1 0 0,0-1 1 0 0,-1 1 0 0 0,1 0-1 0 0,-1 0 1 0 0,-1-2 0 0 0,1 2-9 0 0,0 0 0 0 0,1 0 1 0 0,-1 0-1 0 0,0 1 1 0 0,-1-1-1 0 0,1 0 0 0 0,0 1 1 0 0,0-1-1 0 0,0 1 1 0 0,0-1-1 0 0,0 1 1 0 0,0 0-1 0 0,-1 0 0 0 0,1-1 1 0 0,0 1-1 0 0,0 0 1 0 0,-2 0-1 0 0,-21 1-7 0 0,17 0 8 0 0,1 0 0 0 0,-1 0 0 0 0,1 1 0 0 0,-1 0 0 0 0,1 1 0 0 0,-1-1 0 0 0,1 1 0 0 0,0 0 0 0 0,0 1 0 0 0,1 0 0 0 0,-7 5 0 0 0,8-7 10 0 0,1 1-1 0 0,0 0 1 0 0,0 0 0 0 0,0 1-1 0 0,0-1 1 0 0,0 0 0 0 0,1 1-1 0 0,0 0 1 0 0,0 0 0 0 0,0 0-1 0 0,0-1 1 0 0,0 2-1 0 0,1-1 1 0 0,0 0 0 0 0,0 0-1 0 0,0 0 1 0 0,0 1 0 0 0,0 4-1 0 0,8-2 26 0 0,-1-4-30 0 0,-1-1 1 0 0,0 1 0 0 0,1-1 0 0 0,0 0 0 0 0,-1-1-1 0 0,1 1 1 0 0,0-1 0 0 0,0 0 0 0 0,0 0-1 0 0,0-1 1 0 0,0 0 0 0 0,0 0 0 0 0,11-2-1 0 0,-5 0 31 0 0,-1-1-1 0 0,0 0 0 0 0,0 0 1 0 0,0-2-1 0 0,0 1 0 0 0,15-10 0 0 0,-24 12-1 0 0,0 0-1 0 0,1 0 1 0 0,-1 0-1 0 0,0-1 1 0 0,-1 1-1 0 0,1-1 1 0 0,2-5-1 0 0,-3 8-31 0 0,0-1-1 0 0,-1 0 1 0 0,0 1 0 0 0,1-1-1 0 0,-1 0 1 0 0,1 0-1 0 0,-1 1 1 0 0,0-1 0 0 0,1 0-1 0 0,-1 0 1 0 0,0 0 0 0 0,0 1-1 0 0,0-1 1 0 0,0 0-1 0 0,0 0 1 0 0,1 0 0 0 0,-2 0-1 0 0,1 0 1 0 0,0 1 0 0 0,0-1-1 0 0,0 0 1 0 0,0 0-1 0 0,0 0 1 0 0,-1 0 0 0 0,1 1-1 0 0,0-1 1 0 0,-1 0 0 0 0,1 0-1 0 0,-1 1 1 0 0,1-1-1 0 0,-1 0 1 0 0,1 0 0 0 0,-1 1-1 0 0,0-1 1 0 0,-4-2-7 0 0,1 1 1 0 0,-1 0-1 0 0,0 0 0 0 0,0 1 1 0 0,0 0-1 0 0,0 0 0 0 0,0 0 1 0 0,0 0-1 0 0,0 1 1 0 0,0 0-1 0 0,-1 0 0 0 0,-7 1 1 0 0,5 0-1 0 0,-1 1 1 0 0,0 0-1 0 0,1 1 1 0 0,-1 0-1 0 0,1 0 0 0 0,-14 8 1 0 0,18-6 13 0 0,1 0-1 0 0,-1 0 1 0 0,1 0 0 0 0,0 1-1 0 0,0-1 1 0 0,1 1 0 0 0,-3 6-1 0 0,4-11-1 0 0,1 1 0 0 0,-1 0 0 0 0,1-1 0 0 0,-1 1 0 0 0,1 0 0 0 0,0 0 0 0 0,0-1 0 0 0,0 1 0 0 0,0 0 0 0 0,0 0 0 0 0,0 0 0 0 0,0-1 0 0 0,0 1 0 0 0,1 0-1 0 0,-1 0 1 0 0,1-1 0 0 0,-1 1 0 0 0,1 0 0 0 0,0-1 0 0 0,-1 1 0 0 0,1-1 0 0 0,2 3 0 0 0,-1-2-7 0 0,0 1 1 0 0,1-1-1 0 0,-1 0 1 0 0,1 0-1 0 0,0 0 1 0 0,0 0-1 0 0,0 0 0 0 0,0-1 1 0 0,0 1-1 0 0,0-1 1 0 0,4 1-1 0 0,3 1 8 0 0,0 0 1 0 0,1-1-1 0 0,0 0 0 0 0,-1-1 0 0 0,1 0 0 0 0,17-2 0 0 0,-24 1 11 0 0,0 0 0 0 0,-1-1 0 0 0,1 1 0 0 0,-1-1 0 0 0,1 0 0 0 0,-1 0 0 0 0,1-1 0 0 0,-1 1 0 0 0,1-1 0 0 0,-1 1 0 0 0,5-5 0 0 0,-7 5-14 0 0,0 0 0 0 0,1 0 0 0 0,-1-1 1 0 0,0 1-1 0 0,0-1 0 0 0,0 1 0 0 0,0-1 1 0 0,0 1-1 0 0,-1-1 0 0 0,1 0 0 0 0,0 1 0 0 0,-1-1 1 0 0,1 0-1 0 0,-1 0 0 0 0,0 1 0 0 0,1-1 1 0 0,-1 0-1 0 0,0 0 0 0 0,0 0 0 0 0,0 1 1 0 0,-1-1-1 0 0,1 0 0 0 0,0 0 0 0 0,0 0 1 0 0,-2-2-1 0 0,2 3-10 0 0,0 0 1 0 0,0 0-1 0 0,0 0 0 0 0,0 0 1 0 0,-1 0-1 0 0,1 0 0 0 0,0 0 1 0 0,-1 0-1 0 0,1 0 1 0 0,-1 0-1 0 0,1 1 0 0 0,-1-1 1 0 0,1 0-1 0 0,-1 0 0 0 0,1 0 1 0 0,-1 0-1 0 0,0 1 1 0 0,0-1-1 0 0,1 0 0 0 0,-1 1 1 0 0,0-1-1 0 0,0 1 1 0 0,0-1-1 0 0,0 1 0 0 0,0-1 1 0 0,0 1-1 0 0,-1-1 0 0 0,-11 1 63 0 0,12 0-63 0 0,1 1 1 0 0,-1-1 0 0 0,0 0-1 0 0,0 0 1 0 0,0 0-1 0 0,0 0 1 0 0,1 0-1 0 0,-1 0 1 0 0,0 0 0 0 0,0-1-1 0 0,0 1 1 0 0,0 0-1 0 0,1 0 1 0 0,-1-1-1 0 0,0 1 1 0 0,0 0 0 0 0,0-1-1 0 0,-2-20 30 0 0,2 16 52 0 0,0-1-147 0 0,13-2 66 0 0,-5 6-5 0 0,0 0 1 0 0,1 0-1 0 0,-1 1 1 0 0,1 0-1 0 0,-1 1 0 0 0,1 0 1 0 0,0 0-1 0 0,12 2 1 0 0,8-1-6 0 0,304 7 8 0 0,-243-8 4 0 0,266-3 7 0 0,-3-28 0 0 0,-294 22 102 0 0,88-1 0 0 0,-128 11-195 0 0,23 0 152 0 0,-39-1-62 0 0,-1 0 0 0 0,1 0 0 0 0,0-1-1 0 0,0 1 1 0 0,-1 0 0 0 0,1-1-1 0 0,0 1 1 0 0,-1-1 0 0 0,1 1 0 0 0,0-1-1 0 0,-1 0 1 0 0,1 0 0 0 0,-1 0-1 0 0,0 0 1 0 0,1 0 0 0 0,-1 0-1 0 0,3-2 1 0 0,4-24 30 0 0,20-36-41 0 0,23-71 25 0 0,-25 62 13 0 0,-18 50-40 0 0,1 1-1 0 0,0 0 1 0 0,2 1-1 0 0,0-1 1 0 0,26-33-1 0 0,-31 45 18 0 0,11-11-75 0 0,-16 20 63 0 0,-1-1 1 0 0,1 1-1 0 0,-1 0 0 0 0,1 0 0 0 0,0-1 1 0 0,-1 1-1 0 0,1 0 0 0 0,-1 0 0 0 0,1 0 0 0 0,0 0 1 0 0,-1-1-1 0 0,1 1 0 0 0,0 0 0 0 0,-1 0 1 0 0,1 0-1 0 0,0 1 0 0 0,-1-1 0 0 0,1 0 1 0 0,-1 0-1 0 0,1 0 0 0 0,0 0 0 0 0,-1 1 0 0 0,1-1 1 0 0,-1 0-1 0 0,1 0 0 0 0,0 1 0 0 0,-1-1 1 0 0,1 1-1 0 0,-1-1 0 0 0,1 0 0 0 0,-1 1 1 0 0,0-1-1 0 0,1 1 0 0 0,-1-1 0 0 0,1 1 0 0 0,-1-1 1 0 0,0 1-1 0 0,1 0 0 0 0,9 13 3 0 0,-1 1 0 0 0,0 0 0 0 0,-1 0 0 0 0,-1 1-1 0 0,6 18 1 0 0,23 88-4 0 0,-26-84-10 0 0,5 17-5 0 0,-5-13 64 0 0,2 0 1 0 0,33 75 0 0 0,-44-115-37 0 0,1 0 1 0 0,-1-1-1 0 0,0 1 1 0 0,1-1-1 0 0,-1 0 1 0 0,1 1-1 0 0,-1-1 1 0 0,1 0-1 0 0,0 0 1 0 0,0 0-1 0 0,-1 0 1 0 0,1 0-1 0 0,0 0 1 0 0,0-1-1 0 0,0 1 0 0 0,0-1 1 0 0,0 1-1 0 0,0-1 1 0 0,0 0-1 0 0,0 0 1 0 0,0 0-1 0 0,0 0 1 0 0,0 0-1 0 0,0 0 1 0 0,0 0-1 0 0,0-1 1 0 0,0 1-1 0 0,0-1 1 0 0,0 1-1 0 0,0-1 1 0 0,0 0-1 0 0,0 0 1 0 0,-1 0-1 0 0,1 0 1 0 0,0 0-1 0 0,-1 0 1 0 0,1 0-1 0 0,0-1 1 0 0,-1 1-1 0 0,0-1 1 0 0,1 1-1 0 0,-1-1 0 0 0,0 1 1 0 0,0-1-1 0 0,2-2 1 0 0,5-19-4 0 0,-1 0 0 0 0,-1 0 0 0 0,-2-1 0 0 0,4-32 1 0 0,2-13-6 0 0,-2 29 8 0 0,48-217-43 0 0,-54 252 36 0 0,1-8 11 0 0,1 1 1 0 0,9-21 0 0 0,-12 31-20 0 0,1-1-1 0 0,-1 1 1 0 0,0-1 0 0 0,1 1 0 0 0,-1 0-1 0 0,1 0 1 0 0,0 0 0 0 0,0 0 0 0 0,0 0 0 0 0,0 0-1 0 0,0 0 1 0 0,0 1 0 0 0,1-1 0 0 0,-1 1-1 0 0,0-1 1 0 0,1 1 0 0 0,-1 0 0 0 0,1 0-1 0 0,2-1 1 0 0,17-6-43 0 0,-20 7 43 0 0,0 0 1 0 0,0 0 0 0 0,0 0-1 0 0,0 0 1 0 0,0 0 0 0 0,0 1-1 0 0,0-1 1 0 0,0 1 0 0 0,0-1-1 0 0,1 1 1 0 0,-1 0 0 0 0,0 0-1 0 0,0 0 1 0 0,0 0 0 0 0,1 0 0 0 0,-1 0-1 0 0,3 1 1 0 0,-4 0 5 0 0,-1-1 0 0 0,1 1 0 0 0,-1-1 0 0 0,1 1 0 0 0,-1 0 0 0 0,1-1 0 0 0,-1 1 0 0 0,1 0 0 0 0,-1-1 0 0 0,0 1 0 0 0,0 0 0 0 0,1-1 0 0 0,-1 1 0 0 0,0 0 0 0 0,0 0 0 0 0,0-1 0 0 0,1 1 0 0 0,-1 0 0 0 0,0 0 0 0 0,0-1 0 0 0,-1 3 0 0 0,2 3-5 0 0,3 16 10 0 0,48 212 3 0 0,-24-150 108 0 0,-12-37-65 0 0,-11-37-26 0 0,-1 0 0 0 0,1 0 1 0 0,1 0-1 0 0,10 15 0 0 0,-1-12 190 0 0,-15-12-210 0 0,0-1 0 0 0,0 0 0 0 0,1 1 0 0 0,-1-1 0 0 0,0 0 1 0 0,1 0-1 0 0,-1 1 0 0 0,0-1 0 0 0,1 0 0 0 0,-1 0 0 0 0,0 0 0 0 0,1 0 0 0 0,-1 1 0 0 0,1-1 0 0 0,-1 0 1 0 0,0 0-1 0 0,1 0 0 0 0,-1 0 0 0 0,1 0 0 0 0,-1 0 0 0 0,0 0 0 0 0,1 0 0 0 0,-1 0 0 0 0,1 0 0 0 0,-1 0 0 0 0,0 0 1 0 0,1-1-1 0 0,-1 1 0 0 0,1 0 0 0 0,-1 0 0 0 0,0 0 0 0 0,1 0 0 0 0,-1-1 0 0 0,0 1 0 0 0,1 0 0 0 0,-1 0 1 0 0,0-1-1 0 0,1 1 0 0 0,-1 0 0 0 0,0 0 0 0 0,0-1 0 0 0,1 1 0 0 0,-1 0 0 0 0,0-1 0 0 0,19-52-4 0 0,15-67-1 0 0,15-43-7 0 0,-36 131-23 0 0,0 0 1 0 0,24-36 0 0 0,-32 62 28 0 0,0 0 1 0 0,1 1 0 0 0,0 0 0 0 0,1 0-1 0 0,-1 0 1 0 0,1 1 0 0 0,0 0-1 0 0,0 1 1 0 0,9-4 0 0 0,5-4-84 0 0,-18 9 82 0 0,0 1 0 0 0,0 0 0 0 0,0 0 0 0 0,0 0 1 0 0,0 0-1 0 0,0 0 0 0 0,0 1 0 0 0,0-1 0 0 0,1 1 0 0 0,5 0 0 0 0,-8 0 2 0 0,0 0-1 0 0,1 0 0 0 0,-1 0 1 0 0,0 1-1 0 0,0-1 1 0 0,0 0-1 0 0,0 1 1 0 0,0-1-1 0 0,0 1 0 0 0,0-1 1 0 0,0 1-1 0 0,0-1 1 0 0,0 1-1 0 0,0 0 1 0 0,0-1-1 0 0,0 1 0 0 0,0 0 1 0 0,0 0-1 0 0,0 0 1 0 0,-1 0-1 0 0,1-1 0 0 0,0 1 1 0 0,-1 0-1 0 0,1 0 1 0 0,-1 0-1 0 0,1 1 1 0 0,-1-1-1 0 0,1 0 0 0 0,-1 0 1 0 0,0 2-1 0 0,2 10 1 0 0,1-1 0 0 0,0 1 0 0 0,1-1 0 0 0,0 0-1 0 0,1 0 1 0 0,7 13 0 0 0,-9-18-1 0 0,2-1 0 0 0,-1 0 0 0 0,1 0 1 0 0,-1 0-1 0 0,2 0 0 0 0,-1-1 0 0 0,0 0 0 0 0,1 0 0 0 0,0 0 0 0 0,1-1 0 0 0,11 7 0 0 0,-2-4-6 0 0,0 0 0 0 0,0-1 0 0 0,0-1-1 0 0,1 0 1 0 0,0-1 0 0 0,0-1-1 0 0,0-1 1 0 0,23 0 0 0 0,-30 0 11 0 0,-1-1 0 0 0,1 1 0 0 0,0 1 0 0 0,0 0 0 0 0,13 6 0 0 0,-11-5 1 0 0,-1 1 0 0 0,1-2 1 0 0,15 4-1 0 0,28-3-9 0 0,-1-1 0 0 0,82-7 0 0 0,-12 0 3 0 0,-5-2-11 0 0,197-36 0 0 0,-89 9 1 0 0,28-3 11 0 0,106-10 3 0 0,-222 32 5 0 0,195-45 0 0 0,-262 42 9 0 0,1 4 0 0 0,100-7 0 0 0,-49 20-92 0 0,-89 0-4513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3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22 114 928 0 0,'0'-28'5476'0'0,"-10"-57"1325"0"0,-1 206-6087 0 0,11-98-660 0 0,1 1-1 0 0,1-1 1 0 0,1 1-1 0 0,1-1 1 0 0,9 29-1 0 0,-1-5-7 0 0,-1 1-1 0 0,-2 0 0 0 0,3 79 0 0 0,-11 150 431 0 0,-3-130-110 0 0,10 193-30 0 0,-9-141-247 0 0,2 31 276 0 0,4-192-204 0 0,11 45 0 0 0,-4-29 62 0 0,33 112 38 0 0,-27-110-133 0 0,12 70 1 0 0,-26-94-89 0 0,5 21-6 0 0,-5-37-12 0 0,21 80 119 0 0,-11-41 296 0 0,-25-89-443 0 0,-4-53 23 0 0,15 87-21 0 0,0-1-1 0 0,0 0 1 0 0,0 1-1 0 0,0-1 1 0 0,-1 0-1 0 0,1 1 1 0 0,0-1-1 0 0,0 0 1 0 0,-1 1-1 0 0,1-1 1 0 0,-1 1-1 0 0,1-1 1 0 0,0 0-1 0 0,-1 1 1 0 0,1-1-1 0 0,-1 1 1 0 0,1 0-1 0 0,-1-1 1 0 0,1 1-1 0 0,-1-1 1 0 0,0 1-1 0 0,1 0 1 0 0,-1-1-1 0 0,1 1 1 0 0,-1 0-1 0 0,0-1 1 0 0,1 1-1 0 0,-1 0 1 0 0,0 0 0 0 0,-1 0-1 0 0,0 0 1 0 0,1 0-1 0 0,-1 1 1 0 0,1-1 0 0 0,-1 0-1 0 0,1 1 1 0 0,-1-1 0 0 0,1 1-1 0 0,-1 0 1 0 0,1-1 0 0 0,0 1-1 0 0,-2 1 1 0 0,-2 2 7 0 0,1-1 0 0 0,0 0 0 0 0,0 1 0 0 0,0 0 0 0 0,1 0-1 0 0,-7 8 1 0 0,4 2 80 0 0,-10 29 0 0 0,-5 9 356 0 0,21-51-392 0 0,-1 0 0 0 0,0 0 0 0 0,1 0 1 0 0,0 0-1 0 0,-1 0 0 0 0,1 0 1 0 0,0 0-1 0 0,-1 0 0 0 0,1 0 1 0 0,0 1-1 0 0,0-1 0 0 0,0 0 0 0 0,0 0 1 0 0,0 0-1 0 0,0 0 0 0 0,0 0 1 0 0,0 0-1 0 0,0 1 0 0 0,1-1 0 0 0,-1 0 1 0 0,1 0-1 0 0,-1 0 0 0 0,0 0 1 0 0,1 0-1 0 0,0 0 0 0 0,0 1 1 0 0,0-1-15 0 0,1 1 0 0 0,-1-1 1 0 0,1 0-1 0 0,0 0 1 0 0,-1 0-1 0 0,1 0 0 0 0,0 0 1 0 0,0 0-1 0 0,0 0 1 0 0,0 0-1 0 0,0-1 0 0 0,0 1 1 0 0,4 0-1 0 0,-3-1 4 0 0,1 1 0 0 0,0-1-1 0 0,0 0 1 0 0,0 0 0 0 0,0 0 0 0 0,-1 0 0 0 0,1-1-1 0 0,0 1 1 0 0,0-1 0 0 0,-1 0 0 0 0,1 0-1 0 0,0-1 1 0 0,-1 1 0 0 0,1-1 0 0 0,-1 1 0 0 0,6-5-1 0 0,-5 1-46 0 0,0 0 0 0 0,-1 0 0 0 0,1 0 0 0 0,-1-1 0 0 0,0 0 0 0 0,-1 1-1 0 0,1-1 1 0 0,-1 0 0 0 0,0 0 0 0 0,-1-1 0 0 0,0 1 0 0 0,1 0 0 0 0,-1-12 0 0 0,0 9-591 0 0,-1-1 0 0 0,-1 1 0 0 0,1-1 0 0 0,-1 1 0 0 0,-1-1 1 0 0,0 1-1 0 0,0 0 0 0 0,-6-15 0 0 0,1 10-1570 0 0,-1 3-1391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4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235 105 10930 0 0,'-21'-11'1798'0'0,"20"12"-1779"0"0,-1-1 1 0 0,1 1-1 0 0,0-1 0 0 0,0 1 1 0 0,0 0-1 0 0,0-1 0 0 0,0 1 1 0 0,0 0-1 0 0,0 0 0 0 0,0 0 1 0 0,0 0-1 0 0,0-1 0 0 0,1 1 1 0 0,-1 1-1 0 0,0-1 0 0 0,1 0 1 0 0,-1 0-1 0 0,0 0 0 0 0,1 0 1 0 0,-1 3-1 0 0,-1 0 18 0 0,-6 12 102 0 0,1-1 0 0 0,1 1 0 0 0,1 0 1 0 0,-6 31-1 0 0,-4 70 566 0 0,11-80-485 0 0,0 0 1 0 0,-16 54-1 0 0,11-59-70 0 0,-3 10 660 0 0,-34 77 1 0 0,46-119-802 0 0,0 0 0 0 0,0 1 1 0 0,0-1-1 0 0,0 0 0 0 0,0 0 1 0 0,-1 1-1 0 0,1-1 1 0 0,0 0-1 0 0,0 0 0 0 0,0 1 1 0 0,0-1-1 0 0,-1 0 0 0 0,1 0 1 0 0,0 1-1 0 0,0-1 1 0 0,0 0-1 0 0,-1 0 0 0 0,1 0 1 0 0,0 0-1 0 0,0 1 0 0 0,-1-1 1 0 0,1 0-1 0 0,0 0 1 0 0,-1 0-1 0 0,1 0 0 0 0,0 0 1 0 0,0 0-1 0 0,-1 0 0 0 0,1 0 1 0 0,0 0-1 0 0,-1 0 1 0 0,1 0-1 0 0,0 0 0 0 0,0 0 1 0 0,-1 0-1 0 0,1 0 0 0 0,0 0 1 0 0,-1 0-1 0 0,1 0 0 0 0,0 0 1 0 0,0 0-1 0 0,-1 0 1 0 0,1-1-1 0 0,0 1 0 0 0,0 0 1 0 0,-1 0-1 0 0,1 0 0 0 0,0 0 1 0 0,0-1-1 0 0,-1 1 1 0 0,1 0-1 0 0,0 0 0 0 0,0-1 1 0 0,0 1-1 0 0,0 0 0 0 0,-1 0 1 0 0,1-1-1 0 0,0 1 1 0 0,0 0-1 0 0,0 0 0 0 0,0-1 1 0 0,0 1-1 0 0,0-1 0 0 0,-9-20-80 0 0,8 19 104 0 0,-5-14-27 0 0,2 0 1 0 0,0 0-1 0 0,1-1 0 0 0,0 1 1 0 0,1-18-1 0 0,2-86 42 0 0,2 74-54 0 0,6-78-7 0 0,-6 110 17 0 0,1 0 0 0 0,0-1 0 0 0,1 2 0 0 0,1-1 0 0 0,0 1 0 0 0,12-22 0 0 0,-12 27 17 0 0,0-1 0 0 0,1 1 1 0 0,0 1-1 0 0,1-1 0 0 0,0 1 0 0 0,0 0 1 0 0,1 0-1 0 0,-1 1 0 0 0,1 0 0 0 0,1 0 1 0 0,-1 1-1 0 0,1 0 0 0 0,0 1 0 0 0,9-4 1 0 0,37-10 64 0 0,-40 14-58 0 0,-1 0-1 0 0,23-11 1 0 0,-32 12-25 0 0,1 1 0 0 0,0 0 1 0 0,-1 0-1 0 0,1 0 0 0 0,0 1 0 0 0,0 0 0 0 0,0 0 1 0 0,0 1-1 0 0,0-1 0 0 0,0 1 0 0 0,0 1 1 0 0,0-1-1 0 0,1 1 0 0 0,-2 0 0 0 0,1 0 1 0 0,0 1-1 0 0,0 0 0 0 0,10 4 0 0 0,-15-5 0 0 0,1 0-1 0 0,-1 0 0 0 0,1 0 1 0 0,-1 0-1 0 0,0 0 0 0 0,1 0 1 0 0,-1 1-1 0 0,0-1 0 0 0,0 0 1 0 0,0 1-1 0 0,0-1 0 0 0,0 1 1 0 0,0-1-1 0 0,0 3 1 0 0,12 29 67 0 0,-3-5-17 0 0,-6-21-36 0 0,-1-1 1 0 0,-1 1 0 0 0,0 0-1 0 0,0 0 1 0 0,0 0-1 0 0,0 0 1 0 0,-1 0-1 0 0,-1 0 1 0 0,1 0-1 0 0,-1 0 1 0 0,0 0-1 0 0,-1 1 1 0 0,1-1-1 0 0,-2 0 1 0 0,1 0-1 0 0,-1 0 1 0 0,0 0-1 0 0,0 0 1 0 0,-1-1-1 0 0,-4 10 1 0 0,-1 2 28 0 0,7-15-38 0 0,0 0 0 0 0,-1 0-1 0 0,1 0 1 0 0,-1 0 0 0 0,1-1 0 0 0,-1 1-1 0 0,0 0 1 0 0,0-1 0 0 0,0 0 0 0 0,0 1-1 0 0,-1-1 1 0 0,-2 3 0 0 0,-8 2 1 0 0,0 1 1 0 0,-1-2-1 0 0,0 0 1 0 0,0 0-1 0 0,0-2 1 0 0,-1 1 0 0 0,1-2-1 0 0,-27 3 1 0 0,7 0 20 0 0,26-4-25 0 0,1 0 1 0 0,0 1-1 0 0,0 0 0 0 0,-8 4 1 0 0,10-4-6 0 0,0-1 0 0 0,0 0 0 0 0,-1 1 0 0 0,1-2 0 0 0,-1 1 0 0 0,1-1 1 0 0,-1 0-1 0 0,-11 1 0 0 0,17-1 1 0 0,0-1 0 0 0,0 0 0 0 0,1 1 0 0 0,-1-1 0 0 0,0 0 0 0 0,0 1 0 0 0,0-1 0 0 0,0 0 0 0 0,0 0 0 0 0,0 1 0 0 0,1-1 0 0 0,-1 0 0 0 0,0 1 0 0 0,0-1 0 0 0,0 0 0 0 0,1 0 0 0 0,-1 0 0 0 0,0 1 0 0 0,0-1 0 0 0,1 0 1 0 0,-1 0-1 0 0,0 0 0 0 0,1 0 0 0 0,-1 1 0 0 0,0-1 0 0 0,1 0 0 0 0,-1 0 0 0 0,0 0 0 0 0,0 0 0 0 0,1 0 0 0 0,-1 0 0 0 0,0 0 0 0 0,1 0 0 0 0,-1 0 0 0 0,1 0 0 0 0,5 2-1 0 0,0-1 0 0 0,-1 2 0 0 0,1-1 0 0 0,0 0 0 0 0,-1 1-1 0 0,7 5 1 0 0,12 5-28 0 0,-15-9 49 0 0,34 17 22 0 0,0-3 0 0 0,1-1-1 0 0,73 18 1 0 0,-52-18-361 0 0,-25-1-5900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4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67 226 11426 0 0,'-1'-2'130'0'0,"-1"0"0"0"0,0 0 1 0 0,1-1-1 0 0,-1 1 0 0 0,1-1 0 0 0,0 1 0 0 0,0-1 0 0 0,0 0 0 0 0,-1-3 0 0 0,2 3 25 0 0,-1 0 0 0 0,0 1 0 0 0,0-1 0 0 0,0 1 0 0 0,0-1 0 0 0,0 1 0 0 0,-1 0 0 0 0,1-1 1 0 0,-3-2-1 0 0,4 5 35 0 0,-1 1-121 0 0,1 1-1 0 0,0-1 0 0 0,-1 1 1 0 0,1-1-1 0 0,0 0 0 0 0,0 1 1 0 0,0-1-1 0 0,0 1 0 0 0,0-1 1 0 0,0 0-1 0 0,0 1 0 0 0,0-1 1 0 0,1 3-1 0 0,0 3 17 0 0,12 122 507 0 0,0 24-98 0 0,-13-141-423 0 0,1 19 54 0 0,-1-30-106 0 0,0 0 0 0 0,0 0 0 0 0,0 0 0 0 0,0 0 0 0 0,0 0-1 0 0,0 1 1 0 0,-1-1 0 0 0,1 0 0 0 0,0 0 0 0 0,-1 0 0 0 0,1 0 0 0 0,-1 0 0 0 0,1 0 0 0 0,-1 0 0 0 0,0 0-1 0 0,1-1 1 0 0,-1 1 0 0 0,0 0 0 0 0,0 0 0 0 0,0 1 0 0 0,0-2-20 0 0,0-1-1 0 0,1 1 1 0 0,-1 0 0 0 0,0 0-1 0 0,0 0 1 0 0,1 0-1 0 0,-1 0 1 0 0,0-1 0 0 0,1 1-1 0 0,-1 0 1 0 0,0-1 0 0 0,1 1-1 0 0,-1 0 1 0 0,1-1 0 0 0,-1 1-1 0 0,1-1 1 0 0,-1 1 0 0 0,0-1-1 0 0,1 1 1 0 0,0-1-1 0 0,-1 1 1 0 0,1-1 0 0 0,-1 1-1 0 0,1-1 1 0 0,0 0 0 0 0,-1 1-1 0 0,1-2 1 0 0,-12-20-1 0 0,11 20-5 0 0,-4-11 2 0 0,-1-1 0 0 0,2 0 0 0 0,0 0 0 0 0,1 0 0 0 0,0-1 1 0 0,1 1-1 0 0,1-1 0 0 0,0-28 0 0 0,3 9-24 0 0,2 1-1 0 0,12-58 1 0 0,-13 80 94 0 0,0-1 1 0 0,1 1-1 0 0,0-1 0 0 0,0 1 0 0 0,2 0 0 0 0,-1 1 0 0 0,13-18 0 0 0,-14 23-24 0 0,0 0-1 0 0,0 0 1 0 0,1 1-1 0 0,0 0 1 0 0,0 0-1 0 0,0 0 0 0 0,0 0 1 0 0,1 1-1 0 0,-1 0 1 0 0,1 0-1 0 0,0 0 1 0 0,0 1-1 0 0,0 0 1 0 0,0 0-1 0 0,11-2 1 0 0,-9 2-15 0 0,0 0 1 0 0,-1 0-1 0 0,15-7 0 0 0,-15 6-13 0 0,-1 0 0 0 0,0 1 0 0 0,0-1-1 0 0,1 2 1 0 0,0-1 0 0 0,12-1-1 0 0,-13 3 1 0 0,0 0 1 0 0,-1 0-1 0 0,1 0 0 0 0,9 3 0 0 0,-14-3-7 0 0,1 0-1 0 0,-1 0 1 0 0,0 1-1 0 0,0-1 1 0 0,0 0-1 0 0,0 1 1 0 0,0-1-1 0 0,0 1 1 0 0,0 0-1 0 0,0-1 1 0 0,0 1-1 0 0,0 0 1 0 0,0 0-1 0 0,0 0 1 0 0,0-1-1 0 0,0 1 1 0 0,-1 0-1 0 0,1 0 1 0 0,0 0-1 0 0,-1 0 1 0 0,1 0-1 0 0,0 0 1 0 0,-1 1-1 0 0,0-1 1 0 0,1 0-1 0 0,0 2 1 0 0,8 23 81 0 0,-8-24-306 0 0,0 1 1 0 0,0 0-1 0 0,0 0 0 0 0,0-1 1 0 0,0 1-1 0 0,0 0 1 0 0,-1 0-1 0 0,1 5 1 0 0,-3 14-4902 0 0,-2-12 2774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4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12435 0 0,'0'0'430'0'0,"0"0"-336"0"0,0 0-1 0 0,0 0 0 0 0,0-1 1 0 0,0 1-1 0 0,0 0 1 0 0,0 0-1 0 0,0 0 0 0 0,0 0 1 0 0,0-1-1 0 0,0 1 0 0 0,0 0 1 0 0,0 0-1 0 0,0 0 0 0 0,0 0 1 0 0,0 0-1 0 0,0-1 0 0 0,0 1 1 0 0,0 0-1 0 0,0 0 0 0 0,0 0 1 0 0,0 0-1 0 0,0 0 1 0 0,0-1-1 0 0,1 1 0 0 0,-1 0 1 0 0,0 0-1 0 0,0 0 0 0 0,0 0 1 0 0,0 0-1 0 0,0 0 0 0 0,0 0 1 0 0,1-1-1 0 0,-1 1 0 0 0,0 0 1 0 0,0 0-1 0 0,0 0 0 0 0,0 0 1 0 0,1 0-1 0 0,30-10 398 0 0,2 2 1 0 0,47-6-1 0 0,-34 6-379 0 0,-21 5-137 0 0,45-2 0 0 0,-28 5-5334 0 0,-32 0 2614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7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663 220 1192 0 0,'-2'-61'1924'0'0,"0"33"1727"0"0,4-58 0 0 0,6 60-1695 0 0,-8 25-1865 0 0,0 0 0 0 0,1 0 0 0 0,-1 0 1 0 0,1 0-1 0 0,-1 0 0 0 0,1 0 0 0 0,-1 0 0 0 0,1 0 0 0 0,-1 0 0 0 0,1 0 1 0 0,0 0-1 0 0,0 0 0 0 0,-1 1 0 0 0,1-1 0 0 0,0 0 0 0 0,0 0 0 0 0,0 1 1 0 0,0-1-1 0 0,0 1 0 0 0,0-1 0 0 0,1 0 0 0 0,-1 2-66 0 0,-1-1 1 0 0,1 0-1 0 0,0 1 0 0 0,-1-1 1 0 0,1 1-1 0 0,-1-1 0 0 0,1 1 1 0 0,-1 0-1 0 0,0-1 0 0 0,1 1 1 0 0,-1-1-1 0 0,1 1 0 0 0,-1 0 1 0 0,0-1-1 0 0,0 1 0 0 0,1 0 1 0 0,-1 0-1 0 0,0-1 0 0 0,0 1 1 0 0,0 0-1 0 0,0-1 0 0 0,0 1 1 0 0,0 0-1 0 0,0 0 0 0 0,0-1 1 0 0,0 2-1 0 0,0 0 13 0 0,4 89 300 0 0,-3 1 1 0 0,-16 120-1 0 0,12-183-317 0 0,-28 185 271 0 0,17-140 69 0 0,3 0 1 0 0,0 81-1 0 0,11 13 1105 0 0,-4-123-1210 0 0,1-41-2571 0 0,-1 0 379 0 0,13-2 2130 0 0,-34-2 123 0 0,0 1 0 0 0,-1 2 0 0 0,1 0 0 0 0,1 1 0 0 0,-1 2 1 0 0,1 1-1 0 0,0 0 0 0 0,-44 22 0 0 0,26-13-161 0 0,33-13-104 0 0,0 0-1 0 0,1 1 1 0 0,-17 9 0 0 0,18-8-10 0 0,-28 18 215 0 0,-53 44 0 0 0,79-59-243 0 0,1 0 1 0 0,0 0-1 0 0,1 0 0 0 0,0 1 1 0 0,0 1-1 0 0,0-1 0 0 0,1 1 1 0 0,1 0-1 0 0,0 0 0 0 0,0 1 0 0 0,-3 12 1 0 0,-9 26-29 0 0,13-40 12 0 0,0 1 0 0 0,0 1 0 0 0,1-1-1 0 0,1 0 1 0 0,0 1 0 0 0,-2 19-1 0 0,6-8 28 0 0,0 1 0 0 0,1-1-1 0 0,1 0 1 0 0,1 0 0 0 0,2 0-1 0 0,0-1 1 0 0,1 1 0 0 0,1-2-1 0 0,0 1 1 0 0,2-1 0 0 0,20 29-1 0 0,-25-41-11 0 0,0 1 0 0 0,0-1 0 0 0,1 0-1 0 0,-1 0 1 0 0,2-1 0 0 0,-1 0 0 0 0,1 0-1 0 0,0-1 1 0 0,1 0 0 0 0,16 9 0 0 0,1-3 17 0 0,0-1 0 0 0,1-2 0 0 0,0 0 1 0 0,0-2-1 0 0,1-1 0 0 0,33 3 1 0 0,-49-7-5 0 0,0 1 0 0 0,0 0 0 0 0,23 10 0 0 0,-24-9-25 0 0,1 0 1 0 0,-1 0-1 0 0,1-1 0 0 0,21 3 0 0 0,0-4 42 0 0,0-1 0 0 0,0-2 0 0 0,40-6 0 0 0,-55 5-23 0 0,1-2 1 0 0,-1 0-1 0 0,0-1 1 0 0,0-1 0 0 0,-1-1-1 0 0,0-1 1 0 0,19-10-1 0 0,-32 15-10 0 0,0 0 0 0 0,0 0 0 0 0,0-1 0 0 0,0 1 0 0 0,-1-1 0 0 0,0 1 1 0 0,0-1-1 0 0,0 0 0 0 0,0 0 0 0 0,-1-1 0 0 0,1 1 0 0 0,-1-1 0 0 0,2-5 0 0 0,-3 7-7 0 0,10-20 23 0 0,-1-1-1 0 0,-1-1 0 0 0,-2 0 0 0 0,0 0 0 0 0,-2 0 0 0 0,4-45 0 0 0,-8 62-14 0 0,1 1 0 0 0,-1-1-1 0 0,1 1 1 0 0,1 0-1 0 0,-1 0 1 0 0,5-8 0 0 0,-4 7-3 0 0,1-1 1 0 0,-1 1 0 0 0,-1 0-1 0 0,3-13 1 0 0,-3 4 3 0 0,-1 0 1 0 0,-1 0-1 0 0,-1 0 1 0 0,0 0 0 0 0,-2 0-1 0 0,1 0 1 0 0,-2 1-1 0 0,0-1 1 0 0,-1 1-1 0 0,-1 0 1 0 0,-15-30-1 0 0,9 22 3 0 0,10 19-14 0 0,-1-1 1 0 0,0 0-1 0 0,0 1 0 0 0,0-1 1 0 0,-1 1-1 0 0,1 0 0 0 0,-2 0 1 0 0,1 0-1 0 0,-8-7 0 0 0,-6 0-1 0 0,0 1-1 0 0,0 1 0 0 0,-1 1 0 0 0,0 1 0 0 0,0 0 0 0 0,-1 1 0 0 0,0 1 0 0 0,-33-5 0 0 0,-13-7-26 0 0,53 14 4 0 0,-1 0 0 0 0,0 0 0 0 0,0 1 0 0 0,-27-2 0 0 0,28 5-168 0 0,0 1 1 0 0,0 0-1 0 0,0 1 1 0 0,0 1-1 0 0,0 0 0 0 0,0 0 1 0 0,1 1-1 0 0,-21 10 1 0 0,12-5-368 0 0,17-8 353 0 0,0 1 1 0 0,-1 0-1 0 0,1 0 0 0 0,0 0 1 0 0,0 1-1 0 0,0-1 0 0 0,0 1 1 0 0,1 0-1 0 0,-7 5 0 0 0,5-1-374 0 0,-1 0 0 0 0,1 0 0 0 0,1 0 0 0 0,-1 1 0 0 0,1 0-1 0 0,1 0 1 0 0,-4 9 0 0 0,1 7-1984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7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71 8506 0 0,'-8'-19'3521'0'0,"7"17"-3453"0"0,-7-25 2287 0 0,8 27-2251 0 0,0-1-1 0 0,-1 0 1 0 0,1 0-1 0 0,0 0 1 0 0,0 0-1 0 0,0 0 1 0 0,0 0 0 0 0,0 0-1 0 0,0 0 1 0 0,0 1-1 0 0,0-1 1 0 0,0 0-1 0 0,0 0 1 0 0,1 0-1 0 0,-1 0 1 0 0,0 0-1 0 0,0 0 1 0 0,1 1 0 0 0,-1-1-1 0 0,1 0 1 0 0,-1 0-1 0 0,1 0 1 0 0,-1 1-1 0 0,1-1 1 0 0,1-1-1 0 0,-2 2-74 0 0,1 1-1 0 0,0-1 0 0 0,0 1 0 0 0,-1-1 0 0 0,1 0 0 0 0,0 1 1 0 0,-1-1-1 0 0,1 1 0 0 0,0 0 0 0 0,-1-1 0 0 0,1 1 1 0 0,-1-1-1 0 0,1 1 0 0 0,-1 0 0 0 0,1 0 0 0 0,-1-1 0 0 0,0 1 1 0 0,1 0-1 0 0,-1 0 0 0 0,0-1 0 0 0,0 1 0 0 0,1 0 1 0 0,-1 0-1 0 0,0 1 0 0 0,1 0 3 0 0,4 14 38 0 0,-1 1 0 0 0,0-1 0 0 0,-1 1 0 0 0,2 30 0 0 0,-6 74-9 0 0,0-53-453 0 0,-1-59-1044 0 0,-3-1-3452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7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12139 0 0,'0'0'76'0'0,"3"-11"1271"0"0,-1 13-1221 0 0,0 1 0 0 0,0-1 0 0 0,0 1 1 0 0,0 0-1 0 0,-1-1 0 0 0,0 1 1 0 0,1 0-1 0 0,-1 0 0 0 0,0 0 1 0 0,0 0-1 0 0,-1 0 0 0 0,1 0 0 0 0,-1 0 1 0 0,1 4-1 0 0,1 5 196 0 0,3 8-54 0 0,-5-14-132 0 0,1 1 0 0 0,1-1 0 0 0,-1 0 0 0 0,1 0 1 0 0,0 1-1 0 0,1-1 0 0 0,0 0 0 0 0,-1-1 1 0 0,8 11-1 0 0,-3-11 116 0 0,-1-1 1 0 0,1 0-1 0 0,0-1 1 0 0,12 5 0 0 0,-13-6-189 0 0,-1-1 0 0 0,1 1 1 0 0,0-2-1 0 0,0 1 0 0 0,0 0 1 0 0,1-1-1 0 0,-1 0 0 0 0,0-1 1 0 0,0 0-1 0 0,0 1 0 0 0,0-2 1 0 0,-1 1-1 0 0,1-1 0 0 0,7-3 1 0 0,11-4 34 0 0,44-26 0 0 0,-59 30-82 0 0,-2 1-1 0 0,1 0-1 0 0,-1-1 1 0 0,0 0-1 0 0,0 0 1 0 0,0 0 0 0 0,-1-1-1 0 0,7-8 1 0 0,6-15-5716 0 0,-16 24 2364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8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87 173 5849 0 0,'0'-13'796'0'0,"-3"-103"2821"0"0,3 92-1430 0 0,0 23-2046 0 0,0 0-1 0 0,-1 0 1 0 0,1 0-1 0 0,0 0 0 0 0,1 0 1 0 0,-1 0-1 0 0,0 0 1 0 0,0 0-1 0 0,0 0 1 0 0,1 0-1 0 0,-1 0 0 0 0,0 0 1 0 0,1 0-1 0 0,-1 0 1 0 0,1 0-1 0 0,-1 1 1 0 0,1-1-1 0 0,-1 0 1 0 0,2-1-1 0 0,-2 11 737 0 0,2 28-648 0 0,-2 0 0 0 0,-6 44-1 0 0,-17 77 26 0 0,8-66-21 0 0,-27 274 426 0 0,37-265-224 0 0,12 166 0 0 0,-3-239-271 0 0,13 49-1 0 0,0-2 76 0 0,-16-54-1187 0 0,-1-12-4614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8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10978 0 0,'32'-2'3792'0'0,"94"-13"-2325"0"0,-62 2-1164 0 0,1 3-1 0 0,97-4 1 0 0,-10 21 561 0 0,-152-7-873 0 0,-13 0-2946 0 0,-35 0-2103 0 0,30 0 2401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9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16748 0 0,'14'-9'471'0'0,"19"-8"-1406"0"0,-25 13 734 0 0,11 9-188 0 0,-9-1-323 0 0,16-2-1475 0 0,-12-4-158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194 283 688 0 0,'0'0'940'0'0,"-6"-13"4810"0"0,6 12-5546 0 0,0-1 1 0 0,0 1-1 0 0,0 0 1 0 0,-1 0 0 0 0,1 0-1 0 0,0-1 1 0 0,-1 1-1 0 0,1 0 1 0 0,-1 0-1 0 0,1 0 1 0 0,-1 0 0 0 0,1 0-1 0 0,-1 0 1 0 0,0 0-1 0 0,0 0 1 0 0,1 0 0 0 0,-1 0-1 0 0,0 0 1 0 0,0 1-1 0 0,-1-2 1 0 0,-1 0-43 0 0,0 1 1 0 0,0-1-1 0 0,0 0 0 0 0,0 1 1 0 0,0 0-1 0 0,0 0 1 0 0,-4-1-1 0 0,-5 0 107 0 0,1 0 0 0 0,-1 1 1 0 0,-13 0-1 0 0,-23 4 929 0 0,8-2 188 0 0,74-8-819 0 0,57-7-381 0 0,279-37 281 0 0,-280 47-464 0 0,0 4 0 0 0,93 12-1 0 0,-49-2 42 0 0,205-2 102 0 0,-258-12-98 0 0,1-3 0 0 0,90-20 0 0 0,-80 1 905 0 0,-88 23-916 0 0,-1 0 0 0 0,0 0 0 0 0,0-1 0 0 0,0 0 0 0 0,0 1 0 0 0,-1-1 0 0 0,1 0 0 0 0,-1 0 0 0 0,0 0 0 0 0,2-6-1 0 0,-1 4-55 0 0,1-2 4 0 0,-3 5 17 0 0,0 0 0 0 0,0 0 1 0 0,1 0-1 0 0,-1 0 0 0 0,1 1 1 0 0,0-1-1 0 0,0 1 0 0 0,0-1 1 0 0,0 1-1 0 0,0 0 0 0 0,0-1 1 0 0,1 1-1 0 0,3-2 1 0 0,27-20 38 0 0,-54 67-41 0 0,-22 30 39 0 0,28-45-49 0 0,14-27 23 0 0,0 0 0 0 0,1 1-1 0 0,-1-1 1 0 0,1 0 0 0 0,-1 0-1 0 0,1 0 1 0 0,-1 1 0 0 0,1-1-1 0 0,0 0 1 0 0,-1 0 0 0 0,1 1-1 0 0,0-1 1 0 0,0 0 0 0 0,0 1-1 0 0,0-1 1 0 0,0 0 0 0 0,0 0-1 0 0,0 1 1 0 0,1-1 0 0 0,-1 0-1 0 0,0 1 1 0 0,1-1 0 0 0,-1 0-1 0 0,1 0 1 0 0,0 2 0 0 0,1-1-4 0 0,-1-1 0 0 0,1 1 0 0 0,0-1 0 0 0,0 1-1 0 0,0-1 1 0 0,0 1 0 0 0,0-1 0 0 0,0 0 0 0 0,0 0 0 0 0,0 0 0 0 0,0 0 0 0 0,5 0 0 0 0,4 2 26 0 0,1-1 1 0 0,-1-1 0 0 0,0 0 0 0 0,19-1-1 0 0,-23 0-4 0 0,0-1 0 0 0,0 0 0 0 0,0 0 0 0 0,0-1 1 0 0,0 0-1 0 0,0 0 0 0 0,0 0 0 0 0,-1-1 0 0 0,1 0 0 0 0,9-7 0 0 0,-14 8-23 0 0,0 0 0 0 0,-1 0 1 0 0,0 0-1 0 0,1 0 0 0 0,-1 0 0 0 0,0 0 1 0 0,0-1-1 0 0,0 1 0 0 0,0 0 0 0 0,0-4 1 0 0,5-10-2 0 0,-3 13 0 0 0,-1 0-1 0 0,-1 0 0 0 0,1-1 1 0 0,0 1-1 0 0,-1-1 1 0 0,0 1-1 0 0,0-1 0 0 0,0 0 1 0 0,0 1-1 0 0,-1-1 0 0 0,1 0 1 0 0,-1 0-1 0 0,0 0 0 0 0,0 1 1 0 0,0-1-1 0 0,-1 0 0 0 0,1 0 1 0 0,-1 1-1 0 0,0-1 0 0 0,-1-3 1 0 0,0 5-8 0 0,-1 0-1 0 0,1 1 1 0 0,0-1 0 0 0,0 1 0 0 0,-1 0-1 0 0,1-1 1 0 0,-1 1 0 0 0,-3-1 0 0 0,-6-3-3 0 0,6 2 4 0 0,0 0 0 0 0,0 1 0 0 0,-1-1 0 0 0,1 2 0 0 0,0-1 0 0 0,-1 1 0 0 0,1-1 1 0 0,-1 2-1 0 0,1-1 0 0 0,-1 1 0 0 0,0 0 0 0 0,1 0 0 0 0,-1 1 0 0 0,1 0 0 0 0,-1 0 0 0 0,1 1 0 0 0,0-1 0 0 0,-1 1 0 0 0,1 1 0 0 0,0-1 0 0 0,0 1 0 0 0,0 0 0 0 0,-6 5 0 0 0,7-3 8 0 0,1 0-1 0 0,0 1 0 0 0,1-1 0 0 0,-1 1 0 0 0,1 0 0 0 0,0 0 0 0 0,1 0 0 0 0,-1 0 0 0 0,-1 9 0 0 0,3-14 2 0 0,1 1 0 0 0,-1-1 0 0 0,1 1 0 0 0,0-1 0 0 0,0 1 0 0 0,-1-1 0 0 0,1 1 0 0 0,0-1 0 0 0,1 0 0 0 0,-1 1 0 0 0,0-1-1 0 0,0 1 1 0 0,0-1 0 0 0,1 1 0 0 0,-1-1 0 0 0,1 0 0 0 0,-1 1 0 0 0,1-1 0 0 0,0 0 0 0 0,-1 1 0 0 0,1-1 0 0 0,0 0 0 0 0,0 0 0 0 0,0 0 0 0 0,0 0 0 0 0,0 0 0 0 0,0 0 0 0 0,0 0-1 0 0,0 0 1 0 0,1 0 0 0 0,0 1 0 0 0,2 0 19 0 0,0-1-1 0 0,0 1 0 0 0,0-1 0 0 0,0 1 1 0 0,0-1-1 0 0,0 0 0 0 0,1-1 0 0 0,-1 1 1 0 0,8-1-1 0 0,-12 0-18 0 0,1 0 1 0 0,0 0 0 0 0,-1 0-1 0 0,1 0 1 0 0,-1-1-1 0 0,1 1 1 0 0,-1 0 0 0 0,1 0-1 0 0,-1-1 1 0 0,1 1-1 0 0,-1 0 1 0 0,1-1-1 0 0,-1 1 1 0 0,1 0 0 0 0,-1-1-1 0 0,1 1 1 0 0,-1-1-1 0 0,0 1 1 0 0,1-1 0 0 0,-1 1-11 0 0,0-1 1 0 0,0 1-1 0 0,0 0 1 0 0,0 0-1 0 0,0 0 1 0 0,0-1-1 0 0,0 1 1 0 0,0 0-1 0 0,0 0 1 0 0,0-1-1 0 0,0 1 1 0 0,0 0 0 0 0,0 0-1 0 0,0-1 1 0 0,0 1-1 0 0,0 0 1 0 0,0 0-1 0 0,0 0 1 0 0,0-1-1 0 0,0 1 1 0 0,0 0-1 0 0,-1 0 1 0 0,1 0-1 0 0,0-1 1 0 0,0 1 0 0 0,0 0-1 0 0,0 0 1 0 0,-1 0-1 0 0,1 0 1 0 0,0-1-1 0 0,0 1 1 0 0,0 0-1 0 0,-1 0 1 0 0,1 0-1 0 0,0 0 1 0 0,0 0-1 0 0,0 0 1 0 0,-1 0 0 0 0,1 0-1 0 0,0 0 1 0 0,0 0-1 0 0,-1 0 1 0 0,1-1-1 0 0,0 1 1 0 0,0 0-1 0 0,0 1 1 0 0,-1-1-1 0 0,1 0 1 0 0,0 0 0 0 0,0 0-1 0 0,-1 0 1 0 0,1 0-1 0 0,0 0 1 0 0,0 0-1 0 0,0 0 1 0 0,-1 0-1 0 0,-34 5-74 0 0,34-5 75 0 0,0 0 0 0 0,0 0-1 0 0,0 0 1 0 0,0 1-1 0 0,0-1 1 0 0,1 0-1 0 0,-1 1 1 0 0,0-1 0 0 0,0 0-1 0 0,0 1 1 0 0,1-1-1 0 0,-1 1 1 0 0,0-1-1 0 0,1 1 1 0 0,-1-1 0 0 0,0 1-1 0 0,1 0 1 0 0,-1-1-1 0 0,1 1 1 0 0,-1 0-1 0 0,1 0 1 0 0,-1-1 0 0 0,1 1-1 0 0,-1 0 1 0 0,1 0-1 0 0,0 0 1 0 0,-1-1-1 0 0,1 1 1 0 0,0 0 0 0 0,0 0-1 0 0,0 0 1 0 0,0 0-1 0 0,0 0 1 0 0,0-1-1 0 0,0 1 1 0 0,0 0 0 0 0,0 0-1 0 0,0 0 1 0 0,1 1-1 0 0,0-1 16 0 0,0 0 1 0 0,0 0-1 0 0,1 0 0 0 0,-1 0 0 0 0,1 0 0 0 0,-1 0 0 0 0,0-1 1 0 0,1 1-1 0 0,0 0 0 0 0,-1-1 0 0 0,1 1 0 0 0,-1-1 0 0 0,1 0 1 0 0,0 1-1 0 0,-1-1 0 0 0,1 0 0 0 0,0 0 0 0 0,-1 0 1 0 0,3 0-1 0 0,7-4-5539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8 278 9434 0 0,'-8'-112'2232'0'0,"10"82"-588"0"0,9-54 0 0 0,-11 82-1543 0 0,1-15 1707 0 0,-1 13-1335 0 0,-1 14-107 0 0,0 33-202 0 0,2 1 0 0 0,2-1 0 0 0,13 65-1 0 0,4 42-31 0 0,-16-73-60 0 0,13 120 291 0 0,-17-197-363 0 0,9 37 305 0 0,0-22 39 0 0,-8-14-329 0 0,-1-1 0 0 0,0 0 0 0 0,1 0 0 0 0,-1 1 0 0 0,1-1 1 0 0,-1 0-1 0 0,1 0 0 0 0,-1 0 0 0 0,1 1 0 0 0,-1-1 0 0 0,0 0 0 0 0,1 0 0 0 0,-1 0 0 0 0,1 0 0 0 0,-1 0 1 0 0,1 0-1 0 0,-1 0 0 0 0,1 0 0 0 0,-1 0 0 0 0,1 0 0 0 0,-1 0 0 0 0,1 0 0 0 0,-1-1 0 0 0,1 1 1 0 0,-1 0-1 0 0,1 0 0 0 0,-1 0 0 0 0,1-1 0 0 0,2-1-4 0 0,-1-1 1 0 0,0 1-1 0 0,0-1 0 0 0,0 0 1 0 0,0 1-1 0 0,-1-1 0 0 0,1 0 1 0 0,-1 0-1 0 0,1 0 1 0 0,-1 0-1 0 0,1-4 0 0 0,2-4 20 0 0,120-322 137 0 0,-90 236-136 0 0,33-71 50 0 0,-55 143-45 0 0,-4 8-2 0 0,1 1-1 0 0,16-25 0 0 0,-17 32-416 0 0,-4 11-2523 0 0,-3 18-3869 0 0,-1-10 6096 0 0,0 12-4230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3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92 10042 0 0,'0'-3'371'0'0,"-2"-1"0"0"0,1 1 1 0 0,0 0-1 0 0,-1-1 0 0 0,1 1 0 0 0,-4-4 0 0 0,-2-7 424 0 0,6 10-575 0 0,-1-1 127 0 0,0 1 1 0 0,0-1-1 0 0,0 1 0 0 0,0-1 0 0 0,-1 1 1 0 0,0 0-1 0 0,-3-5 0 0 0,5 9-330 0 0,0-1 0 0 0,0 0 0 0 0,0 0 0 0 0,0 1 0 0 0,0-1-1 0 0,-1 1 1 0 0,1-1 0 0 0,0 1 0 0 0,0-1 0 0 0,0 1 0 0 0,-1 0-1 0 0,1 0 1 0 0,0-1 0 0 0,0 1 0 0 0,0 0 0 0 0,-1 0 0 0 0,1 0-1 0 0,0 0 1 0 0,0 1 0 0 0,-1-1 0 0 0,1 0 0 0 0,0 0 0 0 0,0 1 0 0 0,0-1-1 0 0,-1 1 1 0 0,1-1 0 0 0,0 1 0 0 0,0-1 0 0 0,0 1 0 0 0,0 0-1 0 0,0 0 1 0 0,0-1 0 0 0,0 1 0 0 0,0 0 0 0 0,0 1 0 0 0,-3 1-14 0 0,1 0 1 0 0,0 1-1 0 0,0-1 1 0 0,0 1-1 0 0,1 0 1 0 0,-1 0-1 0 0,1 0 1 0 0,-3 8 0 0 0,-13 40 31 0 0,11-30-29 0 0,-6 29 10 0 0,10-40-5 0 0,1 1 0 0 0,-1-1-1 0 0,-1 0 1 0 0,-8 17-1 0 0,10-23 46 0 0,-1 0 0 0 0,1 0-1 0 0,0 1 1 0 0,0-1 0 0 0,0 0-1 0 0,1 1 1 0 0,0-1 0 0 0,0 1-1 0 0,0 0 1 0 0,1-1 0 0 0,0 1-1 0 0,0 0 1 0 0,0-1 0 0 0,1 1-1 0 0,0-1 1 0 0,0 1 0 0 0,0-1-1 0 0,1 1 1 0 0,0-1 0 0 0,0 1-1 0 0,0-1 1 0 0,4 6 0 0 0,-2-8 20 0 0,1 1 1 0 0,-1-1 0 0 0,1 0 0 0 0,0 0-1 0 0,-1 0 1 0 0,2-1 0 0 0,-1 0 0 0 0,10 3-1 0 0,-7-3-18 0 0,-1-2 0 0 0,0 1 0 0 0,0-1 0 0 0,0 0 0 0 0,1 0 0 0 0,-1-1 0 0 0,0 0 0 0 0,0 0 0 0 0,0-1 0 0 0,0 0 0 0 0,0 0 0 0 0,0-1 0 0 0,0 1-1 0 0,8-6 1 0 0,13-4 126 0 0,-22 10-141 0 0,0-1 1 0 0,1 0-1 0 0,-1-1 1 0 0,0 1-1 0 0,0-1 1 0 0,-1-1-1 0 0,1 1 1 0 0,-1-1-1 0 0,0 0 1 0 0,0 0-1 0 0,5-7 1 0 0,-3 1 25 0 0,0 0 1 0 0,0-1 0 0 0,-1 1 0 0 0,-1-1-1 0 0,5-15 1 0 0,-5 14-7 0 0,-3 9-52 0 0,0-1 1 0 0,-1 1-1 0 0,1-1 1 0 0,-1 1-1 0 0,1-1 1 0 0,-1 1-1 0 0,-1-1 1 0 0,1 0-1 0 0,-1 0 1 0 0,0 1-1 0 0,0-1 1 0 0,0 0-1 0 0,0 1 1 0 0,-1-1-1 0 0,0 0 1 0 0,0 1-1 0 0,0-1 1 0 0,-3-5-1 0 0,0 4-31 0 0,1-1 0 0 0,-1 2 0 0 0,-1-1 0 0 0,1 0 0 0 0,-1 1 0 0 0,0 0 0 0 0,0 0 0 0 0,-1 0-1 0 0,1 1 1 0 0,-1 0 0 0 0,0 0 0 0 0,0 0 0 0 0,-1 1 0 0 0,-9-4 0 0 0,0 1-534 0 0,0 0 1 0 0,0 1-1 0 0,0 1 0 0 0,-1 1 1 0 0,-19-2-1 0 0,-1-1-1789 0 0,1-11-1652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5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105 121 376 0 0,'0'0'424'0'0,"15"-4"4239"0"0,-6 1-4266 0 0,4-2 256 0 0,-1 1 0 0 0,0-2 0 0 0,0 0 0 0 0,0 0-1 0 0,-1-1 1 0 0,17-13 0 0 0,-10-6 632 0 0,-17 24-1194 0 0,0 1 0 0 0,0-1 1 0 0,0 1-1 0 0,0-1 0 0 0,0 1 1 0 0,-1-1-1 0 0,1 0 0 0 0,0 1 1 0 0,-1-1-1 0 0,0 0 0 0 0,1 0 1 0 0,-1 0-1 0 0,0 1 0 0 0,0-1 1 0 0,0-2-1 0 0,-1 3-63 0 0,1 1 0 0 0,-1-1-1 0 0,0 1 1 0 0,1 0 0 0 0,-1-1 0 0 0,0 1-1 0 0,0-1 1 0 0,0 1 0 0 0,1 0 0 0 0,-1 0-1 0 0,0-1 1 0 0,0 1 0 0 0,0 0-1 0 0,0 0 1 0 0,1 0 0 0 0,-1 0 0 0 0,0 0-1 0 0,0 0 1 0 0,0 0 0 0 0,0 0 0 0 0,1 1-1 0 0,-1-1 1 0 0,-1 1 0 0 0,-22 6 112 0 0,22-6-129 0 0,-8 3 45 0 0,1 1-1 0 0,0 0 1 0 0,-11 9-1 0 0,17-11-45 0 0,0 0-1 0 0,0 0 1 0 0,0 1-1 0 0,1-1 0 0 0,-1 0 1 0 0,1 1-1 0 0,-1 0 1 0 0,1 0-1 0 0,0 0 1 0 0,-2 8-1 0 0,-8 20 26 0 0,3-7-19 0 0,1-1 0 0 0,0 1 0 0 0,2 1 0 0 0,1 0 0 0 0,-2 26 0 0 0,6-42 3 0 0,0 0 1 0 0,-1-1 0 0 0,-1 1-1 0 0,-6 17 1 0 0,6-18-3 0 0,0 0 1 0 0,0 1-1 0 0,1 0 1 0 0,-2 16-1 0 0,3-17 36 0 0,1 1-1 0 0,0-1 1 0 0,0 0 0 0 0,1 1-1 0 0,1-1 1 0 0,-1 0 0 0 0,2 0-1 0 0,-1 0 1 0 0,1 0-1 0 0,0 0 1 0 0,1-1 0 0 0,0 1-1 0 0,1-1 1 0 0,5 9 0 0 0,-6-14-14 0 0,-1-1 0 0 0,1 1 0 0 0,0-1 0 0 0,0 1 1 0 0,0-1-1 0 0,1 0 0 0 0,-1 0 0 0 0,0-1 0 0 0,1 0 1 0 0,-1 1-1 0 0,1-1 0 0 0,0-1 0 0 0,8 1 1 0 0,25 7 116 0 0,-14 1-91 0 0,-17-6-42 0 0,-1 0 0 0 0,1 0 0 0 0,0-1 0 0 0,0 0 0 0 0,0-1 0 0 0,1 1 0 0 0,-1-1 0 0 0,0-1 0 0 0,0 1 0 0 0,14-2 0 0 0,-7-2 21 0 0,1-1 1 0 0,-1 0-1 0 0,20-9 1 0 0,19-5 89 0 0,-53 18-134 0 0,6-1 8 0 0,-1 0 0 0 0,0-1 0 0 0,0 1 0 0 0,1-1 1 0 0,-1 0-1 0 0,0 0 0 0 0,-1-1 0 0 0,1 0 0 0 0,0 0 0 0 0,-1 0 0 0 0,8-6 0 0 0,5-8 29 0 0,0 0 1 0 0,-2-2 0 0 0,0 0-1 0 0,25-40 1 0 0,-32 44-17 0 0,-1-1 1 0 0,0 0 0 0 0,-1 0 0 0 0,0 0 0 0 0,-2 0 0 0 0,0-1 0 0 0,3-32 0 0 0,-5 40-8 0 0,-1 0 0 0 0,1 0 0 0 0,1 0 1 0 0,3-8-1 0 0,-4 11-8 0 0,0 1 0 0 0,0 0 0 0 0,0-1 1 0 0,-1 1-1 0 0,1-1 0 0 0,-2 0 0 0 0,1 1 0 0 0,0-1 1 0 0,-1 0-1 0 0,0 0 0 0 0,-1 1 0 0 0,1-1 0 0 0,-1 0 1 0 0,-2-5-1 0 0,3 8-1 0 0,-1 0 1 0 0,0 1-1 0 0,0-1 1 0 0,-1 0-1 0 0,1 1 1 0 0,-1-1 0 0 0,1 1-1 0 0,-1 0 1 0 0,0-1-1 0 0,1 1 1 0 0,-1 0-1 0 0,-1 0 1 0 0,1 0-1 0 0,0 0 1 0 0,-4-2-1 0 0,1 1 3 0 0,-1 1-1 0 0,0-1 0 0 0,0 1 1 0 0,0 1-1 0 0,-9-2 0 0 0,-25-8-39 0 0,25 5 23 0 0,7 3 7 0 0,-1-1 0 0 0,0 1 0 0 0,0 0-1 0 0,0 1 1 0 0,0 0 0 0 0,0 1 0 0 0,-1 0 0 0 0,1 0-1 0 0,-12 1 1 0 0,7 1-5 0 0,-1 2 0 0 0,1 0 0 0 0,0 0 1 0 0,0 1-1 0 0,0 1 0 0 0,-22 11 0 0 0,-9 1 25 0 0,35-14-17 0 0,1 1 0 0 0,0-1 1 0 0,-1 1-1 0 0,-14 10 0 0 0,0 3-1 0 0,0 0 0 0 0,2 2 0 0 0,0 1 0 0 0,1 1 0 0 0,1 1 0 0 0,-31 43 0 0 0,20-11-115 0 0,31-53 114 0 0,0-1-1 0 0,-1 1 1 0 0,1 0-1 0 0,0 0 1 0 0,-1-1-1 0 0,1 1 1 0 0,0 0-1 0 0,0 0 1 0 0,0-1-1 0 0,0 1 1 0 0,0 0-1 0 0,-1 0 1 0 0,1 0-1 0 0,1-1 1 0 0,-1 1-1 0 0,0 0 1 0 0,0 0-1 0 0,0 0 1 0 0,0-1-1 0 0,1 1 1 0 0,-1 0-1 0 0,0-1 1 0 0,0 1-1 0 0,1 0 1 0 0,-1 0-1 0 0,1-1 1 0 0,-1 1-1 0 0,1 0 1 0 0,-1-1-1 0 0,1 1 1 0 0,-1-1-1 0 0,1 1 1 0 0,-1-1-1 0 0,1 1 1 0 0,0-1 0 0 0,-1 1-1 0 0,1-1 1 0 0,0 0-1 0 0,0 1 1 0 0,-1-1-1 0 0,1 0 1 0 0,1 1-1 0 0,3 0 21 0 0,1 1-1 0 0,-1-1 1 0 0,0 0 0 0 0,10 1 0 0 0,-14-2-19 0 0,17 0 38 0 0,-1 0 1 0 0,1-1 0 0 0,19-3-1 0 0,-24 1-17 0 0,0 2-1 0 0,0 0 0 0 0,0 0 1 0 0,-1 1-1 0 0,1 1 1 0 0,22 3-1 0 0,-25-1-5 0 0,-1 0-1 0 0,1 0 1 0 0,13 8 0 0 0,-19-9-12 0 0,0 0-1 0 0,0 0 1 0 0,-1 0 0 0 0,1 1 0 0 0,-1 0 0 0 0,0-1-1 0 0,0 1 1 0 0,0 0 0 0 0,0 1 0 0 0,3 3-1 0 0,6 13 54 0 0,0-1 0 0 0,18 22-1 0 0,-25-35-34 0 0,0 0-1 0 0,1-1 1 0 0,0 0-1 0 0,-1 0 1 0 0,2 0-1 0 0,-1-1 1 0 0,0 0-1 0 0,1 0 1 0 0,0-1-1 0 0,10 5 1 0 0,17 6 90 0 0,-28-10-828 0 0,-1-2-1 0 0,1 1 0 0 0,0-1 0 0 0,0 1 1 0 0,0-2-1 0 0,0 1 0 0 0,0-1 0 0 0,13 2 1 0 0,10-4-2762 0 0,-16 0 1064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18 161 5993 0 0,'-3'-45'2495'0'0,"2"33"-1922"0"0,0 0 0 0 0,0 0 0 0 0,3-23 0 0 0,-2 28-392 0 0,0 4 99 0 0,0 1-1 0 0,0 0 1 0 0,1-1-1 0 0,-1 1 1 0 0,0 0-1 0 0,1 0 1 0 0,-1 0-1 0 0,1-1 1 0 0,0 1 0 0 0,0 0-1 0 0,0 0 1 0 0,0 0-1 0 0,0 0 1 0 0,0 0-1 0 0,3-3 1 0 0,-4 5-256 0 0,0 0-1 0 0,0 0 1 0 0,1 0 0 0 0,-1 0-1 0 0,0 1 1 0 0,1-1 0 0 0,-1 0-1 0 0,0 0 1 0 0,0 0 0 0 0,1 0 0 0 0,-1 0-1 0 0,0 1 1 0 0,1-1 0 0 0,-1 0-1 0 0,0 0 1 0 0,0 1 0 0 0,0-1-1 0 0,1 0 1 0 0,-1 0 0 0 0,0 1-1 0 0,0-1 1 0 0,0 0 0 0 0,0 0-1 0 0,0 1 1 0 0,1-1 0 0 0,-1 0 0 0 0,0 1-1 0 0,0-1 1 0 0,0 0 0 0 0,0 0-1 0 0,0 1 1 0 0,0-1 0 0 0,0 0-1 0 0,0 1 1 0 0,0-1 0 0 0,0 0-1 0 0,0 1 1 0 0,6 20 102 0 0,-1-1 0 0 0,-1 1 1 0 0,-1 1-1 0 0,0-1 0 0 0,-2 41 0 0 0,-15 116 74 0 0,8-116-175 0 0,-15 67 241 0 0,9-74-2887 0 0,11-49 583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7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155 216 3385 0 0,'2'-23'2827'0'0,"1"11"-2596"0"0,1 0 0 0 0,0 1 0 0 0,8-17 0 0 0,-8 20 136 0 0,0 0 0 0 0,-1 0 0 0 0,1 0 0 0 0,-2 0 0 0 0,1 0-1 0 0,-2-1 1 0 0,1 1 0 0 0,0-11 0 0 0,-2 18-355 0 0,0 1 0 0 0,0 0 0 0 0,0 0 0 0 0,0-1 0 0 0,0 1 0 0 0,0 0 0 0 0,-1 0 0 0 0,1-1-1 0 0,0 1 1 0 0,0 0 0 0 0,0 0 0 0 0,0-1 0 0 0,-1 1 0 0 0,1 0 0 0 0,0 0 0 0 0,0 0 0 0 0,0 0 0 0 0,-1-1 0 0 0,1 1-1 0 0,0 0 1 0 0,0 0 0 0 0,-1 0 0 0 0,1 0 0 0 0,0 0 0 0 0,-1 0 0 0 0,1-1 0 0 0,0 1 0 0 0,0 0 0 0 0,-1 0 0 0 0,1 0-1 0 0,0 0 1 0 0,0 0 0 0 0,-1 0 0 0 0,1 0 0 0 0,0 0 0 0 0,-1 0 0 0 0,1 1 0 0 0,0-1 0 0 0,-1 0 0 0 0,-12 3 126 0 0,11-3-105 0 0,-2 1 7 0 0,1 0-1 0 0,-1 0 1 0 0,1 1-1 0 0,-1-1 1 0 0,1 1-1 0 0,-1 0 1 0 0,1 0-1 0 0,0 0 1 0 0,0 0-1 0 0,-4 4 1 0 0,2-1-6 0 0,1 1 1 0 0,0-1-1 0 0,1 1 1 0 0,-1-1-1 0 0,-2 9 1 0 0,-10 18 176 0 0,2 0-1 0 0,1 2 1 0 0,2-1 0 0 0,1 2-1 0 0,-7 47 1 0 0,16-76-158 0 0,-1 0-1 0 0,1-1 1 0 0,-1 1 0 0 0,-1 0 0 0 0,-3 7-1 0 0,3-7-17 0 0,0 0 0 0 0,1 0 1 0 0,-1 0-1 0 0,1 0 0 0 0,-1 8 0 0 0,2-6 41 0 0,1 1 1 0 0,-1-1-1 0 0,1 1 0 0 0,2 16 1 0 0,-1-21-33 0 0,0 0 1 0 0,0 0 0 0 0,0 0 0 0 0,0 0 0 0 0,1 0 0 0 0,-1 0 0 0 0,1 0 0 0 0,0 0 0 0 0,0-1 0 0 0,0 1 0 0 0,1-1 0 0 0,2 4-1 0 0,-2-5 15 0 0,0 0-1 0 0,0 0 0 0 0,1 0 0 0 0,-1 0 0 0 0,0-1 1 0 0,4 2-1 0 0,5 2 73 0 0,-8-3-101 0 0,0 0-1 0 0,0 0 1 0 0,0-1-1 0 0,0 0 1 0 0,1 1 0 0 0,-1-1-1 0 0,1-1 1 0 0,-1 1-1 0 0,1-1 1 0 0,-1 0-1 0 0,1 0 1 0 0,-1 0 0 0 0,1 0-1 0 0,4-2 1 0 0,2-1 9 0 0,1 0 1 0 0,-1-2 0 0 0,19-8 0 0 0,18-7 84 0 0,-41 17-110 0 0,0 1 0 0 0,-1-1 0 0 0,1 0 1 0 0,-1 0-1 0 0,1-1 0 0 0,-1 1 0 0 0,0-2 0 0 0,-1 1 0 0 0,1-1 0 0 0,-1 1 0 0 0,0-1 1 0 0,0-1-1 0 0,0 1 0 0 0,-1-1 0 0 0,0 0 0 0 0,0 0 0 0 0,0 0 0 0 0,-1 0 0 0 0,0-1 1 0 0,0 0-1 0 0,3-13 0 0 0,14-58 71 0 0,-19 69-69 0 0,2 1 0 0 0,-1-1 1 0 0,8-15-1 0 0,-7 17-11 0 0,0 0 0 0 0,-1 0 1 0 0,1 0-1 0 0,-1 0 0 0 0,-1-1 0 0 0,2-9 0 0 0,-3 7 2 0 0,0 0-1 0 0,0 0 1 0 0,-1 1-1 0 0,0-1 0 0 0,-1 0 1 0 0,0 1-1 0 0,0-1 0 0 0,-1 1 1 0 0,-1 0-1 0 0,1 0 0 0 0,-1 0 1 0 0,-9-14-1 0 0,2 5-2 0 0,10 15-4 0 0,-1 0 1 0 0,1 0 0 0 0,-1 0 0 0 0,0 0-1 0 0,0 0 1 0 0,0 0 0 0 0,0 1 0 0 0,-1-1-1 0 0,1 1 1 0 0,-1-1 0 0 0,1 1 0 0 0,-1 0-1 0 0,0 0 1 0 0,0 0 0 0 0,0 0 0 0 0,0 1 0 0 0,0-1-1 0 0,0 1 1 0 0,-6-2 0 0 0,-24-10-10 0 0,30 11 4 0 0,0 0 1 0 0,0 0-1 0 0,0 1 0 0 0,0 0 1 0 0,0-1-1 0 0,0 1 1 0 0,0 0-1 0 0,0 1 1 0 0,0-1-1 0 0,-1 0 1 0 0,1 1-1 0 0,0 0 1 0 0,0 0-1 0 0,-1 0 1 0 0,1 0-1 0 0,0 0 1 0 0,0 1-1 0 0,-1-1 1 0 0,1 1-1 0 0,0 0 1 0 0,0 0-1 0 0,-6 3 0 0 0,5-2 1 0 0,1 0 0 0 0,-1 1 0 0 0,1-1 0 0 0,-1 1 0 0 0,1 0 0 0 0,0 0-1 0 0,0 0 1 0 0,0 0 0 0 0,1 1 0 0 0,-1-1 0 0 0,1 1 0 0 0,-1 0-1 0 0,-2 6 1 0 0,2-1 3 0 0,1-1-1 0 0,-1 1 0 0 0,2 0 1 0 0,-1-1-1 0 0,0 17 0 0 0,1-18-1 0 0,0-1-1 0 0,0 0 0 0 0,-1 1 0 0 0,0-1 1 0 0,0 0-1 0 0,-4 7 0 0 0,3-6 4 0 0,0 0 1 0 0,0-1-1 0 0,1 1 0 0 0,-2 15 0 0 0,3-14 1 0 0,1 1 1 0 0,0 0-1 0 0,1 0 0 0 0,0 0 0 0 0,0-1 1 0 0,1 1-1 0 0,0 0 0 0 0,1-1 0 0 0,0 1 1 0 0,0-1-1 0 0,1 0 0 0 0,6 10 0 0 0,-4-4 2 0 0,-2-9 23 0 0,0 0 0 0 0,0 0 0 0 0,0 0 0 0 0,0-1 0 0 0,1 0 0 0 0,0 0 0 0 0,0 0 0 0 0,0-1 0 0 0,9 6 0 0 0,9 6 101 0 0,1 1 112 0 0,0-1 0 0 0,1-2-1 0 0,1 0 1 0 0,50 16 0 0 0,-70-27-219 0 0,-1 1 0 0 0,1-1 0 0 0,-1 1 0 0 0,1 0-1 0 0,-1 0 1 0 0,0 1 0 0 0,-1-1 0 0 0,1 1 0 0 0,-1 0 0 0 0,1 1-1 0 0,-1-1 1 0 0,0 1 0 0 0,-1 0 0 0 0,1 0 0 0 0,-1 0-1 0 0,0 0 1 0 0,0 0 0 0 0,-1 1 0 0 0,4 8 0 0 0,7 14-311 0 0,-7-17-3993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7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14 113 9730 0 0,'-1'-1'75'0'0,"0"1"-1"0"0,0-1 0 0 0,0 0 1 0 0,0 0-1 0 0,0 0 1 0 0,0 0-1 0 0,0-1 1 0 0,1 1-1 0 0,-1 0 0 0 0,0 0 1 0 0,0 0-1 0 0,1-1 1 0 0,-1 1-1 0 0,1 0 1 0 0,-1-1-1 0 0,1 1 1 0 0,0-1-1 0 0,-1 1 0 0 0,1 0 1 0 0,0-1-1 0 0,0 1 1 0 0,0-1-1 0 0,0 1 1 0 0,0 0-1 0 0,0-1 0 0 0,1 1 1 0 0,-1-1-1 0 0,0 1 1 0 0,1 0-1 0 0,-1-1 1 0 0,1 1-1 0 0,-1 0 1 0 0,1-1-1 0 0,0 1 0 0 0,0 0 1 0 0,-1 0-1 0 0,1 0 1 0 0,0 0-1 0 0,2-2 1 0 0,4-3 163 0 0,-1 1 1 0 0,1 0 0 0 0,0 1 0 0 0,0 0 0 0 0,13-6 0 0 0,-7 4-162 0 0,-7 3 0 0 0,31-13 148 0 0,-35 15-222 0 0,0 1 0 0 0,0-1 0 0 0,0 1 0 0 0,0 0 0 0 0,0 0 0 0 0,0 0 0 0 0,0 0 0 0 0,0 0 0 0 0,0 0 0 0 0,0 0 0 0 0,1 1 0 0 0,-1-1 0 0 0,0 1 0 0 0,0-1 0 0 0,0 1 0 0 0,3 2 0 0 0,-4-2-5 0 0,0-1 0 0 0,0 1 1 0 0,0 0-1 0 0,-1 0 0 0 0,1 0 0 0 0,0 0 0 0 0,-1 0 0 0 0,1 0 1 0 0,0 0-1 0 0,-1 0 0 0 0,1 0 0 0 0,-1 0 0 0 0,0 0 0 0 0,1 0 1 0 0,-1 0-1 0 0,0 0 0 0 0,0 0 0 0 0,1 1 0 0 0,-1-1 0 0 0,0 1 1 0 0,2 11 2 0 0,5 6-1 0 0,-3-12 11 0 0,-1 0 1 0 0,-1 0-1 0 0,1 1 0 0 0,-1-1 0 0 0,-1 1 0 0 0,1 0 0 0 0,-1-1 0 0 0,-1 1 0 0 0,1 0 0 0 0,-1 0 0 0 0,-2 14 0 0 0,-3-5 24 0 0,0 0 0 0 0,-1-1 0 0 0,-1 0 0 0 0,0 0-1 0 0,-2 0 1 0 0,-16 23 0 0 0,-15 34 885 0 0,36-68-641 0 0,0 1-1 0 0,0 0 1 0 0,1 0 0 0 0,0 0-1 0 0,0 1 1 0 0,-3 9-1 0 0,6-16-257 0 0,0 0 0 0 0,0 1 0 0 0,0-1 0 0 0,0 1 0 0 0,0-1 0 0 0,0 0 0 0 0,0 1 0 0 0,1-1 0 0 0,-1 0 0 0 0,0 1 0 0 0,0-1 0 0 0,0 0 0 0 0,1 0 0 0 0,-1 1 0 0 0,0-1 0 0 0,0 0 0 0 0,1 0 0 0 0,-1 1 0 0 0,0-1 0 0 0,0 0 0 0 0,1 0 0 0 0,-1 0-1 0 0,0 1 1 0 0,1-1 0 0 0,-1 0 0 0 0,0 0 0 0 0,1 0 0 0 0,-1 0 0 0 0,0 0 0 0 0,1 0 0 0 0,-1 0 0 0 0,1 0 0 0 0,15 3 7 0 0,-14-3 6 0 0,28 2 12 0 0,0-2 0 0 0,-1-2 0 0 0,1 0 0 0 0,45-11 0 0 0,38-3-703 0 0,-54 9-3088 0 0,-39 4 760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8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421 359 1704 0 0,'0'-14'1249'0'0,"0"-29"189"0"0,-2 1-1 0 0,-2-1 1 0 0,-1 0 0 0 0,-23-79 0 0 0,28 120-1399 0 0,-1 0 0 0 0,0-1 0 0 0,-1 1 0 0 0,1 0 0 0 0,0 0 0 0 0,0 0-1 0 0,-1 0 1 0 0,0 0 0 0 0,1 0 0 0 0,-1 0 0 0 0,0 1 0 0 0,0-1 0 0 0,0 1 0 0 0,0-1 0 0 0,0 1 0 0 0,0 0 0 0 0,0 0-1 0 0,0-1 1 0 0,0 1 0 0 0,-1 1 0 0 0,1-1 0 0 0,0 0 0 0 0,-1 1 0 0 0,1-1 0 0 0,-1 1 0 0 0,1 0 0 0 0,-1 0-1 0 0,1 0 1 0 0,-1 0 0 0 0,1 0 0 0 0,0 0 0 0 0,-1 1 0 0 0,1-1 0 0 0,-4 2 0 0 0,-1 0 23 0 0,0 0 1 0 0,0 0-1 0 0,0 1 1 0 0,-10 6-1 0 0,-6 3 101 0 0,15-7-137 0 0,0 0 0 0 0,0 0 0 0 0,1 1 0 0 0,0 1 0 0 0,1-1 0 0 0,-1 1 0 0 0,1 0 0 0 0,0 0 0 0 0,1 1 0 0 0,-5 8 0 0 0,-18 21 54 0 0,17-24-9 0 0,0 0 0 0 0,0 1 0 0 0,1 1 0 0 0,1-1 1 0 0,1 2-1 0 0,0-1 0 0 0,1 1 0 0 0,0 0 0 0 0,1 1 0 0 0,-3 16 0 0 0,7-25-52 0 0,0 0 1 0 0,-1 0 0 0 0,0-1-1 0 0,-5 11 1 0 0,5-11-1 0 0,-1 0 0 0 0,1 1 0 0 0,1-1 0 0 0,-1 0 0 0 0,0 9 0 0 0,2-7 20 0 0,0 0 1 0 0,1 0-1 0 0,0 0 0 0 0,1 0 1 0 0,-1 0-1 0 0,2 0 1 0 0,0 0-1 0 0,0 0 0 0 0,0 0 1 0 0,1-1-1 0 0,0 1 0 0 0,1-1 1 0 0,0 0-1 0 0,0 0 1 0 0,1 0-1 0 0,9 11 0 0 0,-12-16-3 0 0,1-1-1 0 0,-1 0 0 0 0,1-1 0 0 0,-1 1 0 0 0,1 0 0 0 0,-1-1 1 0 0,1 1-1 0 0,0-1 0 0 0,0 0 0 0 0,0 0 0 0 0,-1 0 1 0 0,1 0-1 0 0,0-1 0 0 0,0 1 0 0 0,1-1 0 0 0,3 0 0 0 0,25 7 221 0 0,-9 2-87 0 0,-16-6-117 0 0,0 0-1 0 0,0-1 1 0 0,0 1-1 0 0,0-1 0 0 0,0-1 1 0 0,1 0-1 0 0,-1 0 1 0 0,9 0-1 0 0,-2-2 10 0 0,-1-1-1 0 0,0 0 1 0 0,0-1 0 0 0,0-1-1 0 0,-1 0 1 0 0,1-1 0 0 0,21-11-1 0 0,7-2 60 0 0,-33 14-100 0 0,0 0 0 0 0,0-1-1 0 0,0 0 1 0 0,-1 0-1 0 0,0 0 1 0 0,0-1-1 0 0,0-1 1 0 0,-1 1-1 0 0,0-1 1 0 0,0 0-1 0 0,0 0 1 0 0,-1-1-1 0 0,6-11 1 0 0,-4 5 5 0 0,0 0 0 0 0,-2 0-1 0 0,1 0 1 0 0,-2-1 0 0 0,0 0 0 0 0,0 0 0 0 0,1-20 0 0 0,-4 26-8 0 0,1 0 0 0 0,0-1 0 0 0,1 1 0 0 0,3-9 1 0 0,-2 10-13 0 0,-1-1 0 0 0,-1 0 0 0 0,1 1 0 0 0,-2-1 1 0 0,2-11-1 0 0,-3 9 5 0 0,0 0 0 0 0,0 0 0 0 0,-1 0 0 0 0,-1 0 0 0 0,0 0 0 0 0,-1 0 0 0 0,0 0 0 0 0,0 0 0 0 0,-1 1 0 0 0,-1 0 0 0 0,-6-12 0 0 0,3 7-2 0 0,6 10-10 0 0,0 1 0 0 0,0 0 0 0 0,-1 1 0 0 0,1-1-1 0 0,-1 0 1 0 0,0 1 0 0 0,0-1 0 0 0,0 1 0 0 0,0 0 0 0 0,0 0-1 0 0,-1 0 1 0 0,1 0 0 0 0,-1 1 0 0 0,0-1 0 0 0,0 1 0 0 0,0 0-1 0 0,-5-2 1 0 0,-27-9-15 0 0,22 7 21 0 0,0 1 0 0 0,0 0 0 0 0,-22-3-1 0 0,30 7-14 0 0,0 1 0 0 0,0 0 0 0 0,0 0-1 0 0,0 0 1 0 0,0 1 0 0 0,0-1 0 0 0,0 1-1 0 0,1 1 1 0 0,-1-1 0 0 0,0 1 0 0 0,0 0-1 0 0,-6 4 1 0 0,8-4 2 0 0,0 0 0 0 0,1 0 0 0 0,-1 0 0 0 0,1 1 0 0 0,0-1 1 0 0,-1 1-1 0 0,1 0 0 0 0,0-1 0 0 0,1 2 0 0 0,-1-1 0 0 0,1 0 0 0 0,-1 0 0 0 0,1 1 0 0 0,0-1 0 0 0,0 1 0 0 0,0 0 0 0 0,1 0 0 0 0,-1 0 0 0 0,1 0 0 0 0,0 0 0 0 0,0 0 0 0 0,1 0 0 0 0,-1 5 1 0 0,-1 0-5 0 0,0 0 0 0 0,-1 0 0 0 0,-4 10 0 0 0,5-15 14 0 0,0 0-1 0 0,1 0 1 0 0,-1 0 0 0 0,1 1 0 0 0,0-1-1 0 0,0 1 1 0 0,0-1 0 0 0,1 1 0 0 0,-1-1-1 0 0,1 1 1 0 0,0-1 0 0 0,0 1 0 0 0,1 0-1 0 0,-1-1 1 0 0,1 1 0 0 0,0-1 0 0 0,1 0-1 0 0,2 8 1 0 0,4 2 16 0 0,0-1 0 0 0,1 0 0 0 0,0-1 0 0 0,1 0 0 0 0,1-1 0 0 0,0 0 0 0 0,0 0 0 0 0,23 15 0 0 0,-12-9 60 0 0,6 7 48 0 0,-1 2 0 0 0,-2 1 1 0 0,0 0-1 0 0,-2 2 0 0 0,21 32 1 0 0,-23-30 410 0 0,1 1-4849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9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178 206 8834 0 0,'-10'-9'397'0'0,"1"-1"1"0"0,0-1-1 0 0,1 0 1 0 0,-9-15-1 0 0,16 25-354 0 0,1-1 1 0 0,-1 0-1 0 0,1 1 1 0 0,0-1-1 0 0,-1 0 1 0 0,1 1-1 0 0,0-1 1 0 0,0 0-1 0 0,0 0 1 0 0,0 1-1 0 0,0-1 1 0 0,1 0-1 0 0,-1 0 1 0 0,0 1-1 0 0,1-1 1 0 0,-1 0-1 0 0,1 1 1 0 0,0-1-1 0 0,-1 1 1 0 0,1-1-1 0 0,0 1 1 0 0,0-1-1 0 0,0 1 1 0 0,2-2-1 0 0,0-1 42 0 0,0 0-1 0 0,0 1 0 0 0,1-1 1 0 0,0 1-1 0 0,0 0 0 0 0,7-5 1 0 0,3 1 64 0 0,-1 0 1 0 0,1 1 0 0 0,1 0 0 0 0,-1 1-1 0 0,1 1 1 0 0,24-4 0 0 0,1-4-39 0 0,-36 10-108 0 0,0 0 0 0 0,0 0 0 0 0,0 1 0 0 0,1 0 0 0 0,-1-1 1 0 0,0 1-1 0 0,1 1 0 0 0,-1-1 0 0 0,1 1 0 0 0,-1 0 0 0 0,1 0 1 0 0,-1 0-1 0 0,0 0 0 0 0,1 1 0 0 0,6 1 0 0 0,-10-1 0 0 0,1 0 0 0 0,-1 0 0 0 0,1 0-1 0 0,-1 0 1 0 0,1 0 0 0 0,-1 0 0 0 0,0 1 0 0 0,0-1-1 0 0,0 0 1 0 0,0 1 0 0 0,0-1 0 0 0,0 1 0 0 0,0-1-1 0 0,0 1 1 0 0,0 0 0 0 0,-1-1 0 0 0,1 1 0 0 0,-1 0-1 0 0,1-1 1 0 0,-1 1 0 0 0,0 0 0 0 0,1 2 0 0 0,2 10 32 0 0,4 4-6 0 0,-5-13-17 0 0,1 1-1 0 0,-1-1 0 0 0,0 1 0 0 0,-1 0 0 0 0,1 0 0 0 0,-1 0 0 0 0,0 0 0 0 0,0 0 1 0 0,-1 0-1 0 0,0 0 0 0 0,0 0 0 0 0,-1 0 0 0 0,1 0 0 0 0,-3 10 0 0 0,0-9 13 0 0,0 0-1 0 0,0 0 0 0 0,-1-1 1 0 0,0 0-1 0 0,0 1 1 0 0,0-1-1 0 0,-1-1 0 0 0,1 1 1 0 0,-2-1-1 0 0,1 1 0 0 0,0-1 1 0 0,-1-1-1 0 0,0 1 1 0 0,0-1-1 0 0,-8 4 0 0 0,-9 4 141 0 0,0-1-1 0 0,0-2 0 0 0,-28 9 0 0 0,-100 19 276 0 0,133-31-350 0 0,18-5-90 0 0,-1-1 1 0 0,1 0 0 0 0,-1 0 0 0 0,1 0 0 0 0,-1 1 0 0 0,1-1 0 0 0,-1 0 0 0 0,1 0 0 0 0,-1 1-1 0 0,1-1 1 0 0,-1 0 0 0 0,1 1 0 0 0,-1-1 0 0 0,1 1 0 0 0,0-1 0 0 0,-1 1 0 0 0,1-1-1 0 0,0 0 1 0 0,-1 1 0 0 0,1 0 0 0 0,0-1 0 0 0,0 1 0 0 0,-1-1 0 0 0,1 1 0 0 0,0-1-1 0 0,0 2 1 0 0,2-1-4 0 0,1 0 0 0 0,-1 0-1 0 0,1 0 1 0 0,0 0-1 0 0,-1 0 1 0 0,1-1 0 0 0,0 1-1 0 0,-1-1 1 0 0,1 0 0 0 0,0 1-1 0 0,4-2 1 0 0,-1 2-2 0 0,133 2-29 0 0,-86-3 56 0 0,81 10-1 0 0,-92-3 254 0 0,75 21 0 0 0,-117-28-253 0 0,1 1-1 0 0,-1-1 0 0 0,1 0 1 0 0,-1 1-1 0 0,1-1 0 0 0,-1 0 1 0 0,1 1-1 0 0,-1-1 0 0 0,1 1 1 0 0,-1-1-1 0 0,0 1 0 0 0,1-1 1 0 0,-1 1-1 0 0,0 0 0 0 0,1-1 1 0 0,-1 1-1 0 0,0-1 0 0 0,0 1 0 0 0,0 0 1 0 0,1-1-1 0 0,-1 1 0 0 0,0 0 1 0 0,0-1-1 0 0,0 1 0 0 0,0-1 1 0 0,0 1-1 0 0,0 0 0 0 0,0-1 1 0 0,0 1-1 0 0,-1 0 0 0 0,1-1 1 0 0,0 1-1 0 0,0-1 0 0 0,0 1 1 0 0,-1 0-1 0 0,1 0 0 0 0,-1 1 15 0 0,0 0 0 0 0,0 0 0 0 0,0 0 1 0 0,0 0-1 0 0,0 0 0 0 0,0-1 0 0 0,0 1 0 0 0,-1 0 0 0 0,1-1 0 0 0,-3 3 0 0 0,-11 4 44 0 0,0-1 1 0 0,0 0-1 0 0,0-2 0 0 0,-1 0 0 0 0,-21 5 1 0 0,4-2 24 0 0,-243 57 87 0 0,156-45-2873 0 0,77-12 575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43 360 608 0 0,'0'0'164'0'0,"0"-21"2327"0"0,-3-39 23 0 0,-10-63 0 0 0,9 97-1941 0 0,-1-10 843 0 0,-1-45 0 0 0,6 80-1360 0 0,0 1 0 0 0,0-1 0 0 0,0 0 0 0 0,-1 0-1 0 0,1 0 1 0 0,0 1 0 0 0,0-1 0 0 0,-1 0 0 0 0,1 0 0 0 0,0 0 0 0 0,-1 1 0 0 0,1-1 0 0 0,-1 0 0 0 0,1 1 0 0 0,-2-2 0 0 0,-1 2 417 0 0,1 9-233 0 0,18 431 346 0 0,1-291-332 0 0,11 191 1097 0 0,-28-283-158 0 0,26-71-1163 0 0,-5 4-14 0 0,0 2 0 0 0,1 0-1 0 0,0 2 1 0 0,0 0 0 0 0,0 2 0 0 0,29-3-1 0 0,-8 4 18 0 0,0 2-1 0 0,61 6 0 0 0,17 16-19 0 0,-88-13 9 0 0,17 7-49 0 0,-35-10 122 0 0,0 0 0 0 0,21 3-1 0 0,-32-7-514 0 0,1-1 1 0 0,0 0-1 0 0,0 0 0 0 0,0 0 1 0 0,0 0-1 0 0,9-3 0 0 0,-11 2-1752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 7482 0 0,'-8'0'1467'0'0,"-71"-2"2895"0"0,79 2-4336 0 0,0 0 1 0 0,-1 0-1 0 0,1 0 1 0 0,0 0-1 0 0,0 0 1 0 0,-1 0-1 0 0,1 0 1 0 0,0 0-1 0 0,0 0 1 0 0,-1 1-1 0 0,1-1 1 0 0,0 0-1 0 0,0 0 1 0 0,0 0-1 0 0,-1 0 1 0 0,1 0-1 0 0,0 0 0 0 0,0 0 1 0 0,0 1-1 0 0,-1-1 1 0 0,1 0-1 0 0,0 0 1 0 0,0 0-1 0 0,0 0 1 0 0,0 1-1 0 0,-1-1 1 0 0,1 0-1 0 0,0 0 1 0 0,0 0-1 0 0,0 1 1 0 0,0-1-1 0 0,0 0 1 0 0,0 0-1 0 0,0 1 1 0 0,0-1-1 0 0,0 0 1 0 0,0 0-1 0 0,-1 1 1 0 0,1-1-1 0 0,4 13 428 0 0,10 8-271 0 0,-7-14-145 0 0,0-1 0 0 0,0 0 0 0 0,10 7 0 0 0,17 12 20 0 0,-14-6-45 0 0,110 115 152 0 0,-124-125-117 0 0,0 1-1 0 0,-1-1 0 0 0,0 1 1 0 0,0 0-1 0 0,5 20 0 0 0,-9-28-38 0 0,0 1-1 0 0,0-1 0 0 0,-1 1 1 0 0,0 0-1 0 0,1 0 0 0 0,-1-1 1 0 0,0 1-1 0 0,0 0 0 0 0,-1 0 1 0 0,1-1-1 0 0,0 1 1 0 0,-1 0-1 0 0,0-1 0 0 0,0 1 1 0 0,1 0-1 0 0,-2-1 0 0 0,1 1 1 0 0,0-1-1 0 0,0 1 0 0 0,-1-1 1 0 0,1 0-1 0 0,-1 0 0 0 0,0 0 1 0 0,0 0-1 0 0,-2 2 0 0 0,-4 3 4 0 0,0 0 1 0 0,0-1-1 0 0,-1-1 0 0 0,1 1 0 0 0,-12 4 0 0 0,-12 1 57 0 0,-4 2-10 0 0,26-5-293 0 0,5-1-2733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6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38 5161 0 0,'0'0'116'0'0,"-24"-16"4972"0"0,10 5-2909 0 0,-1 1 479 0 0,14 10-2613 0 0,0 0 0 0 0,1 0 0 0 0,-1 0 0 0 0,0 0 1 0 0,1 0-1 0 0,-1 0 0 0 0,0 0 0 0 0,1 1 0 0 0,-1-1 0 0 0,0 0 1 0 0,1 0-1 0 0,-1 1 0 0 0,1-1 0 0 0,-1 0 0 0 0,1 1 0 0 0,-1-1 1 0 0,1 1-1 0 0,-1-1 0 0 0,1 1 0 0 0,-1-1 0 0 0,1 1 0 0 0,0-1 1 0 0,-1 1-1 0 0,1-1 0 0 0,-1 1 0 0 0,1-1 0 0 0,0 1 1 0 0,0 0-1 0 0,-1 0 0 0 0,-4 9-7 0 0,1 1 0 0 0,0 0 0 0 0,0 0 0 0 0,1 0 0 0 0,1 0 0 0 0,0 0 0 0 0,0 0 0 0 0,1 1 0 0 0,1 18 0 0 0,2 16-28 0 0,10 50 0 0 0,-4-37-3 0 0,15 136 12 0 0,18 186 71 0 0,-32-254-55 0 0,13 153 81 0 0,-1-28 169 0 0,-18-143-5923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7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43 197 3081 0 0,'-6'-11'2675'0'0,"0"-11"-1183"0"0,-2-4-234 0 0,1 0-1 0 0,2 0 0 0 0,0-1 1 0 0,0-32 292 0 0,5 87-1027 0 0,6 125-248 0 0,13 163-149 0 0,-14-197 303 0 0,-9-108 61 0 0,1-8-1203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7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41 3377 0 0,'-23'1'6855'0'0,"31"0"-3741"0"0,42 0-1934 0 0,15-4 12 0 0,112-19 1 0 0,-82 7-958 0 0,-87 14-385 0 0,1 0-1 0 0,-1 0 0 0 0,1 1 1 0 0,0 0-1 0 0,14 2 0 0 0,-20-1-1557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8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655 18 2000 0 0,'0'0'615'0'0,"-3"-18"10853"0"0,-15 19-11024 0 0,-1 1 0 0 0,-28 7 0 0 0,-12 2 84 0 0,-38-3 108 0 0,17-1-456 0 0,-101 21-1 0 0,161-24 39 0 0,13-3-105 0 0,0 1 1 0 0,0 0 0 0 0,-1 0-1 0 0,-10 5 1 0 0,15-5-94 0 0,1-1-1 0 0,0 1 1 0 0,-1 0-1 0 0,1-1 1 0 0,0 1-1 0 0,0 0 1 0 0,0 0-1 0 0,0 1 1 0 0,0-1-1 0 0,1 0 0 0 0,-1 1 1 0 0,1-1-1 0 0,-1 1 1 0 0,1-1-1 0 0,-2 6 1 0 0,-10 36-22 0 0,1 0 0 0 0,3 1 0 0 0,1 0 0 0 0,2 0 0 0 0,3 1 0 0 0,2 68 0 0 0,43 277 35 0 0,-13-173 33 0 0,29 213 806 0 0,-56-397-2746 0 0,-2-30-58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9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93 174 888 0 0,'0'0'359'0'0,"-21"0"3716"0"0,11 0-3554 0 0,4 1 53 0 0,1-1-1 0 0,-1 0 1 0 0,1-1-1 0 0,0 1 1 0 0,-1-1-1 0 0,1 0 1 0 0,0 0-1 0 0,-1-1 1 0 0,-6-2-1 0 0,19 5 202 0 0,1-1-1 0 0,-1 0 0 0 0,15-1 0 0 0,0 1-518 0 0,395-27 1731 0 0,-312 17-1764 0 0,59-9 265 0 0,219-53 0 0 0,-333 61-350 0 0,0 1 0 0 0,1 3-1 0 0,84-2 1 0 0,-48 9 119 0 0,-50 0-5707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29 197 5041 0 0,'-1'-16'1013'0'0,"-1"0"-1"0"0,-1 0 1 0 0,-4-18-1 0 0,-5-23 790 0 0,9-1 2219 0 0,3 58-3794 0 0,0 17 454 0 0,1 316 570 0 0,12-213-1064 0 0,-4-54-723 0 0,-6-50-3445 0 0,-1-13 1992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50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67 3505 0 0,'-5'-36'4817'0'0,"4"34"-4431"0"0,1 0-1 0 0,-1 0 1 0 0,1 0 0 0 0,-1-1-1 0 0,0 1 1 0 0,0 0-1 0 0,0 0 1 0 0,0 0-1 0 0,0 0 1 0 0,0 1 0 0 0,-1-1-1 0 0,1 0 1 0 0,-3-2-1 0 0,4 4-353 0 0,0 0 0 0 0,-1 0 0 0 0,1 0 0 0 0,0 0-1 0 0,0 0 1 0 0,-1 0 0 0 0,1 0 0 0 0,0 0 0 0 0,0 0-1 0 0,-1 0 1 0 0,1 0 0 0 0,0 1 0 0 0,0-1 0 0 0,-1 0 0 0 0,1 0-1 0 0,0 0 1 0 0,0 0 0 0 0,-1 0 0 0 0,1 1 0 0 0,0-1-1 0 0,0 0 1 0 0,0 0 0 0 0,0 0 0 0 0,-1 1 0 0 0,1-1 0 0 0,0 0-1 0 0,0 0 1 0 0,0 1 0 0 0,0-1 0 0 0,0 0 0 0 0,0 0-1 0 0,0 1 1 0 0,-1-1 0 0 0,1 0 0 0 0,0 1 0 0 0,-4 11 76 0 0,4-10-28 0 0,-4 16 28 0 0,1 0 1 0 0,0 1-1 0 0,2-1 1 0 0,0 1-1 0 0,1-1 1 0 0,0 0-1 0 0,4 19 1 0 0,32 131 158 0 0,-11-58-143 0 0,73 543 131 0 0,-75-486-102 0 0,-13-42-77 0 0,-9-84 216 0 0,-2-24-2582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5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430 376 880 0 0,'-4'-361'12687'0'0,"-3"349"-11798"0"0,7 12-873 0 0,0 0-1 0 0,0-1 1 0 0,0 1-1 0 0,0 0 0 0 0,-1 0 1 0 0,1 0-1 0 0,0 0 0 0 0,0 0 1 0 0,0-1-1 0 0,-1 1 0 0 0,1 0 1 0 0,0 0-1 0 0,0 0 1 0 0,0 0-1 0 0,-1 0 0 0 0,1 0 1 0 0,0 0-1 0 0,0 0 0 0 0,0 0 1 0 0,-1 0-1 0 0,1 0 0 0 0,0 0 1 0 0,0 0-1 0 0,-1 0 1 0 0,1 0-1 0 0,0 0 0 0 0,0 0 1 0 0,0 0-1 0 0,-1 0 0 0 0,1 0 1 0 0,0 0-1 0 0,0 0 1 0 0,0 0-1 0 0,-1 0 0 0 0,1 1 1 0 0,0-1-1 0 0,0 0 0 0 0,0 0 1 0 0,0 0-1 0 0,-1 0 0 0 0,1 0 1 0 0,0 1-1 0 0,0-1 1 0 0,0 0-1 0 0,0 0 0 0 0,0 0 1 0 0,-1 1-1 0 0,1-1 0 0 0,0 0 1 0 0,0 0-1 0 0,0 0 0 0 0,0 1 1 0 0,0-1-1 0 0,0 0 1 0 0,0 0-1 0 0,0 0 0 0 0,0 1 1 0 0,0-1-1 0 0,0 0 0 0 0,0 0 1 0 0,0 1-1 0 0,0-1 1 0 0,0 0-1 0 0,0 0 0 0 0,0 0 1 0 0,0 1-1 0 0,-5 40 143 0 0,0 0 0 0 0,3 0 1 0 0,3 52-1 0 0,21 127-82 0 0,0 6 4 0 0,7 93 330 0 0,-25-275-57 0 0,-2 65-1 0 0,-3-62 90 0 0,1-45-418 0 0,0 1 0 0 0,-1-1 0 0 0,1 0 0 0 0,0 0 1 0 0,-1 0-1 0 0,0 0 0 0 0,1 0 0 0 0,-1 0 0 0 0,0 0 0 0 0,0 0 1 0 0,0 0-1 0 0,-1 0 0 0 0,1 0 0 0 0,0-1 0 0 0,-1 1 0 0 0,1 0 1 0 0,-1-1-1 0 0,1 1 0 0 0,-1-1 0 0 0,0 0 0 0 0,0 1 0 0 0,1-1 1 0 0,-1 0-1 0 0,0 0 0 0 0,-4 1 0 0 0,-6 3 12 0 0,0-1-1 0 0,0-1 1 0 0,-20 3 0 0 0,-2 1-38 0 0,31-6 1 0 0,-31 11 48 0 0,-1-3-1 0 0,-1-1 1 0 0,0-1 0 0 0,-61 3-1 0 0,78-8-39 0 0,15-2 57 0 0,0 1 0 0 0,-1 0 0 0 0,1-1 0 0 0,0 0 0 0 0,0 0 0 0 0,0 0-1 0 0,0 0 1 0 0,0-1 0 0 0,0 0 0 0 0,-5-1 0 0 0,8 1-63 0 0,0 1 1 0 0,0 0-1 0 0,1-1 0 0 0,-1 0 1 0 0,0 1-1 0 0,1-1 1 0 0,-1 1-1 0 0,0-1 0 0 0,1 0 1 0 0,-1 1-1 0 0,1-1 0 0 0,-1 0 1 0 0,1 0-1 0 0,-1 1 1 0 0,1-1-1 0 0,0 0 0 0 0,-1 0 1 0 0,1 0-1 0 0,0 0 1 0 0,0 0-1 0 0,-1 1 0 0 0,1-1 1 0 0,0 0-1 0 0,0-2 1 0 0,-18 2-2951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53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 5401 0 0,'-9'1'6308'0'0,"-8"1"-4331"0"0,-162 103 1343 0 0,161-94-3150 0 0,7-5-46 0 0,1 1-1 0 0,-20 16 0 0 0,28-21-49 0 0,1 0 0 0 0,0 0-1 0 0,0 0 1 0 0,0 0-1 0 0,1 0 1 0 0,-1 0 0 0 0,0 0-1 0 0,1 1 1 0 0,0-1-1 0 0,-1 0 1 0 0,1 0 0 0 0,0 1-1 0 0,0 1 1 0 0,2 31 74 0 0,-2-35-147 0 0,2 13 45 0 0,0 1 1 0 0,1-1-1 0 0,0 0 0 0 0,1 0 1 0 0,1-1-1 0 0,11 24 1 0 0,-11-31-38 0 0,1-1 1 0 0,0 0 0 0 0,0 0 0 0 0,0 0-1 0 0,1-1 1 0 0,11 5 0 0 0,-8-4-64 0 0,0 0 1 0 0,0-1-1 0 0,0 0 0 0 0,0-1 1 0 0,18 2-1 0 0,-17-3-1206 0 0,1-1 0 0 0,21-2 0 0 0,-14-1-2603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56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5 128 2537 0 0,'-1'2'5581'0'0,"-3"8"-3465"0"0,6-10-2099 0 0,0 0 0 0 0,1 0-1 0 0,-1 1 1 0 0,0-1 0 0 0,0 0-1 0 0,0 1 1 0 0,0-1 0 0 0,0 1-1 0 0,0 0 1 0 0,0 0 0 0 0,3 1-1 0 0,0 1 22 0 0,-3-2-26 0 0,-2-1-11 0 0,1 0 1 0 0,-1 0 0 0 0,0 1-1 0 0,1-1 1 0 0,-1 0-1 0 0,0 0 1 0 0,1 1 0 0 0,-1-1-1 0 0,0 0 1 0 0,0 0-1 0 0,0 1 1 0 0,1-1-1 0 0,-1 0 1 0 0,0 1 0 0 0,0-1-1 0 0,0 0 1 0 0,1 1-1 0 0,-1-1 1 0 0,0 0 0 0 0,0 1-1 0 0,0-1 1 0 0,0 0-1 0 0,0 1 1 0 0,0-1-1 0 0,0 1 1 0 0,0-1 0 0 0,0 0-1 0 0,0 1 1 0 0,0-1-1 0 0,0 0 1 0 0,0 1 0 0 0,0-1-1 0 0,0 0 1 0 0,-1 1-1 0 0,1 0 1 0 0,0-1 151 0 0,0 0-136 0 0,0 0 0 0 0,-1 0 1 0 0,1 1-1 0 0,0-1 0 0 0,0 0 0 0 0,0 0 0 0 0,0 0 0 0 0,-1 0 0 0 0,1 0 0 0 0,0 0 0 0 0,0 0 0 0 0,-1 0 0 0 0,1 0 0 0 0,0 0 0 0 0,0 0 1 0 0,0 0-1 0 0,-1 0 0 0 0,1 0 0 0 0,0 0 0 0 0,0 0 0 0 0,0 0 0 0 0,-1 0 0 0 0,1 0 0 0 0,0 0 0 0 0,0 0 0 0 0,-1 0 0 0 0,1 0 1 0 0,0 0-1 0 0,0 0 0 0 0,0-1 0 0 0,0 1 0 0 0,-1 0 0 0 0,1 0 0 0 0,0 0 0 0 0,0 0 0 0 0,0 0 0 0 0,0-1 0 0 0,-1 1 0 0 0,1 0 0 0 0,0 0 1 0 0,0 0-1 0 0,0-1 0 0 0,0 1 0 0 0,0 0 0 0 0,0 0 0 0 0,0 0 0 0 0,0-1 0 0 0,0 1 0 0 0,0 0 0 0 0,0 0 0 0 0,0 0 0 0 0,0-1 1 0 0,0 1-1 0 0,-1-1 17 0 0,1 1 1 0 0,0-1-1 0 0,0 1 1 0 0,0-1-1 0 0,-1 1 1 0 0,1-1-1 0 0,0 1 1 0 0,-1 0-1 0 0,1-1 1 0 0,0 1-1 0 0,-1-1 1 0 0,1 1-1 0 0,-1 0 1 0 0,1-1-1 0 0,0 1 1 0 0,-1 0 0 0 0,1-1-1 0 0,-1 1 1 0 0,1 0-1 0 0,-1 0 1 0 0,1-1-1 0 0,-2 1 1 0 0,2 0-27 0 0,0 0 1 0 0,0 0-1 0 0,-1 0 1 0 0,1 0-1 0 0,0 0 1 0 0,0 0-1 0 0,-1-1 1 0 0,1 1-1 0 0,0 0 1 0 0,0 0-1 0 0,-1 0 1 0 0,1 0-1 0 0,0 1 1 0 0,-1-1-1 0 0,1 0 1 0 0,0 0-1 0 0,0 0 1 0 0,-1 0-1 0 0,1 0 1 0 0,0 0-1 0 0,0 0 1 0 0,0 0-1 0 0,-1 0 1 0 0,1 1-1 0 0,0-1 1 0 0,0 0-1 0 0,0 0 1 0 0,-1 0-1 0 0,1 0 1 0 0,0 1-1 0 0,0-1 1 0 0,0 0-1 0 0,0 0 1 0 0,-1 1-1 0 0,1-1 1 0 0,0 0-1 0 0,0 0 1 0 0,0 0-1 0 0,0 1 1 0 0,0-1-1 0 0,0 0 1 0 0,0 0-1 0 0,0 1 1 0 0,0-1-1 0 0,0 0 1 0 0,0 0-1 0 0,0 1 1 0 0,0-1-1 0 0,0 0 1 0 0,0 1-1 0 0,0-1 1 0 0,0 0-1 0 0,0 0 1 0 0,0 1-1 0 0,0 0 3 0 0,0 0 60 0 0,1-1 7 0 0,-1 0 1 0 0,1 0-1 0 0,0 0 0 0 0,-1 0 1 0 0,1 0-1 0 0,-1 0 0 0 0,1 0 1 0 0,-1 0-1 0 0,1 0 1 0 0,0 0-1 0 0,-1 0 0 0 0,1 1 1 0 0,-1-1-1 0 0,1 0 0 0 0,-1 0 1 0 0,1 1-1 0 0,-1-1 0 0 0,1 0 1 0 0,-1 1-1 0 0,1 0 0 0 0,-1-1-5 0 0,0 0-1 0 0,-1 1 0 0 0,1-1 0 0 0,0 0 1 0 0,0 1-1 0 0,-1-1 0 0 0,1 0 0 0 0,0 1 1 0 0,0-1-1 0 0,-1 0 0 0 0,1 0 0 0 0,0 0 1 0 0,-1 1-1 0 0,1-1 0 0 0,0 0 1 0 0,-1 0-1 0 0,1 0 0 0 0,-1 0 0 0 0,1 0 1 0 0,0 1-1 0 0,-1-1 0 0 0,1 0 0 0 0,-1 0 1 0 0,1 0-1 0 0,0 0 0 0 0,-1 0 0 0 0,1 0 1 0 0,-1 0-1 0 0,1-1 0 0 0,0 1 1 0 0,-1 0-1 0 0,1 0 0 0 0,-1 0 0 0 0,25-2 72 0 0,0 0-1 0 0,0-2 1 0 0,27-8-1 0 0,-15 4-63 0 0,195-50 78 0 0,-95 24 23 0 0,-25 5 61 0 0,-82 22-136 0 0,-20 4 53 0 0,1 0-1 0 0,-1 1 1 0 0,1 0 0 0 0,13 0 248 0 0,-23 12-343 0 0,-1 0 0 0 0,-1-1 0 0 0,0 1 0 0 0,-3 10-1 0 0,3-11-62 0 0,-1 0 1 0 0,1 0-1 0 0,1 0 0 0 0,0 0 0 0 0,0 11 0 0 0,7 41 72 0 0,26 116 1 0 0,-1-20-32 0 0,-11-43-39 0 0,3 24 30 0 0,-12-52-27 0 0,25 320 63 0 0,-35-367-70 0 0,17 381 83 0 0,16 54 96 0 0,-15-290 11 0 0,-18-179-251 0 0,1 8-445 0 0,4-7-4357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58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7 5049 0 0,'-25'0'3125'0'0,"18"-1"-2431"0"0,-3 1 215 0 0,0 0 0 0 0,0 1 0 0 0,-19 3 0 0 0,27-3-844 0 0,0-1 0 0 0,1 0-1 0 0,-1 1 1 0 0,1-1 0 0 0,-1 1 0 0 0,0-1 0 0 0,1 1 0 0 0,-1 0 0 0 0,1 0 0 0 0,0 0-1 0 0,-1 0 1 0 0,1 0 0 0 0,0 0 0 0 0,-1 0 0 0 0,1 0 0 0 0,0 0 0 0 0,0 1 0 0 0,0-1 0 0 0,0 0-1 0 0,0 1 1 0 0,0-1 0 0 0,0 1 0 0 0,1-1 0 0 0,-1 1 0 0 0,0-1 0 0 0,1 1 0 0 0,-1 0-1 0 0,1-1 1 0 0,0 1 0 0 0,-1 2 0 0 0,2-3-48 0 0,-1 0-1 0 0,0 0 1 0 0,1 0-1 0 0,-1 0 1 0 0,0 0-1 0 0,1-1 1 0 0,-1 1 0 0 0,1 0-1 0 0,-1 0 1 0 0,1 0-1 0 0,0-1 1 0 0,-1 1-1 0 0,1 0 1 0 0,0-1-1 0 0,-1 1 1 0 0,1-1-1 0 0,0 1 1 0 0,0-1 0 0 0,-1 1-1 0 0,1-1 1 0 0,0 1-1 0 0,0-1 1 0 0,0 0-1 0 0,0 0 1 0 0,0 1-1 0 0,0-1 1 0 0,0 0 0 0 0,-1 0-1 0 0,1 0 1 0 0,2 0-1 0 0,30 1 57 0 0,-31-1-57 0 0,0-1 1 0 0,1 1-1 0 0,-1 0 1 0 0,1-1-1 0 0,-1 0 0 0 0,1 1 1 0 0,-1-1-1 0 0,0 0 1 0 0,0-1-1 0 0,1 1 1 0 0,-1 0-1 0 0,0 0 1 0 0,0-1-1 0 0,0 1 1 0 0,0-1-1 0 0,-1 0 1 0 0,1 0-1 0 0,0 1 1 0 0,-1-1-1 0 0,1 0 1 0 0,-1 0-1 0 0,0-1 1 0 0,1 1-1 0 0,-1 0 1 0 0,0 0-1 0 0,0-1 1 0 0,-1 1-1 0 0,1 0 1 0 0,0-1-1 0 0,-1 1 1 0 0,1-1-1 0 0,-1-3 1 0 0,0 5-9 0 0,0 1 0 0 0,-1-1 0 0 0,1 0 0 0 0,0 1 1 0 0,0-1-1 0 0,-1 1 0 0 0,1-1 0 0 0,-1 1 0 0 0,1 0 0 0 0,0-1 1 0 0,-1 1-1 0 0,1-1 0 0 0,-1 1 0 0 0,1 0 0 0 0,-1-1 1 0 0,1 1-1 0 0,-1 0 0 0 0,1-1 0 0 0,-1 1 0 0 0,1 0 0 0 0,-1 0 1 0 0,0 0-1 0 0,1-1 0 0 0,-1 1 0 0 0,1 0 0 0 0,-1 0 0 0 0,0 0 1 0 0,1 0-1 0 0,-1 0 0 0 0,1 0 0 0 0,-1 0 0 0 0,0 0 1 0 0,1 0-1 0 0,-1 1 0 0 0,1-1 0 0 0,-1 0 0 0 0,0 0 0 0 0,1 0 1 0 0,-1 1-1 0 0,-25 7 35 0 0,22-6-24 0 0,1 0 0 0 0,-1 0 0 0 0,1 0 0 0 0,0 1 0 0 0,0-1 0 0 0,0 1 0 0 0,0 0 0 0 0,0 0 0 0 0,0 0 0 0 0,1 1 0 0 0,-1-1 0 0 0,1 0 0 0 0,0 1 0 0 0,0 0 0 0 0,1-1 0 0 0,-1 1 0 0 0,-1 7 0 0 0,-13 21 338 0 0,15-31-318 0 0,0 1-1 0 0,0-1 1 0 0,0 0-1 0 0,1 1 1 0 0,-1-1-1 0 0,0 1 1 0 0,1 0-1 0 0,-1-1 0 0 0,1 1 1 0 0,-1-1-1 0 0,1 1 1 0 0,0 0-1 0 0,0-1 1 0 0,0 1-1 0 0,0 3 1 0 0,0-4-19 0 0,1 0 0 0 0,-1-1 0 0 0,1 1 1 0 0,-1 0-1 0 0,1 0 0 0 0,-1 0 0 0 0,1-1 1 0 0,0 1-1 0 0,-1 0 0 0 0,1-1 0 0 0,0 1 1 0 0,0 0-1 0 0,-1-1 0 0 0,1 1 0 0 0,0-1 0 0 0,0 1 1 0 0,0-1-1 0 0,0 0 0 0 0,0 1 0 0 0,-1-1 1 0 0,1 0-1 0 0,0 1 0 0 0,0-1 0 0 0,0 0 1 0 0,2 0-1 0 0,2 1 8 0 0,0-1-1 0 0,1 0 1 0 0,-1 0 0 0 0,0 0 0 0 0,0-1 0 0 0,1 1 0 0 0,-1-1 0 0 0,8-3-1 0 0,-10 3-5 0 0,0 0-1 0 0,0 0 0 0 0,0 0 0 0 0,0-1 1 0 0,-1 1-1 0 0,1-1 0 0 0,0 0 0 0 0,-1 0 1 0 0,0 0-1 0 0,1 0 0 0 0,-1 0 1 0 0,0 0-1 0 0,0-1 0 0 0,0 1 0 0 0,3-6 1 0 0,-5 3-36 0 0,-6 7-35 0 0,-8 9-16 0 0,-2 18 30 0 0,15-29 42 0 0,1 1 0 0 0,-1 0 0 0 0,1 0 0 0 0,-1 0 0 0 0,1-1 0 0 0,0 1-1 0 0,-1 0 1 0 0,1 0 0 0 0,0 0 0 0 0,0 0 0 0 0,0 0 0 0 0,0 0 0 0 0,0 0 0 0 0,0 0 0 0 0,0 0 0 0 0,0 0 0 0 0,0 0 0 0 0,0-1 0 0 0,0 1 0 0 0,0 0 0 0 0,1 0 0 0 0,-1 0 0 0 0,0 0 0 0 0,1 0-1 0 0,-1 0 1 0 0,1-1 0 0 0,-1 1 0 0 0,1 0 0 0 0,-1 0 0 0 0,1-1 0 0 0,-1 1 0 0 0,1 0 0 0 0,1 0 0 0 0,-1-1 1 0 0,-1 0 1 0 0,1 0-1 0 0,0 0 1 0 0,0 0-1 0 0,0 0 1 0 0,-1 0-1 0 0,1-1 0 0 0,0 1 1 0 0,0 0-1 0 0,-1-1 1 0 0,1 1-1 0 0,0 0 1 0 0,-1-1-1 0 0,1 1 1 0 0,0-1-1 0 0,-1 1 0 0 0,1-1 1 0 0,0 0-1 0 0,-1 1 1 0 0,1-1-1 0 0,-1 1 1 0 0,1-1-1 0 0,-1 0 0 0 0,0 1 1 0 0,1-1-1 0 0,-1 0 1 0 0,0 0-1 0 0,1 1 1 0 0,-1-2-1 0 0,11-23 78 0 0,-11 24-88 0 0,0 0 0 0 0,1 0 0 0 0,-1 0 1 0 0,0 0-1 0 0,0 0 0 0 0,1 0 0 0 0,-1 0 0 0 0,0 0 1 0 0,0 0-1 0 0,0 0 0 0 0,0 0 0 0 0,-1-1 1 0 0,1 1-1 0 0,0 0 0 0 0,0 0 0 0 0,0 0 0 0 0,-1 0 1 0 0,1 0-1 0 0,-1 0 0 0 0,1 0 0 0 0,-1 1 1 0 0,1-1-1 0 0,-1 0 0 0 0,1 0 0 0 0,-1 0 0 0 0,0 0 1 0 0,0 1-1 0 0,1-1 0 0 0,-1 0 0 0 0,0 1 0 0 0,0-1 1 0 0,0 0-1 0 0,0 1 0 0 0,1-1 0 0 0,-1 1 1 0 0,0-1-1 0 0,0 1 0 0 0,0 0 0 0 0,0-1 0 0 0,0 1 1 0 0,0 0-1 0 0,-1 0 0 0 0,-1 0 0 0 0,2-1-1 0 0,-1 1-1 0 0,1 0 1 0 0,-1 0-1 0 0,1 0 1 0 0,-1 0-1 0 0,0 0 0 0 0,1 1 1 0 0,-1-1-1 0 0,1 0 1 0 0,-1 1-1 0 0,1-1 1 0 0,-1 1-1 0 0,1-1 0 0 0,-1 1 1 0 0,1 0-1 0 0,0 0 1 0 0,-1 0-1 0 0,1 0 1 0 0,0 0-1 0 0,0 0 0 0 0,-1 0 1 0 0,1 0-1 0 0,0 0 1 0 0,0 0-1 0 0,0 0 1 0 0,-1 4-1 0 0,2-5 5 0 0,-1 0 0 0 0,1 1-1 0 0,0-1 1 0 0,0 1 0 0 0,0-1 0 0 0,0 1-1 0 0,0-1 1 0 0,0 1 0 0 0,0-1 0 0 0,0 1 0 0 0,0-1-1 0 0,0 0 1 0 0,0 1 0 0 0,0-1 0 0 0,0 1-1 0 0,0-1 1 0 0,0 1 0 0 0,0-1 0 0 0,1 1 0 0 0,-1-1-1 0 0,0 0 1 0 0,0 1 0 0 0,1-1 0 0 0,-1 1-1 0 0,0-1 1 0 0,0 0 0 0 0,1 1 0 0 0,-1-1-1 0 0,0 0 1 0 0,1 1 0 0 0,-1-1 0 0 0,1 1 0 0 0,18 3 56 0 0,18-9 33 0 0,-35 4-85 0 0,0 1-1 0 0,0-1 1 0 0,0 0-1 0 0,0 0 0 0 0,0 0 1 0 0,-1 0-1 0 0,1 0 0 0 0,0-1 1 0 0,-1 1-1 0 0,1-1 1 0 0,0 1-1 0 0,-1-1 0 0 0,0 1 1 0 0,1-1-1 0 0,-1 0 1 0 0,0 1-1 0 0,0-1 0 0 0,0 0 1 0 0,0 0-1 0 0,0 0 1 0 0,0 0-1 0 0,-1 0 0 0 0,1 0 1 0 0,-1 0-1 0 0,1 0 1 0 0,-1-1-1 0 0,0 1 0 0 0,0 0 1 0 0,0 0-1 0 0,0 0 0 0 0,0 0 1 0 0,0 0-1 0 0,0 0 1 0 0,-1 0-1 0 0,1-1 0 0 0,-1 1 1 0 0,0 0-1 0 0,0 0 1 0 0,0 0-1 0 0,-1-2 0 0 0,2 4-3 0 0,0 0-1 0 0,0 0 0 0 0,0 0 0 0 0,0 0 0 0 0,0-1 0 0 0,0 1 0 0 0,0 0 0 0 0,0 0 0 0 0,-1 0 0 0 0,1 0 1 0 0,0-1-1 0 0,0 1 0 0 0,0 0 0 0 0,0 0 0 0 0,0 0 0 0 0,0 0 0 0 0,-1 0 0 0 0,1 0 0 0 0,0 0 0 0 0,0-1 1 0 0,0 1-1 0 0,0 0 0 0 0,-1 0 0 0 0,1 0 0 0 0,0 0 0 0 0,0 0 0 0 0,0 0 0 0 0,-1 0 0 0 0,1 0 1 0 0,0 0-1 0 0,0 0 0 0 0,0 0 0 0 0,0 0 0 0 0,-1 0 0 0 0,1 0 0 0 0,0 0 0 0 0,0 0 0 0 0,0 0 0 0 0,-1 0 1 0 0,1 1-1 0 0,0-1 0 0 0,0 0 0 0 0,0 0 0 0 0,0 0 0 0 0,0 0 0 0 0,-1 0 0 0 0,1 0 0 0 0,0 0 0 0 0,0 1 1 0 0,0-1-1 0 0,0 0 0 0 0,0 0 0 0 0,0 0 0 0 0,-1 0 0 0 0,1 0 0 0 0,0 1 0 0 0,0-1 0 0 0,0 0 1 0 0,0 0-1 0 0,0 0 0 0 0,0 0 0 0 0,0 1 0 0 0,0-1 0 0 0,0 0 0 0 0,0 1 0 0 0,-5 23 54 0 0,1 32 17 0 0,5-7-11 0 0,2-1 0 0 0,16 83-1 0 0,-6-53-8 0 0,3 48-49 0 0,2 168 1 0 0,-14-215 26 0 0,16 93 1 0 0,-8-82 0 0 0,12 98 45 0 0,-21-168-53 0 0,5 30 108 0 0,1 70 0 0 0,-10-107-604 0 0,1-7 682 0 0,0 1-1 0 0,0 0 0 0 0,1 0 0 0 0,2 10 1 0 0,-3-15-849 0 0,1 1 0 0 0,0-1 1 0 0,0 0-1 0 0,0 0 0 0 0,0 1 1 0 0,1-1-1 0 0,-1 0 0 0 0,0 0 1 0 0,1 0-1 0 0,1 1 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59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27 302 4521 0 0,'0'0'571'0'0,"-24"-6"6868"0"0,24 6-7372 0 0,0 0 0 0 0,0 0 1 0 0,-1 0-1 0 0,1-1 1 0 0,0 1-1 0 0,0 0 0 0 0,0 0 1 0 0,0-1-1 0 0,0 1 0 0 0,-1 0 1 0 0,1 0-1 0 0,0-1 1 0 0,0 1-1 0 0,0 0 0 0 0,0 0 1 0 0,0-1-1 0 0,0 1 0 0 0,0 0 1 0 0,0 0-1 0 0,0-1 0 0 0,0 1 1 0 0,0 0-1 0 0,0-1 1 0 0,0 1-1 0 0,0 0 0 0 0,0 0 1 0 0,0-1-1 0 0,0 1 0 0 0,0 0 1 0 0,0 0-1 0 0,1-1 1 0 0,-1 1-1 0 0,0 0 0 0 0,0-1 1 0 0,11-7 697 0 0,16-2-770 0 0,-25 10 101 0 0,16-4-2 0 0,1 1-1 0 0,0 1 1 0 0,0 1 0 0 0,0 1 0 0 0,0 0 0 0 0,21 4 0 0 0,-2-2 16 0 0,-5 1-13 0 0,0-2 1 0 0,0-2 0 0 0,0-1 0 0 0,0-1 0 0 0,0-2 0 0 0,52-15 0 0 0,-43 6-73 0 0,0 2 0 0 0,1 2 0 0 0,1 2 0 0 0,-1 1 1 0 0,57 0-1 0 0,-31 7 56 0 0,0-4 0 0 0,0-2 0 0 0,-1-3 0 0 0,101-27 0 0 0,-58 9 195 0 0,211-23-1 0 0,-304 47-229 0 0,0-1 0 0 0,-1-1 0 0 0,19-7 0 0 0,-17 5-2 0 0,36-7 0 0 0,-47 13-183 0 0,-1 0 0 0 0,0 0 0 0 0,0 1 0 0 0,0 0 0 0 0,1 1 0 0 0,-1-1 1 0 0,0 1-1 0 0,0 1 0 0 0,0-1 0 0 0,0 1 0 0 0,10 5 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59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 4985 0 0,'0'0'734'0'0,"-13"-5"6364"0"0,16 63-6036 0 0,10 58 0 0 0,-6-58-2398 0 0,1 58 0 0 0,-8-108-1915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00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84 2328 0 0,'0'0'242'0'0,"-24"-24"9589"0"0,23 23-9787 0 0,1 1 0 0 0,0 0 0 0 0,0 0-1 0 0,0 0 1 0 0,-1-1 0 0 0,1 1 0 0 0,0 0-1 0 0,0 0 1 0 0,-1 0 0 0 0,1-1 0 0 0,0 1-1 0 0,0 0 1 0 0,-1 0 0 0 0,1 0 0 0 0,0 0-1 0 0,0 0 1 0 0,-1 0 0 0 0,1 0 0 0 0,0 0-1 0 0,-1 0 1 0 0,1 0 0 0 0,0 0 0 0 0,0 0-1 0 0,-1 0 1 0 0,1 0 0 0 0,0 0 0 0 0,-1 0 0 0 0,1 0-1 0 0,0 0 1 0 0,0 0 0 0 0,-1 0 0 0 0,1 0-1 0 0,0 0 1 0 0,-1 1 0 0 0,1-1 0 0 0,0 0-1 0 0,0 0 1 0 0,-1 0 0 0 0,1 1 0 0 0,-8 14 398 0 0,1 19-246 0 0,5-25-85 0 0,1-3-25 0 0,0-1 0 0 0,0 1-1 0 0,1 0 1 0 0,0-1 0 0 0,0 1 0 0 0,0 0 0 0 0,2 8-1 0 0,-1-13-75 0 0,-1 1-1 0 0,1-1 0 0 0,0 0 1 0 0,0 0-1 0 0,0 0 0 0 0,0 0 0 0 0,0 0 1 0 0,0 0-1 0 0,0 0 0 0 0,0 0 1 0 0,1 0-1 0 0,-1 0 0 0 0,0-1 1 0 0,1 1-1 0 0,-1 0 0 0 0,0-1 0 0 0,1 0 1 0 0,-1 1-1 0 0,0-1 0 0 0,1 0 1 0 0,-1 1-1 0 0,1-1 0 0 0,1 0 1 0 0,2 0 12 0 0,-1 1 1 0 0,1-1 0 0 0,0 0 0 0 0,-1-1-1 0 0,1 1 1 0 0,4-2 0 0 0,-4 1-8 0 0,-1-1 0 0 0,0 1 0 0 0,0-1 0 0 0,0 1 0 0 0,0-1 0 0 0,0 0 0 0 0,-1-1 0 0 0,1 1 0 0 0,-1-1-1 0 0,1 0 1 0 0,-1 1 0 0 0,0-2 0 0 0,3-3 0 0 0,-2 2 3 0 0,0-1 0 0 0,-1 1 0 0 0,0-1 0 0 0,-1 0 0 0 0,1 0 0 0 0,-1-1 0 0 0,2-11 0 0 0,10-11 67 0 0,-1-1 29 0 0,-12 29-106 0 0,-1 0 1 0 0,1-1-1 0 0,-1 1 0 0 0,0-1 0 0 0,0 1 0 0 0,0-1 0 0 0,0 1 0 0 0,0-1 1 0 0,0 1-1 0 0,0-1 0 0 0,-1 1 0 0 0,1-1 0 0 0,0 1 0 0 0,-1-1 0 0 0,1 1 1 0 0,-1 0-1 0 0,0-1 0 0 0,-1-1 0 0 0,2 3-1 0 0,-1-1 0 0 0,0 1 0 0 0,1-1-1 0 0,-1 1 1 0 0,0-1 0 0 0,1 1 0 0 0,-1 0 0 0 0,0-1 0 0 0,0 1 0 0 0,0 0 0 0 0,1 0 0 0 0,-1 0-1 0 0,0-1 1 0 0,0 1 0 0 0,0 0 0 0 0,0 0 0 0 0,1 0 0 0 0,-1 0 0 0 0,0 1 0 0 0,0-1 0 0 0,0 0-1 0 0,0 0 1 0 0,-1 1 0 0 0,1-1-4 0 0,-1 1 1 0 0,1-1-1 0 0,0 0 0 0 0,-1 1 0 0 0,1 0 0 0 0,0-1 1 0 0,0 1-1 0 0,-1 0 0 0 0,1 0 0 0 0,0-1 0 0 0,0 1 1 0 0,0 0-1 0 0,0 0 0 0 0,-2 2 0 0 0,0 5 4 0 0,0 0 0 0 0,0 0 0 0 0,1 0 0 0 0,0 1 1 0 0,-2 13-1 0 0,3-14-3 0 0,0 0 0 0 0,-1 1 1 0 0,0-1-1 0 0,-1 0 1 0 0,1 0-1 0 0,-7 11 1 0 0,-7 18 169 0 0,15-35-140 0 0,0-1 0 0 0,1 0-1 0 0,0 1 1 0 0,-1-1 0 0 0,1 0 0 0 0,0 1-1 0 0,-1-1 1 0 0,1 0 0 0 0,0 1-1 0 0,0-1 1 0 0,0 1 0 0 0,0-1-1 0 0,0 0 1 0 0,1 1 0 0 0,-1-1-1 0 0,0 1 1 0 0,1-1 0 0 0,-1 0-1 0 0,1 1 1 0 0,-1-1 0 0 0,1 0-1 0 0,0 0 1 0 0,-1 1 0 0 0,1-1-1 0 0,0 0 1 0 0,1 1 0 0 0,-1-1-20 0 0,0-1 1 0 0,0 0 0 0 0,0 1-1 0 0,1-1 1 0 0,-1 0-1 0 0,0 0 1 0 0,0 1 0 0 0,0-1-1 0 0,0 0 1 0 0,0 0-1 0 0,1-1 1 0 0,-1 1 0 0 0,0 0-1 0 0,0 0 1 0 0,0 0-1 0 0,0-1 1 0 0,0 1-1 0 0,0-1 1 0 0,0 1 0 0 0,0-1-1 0 0,0 1 1 0 0,0-1-1 0 0,0 1 1 0 0,0-1 0 0 0,0 0-1 0 0,0 0 1 0 0,0 1-1 0 0,-1-1 1 0 0,1 0-1 0 0,0 0 1 0 0,0 0 0 0 0,-1 0-1 0 0,1 0 1 0 0,0-2-1 0 0,19-34 140 0 0,-17 31-117 0 0,-1 0 1 0 0,0 0-1 0 0,-1 0 1 0 0,0 0-1 0 0,0-1 0 0 0,0 1 1 0 0,0 0-1 0 0,-1-1 1 0 0,0 1-1 0 0,-1 0 1 0 0,0-1-1 0 0,1 1 0 0 0,-2 0 1 0 0,1 0-1 0 0,-1 0 1 0 0,0-1-1 0 0,-5-8 0 0 0,7 15-36 0 0,0 0-1 0 0,0-1 0 0 0,0 1 1 0 0,0 0-1 0 0,0 0 0 0 0,0 0 1 0 0,0-1-1 0 0,0 1 0 0 0,0 0 1 0 0,0 0-1 0 0,0 0 0 0 0,-1-1 1 0 0,1 1-1 0 0,0 0 0 0 0,0 0 0 0 0,0 0 1 0 0,0 0-1 0 0,-1-1 0 0 0,1 1 1 0 0,0 0-1 0 0,0 0 0 0 0,0 0 1 0 0,0 0-1 0 0,-1 0 0 0 0,1 0 1 0 0,0 0-1 0 0,0 0 0 0 0,-1 0 0 0 0,1-1 1 0 0,0 1-1 0 0,0 0 0 0 0,0 0 1 0 0,-1 0-1 0 0,1 0 0 0 0,0 0 1 0 0,0 0-1 0 0,0 0 0 0 0,-1 0 1 0 0,1 1-1 0 0,0-1 0 0 0,0 0 1 0 0,-1 0-1 0 0,1 0 0 0 0,0 0 0 0 0,0 0 1 0 0,-4 13 28 0 0,4 17 9 0 0,1-25-25 0 0,1 0 0 0 0,-1 0 0 0 0,1 0 0 0 0,0-1 0 0 0,0 1 0 0 0,0 0 0 0 0,1-1 0 0 0,3 5 0 0 0,-5-7 21 0 0,1 0 0 0 0,0 0 0 0 0,0 0 0 0 0,-1-1 1 0 0,1 1-1 0 0,0 0 0 0 0,0-1 0 0 0,0 0 0 0 0,1 1 0 0 0,-1-1 1 0 0,0 0-1 0 0,0 0 0 0 0,1 0 0 0 0,-1-1 0 0 0,1 1 0 0 0,-1-1 1 0 0,0 1-1 0 0,1-1 0 0 0,4 0 0 0 0,-7 0-74 0 0,-7-5-4102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04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68 1384 0 0,'0'0'7827'0'0,"7"-24"-5159"0"0,-6 23-2568 0 0,0 0 1 0 0,0 0 0 0 0,0 0 0 0 0,0 0-1 0 0,-1-1 1 0 0,1 1 0 0 0,0 0 0 0 0,0 0 0 0 0,-1-1-1 0 0,1 1 1 0 0,-1 0 0 0 0,1-1 0 0 0,-1 1 0 0 0,0-1-1 0 0,1 1 1 0 0,-1 0 0 0 0,0-1 0 0 0,0 1-1 0 0,0-1 1 0 0,0-1 0 0 0,0 2-97 0 0,0 1 0 0 0,0-1 0 0 0,0 1 0 0 0,0-1 1 0 0,-1 1-1 0 0,1-1 0 0 0,1 1 0 0 0,-1-1 0 0 0,0 1 0 0 0,0-1 0 0 0,0 1 0 0 0,0-1 1 0 0,0 1-1 0 0,0-1 0 0 0,0 1 0 0 0,1-1 0 0 0,-1 1 0 0 0,0-1 0 0 0,0 1 0 0 0,1 0 0 0 0,-1-1 1 0 0,0 1-1 0 0,1-1 0 0 0,-1 1 0 0 0,0 0 0 0 0,1-1 0 0 0,-1 1 0 0 0,1 0 0 0 0,-1-1 1 0 0,1 1-1 0 0,-1 0 0 0 0,1 0 0 0 0,0-1 0 0 0,-1 1 57 0 0,-20 44 2575 0 0,17-31-2596 0 0,1 0 1 0 0,0 0 0 0 0,1 0 0 0 0,0 0 0 0 0,1 0 0 0 0,1 0 0 0 0,2 16 0 0 0,24 91 39 0 0,-5-23-63 0 0,-7-29 30 0 0,32 88 0 0 0,-27-95-4 0 0,24 122 0 0 0,-11-30-28 0 0,2 16 80 0 0,3 17-107 0 0,-4-24-33 0 0,-8-45 197 0 0,-3-22-77 0 0,-10-24-26 0 0,41 195 84 0 0,-54-266-133 0 0,38 173 45 0 0,-31-129-14 0 0,-1-1 1 0 0,-2 47-1 0 0,-4 150-835 0 0,1-254-6747 0 0,0 6 6371 0 0,0-9-1745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05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5369 0 0,'0'0'355'0'0,"-7"3"4565"0"0,9 7-4657 0 0,-1-1 0 0 0,1 0 0 0 0,0 1 1 0 0,1-1-1 0 0,7 16 0 0 0,1 5 67 0 0,126 486 1209 0 0,-64-99-260 0 0,-54-313-771 0 0,-6-42-62 0 0,-3 0-1 0 0,4 99 1 0 0,-11-22 110 0 0,-1-132-442 0 0,-1-1 1 0 0,1 1-1 0 0,0 0 1 0 0,0-1-1 0 0,1 0 1 0 0,4 10-1 0 0,-6-15-102 0 0,-1 0 1 0 0,1 1-1 0 0,-1-1 0 0 0,0 0 0 0 0,1 1 0 0 0,-1-1 0 0 0,0 0 0 0 0,0 1 0 0 0,0-1 1 0 0,0 0-1 0 0,0 1 0 0 0,-1-1 0 0 0,1 0 0 0 0,0 1 0 0 0,0-1 0 0 0,-1 0 0 0 0,1 1 0 0 0,-1-1 1 0 0,0 0-1 0 0,1 0 0 0 0,-1 1 0 0 0,0-1 0 0 0,1 0 0 0 0,-1 0 0 0 0,0 0 0 0 0,0 0 1 0 0,0 0-1 0 0,0 0 0 0 0,0 0 0 0 0,0-1 0 0 0,0 1 0 0 0,-1 0 0 0 0,1 0 0 0 0,0-1 1 0 0,0 1-1 0 0,-1-1 0 0 0,1 1 0 0 0,0-1 0 0 0,-1 0 0 0 0,1 1 0 0 0,0-1 0 0 0,-1 0 0 0 0,1 0 1 0 0,-2 0-1 0 0,-36 2 103 0 0,1 2 0 0 0,-43 9 0 0 0,-13 2-64 0 0,48-8-38 0 0,-1 1 0 0 0,-74 25 0 0 0,79-26 229 0 0,38-6-238 0 0,3-1-4 0 0,-1 0 0 0 0,1 0 0 0 0,-1 0 0 0 0,1 1 0 0 0,0-1 0 0 0,-1 1 0 0 0,1-1 0 0 0,0 1 0 0 0,-1-1 0 0 0,1 1 0 0 0,0 0 1 0 0,0 0-1 0 0,-1 0 0 0 0,1-1 0 0 0,0 1 0 0 0,0 0 0 0 0,0 1 0 0 0,0-1 0 0 0,0 0 0 0 0,0 0 0 0 0,1 0 0 0 0,-1 0 0 0 0,0 1 0 0 0,0-1 0 0 0,1 0 0 0 0,-1 1 1 0 0,0 1-1 0 0,-5 24-3 0 0,0 0 0 0 0,1 0 1 0 0,-1 39-1 0 0,5 89-13 0 0,2-83 13 0 0,-1-49 5 0 0,0 0 0 0 0,2 1-1 0 0,1-1 1 0 0,0 0 0 0 0,2 0 0 0 0,10 29-1 0 0,-15-50 4 0 0,1-1-1 0 0,0 0 1 0 0,0 1 0 0 0,0-1-1 0 0,0 0 1 0 0,1 0-1 0 0,-1 0 1 0 0,0 0-1 0 0,0 0 1 0 0,1 0 0 0 0,-1 0-1 0 0,0 0 1 0 0,1-1-1 0 0,-1 1 1 0 0,1-1-1 0 0,-1 1 1 0 0,1-1 0 0 0,0 1-1 0 0,-1-1 1 0 0,1 0-1 0 0,-1 0 1 0 0,1 1 0 0 0,-1-1-1 0 0,1 0 1 0 0,0-1-1 0 0,1 1 1 0 0,23 4 2 0 0,-4 6-9 0 0,-10-5 11 0 0,-1 0 0 0 0,1 0 1 0 0,0-1-1 0 0,1 0 0 0 0,13 1 0 0 0,1-2 34 0 0,0-1 0 0 0,0-2-1 0 0,29-3 1 0 0,-40 2-34 0 0,6 1-3 0 0,-11-3-2860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0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26 5121 0 0,'0'0'288'0'0,"-5"-19"6647"0"0,5 19-6891 0 0,0 0-1 0 0,0 0 1 0 0,0-1 0 0 0,0 1-1 0 0,0 0 1 0 0,0 0 0 0 0,0 0-1 0 0,0 0 1 0 0,0-1 0 0 0,0 1-1 0 0,0 0 1 0 0,0 0 0 0 0,0 0-1 0 0,0 0 1 0 0,0-1 0 0 0,0 1-1 0 0,0 0 1 0 0,0 0 0 0 0,0 0-1 0 0,0 0 1 0 0,0-1 0 0 0,0 1 0 0 0,0 0-1 0 0,0 0 1 0 0,0 0 0 0 0,0 0-1 0 0,0-1 1 0 0,0 1 0 0 0,0 0-1 0 0,1 0 1 0 0,-1 0 0 0 0,0 0-1 0 0,0 0 1 0 0,0 0 0 0 0,0-1-1 0 0,0 1 1 0 0,1 0 0 0 0,-1 0-1 0 0,0 0 1 0 0,0 0 0 0 0,0 0-1 0 0,0 0 1 0 0,1 0 0 0 0,-1 0-1 0 0,0 0 1 0 0,0 0 0 0 0,0 0-1 0 0,0 0 1 0 0,1 0 0 0 0,-1 0-1 0 0,0 0 1 0 0,0 0 0 0 0,0 0-1 0 0,0 0 1 0 0,1 0 0 0 0,9 10 703 0 0,6 15-538 0 0,-2 2 6 0 0,-2 0 1 0 0,-1 1-1 0 0,-1 0 0 0 0,-1 1 0 0 0,6 40 1 0 0,10 149 341 0 0,-23-194-503 0 0,3 4 100 0 0,0 8-2700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07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29 158 4033 0 0,'0'0'977'0'0,"-9"-1"3571"0"0,-8-1-1951 0 0,17 2-2562 0 0,0 0 0 0 0,0 0 0 0 0,0 0 1 0 0,-1 0-1 0 0,1 0 0 0 0,0 0 0 0 0,0-1 1 0 0,0 1-1 0 0,0 0 0 0 0,0 0 0 0 0,0 0 1 0 0,0 0-1 0 0,0 0 0 0 0,-1 0 0 0 0,1 0 1 0 0,0 0-1 0 0,0 0 0 0 0,0 0 1 0 0,0 0-1 0 0,0 0 0 0 0,0 0 0 0 0,0 0 1 0 0,0 0-1 0 0,0-1 0 0 0,0 1 0 0 0,0 0 1 0 0,0 0-1 0 0,0 0 0 0 0,-1 0 0 0 0,1 0 1 0 0,0 0-1 0 0,0 0 0 0 0,0 0 0 0 0,0-1 1 0 0,0 1-1 0 0,0 0 0 0 0,0 0 0 0 0,0 0 1 0 0,0 0-1 0 0,0 0 0 0 0,0 0 0 0 0,0 0 1 0 0,0 0-1 0 0,0-1 0 0 0,0 1 0 0 0,1 0 1 0 0,-1 0-1 0 0,0 0 0 0 0,0 0 1 0 0,0 0-1 0 0,0 0 0 0 0,0 0 0 0 0,0 0 1 0 0,0 0-1 0 0,0-1 0 0 0,0 1 0 0 0,0 0 1 0 0,0 0-1 0 0,0 0 0 0 0,0 0 0 0 0,1 0 1 0 0,10-4 708 0 0,21-1-780 0 0,-27 4 236 0 0,91-12 131 0 0,122-35 0 0 0,-140 26-220 0 0,1 4-1 0 0,97-9 0 0 0,-157 21 163 0 0,-17 5-257 0 0,0 0 0 0 0,0 0 1 0 0,0 0-1 0 0,0 1 0 0 0,0-1 0 0 0,0 1 0 0 0,1-1 1 0 0,-1 1-1 0 0,3 0 0 0 0,-5 0 125 0 0,-13 13-67 0 0,14 8 46 0 0,1 0 1 0 0,5 20-1 0 0,1 7 77 0 0,6 44 84 0 0,-6-46-10 0 0,3 60 0 0 0,-16 123 595 0 0,1 18-399 0 0,5-226-397 0 0,1 0 1 0 0,7 28 0 0 0,-2-33 242 0 0,0 1-901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1T02:32:10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31 800,'0'0'1504,"0"-7"3458,0-16 51,0 63-4641,1 0 0,2 0 0,14 69 0,-2-49-314,19 69 138,25 207-1,-45-94 618,3 25-39,-11-216-242,-1-19-341,0 37 0,-5-60-101,1-1 1,1 0-1,-1 0 0,5 13 1,-3-13 1,-1 0 0,0 0 1,0 0-1,0 14 0,-1-13-77,0-1-1,0 0 0,1 1 0,1-1 1,3 9-1,4 16-12,3 14 119,-8-31-71,-1-1-1,-1 1 1,0 0-1,1 22 1,4 7 160,-8 86 226,0-130-433,0-1-1,0 0 1,0 1 0,0-1-1,0 1 1,0-1-1,0 0 1,0 1-1,0-1 1,0 1-1,0-1 1,0 0-1,0 1 1,0-1-1,0 0 1,0 1 0,1-1-1,-1 1 1,0-1-1,0 0 1,0 1-1,1-1 1,-1 0-1,0 0 1,0 1-1,1-1 1,-1 0 0,0 1-1,1-1 1,-1 0-1,0 0 1,1 0-1,-1 1 1,0-1-1,1 0 1,-1 0-1,0 0 1,1 0 0,-1 0-1,1 0 1,-1 0-1,0 0 1,1 0-1,-1 0 1,0 0-1,1 0 1,-1 0-1,1 0 1,-1 0-1,1 0 1,3 0-19,-4 0 109,22 0 240,308 11-94,-306-11-224,0-1 0,0 0 0,0-2-1,27-6 1,-22 3 38,0 2-1,36-1 0,-39 7 428,-11-1-1502,-5-1-2520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1T02:32:1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9 129 4345,'-5'-9'549,"3"-4"322,1 0-1,0 0 0,2-14 1,-1 7 1518,11-14 3642,-11 34-5865,0 0-141,-1 1-1,1-1 1,0 0-1,-1 1 1,1-1-1,0 0 1,-1 1-1,1-1 1,0 1-1,-1-1 1,1 0-1,0 1 0,0-1 1,0 1-1,-1-1 1,1 1-1,0-1 1,0 1-1,0-1 1,0 1-1,0-1 1,0 1-1,0-1 1,0 1-1,0-1 1,0 1-1,0 21-63,0-16 76,2 23-7,2 0 0,0 0 0,16 54 0,1 0 27,0 25-35,8 130-1,-5 81 75,-18-270-56,2 0 1,3-1-1,1-1 0,33 81 1,-34-85 124,-6-25-5248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1T02:32:11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576 7 2000,'0'0'501,"25"0"5264,-21 0-5108,-1 0 0,1 0 1,-1 0-1,1 0 0,-1-1 1,1 0-1,-1 1 0,0-1 1,5-2-1,-58 11 1585,-365 95-383,362-90-1477,17-4-7,-40 15 0,75-23-371,1-1 1,0 0-1,-1 0 0,1 0 0,-1 0 0,1 0 1,0 0-1,-1 0 0,1 1 0,-1-1 0,1 0 1,0 0-1,-1 1 0,1-1 0,0 0 0,0 0 1,-1 1-1,1-1 0,0 0 0,0 1 0,-1-1 0,1 0 1,0 1-1,0-1 0,0 1 0,-1-1 0,1 0 1,0 1-1,0-1 0,0 1 0,0-1 0,0 0 1,0 1-1,0-1 0,0 1 0,0-1 0,0 1 1,0-1-1,0 0 0,0 1 0,0-1 0,1 1 1,12 14-3634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1T02:32:12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7282,'0'0'5687,"-12"16"-2375,-133 67-1838,135-77-1377,3-2-8,0 1 0,0 0 0,1 1 0,-1 0 0,1 0 0,1 0 0,-1 1 0,1 0 0,0 0 0,1 0 0,0 0-1,0 1 1,-4 11 0,8-19-70,-1 1-1,1 0 0,-1 0 0,1 0 0,0 0 0,-1 0 0,1 0 0,0 0 1,0 0-1,0 0 0,0 0 0,0 0 0,0 0 0,0 0 0,0 0 0,0 0 1,0 0-1,0 0 0,1 0 0,-1 0 0,0 0 0,1 0 0,-1 0 0,1-1 1,-1 1-1,1 0 0,-1 0 0,1 0 0,0-1 0,-1 1 0,1 0 1,0 0-1,0-1 0,-1 1 0,1-1 0,0 1 0,0-1 0,1 1 0,4 1 2,0 0-1,0-1 0,0 0 1,0 0-1,10 0 0,-11-1 2,1 0 0,-1 1-1,0 0 1,1 0 0,7 3-1,3 4-12,-5-2-15,0-1-1,1 0 1,-1 0 0,22 5 0,-19-7-612,4 1-2011,-4-3-3016,-3-1-650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1T02:32:12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3577,'0'0'851,"-20"2"10615,26 5-11276,0 0 1,-1 1-1,-1 0 0,1 0 0,5 15 1,0-2 55,6 16-78,-1 0-1,-1 0 1,-3 1-1,10 50 1,11 161 235,-8-54-235,-11-84 95,-3 178 0,-10-281-252,0 0-1,0-1 1,1 1-1,0 0 1,0-1-1,3 9 1,-3-14-1179,0 1 0,1-1 0,-1 0 0,0 0 0,1 1 0,-1-1 0,4 3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1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54 292 1704 0 0,'0'0'584'0'0,"-2"-24"2809"0"0,-10-46 1068 0 0,-3-126-1 0 0,14 197-4441 0 0,1-1 1 0 0,0 0-1 0 0,0 0 1 0 0,0 0-1 0 0,0 0 1 0 0,0 0-1 0 0,-1 0 1 0 0,1 0-1 0 0,0 0 1 0 0,0 0-1 0 0,0 0 1 0 0,0 0-1 0 0,0 1 0 0 0,-1-1 1 0 0,1 0-1 0 0,0 0 1 0 0,0 0-1 0 0,0 0 1 0 0,0 0-1 0 0,-1 0 1 0 0,1-1-1 0 0,0 1 1 0 0,0 0-1 0 0,0 0 1 0 0,0 0-1 0 0,0 0 1 0 0,-1 0-1 0 0,1 0 1 0 0,0 0-1 0 0,0 0 1 0 0,0 0-1 0 0,0 0 1 0 0,0 0-1 0 0,-1 0 1 0 0,1-1-1 0 0,0 1 0 0 0,0 0 1 0 0,0 0-1 0 0,0 0 1 0 0,0 0-1 0 0,0 0 1 0 0,0 0-1 0 0,0-1 1 0 0,0 1-1 0 0,-1 0 1 0 0,1 0-1 0 0,0 0 1 0 0,0 0-1 0 0,0 0 1 0 0,0-1-1 0 0,-7 15 237 0 0,3 8-206 0 0,1 0 0 0 0,1 0 0 0 0,0 0 0 0 0,2 0 0 0 0,3 26 0 0 0,21 112 16 0 0,-2-27-50 0 0,-11 6 436 0 0,-9-86-6588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15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42 141 5249 0 0,'-12'0'6956'0'0,"-10"0"-3539"0"0,22 0-3397 0 0,-1-1 0 0 0,1 1 0 0 0,0 0 0 0 0,0 0 0 0 0,0 0-1 0 0,0 0 1 0 0,-1 0 0 0 0,1 0 0 0 0,0 0 0 0 0,0 0 0 0 0,0 0 0 0 0,-1 0 0 0 0,1 0 0 0 0,0 0 0 0 0,0 0 0 0 0,0 0 0 0 0,-1 0-1 0 0,1 0 1 0 0,0 0 0 0 0,0 0 0 0 0,0 0 0 0 0,-1 0 0 0 0,1 0 0 0 0,0 0 0 0 0,0 0 0 0 0,0 0 0 0 0,-1 0 0 0 0,1 0 0 0 0,0 1-1 0 0,0-1 1 0 0,0 0 0 0 0,0 0 0 0 0,-1 0 0 0 0,1 0 0 0 0,0 0 0 0 0,0 1 0 0 0,0-1 0 0 0,0 0 0 0 0,0 0 0 0 0,0 0 0 0 0,0 0-1 0 0,-1 1 1 0 0,11 4 212 0 0,15 3-225 0 0,-4-4 95 0 0,1-2-1 0 0,0-1 1 0 0,0 0 0 0 0,-1-2-1 0 0,34-5 1 0 0,106-26 456 0 0,-157 31-543 0 0,111-27 329 0 0,121-27-70 0 0,-169 43-197 0 0,108-6 1 0 0,-76 13 243 0 0,67-1 655 0 0,-158 13-3264 0 0,-5-4 465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17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179 154 2048 0 0,'0'0'-172'0'0,"-2"-31"4532"0"0,2 30-4320 0 0,-2-9 885 0 0,0 0-1 0 0,-1 0 1 0 0,-7-18-1 0 0,7 21 184 0 0,-4-1-408 0 0,2 5-523 0 0,2 2-129 0 0,0-1 0 0 0,0 0 1 0 0,1 1-1 0 0,-1-1 0 0 0,0 1 0 0 0,0 0 1 0 0,0 0-1 0 0,-1 0 0 0 0,1 0 1 0 0,0 1-1 0 0,0-1 0 0 0,0 1 1 0 0,-1 0-1 0 0,1 0 0 0 0,0 0 1 0 0,0 0-1 0 0,-1 0 0 0 0,1 1 1 0 0,0 0-1 0 0,0-1 0 0 0,0 1 1 0 0,0 1-1 0 0,0-1 0 0 0,0 0 1 0 0,-5 3-1 0 0,3 0 4 0 0,1 1 0 0 0,0-1 0 0 0,0 0 0 0 0,0 1 0 0 0,1 0 0 0 0,0 0 0 0 0,-1 0 0 0 0,2 0 0 0 0,-1 1 0 0 0,-2 6 1 0 0,2-6-14 0 0,0 1-2 0 0,1 1 0 0 0,-1 0 1 0 0,1 0-1 0 0,-2 16 0 0 0,3-22-15 0 0,1 1 0 0 0,0 0 0 0 0,0 0 0 0 0,0 0 0 0 0,0 0 0 0 0,0 0 0 0 0,0 0 0 0 0,1 0 0 0 0,-1 0 0 0 0,1-1 1 0 0,0 1-1 0 0,0 0 0 0 0,0 0 0 0 0,0-1 0 0 0,0 1 0 0 0,1-1 0 0 0,1 4 0 0 0,0-4 19 0 0,0 0 0 0 0,1 1 0 0 0,-1-1 0 0 0,1 0 0 0 0,-1 0 0 0 0,1-1 1 0 0,0 1-1 0 0,-1-1 0 0 0,1 0 0 0 0,0 0 0 0 0,6 1 0 0 0,-8-2-18 0 0,0 1 0 0 0,0-1 1 0 0,0 0-1 0 0,1 0 0 0 0,-1 0 0 0 0,0 0 0 0 0,0 0 0 0 0,0 0 1 0 0,0-1-1 0 0,0 1 0 0 0,0-1 0 0 0,0 1 0 0 0,0-1 1 0 0,0 0-1 0 0,0 0 0 0 0,0 0 0 0 0,0 0 0 0 0,0 0 0 0 0,-1 0 1 0 0,1 0-1 0 0,0-1 0 0 0,-1 1 0 0 0,3-3 0 0 0,12-39 127 0 0,-12 38-141 0 0,-1-1 0 0 0,0 1 0 0 0,-1-1 1 0 0,0 0-1 0 0,0 0 0 0 0,0 0 0 0 0,0 0 1 0 0,1-11-1 0 0,-2-2 70 0 0,-1-29 1 0 0,-1 16 92 0 0,1 31-163 0 0,0 0 0 0 0,0 1 0 0 0,-1-1 0 0 0,1 0 0 0 0,0 0 0 0 0,0 1 0 0 0,-1-1 0 0 0,1 0 0 0 0,0 1 0 0 0,-1-1 0 0 0,1 0 0 0 0,-1 1 0 0 0,1-1 0 0 0,-1 0 0 0 0,1 1-1 0 0,-1-1 1 0 0,1 1 0 0 0,-1-1 0 0 0,0 1 0 0 0,1 0 0 0 0,-1-1 0 0 0,0 1 0 0 0,1-1 0 0 0,-1 1 0 0 0,0 0 0 0 0,1 0 0 0 0,-1-1 0 0 0,0 1 0 0 0,0 0 0 0 0,1 0 0 0 0,-1 0 0 0 0,0 0-1 0 0,0 0 1 0 0,0 0 0 0 0,1 0 0 0 0,-1 0 0 0 0,0 0 0 0 0,0 0 0 0 0,1 1 0 0 0,-2-1 0 0 0,0 0-9 0 0,0 1-1 0 0,0-1 1 0 0,0 1-1 0 0,0-1 1 0 0,1 1-1 0 0,-1-1 1 0 0,0 1 0 0 0,1 0-1 0 0,-1 0 1 0 0,0 0-1 0 0,1 0 1 0 0,-1 0-1 0 0,1 0 1 0 0,-1 1-1 0 0,1-1 1 0 0,0 0 0 0 0,-3 3-1 0 0,0 5-5 0 0,-1 1 1 0 0,2-1-1 0 0,-1 1 0 0 0,1 0 0 0 0,-3 15 0 0 0,6-20 2 0 0,-2 0-1 0 0,1 0 0 0 0,0 0 0 0 0,-1 0 0 0 0,0-1 0 0 0,-3 7 0 0 0,3-8 1 0 0,0 0 0 0 0,1 0 0 0 0,-1 0 0 0 0,1 0 0 0 0,0 0 0 0 0,0 0 0 0 0,0 0 0 0 0,0 0 0 0 0,1 1 0 0 0,-1-1 0 0 0,1 0 0 0 0,0 0 0 0 0,0 1 0 0 0,0-1 0 0 0,0 0 0 0 0,0 0 0 0 0,2 5 0 0 0,19 4 70 0 0,-18-10-44 0 0,0 0 0 0 0,1-1 0 0 0,-1 1 0 0 0,1-1 0 0 0,-1 0 0 0 0,1 0-1 0 0,-1 0 1 0 0,1 0 0 0 0,0-1 0 0 0,-1 0 0 0 0,1 1 0 0 0,0-1 0 0 0,-1-1-1 0 0,1 1 1 0 0,0 0 0 0 0,-1-1 0 0 0,1 0 0 0 0,0 0 0 0 0,-1 0 0 0 0,1 0-1 0 0,-1 0 1 0 0,0-1 0 0 0,1 0 0 0 0,-1 0 0 0 0,0 0 0 0 0,0 0-1 0 0,0 0 1 0 0,0 0 0 0 0,0-1 0 0 0,-1 1 0 0 0,1-1 0 0 0,-1 0 0 0 0,0 0-1 0 0,0 0 1 0 0,0 0 0 0 0,0 0 0 0 0,0-1 0 0 0,2-5 0 0 0,11-25 144 0 0,-13 30-144 0 0,1-1 1 0 0,-1 0-1 0 0,0 0 1 0 0,0 0-1 0 0,0 0 1 0 0,-1 0-1 0 0,0 0 1 0 0,0 0-1 0 0,1-9 0 0 0,-2 13-20 0 0,0 0-1 0 0,0 0 0 0 0,0 0 0 0 0,0 0 1 0 0,0 0-1 0 0,0 0 0 0 0,0 0 1 0 0,0 0-1 0 0,0 0 0 0 0,-1 0 0 0 0,1 0 1 0 0,0 0-1 0 0,-1 0 0 0 0,1 0 0 0 0,0 0 1 0 0,-1 0-1 0 0,1 0 0 0 0,-1 0 0 0 0,0 0 1 0 0,1 1-1 0 0,-1-1 0 0 0,0 0 0 0 0,1 0 1 0 0,-1 1-1 0 0,0-1 0 0 0,0 1 1 0 0,0-1-1 0 0,1 1 0 0 0,-1-1 0 0 0,0 1 1 0 0,0-1-1 0 0,0 1 0 0 0,0-1 0 0 0,0 1 1 0 0,0 0-1 0 0,0 0 0 0 0,0 0 0 0 0,0-1 1 0 0,0 1-1 0 0,0 0 0 0 0,0 0 0 0 0,0 0 1 0 0,0 1-1 0 0,0-1 0 0 0,0 0 1 0 0,0 0-1 0 0,0 0 0 0 0,0 1 0 0 0,0-1 1 0 0,0 1-1 0 0,0-1 0 0 0,1 0 0 0 0,-1 1 1 0 0,0 0-1 0 0,0-1 0 0 0,0 1 0 0 0,-1 1 1 0 0,1 0-8 0 0,-1 1 0 0 0,1 0 1 0 0,0-1-1 0 0,0 1 1 0 0,0 0-1 0 0,0 0 0 0 0,0-1 1 0 0,1 1-1 0 0,-1 0 0 0 0,1 0 1 0 0,0 5-1 0 0,-2 4-4 0 0,0-1-12 0 0,2-6 16 0 0,-1 1 0 0 0,0-1-1 0 0,-1-1 1 0 0,1 1 0 0 0,-1 0 0 0 0,0 0 0 0 0,-3 5-1 0 0,4-7 8 0 0,-1 0 0 0 0,1 0 0 0 0,-1 0 0 0 0,1 0 0 0 0,0 0 0 0 0,0 0 0 0 0,0 0 0 0 0,0 0 0 0 0,1 0 0 0 0,-1 0 0 0 0,1 1 0 0 0,0-1 0 0 0,0 0 0 0 0,0 0 0 0 0,0 1 0 0 0,1-1 0 0 0,-1 0 0 0 0,1 0 0 0 0,0 0 0 0 0,0 0-1 0 0,0 0 1 0 0,2 4 0 0 0,-2-5 7 0 0,1 0 0 0 0,-1 0 0 0 0,1 0 0 0 0,0 0 1 0 0,0 0-1 0 0,0 0 0 0 0,0 0 0 0 0,0 0 0 0 0,0-1 0 0 0,0 1 0 0 0,1-1 0 0 0,-1 0 0 0 0,1 0 0 0 0,-1 0 0 0 0,1 0 0 0 0,-1 0 0 0 0,1 0 0 0 0,-1-1 0 0 0,1 1 0 0 0,0-1 0 0 0,-1 0 0 0 0,1 1 0 0 0,0-1 0 0 0,-1-1 0 0 0,1 1 0 0 0,4-1 0 0 0,-5 1 7 0 0,0-1-1 0 0,0 1 1 0 0,-1 0 0 0 0,1-1-1 0 0,0 1 1 0 0,-1-1 0 0 0,1 0-1 0 0,-1 1 1 0 0,1-1 0 0 0,-1 0-1 0 0,1 0 1 0 0,-1 0 0 0 0,0 0-1 0 0,1 0 1 0 0,-1-1 0 0 0,0 1-1 0 0,2-3 1 0 0,-1 0 8 0 0,0 1-1 0 0,0-1 1 0 0,0 0 0 0 0,-1 0-1 0 0,2-7 1 0 0,8-19 45 0 0,-8 25-50 0 0,-1 0-1 0 0,0-1 1 0 0,0 1-1 0 0,0-1 1 0 0,-1 1-1 0 0,1-1 1 0 0,-1 1-1 0 0,0-9 1 0 0,-1 11-9 0 0,1 0 0 0 0,-1 0 0 0 0,0-1 0 0 0,-1 1 0 0 0,1 0 0 0 0,0 0 0 0 0,-1 0 1 0 0,0 0-1 0 0,0 0 0 0 0,0 0 0 0 0,0 0 0 0 0,0 0 0 0 0,0 0 0 0 0,-1 1 0 0 0,0-1 0 0 0,-3-5 0 0 0,3 7-16 0 0,1-1 1 0 0,-1 1-1 0 0,0-1 0 0 0,0 1 0 0 0,0 0 0 0 0,-1 0 0 0 0,1-1 0 0 0,0 2 1 0 0,0-1-1 0 0,-1 0 0 0 0,1 0 0 0 0,0 1 0 0 0,-5-1 0 0 0,6 1-125 0 0,0 0-1 0 0,0 0 0 0 0,0 0 0 0 0,0 0 1 0 0,0 0-1 0 0,0 0 0 0 0,0 0 0 0 0,0 0 1 0 0,0 1-1 0 0,0-1 0 0 0,0 0 0 0 0,0 1 1 0 0,0-1-1 0 0,0 1 0 0 0,0 0 0 0 0,0-1 1 0 0,0 1-1 0 0,0-1 0 0 0,0 1 1 0 0,0 0-1 0 0,1 0 0 0 0,-1 0 0 0 0,0-1 1 0 0,1 1-1 0 0,-1 0 0 0 0,0 0 0 0 0,1 0 1 0 0,-1 0-1 0 0,1 0 0 0 0,0 0 0 0 0,-1 2 1 0 0,-1 3-564 0 0,1 1 0 0 0,0-1 1 0 0,1 1-1 0 0,0 0 0 0 0,0-1 1 0 0,1 11-1 0 0,0 9-2504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18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91 471 3401 0 0,'-32'0'6078'0'0,"18"-1"-4370"0"0,10 0-1101 0 0,0 1-1 0 0,0 0 1 0 0,-1 0-1 0 0,1 0 1 0 0,0 0-1 0 0,0 0 1 0 0,-7 2-1 0 0,11-2-593 0 0,0 0 0 0 0,0 0 0 0 0,-1 0 0 0 0,1 0-1 0 0,0 0 1 0 0,0 1 0 0 0,0-1 0 0 0,-1 0 0 0 0,1 0 0 0 0,0 0-1 0 0,0 0 1 0 0,0 0 0 0 0,-1 0 0 0 0,1 0 0 0 0,0 1-1 0 0,0-1 1 0 0,0 0 0 0 0,0 0 0 0 0,-1 0 0 0 0,1 0-1 0 0,0 1 1 0 0,0-1 0 0 0,0 0 0 0 0,0 0 0 0 0,0 0 0 0 0,0 0-1 0 0,0 1 1 0 0,-1-1 0 0 0,1 0 0 0 0,0 0 0 0 0,0 1-1 0 0,0-1 1 0 0,0 0 0 0 0,0 0 0 0 0,0 0 0 0 0,0 1-1 0 0,9 2 222 0 0,16-1-127 0 0,-23-2-96 0 0,56 0 42 0 0,61-10 1 0 0,3 1-16 0 0,256-24-62 0 0,-2-25 98 0 0,-310 45-54 0 0,-2-4 0 0 0,100-38 0 0 0,153-49 35 0 0,-252 89-27 0 0,1 2 0 0 0,132-8 1 0 0,-138 18 10 0 0,0-4 0 0 0,0-2 0 0 0,108-30 0 0 0,-125 26-36 0 0,1 1 1 0 0,0 3-1 0 0,0 1 1 0 0,75-2-1 0 0,-98 9 133 0 0,0-1 0 0 0,30-7-1 0 0,-30 5-1567 0 0,0 1 0 0 0,31-2 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0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80 3385 0 0,'-1'-31'5949'0'0,"1"25"-5256"0"0,-4-21 2154 0 0,4 27-2756 0 0,0-1 1 0 0,-1 0-1 0 0,1 0 1 0 0,0 1-1 0 0,0-1 1 0 0,-1 0-1 0 0,1 1 1 0 0,0-1-1 0 0,-1 0 0 0 0,1 1 1 0 0,0-1-1 0 0,-1 0 1 0 0,1 1-1 0 0,-1-1 1 0 0,1 1-1 0 0,-1-1 1 0 0,0 1-1 0 0,1-1 0 0 0,-1 1 1 0 0,1-1-1 0 0,-1 1 1 0 0,0 0-1 0 0,1-1 1 0 0,-1 1-1 0 0,0 0 1 0 0,1-1-1 0 0,-1 1 1 0 0,-1 0-1 0 0,1 1-65 0 0,0 0 1 0 0,0 0-1 0 0,0 0 0 0 0,0 0 1 0 0,0 1-1 0 0,0-1 0 0 0,1 0 1 0 0,-1 0-1 0 0,0 1 0 0 0,1-1 1 0 0,-1 1-1 0 0,1-1 0 0 0,-1 0 1 0 0,1 1-1 0 0,-1-1 0 0 0,1 1 1 0 0,0-1-1 0 0,0 4 1 0 0,-1-2 15 0 0,-3 21 99 0 0,1 0 0 0 0,1 0 1 0 0,1 1-1 0 0,4 34 0 0 0,19 94 247 0 0,-17-127-395 0 0,13 91 118 0 0,15 73 498 0 0,-27-168-133 0 0,-2-12-361 0 0,-2 0 1 0 0,1 0 0 0 0,0 14-1 0 0,-2-22-105 0 0,-1-1-1 0 0,0 1 0 0 0,0 0 0 0 0,0 0 0 0 0,0 0 0 0 0,-1 0 0 0 0,1 0 0 0 0,0 0 0 0 0,-1 0 0 0 0,1 0 0 0 0,-1 0 0 0 0,0-1 0 0 0,1 1 0 0 0,-1 0 0 0 0,0 0 1 0 0,0-1-1 0 0,0 1 0 0 0,-1-1 0 0 0,1 1 0 0 0,0-1 0 0 0,-1 1 0 0 0,1-1 0 0 0,-3 2 0 0 0,-15 8 14 0 0,-2-1-1 0 0,1-1 1 0 0,-1-1-1 0 0,-31 8 1 0 0,48-15-23 0 0,-16 12 90 0 0,19-12-86 0 0,-1 1 0 0 0,1-1 0 0 0,-1 0 0 0 0,0 0 0 0 0,1 1 0 0 0,-1-1 0 0 0,0 0 0 0 0,0-1 0 0 0,0 1 0 0 0,0 0 0 0 0,0 0 0 0 0,-4 0 0 0 0,4 2-3 0 0,0-1-1 0 0,0 1 1 0 0,1 0 0 0 0,-1 0-1 0 0,0 0 1 0 0,1 1 0 0 0,0-1 0 0 0,0 0-1 0 0,0 0 1 0 0,-1 6 0 0 0,2-7 1 0 0,0-1 1 0 0,1 1-1 0 0,-1 0 1 0 0,1-1-1 0 0,-1 1 1 0 0,1-1-1 0 0,0 1 1 0 0,0-1 0 0 0,0 1-1 0 0,0-1 1 0 0,0 1-1 0 0,0-1 1 0 0,0 0-1 0 0,0 0 1 0 0,0 1-1 0 0,1-1 1 0 0,-1 0-1 0 0,0 0 1 0 0,1 0-1 0 0,-1 0 1 0 0,1-1-1 0 0,-1 1 1 0 0,1 0-1 0 0,-1-1 1 0 0,1 1 0 0 0,0-1-1 0 0,-1 1 1 0 0,1-1-1 0 0,0 0 1 0 0,2 1-1 0 0,8 1 7 0 0,1-1-1 0 0,24 0 1 0 0,-34-1-3 0 0,53 0 16 0 0,15-1 51 0 0,0 3 1 0 0,121 18-1 0 0,-191-20-71 0 0,2 1 53 0 0,0-1 0 0 0,0 1-1 0 0,0 0 1 0 0,-1-1 0 0 0,1 1 0 0 0,0 0 0 0 0,0 1-1 0 0,4 2 1 0 0,-5-3-34 0 0,-1 0 0 0 0,0 1 1 0 0,-1-1-1 0 0,1 1 0 0 0,0-1 0 0 0,0 1 0 0 0,-1-1 0 0 0,1 1 0 0 0,-1-1 0 0 0,1 1 0 0 0,-1 0 0 0 0,1-1 1 0 0,-1 1-1 0 0,0 0 0 0 0,0-1 0 0 0,0 1 0 0 0,0 0 0 0 0,0 1 0 0 0,-1 0-7 0 0,1 1-1 0 0,-1-1 1 0 0,1 0-1 0 0,-1 0 1 0 0,0 0-1 0 0,0 0 1 0 0,0 0 0 0 0,0 1-1 0 0,-1-2 1 0 0,1 1-1 0 0,-1 0 1 0 0,0 0-1 0 0,0 0 1 0 0,0-1-1 0 0,0 1 1 0 0,0-1 0 0 0,-1 0-1 0 0,-4 4 1 0 0,-5 3 29 0 0,-1-1 0 0 0,-26 14 0 0 0,8-6-7 0 0,-41 21-30 0 0,51-28 4 0 0,1 1 1 0 0,1 1-1 0 0,0 0 0 0 0,-25 21 0 0 0,18-12-21 0 0,21-17 2 0 0,-1 1 1 0 0,1 0 0 0 0,0 1-1 0 0,0-1 1 0 0,0 1 0 0 0,1 0-1 0 0,0 0 1 0 0,-6 9-1 0 0,9-12-3 0 0,-1 0 0 0 0,1 1-1 0 0,0-1 1 0 0,0 0 0 0 0,0 1-1 0 0,0-1 1 0 0,1 1 0 0 0,-1-1-1 0 0,0 5 1 0 0,1-6 10 0 0,1 0-1 0 0,-1 0 1 0 0,0 0 0 0 0,0 1-1 0 0,1-1 1 0 0,-1 0 0 0 0,1 0-1 0 0,-1 0 1 0 0,1 0 0 0 0,-1 0-1 0 0,1-1 1 0 0,-1 1 0 0 0,1 0 0 0 0,0 0-1 0 0,0 0 1 0 0,-1 0 0 0 0,1-1-1 0 0,0 1 1 0 0,0 0 0 0 0,0-1-1 0 0,0 1 1 0 0,0-1 0 0 0,0 1-1 0 0,1 0 1 0 0,5 2 0 0 0,0 0-1 0 0,0-1 1 0 0,1 1-1 0 0,-1-1 1 0 0,0-1-1 0 0,1 1 1 0 0,0-2-1 0 0,-1 1 1 0 0,1-1-1 0 0,7 0 1 0 0,14-3 8 0 0,39-8-1 0 0,-44 7-17 0 0,-1 0-1 0 0,28-1 1 0 0,-43 5 21 0 0,-1 0 1 0 0,1 0-1 0 0,-1 1 1 0 0,1-1-1 0 0,-1 1 0 0 0,1 1 1 0 0,-1 0-1 0 0,0 0 1 0 0,0 0-1 0 0,0 1 1 0 0,8 4-1 0 0,-14-6-5 0 0,0 0-1 0 0,0 0 1 0 0,0 1 0 0 0,0-1 0 0 0,0 0-1 0 0,-1 0 1 0 0,1 1 0 0 0,0-1-1 0 0,-1 1 1 0 0,1-1 0 0 0,-1 0-1 0 0,1 3 1 0 0,5 10 12 0 0,-4-10-1 0 0,0 0 0 0 0,0 0 0 0 0,-1-1 0 0 0,1 1 0 0 0,-1 0 0 0 0,0 0 0 0 0,0 1 0 0 0,0-1 1 0 0,0 0-1 0 0,-1 0 0 0 0,0 0 0 0 0,0 1 0 0 0,0-1 0 0 0,0 0 0 0 0,-1 0 0 0 0,1 0 0 0 0,-1 0 0 0 0,-2 6 0 0 0,1-4-5 0 0,0 0-1 0 0,0-1 1 0 0,0 1 0 0 0,-1 0-1 0 0,0-1 1 0 0,-1 0-1 0 0,1 1 1 0 0,-1-1 0 0 0,0-1-1 0 0,0 1 1 0 0,-8 7 0 0 0,-96 66 47 0 0,-34 29-4 0 0,138-104-68 0 0,1 0-1 0 0,0 0 1 0 0,-1 1-1 0 0,1-1 0 0 0,1 1 1 0 0,-1 0-1 0 0,0 0 1 0 0,1 0-1 0 0,0 0 1 0 0,0 1-1 0 0,-2 4 1 0 0,4-8 15 0 0,0-1 0 0 0,0 0 1 0 0,0 0-1 0 0,0 0 0 0 0,0 0 1 0 0,0 1-1 0 0,0-1 1 0 0,0 0-1 0 0,0 0 0 0 0,1 0 1 0 0,-1 1-1 0 0,0-1 0 0 0,0 0 1 0 0,0 0-1 0 0,0 0 1 0 0,0 0-1 0 0,0 0 0 0 0,0 1 1 0 0,1-1-1 0 0,-1 0 0 0 0,0 0 1 0 0,0 0-1 0 0,0 0 1 0 0,0 0-1 0 0,1 0 0 0 0,-1 0 1 0 0,0 0-1 0 0,0 1 0 0 0,0-1 1 0 0,0 0-1 0 0,1 0 1 0 0,-1 0-1 0 0,0 0 0 0 0,0 0 1 0 0,0 0-1 0 0,1 0 0 0 0,-1 0 1 0 0,0 0-1 0 0,0 0 1 0 0,0 0-1 0 0,1 0 0 0 0,-1 0 1 0 0,0-1-1 0 0,0 1 0 0 0,0 0 1 0 0,0 0-1 0 0,1 0 1 0 0,-1 0-1 0 0,0 0 0 0 0,0 0 1 0 0,0 0-1 0 0,0 0 0 0 0,1-1 1 0 0,-1 1-1 0 0,0 0 1 0 0,0 0-1 0 0,49-19 34 0 0,-41 16-29 0 0,-1-1 0 0 0,1 1 0 0 0,0 0 0 0 0,0 0 1 0 0,0 1-1 0 0,0 0 0 0 0,1 1 0 0 0,-1 0 0 0 0,0 0 0 0 0,10 0 1 0 0,-17 2-7 0 0,0-1 1 0 0,1 1 0 0 0,-1-1 0 0 0,0 1-1 0 0,0 0 1 0 0,1 0 0 0 0,-1 0 0 0 0,0 0 0 0 0,0-1-1 0 0,0 1 1 0 0,0 1 0 0 0,0-1 0 0 0,0 0 0 0 0,0 0-1 0 0,-1 0 1 0 0,1 0 0 0 0,0 1 0 0 0,0-1 0 0 0,-1 0-1 0 0,1 1 1 0 0,-1-1 0 0 0,1 2 0 0 0,9 39-10 0 0,-6-24 6 0 0,7 37 16 0 0,-1-1 1 0 0,2 73-1 0 0,-12-119-12 0 0,2 2 0 0 0,0 0-1 0 0,0 0 0 0 0,1 0 0 0 0,7 15 1 0 0,-6-14 2 0 0,0-1 0 0 0,-1 1 0 0 0,4 17 1 0 0,-4 19 21 0 0,-1 53 1 0 0,-2-19-17 0 0,0-52 6 0 0,1 1 0 0 0,2-1 1 0 0,1 0-1 0 0,1 0 0 0 0,1 0 1 0 0,12 32-1 0 0,-3-16 15 0 0,-2 0 1 0 0,-2 1-1 0 0,8 84 0 0 0,-7-49 47 0 0,-9-68-62 0 0,0-1-1 0 0,1 1 0 0 0,1 0 0 0 0,8 16 1 0 0,-7-17 8 0 0,0 1-1 0 0,-2 0 1 0 0,1 0 0 0 0,2 15 0 0 0,4 15-862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0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68 8202 0 0,'-11'0'1532'0'0,"-70"2"5576"0"0,89-4-6468 0 0,275-55 1380 0 0,-269 53-1944 0 0,1 2 1 0 0,-1 0 0 0 0,1 0 0 0 0,0 1 0 0 0,-1 1 0 0 0,1 1 0 0 0,0 0 0 0 0,25 5 0 0 0,-28-5-3731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2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100 277 4177 0 0,'-24'-6'5924'0'0,"23"1"-5419"0"0,0 0 0 0 0,0 0-1 0 0,1 1 1 0 0,-1-1 0 0 0,2-8 0 0 0,-3-19 461 0 0,1 29-861 0 0,0 0 0 0 0,0 0 0 0 0,-1 0 0 0 0,1 1 0 0 0,-1-1 0 0 0,-3-5 0 0 0,5 8-91 0 0,0 0 0 0 0,-1-1 0 0 0,1 1 1 0 0,0-1-1 0 0,0 1 0 0 0,-1 0 0 0 0,1-1 0 0 0,0 1 0 0 0,-1 0 0 0 0,1-1 0 0 0,0 1 1 0 0,-1 0-1 0 0,1 0 0 0 0,-1-1 0 0 0,1 1 0 0 0,-1 0 0 0 0,1 0 0 0 0,0 0 0 0 0,-1-1 1 0 0,1 1-1 0 0,-1 0 0 0 0,1 0 0 0 0,-1 0 0 0 0,1 0 0 0 0,-1 0 0 0 0,1 0 1 0 0,-1 0-1 0 0,1 0 0 0 0,-1 0 0 0 0,1 0 0 0 0,-1 0 0 0 0,1 0 0 0 0,0 1 0 0 0,-1-1 1 0 0,1 0-1 0 0,-1 0 0 0 0,1 0 0 0 0,-1 1 0 0 0,1-1 0 0 0,0 0 0 0 0,-1 0 0 0 0,1 1 1 0 0,0-1-1 0 0,-1 0 0 0 0,1 1 0 0 0,0-1 0 0 0,-1 0 0 0 0,1 1 0 0 0,0-1 0 0 0,-1 1 1 0 0,1-1-1 0 0,0 1 0 0 0,0 0 0 0 0,-7 11 31 0 0,1 0-1 0 0,1 1 1 0 0,1 0 0 0 0,-5 18-1 0 0,7-23 29 0 0,0 1 1 0 0,1-1-1 0 0,0 1 0 0 0,1-1 0 0 0,0 1 0 0 0,0-1 0 0 0,1 1 0 0 0,2 11 1 0 0,-3-19-50 0 0,1 0-1 0 0,-1 0 1 0 0,0 0 0 0 0,1 0 0 0 0,0-1 0 0 0,-1 1 0 0 0,1 0 0 0 0,-1 0 0 0 0,1-1 0 0 0,0 1 0 0 0,-1 0 0 0 0,1-1 0 0 0,0 1 0 0 0,0-1 0 0 0,0 1 0 0 0,-1-1 0 0 0,1 1 0 0 0,0-1 0 0 0,0 0 0 0 0,0 1 0 0 0,0-1 0 0 0,0 0 0 0 0,0 0 0 0 0,0 0 0 0 0,0 0 0 0 0,0 1 0 0 0,-1-1 0 0 0,1 0 0 0 0,0-1 0 0 0,0 1 0 0 0,0 0 0 0 0,0 0 0 0 0,0 0 0 0 0,0-1 0 0 0,1 1 0 0 0,2-1 18 0 0,1 0 0 0 0,-1-1 1 0 0,0 1-1 0 0,0-1 0 0 0,0 0 0 0 0,4-2 0 0 0,-4 2-21 0 0,-1-1 0 0 0,0 0-1 0 0,0 0 1 0 0,0 0 0 0 0,0-1-1 0 0,0 1 1 0 0,-1 0 0 0 0,1-1-1 0 0,-1 0 1 0 0,2-4 0 0 0,16-44 72 0 0,-9 22-55 0 0,-3 10-1 0 0,-1-1 0 0 0,6-30 0 0 0,0 14 43 0 0,-10 33-65 0 0,-1-1 0 0 0,0 0 0 0 0,0 0 0 0 0,-1 0 0 0 0,1 0 0 0 0,-1 0 0 0 0,0 0 0 0 0,0-8 0 0 0,-1 11 13 0 0,0 0 1 0 0,0-1-1 0 0,0 1 1 0 0,-1 0 0 0 0,1 0-1 0 0,0-1 1 0 0,-1 1-1 0 0,0 0 1 0 0,1 0-1 0 0,-1-1 1 0 0,0 1 0 0 0,0 0-1 0 0,0 0 1 0 0,-3-3-1 0 0,3 4-15 0 0,-1 0 0 0 0,1 0 0 0 0,0 0 0 0 0,0 0 0 0 0,0 1-1 0 0,-1-1 1 0 0,1 0 0 0 0,0 1 0 0 0,-1-1 0 0 0,1 1 0 0 0,-1 0 0 0 0,1-1-1 0 0,-1 1 1 0 0,1 0 0 0 0,0 0 0 0 0,-1 0 0 0 0,1 0 0 0 0,-1 0-1 0 0,1 0 1 0 0,-1 1 0 0 0,1-1 0 0 0,0 0 0 0 0,-1 1 0 0 0,1-1 0 0 0,-2 2-1 0 0,2-2-11 0 0,0 1-1 0 0,-1-1 0 0 0,1 1 0 0 0,0 0 0 0 0,1 0 0 0 0,-1-1 0 0 0,0 1 0 0 0,0 0 0 0 0,0 0 1 0 0,0 0-1 0 0,1 0 0 0 0,-1 0 0 0 0,0 0 0 0 0,1 0 0 0 0,-1 1 0 0 0,1-1 0 0 0,-1 0 0 0 0,1 0 0 0 0,-1 2 1 0 0,-4 27 37 0 0,3-18-35 0 0,-11 84-51 0 0,12-89 49 0 0,0 0-1 0 0,-1 0 1 0 0,0-1-1 0 0,0 1 1 0 0,0-1-1 0 0,-6 10 0 0 0,5-10 3 0 0,1 0-1 0 0,-1 0 0 0 0,1 0 1 0 0,0 0-1 0 0,0 1 0 0 0,1-1 1 0 0,0 0-1 0 0,-1 9 0 0 0,2-12 3 0 0,0 1 0 0 0,0 0 0 0 0,0-1-1 0 0,1 1 1 0 0,-1 0 0 0 0,1-1 0 0 0,0 1-1 0 0,0 0 1 0 0,0-1 0 0 0,0 1 0 0 0,4 5-1 0 0,-4-7 8 0 0,1 0 0 0 0,0-1 0 0 0,0 1-1 0 0,-1-1 1 0 0,1 0 0 0 0,0 0-1 0 0,0 1 1 0 0,0-1 0 0 0,0 0-1 0 0,0-1 1 0 0,0 1 0 0 0,1 0 0 0 0,-1-1-1 0 0,0 1 1 0 0,0-1 0 0 0,1 1-1 0 0,-1-1 1 0 0,0 0 0 0 0,0 0-1 0 0,4-1 1 0 0,-4 2-3 0 0,0-1 0 0 0,0 0-1 0 0,-1 0 1 0 0,1 0 0 0 0,0-1-1 0 0,0 1 1 0 0,0 0 0 0 0,0-1-1 0 0,0 1 1 0 0,-1-1 0 0 0,1 1-1 0 0,0-1 1 0 0,0 0 0 0 0,-1 0-1 0 0,1 0 1 0 0,0 0 0 0 0,-1 0 0 0 0,1 0-1 0 0,-1-1 1 0 0,0 1 0 0 0,1 0-1 0 0,-1-1 1 0 0,0 1 0 0 0,0-1-1 0 0,0 1 1 0 0,0-1 0 0 0,0 1-1 0 0,0-1 1 0 0,0 0 0 0 0,0 0-1 0 0,-1 1 1 0 0,1-1 0 0 0,-1 0 0 0 0,1 0-1 0 0,-1 0 1 0 0,0-3 0 0 0,12-26 113 0 0,-10 28-105 0 0,-1-1 0 0 0,1 1 0 0 0,-1-1 0 0 0,1 0-1 0 0,-1 0 1 0 0,0 0 0 0 0,-1 1 0 0 0,1-9 0 0 0,-1 11-16 0 0,0 0 0 0 0,0 0-1 0 0,0 0 1 0 0,0 0 0 0 0,0-1 0 0 0,-1 1-1 0 0,1 0 1 0 0,0 0 0 0 0,-1 0 0 0 0,1 0-1 0 0,-1 0 1 0 0,0 0 0 0 0,1 0 0 0 0,-1 0-1 0 0,1 1 1 0 0,-1-1 0 0 0,0 0-1 0 0,0 0 1 0 0,0 0 0 0 0,0 1 0 0 0,1-1-1 0 0,-1 0 1 0 0,0 1 0 0 0,0-1 0 0 0,0 1-1 0 0,0-1 1 0 0,0 1 0 0 0,0-1-1 0 0,-1 1 1 0 0,1 0 0 0 0,0 0 0 0 0,0-1-1 0 0,0 1 1 0 0,0 0 0 0 0,0 0 0 0 0,0 0-1 0 0,0 0 1 0 0,-1 0 0 0 0,-1 1 0 0 0,0-1-6 0 0,1 1 0 0 0,-1-1 1 0 0,1 1-1 0 0,-1-1 0 0 0,1 1 1 0 0,-1 0-1 0 0,1 0 0 0 0,-1 0 1 0 0,1 0-1 0 0,-1 1 0 0 0,1-1 1 0 0,0 0-1 0 0,0 1 0 0 0,0 0 1 0 0,0 0-1 0 0,0-1 0 0 0,-2 5 1 0 0,0 1-14 0 0,0 0 1 0 0,1 1 0 0 0,1 0-1 0 0,-4 11 1 0 0,-9 25-50 0 0,13-41 64 0 0,1 0 0 0 0,-1 0 0 0 0,1 1 0 0 0,0-1 0 0 0,0 0 0 0 0,0 1 0 0 0,0-1 0 0 0,0 0 1 0 0,1 1-1 0 0,0-1 0 0 0,0 1 0 0 0,0-1 0 0 0,0 6 0 0 0,1-7 4 0 0,0 0 1 0 0,-1 1 0 0 0,1-2-1 0 0,0 1 1 0 0,0 0-1 0 0,0 0 1 0 0,0 0 0 0 0,1 0-1 0 0,-1-1 1 0 0,0 1 0 0 0,1 0-1 0 0,0-1 1 0 0,-1 1 0 0 0,1-1-1 0 0,0 0 1 0 0,-1 0-1 0 0,1 1 1 0 0,0-1 0 0 0,0 0-1 0 0,0-1 1 0 0,0 1 0 0 0,3 1-1 0 0,2 0 14 0 0,0-1-1 0 0,0 0 1 0 0,0 0-1 0 0,1 0 1 0 0,-1-1 0 0 0,0 0-1 0 0,0-1 1 0 0,0 0-1 0 0,0 0 1 0 0,0 0-1 0 0,0-1 1 0 0,0 0 0 0 0,0 0-1 0 0,8-4 1 0 0,-7 3 9 0 0,-4 2-17 0 0,-1-1-1 0 0,1 0 1 0 0,0-1 0 0 0,-1 1-1 0 0,1-1 1 0 0,-1 1 0 0 0,0-1 0 0 0,0 0-1 0 0,0 0 1 0 0,0 0 0 0 0,0-1-1 0 0,2-3 1 0 0,27-51 116 0 0,-21 37-69 0 0,-9 19-34 0 0,0-1 1 0 0,-1 0-1 0 0,0 0 1 0 0,1-1-1 0 0,-1 1 1 0 0,0 0-1 0 0,-1 0 1 0 0,1-1-1 0 0,-1 1 1 0 0,1 0-1 0 0,-1-1 1 0 0,0 1-1 0 0,0 0 1 0 0,0-1-1 0 0,-1 1 1 0 0,0-6-1 0 0,0 7-8 0 0,0-1 0 0 0,-1 0 0 0 0,1 1 0 0 0,0-1 1 0 0,-1 1-1 0 0,0 0 0 0 0,1-1 0 0 0,-1 1 0 0 0,0 0 0 0 0,0 0 0 0 0,0 0 0 0 0,0 0 0 0 0,-1 0 0 0 0,1 1 0 0 0,-5-4 0 0 0,2 3-24 0 0,0 0 0 0 0,1 0 1 0 0,-1 1-1 0 0,0-1 0 0 0,0 1 0 0 0,0 0 0 0 0,0 1 0 0 0,0-1 0 0 0,0 1 1 0 0,0 0-1 0 0,0 0 0 0 0,0 0 0 0 0,0 1 0 0 0,0 0 0 0 0,0 0 0 0 0,1 0 0 0 0,-1 0 1 0 0,0 1-1 0 0,0 0 0 0 0,1 0 0 0 0,-7 4 0 0 0,9-5-236 0 0,-1 0 1 0 0,1 1-1 0 0,0 0 1 0 0,0-1-1 0 0,-1 1 0 0 0,1 0 1 0 0,0 0-1 0 0,0 1 1 0 0,1-1-1 0 0,-1 0 0 0 0,0 0 1 0 0,1 1-1 0 0,-1-1 1 0 0,0 5-1 0 0,-5 12-2362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4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200 144 3505 0 0,'0'-144'11942'0'0,"0"154"-10964"0"0,20 265-415 0 0,-3-81-407 0 0,-12-123 234 0 0,0 1 479 0 0,-5 96-1 0 0,-1-158-828 0 0,-1 0 0 0 0,1 0-1 0 0,-2 0 1 0 0,1 0 0 0 0,-1-1 0 0 0,-1 1 0 0 0,0-1 0 0 0,-8 15 0 0 0,10-23-34 0 0,1 1 1 0 0,-1-1 0 0 0,0 0 0 0 0,1 0 0 0 0,-1 0 0 0 0,0 0 0 0 0,1 0 0 0 0,-1 0 0 0 0,0 0 0 0 0,0-1 0 0 0,0 1 0 0 0,0-1 0 0 0,-2 1 0 0 0,-31 4 115 0 0,22-4-103 0 0,-26 3 260 0 0,-42-3 1 0 0,62-1-253 0 0,18 0-41 0 0,10 5-19 0 0,37 12 32 0 0,62 13 0 0 0,-84-26 3 0 0,0 0 0 0 0,0-1 0 0 0,1-2 0 0 0,41-2 0 0 0,35-15 90 0 0,-70 9-36 0 0,1 2 1 0 0,43-1-1 0 0,-75 6-49 0 0,1 0 0 0 0,-1 0 0 0 0,0 0 0 0 0,1 0 0 0 0,-1 0 0 0 0,0 0 0 0 0,1 0 0 0 0,-1 0 0 0 0,0 0 0 0 0,1 0 0 0 0,-1 0 0 0 0,0 1 0 0 0,1-1 0 0 0,-1 0 0 0 0,0 0 0 0 0,1 0 0 0 0,-1 0 0 0 0,0 1 0 0 0,0-1 0 0 0,1 0 0 0 0,-1 0 0 0 0,0 0 0 0 0,0 1 0 0 0,1-1 0 0 0,-1 0 0 0 0,0 1 0 0 0,0-1 0 0 0,0 0 0 0 0,1 0 0 0 0,-1 1-1 0 0,0-1 1 0 0,0 0 0 0 0,0 1 0 0 0,-2 13 85 0 0,-13 11-14 0 0,15-25-74 0 0,-6 6 9 0 0,0 0-1 0 0,0-1 1 0 0,0 1-1 0 0,-1-1 1 0 0,0-1 0 0 0,0 1-1 0 0,0-1 1 0 0,-1 0-1 0 0,-7 2 1 0 0,-18 11 36 0 0,0 5-33 0 0,1 2 1 0 0,1 1-1 0 0,-33 36 1 0 0,40-38-19 0 0,16-15-14 0 0,1 1 0 0 0,0-1 0 0 0,1 1 0 0 0,0 0 0 0 0,0 1 0 0 0,1 0 0 0 0,1 0 0 0 0,-7 18 0 0 0,6-20-25 0 0,-1 4-41 0 0,6-12 83 0 0,0 1 0 0 0,0-1 0 0 0,0 1 0 0 0,0-1-1 0 0,0 1 1 0 0,0-1 0 0 0,1 0 0 0 0,-1 1-1 0 0,0-1 1 0 0,0 1 0 0 0,0-1 0 0 0,1 0 0 0 0,-1 1-1 0 0,0-1 1 0 0,0 0 0 0 0,1 1 0 0 0,-1-1 0 0 0,0 0-1 0 0,0 1 1 0 0,1-1 0 0 0,-1 0 0 0 0,1 1-1 0 0,-1-1 1 0 0,0 0 0 0 0,1 0 0 0 0,-1 0 0 0 0,0 1-1 0 0,1-1 1 0 0,-1 0 0 0 0,1 0 0 0 0,0 0 0 0 0,7 3-1 0 0,1-1 0 0 0,-1 0 1 0 0,1 0-1 0 0,-1-1 0 0 0,1 0 0 0 0,0-1 1 0 0,13 0-1 0 0,67-12 12 0 0,-63 8 21 0 0,46-3 0 0 0,-68 7-14 0 0,0 0 0 0 0,-1 0 1 0 0,1 0-1 0 0,0 0 1 0 0,-1 1-1 0 0,1 0 1 0 0,0-1-1 0 0,5 4 1 0 0,-8-4-11 0 0,0 0 0 0 0,-1 1 0 0 0,1-1 0 0 0,-1 1 0 0 0,1-1 0 0 0,-1 1 1 0 0,1-1-1 0 0,-1 1 0 0 0,1-1 0 0 0,-1 1 0 0 0,1 0 0 0 0,-1-1 1 0 0,0 1-1 0 0,1 0 0 0 0,-1-1 0 0 0,0 1 0 0 0,0 0 0 0 0,0-1 1 0 0,1 2-1 0 0,-1 0-6 0 0,0 0 0 0 0,0 0 1 0 0,0 0-1 0 0,-1 0 1 0 0,1 0-1 0 0,0 0 0 0 0,-1 0 1 0 0,1-1-1 0 0,-2 4 1 0 0,0-1 6 0 0,1-1 0 0 0,-1 0 0 0 0,0-1 0 0 0,0 1 0 0 0,0 0 1 0 0,0 0-1 0 0,-1-1 0 0 0,1 1 0 0 0,-1-1 0 0 0,1 0 0 0 0,-1 0 0 0 0,0 0 1 0 0,0 0-1 0 0,0 0 0 0 0,0-1 0 0 0,0 1 0 0 0,-5 0 0 0 0,-19 13 13 0 0,-14 4 0 0 0,34-16-28 0 0,0 0-1 0 0,-1 0 1 0 0,1 1-1 0 0,-8 5 1 0 0,14-8-1 0 0,0-1-1 0 0,0 1 1 0 0,0 0-1 0 0,0-1 1 0 0,1 1-1 0 0,-1 0 1 0 0,0 0-1 0 0,0 0 1 0 0,1 0-1 0 0,-1 0 1 0 0,0 0-1 0 0,1 0 1 0 0,-1 0-1 0 0,1 0 1 0 0,-1 0-1 0 0,1 0 1 0 0,0 0-1 0 0,-1 0 1 0 0,1 0-1 0 0,0 0 1 0 0,0 1-1 0 0,0-1 1 0 0,0 0-1 0 0,0 0 1 0 0,0 0-1 0 0,0 0 1 0 0,0 2-1 0 0,2 1-1 0 0,-1 0-1 0 0,1-1 1 0 0,0 1-1 0 0,0-1 0 0 0,0 1 1 0 0,4 4-1 0 0,6 9-9 0 0,8 22 16 0 0,-3 0 0 0 0,-1 1 0 0 0,-2 0 0 0 0,11 50 1 0 0,16 109 3 0 0,-19-84 0 0 0,-12-77 14 0 0,3 0 0 0 0,0-1 0 0 0,21 39 1 0 0,3 8 36 0 0,-8-2 485 0 0,-28-79-513 0 0,1 0 1 0 0,-1-1 0 0 0,1 1 0 0 0,-1-1-1 0 0,1 1 1 0 0,0-1 0 0 0,0 0-1 0 0,3 3 1 0 0,14 17-4 0 0,13 25 103 0 0,-31-40-233 0 0,1 0 0 0 0,-2-1-1 0 0,1 1 1 0 0,-1 0 0 0 0,0 1-1 0 0,0-1 1 0 0,-3 11 0 0 0,-3-9-5420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5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78 672 0 0,'0'-31'8721'0'0,"0"25"-7571"0"0,1-19 1275 0 0,-1 24-2374 0 0,0 1 0 0 0,0-1 1 0 0,0 1-1 0 0,0-1 0 0 0,0 0 1 0 0,0 1-1 0 0,0-1 0 0 0,0 1 1 0 0,0-1-1 0 0,0 0 0 0 0,-1 1 0 0 0,1-1 1 0 0,0 1-1 0 0,0-1 0 0 0,0 1 1 0 0,-1-1-1 0 0,1 0 0 0 0,0 1 1 0 0,-1-1-1 0 0,1 1 0 0 0,-1 0 1 0 0,1-1-1 0 0,0 1 0 0 0,-1-1 0 0 0,1 1 1 0 0,-1-1-1 0 0,0 1 0 0 0,-3 21 24 0 0,2 10-63 0 0,1 0 0 0 0,1-1 0 0 0,8 55-1 0 0,-1 1 7 0 0,35 367 1830 0 0,-41-442-1676 0 0,-1-8-121 0 0,0 1 0 0 0,0 0 0 0 0,1-1 0 0 0,0 1 0 0 0,-1-1 0 0 0,1 1 0 0 0,0-1-1 0 0,1 1 1 0 0,-1-1 0 0 0,1 0 0 0 0,-1 0 0 0 0,1 0 0 0 0,4 6 0 0 0,-2 0-279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140 186 8626 0 0,'-25'-2'1345'0'0,"-1"0"0"0"0,0-1 1 0 0,-27-8-1 0 0,43 7-465 0 0,19 1-326 0 0,16 2-289 0 0,78 7 426 0 0,-58-2-166 0 0,0-2-1 0 0,86-7 1 0 0,263-77 696 0 0,7-1-775 0 0,-376 81-844 0 0,-25 2 354 0 0,1 0 0 0 0,-1 0 0 0 0,0 0 0 0 0,0 0 1 0 0,0 0-1 0 0,0 0 0 0 0,0 0 0 0 0,1 0 0 0 0,-1 0 0 0 0,0 0 0 0 0,0 0 1 0 0,0 0-1 0 0,0 0 0 0 0,0 0 0 0 0,1 0 0 0 0,-1 0 0 0 0,0 0 0 0 0,0 0 1 0 0,0 1-1 0 0,0-1 0 0 0,0 0 0 0 0,0 0 0 0 0,1 0 0 0 0,-1 0 1 0 0,0 0-1 0 0,0 0 0 0 0,0 0 0 0 0,0 0 0 0 0,0 0 0 0 0,0 1 0 0 0,0-1 1 0 0,0 0-1 0 0,0 0 0 0 0,0 0 0 0 0,0 0 0 0 0,1 0 0 0 0,-1 1 0 0 0,0-1 1 0 0,0 0-1 0 0,0 0 0 0 0,0 0 0 0 0,0 0 0 0 0,0 0 0 0 0,0 1 1 0 0,-13 7-2722 0 0,-26 9-575 0 0,21-10 44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6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13331 0 0,'0'0'789'0'0,"39"17"-617"0"0,-38-16-330 0 0,1-1 1 0 0,-1 0-1 0 0,1 1 0 0 0,-1-1 0 0 0,0 1 0 0 0,1-1 0 0 0,-1 1 0 0 0,0 0 0 0 0,0-1 0 0 0,1 1 0 0 0,-1 0 0 0 0,0 0 0 0 0,0 0 0 0 0,0 0 0 0 0,0 0 0 0 0,0 0 1 0 0,0 0-1 0 0,0 0 0 0 0,0 0 0 0 0,-1 1 0 0 0,1-1 0 0 0,0 0 0 0 0,-1 0 0 0 0,1 1 0 0 0,-1-1 0 0 0,1 2 0 0 0,-1-1 145 0 0,0 1-1 0 0,0-1 0 0 0,0 1 0 0 0,-1-1 1 0 0,1 1-1 0 0,-1-1 0 0 0,1 0 1 0 0,-1 1-1 0 0,0-1 0 0 0,0 0 0 0 0,0 0 1 0 0,0 1-1 0 0,-1-1 0 0 0,1 0 0 0 0,-2 2 1 0 0,2-3 64 0 0,-16 25 1056 0 0,16-25-952 0 0,1 0-1 0 0,-1 0 0 0 0,0 0 1 0 0,1 0-1 0 0,-1 0 0 0 0,1 0 1 0 0,-1 1-1 0 0,1-1 0 0 0,0 0 1 0 0,-1 0-1 0 0,1 0 0 0 0,0 1 1 0 0,0-1-1 0 0,0 0 0 0 0,0 0 1 0 0,0 1-1 0 0,0-1 0 0 0,0 0 1 0 0,1 0-1 0 0,-1 2 0 0 0,2-1-139 0 0,-1-1-1 0 0,0 0 1 0 0,1 0-1 0 0,-1 0 0 0 0,1 0 1 0 0,-1-1-1 0 0,1 1 0 0 0,0 0 1 0 0,-1-1-1 0 0,1 1 1 0 0,0-1-1 0 0,-1 1 0 0 0,1-1 1 0 0,0 0-1 0 0,2 0 1 0 0,28 0 44 0 0,-24-1-294 0 0,0-1 0 0 0,1 0 0 0 0,-1 0 0 0 0,9-5 0 0 0,10-4-1277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7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82 7026 0 0,'0'0'384'0'0,"-22"-21"5042"0"0,21 24-5383 0 0,0 0-1 0 0,0 0 1 0 0,1 0-1 0 0,-1 0 1 0 0,1 0-1 0 0,0 0 1 0 0,0 0 0 0 0,0 0-1 0 0,1 5 1 0 0,-1-1 10 0 0,0 185 498 0 0,3-94 269 0 0,-18 164 0 0 0,7-200 143 0 0,-19-378-887 0 0,17 166-83 0 0,10 127-13 0 0,1-1 1 0 0,1 1-1 0 0,1-1 0 0 0,7-30 1 0 0,7 8-28 0 0,-16 43 45 0 0,0 1 1 0 0,0 0-1 0 0,1-1 1 0 0,-1 1-1 0 0,0 0 0 0 0,1 0 1 0 0,-1 0-1 0 0,1 0 1 0 0,0 0-1 0 0,0 1 0 0 0,-1-1 1 0 0,1 0-1 0 0,0 1 1 0 0,1-1-1 0 0,3-1 0 0 0,24-8-8 0 0,-23 9 24 0 0,0-1 0 0 0,1 1-1 0 0,-1 0 1 0 0,9-1 0 0 0,-13 3-7 0 0,1-1 0 0 0,-1 2 0 0 0,1-1 0 0 0,-1 0 0 0 0,1 1 0 0 0,-1-1 0 0 0,0 1 1 0 0,1 0-1 0 0,-1 0 0 0 0,0 0 0 0 0,0 1 0 0 0,6 2 0 0 0,-6-1 18 0 0,1 0 0 0 0,0 1 0 0 0,-1-1 0 0 0,0 0-1 0 0,0 1 1 0 0,0 0 0 0 0,0 0 0 0 0,0 0 0 0 0,-1 0 0 0 0,0 0-1 0 0,1 1 1 0 0,-2-1 0 0 0,1 1 0 0 0,0-1 0 0 0,0 6 0 0 0,12 25 59 0 0,-11-30-65 0 0,-1 0 0 0 0,0 0 0 0 0,0 0 0 0 0,-1 0 0 0 0,1 0 0 0 0,-1 0 0 0 0,0 0 0 0 0,-1 1 0 0 0,1-1 0 0 0,-1 0 0 0 0,0 1 0 0 0,0-1 0 0 0,-1 0 1 0 0,0 1-1 0 0,0-1 0 0 0,0 0 0 0 0,0 0 0 0 0,-1 0 0 0 0,0 0 0 0 0,0 0 0 0 0,0 0 0 0 0,-1 0 0 0 0,1-1 0 0 0,-1 1 0 0 0,0-1 0 0 0,-1 0 0 0 0,1 0 0 0 0,-1 0 0 0 0,0 0 0 0 0,1-1 1 0 0,-2 1-1 0 0,1-1 0 0 0,-6 3 0 0 0,-10 6 19 0 0,6-4-31 0 0,0-1 0 0 0,0 0 1 0 0,0-1-1 0 0,-1 0 0 0 0,-16 3 0 0 0,27-8-8 0 0,-26 8-39 0 0,28-9 38 0 0,1 1 1 0 0,0-1 0 0 0,-1 1-1 0 0,1 0 1 0 0,0 0 0 0 0,0-1-1 0 0,0 1 1 0 0,0 0 0 0 0,0 0-1 0 0,0 0 1 0 0,0 0 0 0 0,0 0-1 0 0,0 1 1 0 0,0-1 0 0 0,0 0-1 0 0,1 0 1 0 0,-1 1 0 0 0,0-1-1 0 0,0 2 1 0 0,1-3 7 0 0,0 1 1 0 0,1-1-1 0 0,-1 1 0 0 0,0-1 1 0 0,0 1-1 0 0,0-1 0 0 0,1 1 0 0 0,-1-1 1 0 0,0 1-1 0 0,1-1 0 0 0,-1 1 1 0 0,0-1-1 0 0,1 0 0 0 0,-1 1 1 0 0,0-1-1 0 0,1 0 0 0 0,-1 1 0 0 0,1-1 1 0 0,-1 0-1 0 0,1 0 0 0 0,-1 1 1 0 0,1-1-1 0 0,-1 0 0 0 0,1 0 1 0 0,15 7 34 0 0,-14-6-28 0 0,18 5 31 0 0,0-1-1 0 0,-1-1 1 0 0,2-1-1 0 0,39 2 0 0 0,29 5 142 0 0,-58-5-159 0 0,-14-3-83 0 0,-1 1-1 0 0,0 0 1 0 0,-1 2 0 0 0,1-1-1 0 0,-1 2 1 0 0,0 0 0 0 0,15 8-1 0 0,-25-9-3658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7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15 8978 0 0,'-15'-3'3521'0'0,"16"2"-3449"0"0,0 0-1 0 0,0 0 1 0 0,0 1 0 0 0,0-1 0 0 0,0 0 0 0 0,0 0 0 0 0,0 1 0 0 0,0-1 0 0 0,0 1 0 0 0,1-1 0 0 0,-1 1 0 0 0,0-1-1 0 0,0 1 1 0 0,0 0 0 0 0,1-1 0 0 0,-1 1 0 0 0,2 0 0 0 0,23-1-137 0 0,-24 1 128 0 0,-1 0-48 0 0,0 0-1 0 0,0 0 1 0 0,1 0-1 0 0,-1 0 1 0 0,0 1 0 0 0,0-1-1 0 0,0 0 1 0 0,0 1-1 0 0,1-1 1 0 0,-1 1 0 0 0,0-1-1 0 0,0 1 1 0 0,0 0-1 0 0,0-1 1 0 0,0 1 0 0 0,0 0-1 0 0,0 0 1 0 0,0 0-1 0 0,1 1 1 0 0,11 23 255 0 0,-6-10-181 0 0,-4-9-48 0 0,-1 0 0 0 0,0 1 0 0 0,0-1 1 0 0,0 0-1 0 0,-1 1 0 0 0,0-1 0 0 0,0 1 1 0 0,0-1-1 0 0,-1 1 0 0 0,0 0 0 0 0,-1-1 0 0 0,1 1 1 0 0,-1-1-1 0 0,0 1 0 0 0,-1-1 0 0 0,0 0 1 0 0,0 1-1 0 0,0-1 0 0 0,0 0 0 0 0,-1 0 0 0 0,-7 10 1 0 0,-3 10 213 0 0,10-20-170 0 0,0 1 0 0 0,0-1-1 0 0,-1 0 1 0 0,0 0 0 0 0,0 0-1 0 0,-7 7 1 0 0,3-5 85 0 0,0-1 0 0 0,-1 0 0 0 0,0 0 0 0 0,-15 7 1 0 0,24-14-155 0 0,-1 1 1 0 0,1-1-1 0 0,-1 0 1 0 0,0 0-1 0 0,1 0 1 0 0,-1 1-1 0 0,1-1 1 0 0,-1 0-1 0 0,1 1 1 0 0,-1-1 0 0 0,1 0-1 0 0,-1 1 1 0 0,1-1-1 0 0,-1 1 1 0 0,1-1-1 0 0,-1 1 1 0 0,1-1-1 0 0,0 1 1 0 0,-1-1-1 0 0,1 1 1 0 0,0-1-1 0 0,-1 1 1 0 0,1-1 0 0 0,0 1-1 0 0,0 0 1 0 0,-1-1-1 0 0,1 1 1 0 0,0-1-1 0 0,0 1 1 0 0,0 0-1 0 0,0-1 1 0 0,0 1-1 0 0,0 0 1 0 0,0-1-1 0 0,0 1 1 0 0,0-1-1 0 0,1 2 1 0 0,-1-1 7 0 0,1-1 0 0 0,0 1 1 0 0,0 0-1 0 0,0 0 0 0 0,0-1 0 0 0,0 1 0 0 0,0 0 1 0 0,0-1-1 0 0,0 1 0 0 0,0-1 0 0 0,0 0 0 0 0,0 1 1 0 0,0-1-1 0 0,0 0 0 0 0,0 0 0 0 0,0 1 0 0 0,1-1 1 0 0,1 0-1 0 0,17-1 131 0 0,1-1 1 0 0,-1-1-1 0 0,1-1 0 0 0,-1 0 1 0 0,38-15-1 0 0,-27 9 14 0 0,42-8-1 0 0,-51 15-286 0 0,12-1 367 0 0,-15-2-6812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101 373 752 0 0,'0'0'7711'0'0,"-7"9"-6139"0"0,6-9-1489 0 0,1 0 0 0 0,-1 0-1 0 0,1-1 1 0 0,-1 1-1 0 0,0 0 1 0 0,1 0 0 0 0,-1-1-1 0 0,1 1 1 0 0,-1 0-1 0 0,1-1 1 0 0,-1 1-1 0 0,1-1 1 0 0,0 1 0 0 0,-1 0-1 0 0,1-1 1 0 0,-1 1-1 0 0,1-1 1 0 0,0 0 0 0 0,-1 1-1 0 0,1-1 1 0 0,0 1-1 0 0,0-1 1 0 0,-1 1 0 0 0,1-2-1 0 0,-6-24 375 0 0,2-27-438 0 0,3 27 183 0 0,0 17 148 0 0,1 1 0 0 0,0-1 0 0 0,0 0 0 0 0,3-14 0 0 0,0 13 423 0 0,-5 28-716 0 0,1-1-32 0 0,-7 286 634 0 0,7-99 585 0 0,1-204-1240 0 0,0 1 0 0 0,1-1 0 0 0,-1 0 0 0 0,0 0 0 0 0,0 0 0 0 0,0 1 0 0 0,0-1 0 0 0,0 0 0 0 0,0 0 0 0 0,0 0 0 0 0,0 1 0 0 0,0-1 0 0 0,0 0 0 0 0,0 0 0 0 0,0 0 0 0 0,0 1 0 0 0,0-1 0 0 0,0 0 0 0 0,0 0 0 0 0,0 0 0 0 0,0 1 0 0 0,0-1 0 0 0,0 0 0 0 0,-1 0 0 0 0,1 0 0 0 0,0 1 0 0 0,0-1 0 0 0,0 0 0 0 0,0 0 0 0 0,0 0 0 0 0,0 0 0 0 0,-1 1 0 0 0,1-1-1 0 0,0 0 1 0 0,0 0 0 0 0,0 0 0 0 0,0 0 0 0 0,-1 0 0 0 0,1 0 0 0 0,0 0 0 0 0,0 0 0 0 0,0 1 0 0 0,-1-1 0 0 0,1 0 0 0 0,0 0 0 0 0,0 0 0 0 0,0 0 0 0 0,-1 0 0 0 0,1 0 0 0 0,0 0 0 0 0,0 0 0 0 0,0 0 0 0 0,-1 0 0 0 0,1 0 0 0 0,0 0 0 0 0,0-1 0 0 0,-1 1 0 0 0,1 0 0 0 0,0 0 0 0 0,0 0 0 0 0,0 0 0 0 0,0 0 0 0 0,-1 0 0 0 0,1 0 0 0 0,0-1 0 0 0,-11-12-8 0 0,4-3 9 0 0,0 0 0 0 0,1 0-1 0 0,1-1 1 0 0,1 0 0 0 0,0 0-1 0 0,-1-22 1 0 0,-2-110-14 0 0,6 116 33 0 0,0 11-24 0 0,4-121-43 0 0,-2 127 21 0 0,2 0-1 0 0,0 0 0 0 0,0 1 1 0 0,1-1-1 0 0,1 1 0 0 0,13-27 1 0 0,-16 37 25 0 0,0 1 0 0 0,0 0 0 0 0,0 0 0 0 0,1 1 0 0 0,0-1 0 0 0,0 0 0 0 0,0 1 0 0 0,0 0 0 0 0,0-1 0 0 0,0 1 0 0 0,5-2 0 0 0,8-7 9 0 0,-12 9-11 0 0,1-1-1 0 0,0 1 0 0 0,0 0 0 0 0,9-4 0 0 0,15-6 7 0 0,14-5 75 0 0,-40 17-70 0 0,0 1 0 0 0,0-1 0 0 0,0 1 1 0 0,0 0-1 0 0,0 0 0 0 0,-1 0 0 0 0,1 0 0 0 0,0 0 0 0 0,0 1 0 0 0,0-1 0 0 0,0 1 1 0 0,0 0-1 0 0,4 1 0 0 0,-5 0-3 0 0,0-1-1 0 0,-1 0 1 0 0,1 1 0 0 0,-1-1 0 0 0,0 1 0 0 0,1-1 0 0 0,-1 1 0 0 0,0 0-1 0 0,0-1 1 0 0,0 1 0 0 0,1 3 0 0 0,1 0 14 0 0,0 0-1 0 0,0 1-1 0 0,0 0 1 0 0,-1 0 0 0 0,0 0-1 0 0,0 1 1 0 0,0-1-1 0 0,-1 0 1 0 0,0 1 0 0 0,0-1-1 0 0,-1 1 1 0 0,0-1-1 0 0,0 1 1 0 0,0 0 0 0 0,-1-1-1 0 0,0 0 1 0 0,0 1-1 0 0,-4 10 1 0 0,-2 2 6 0 0,0-1 0 0 0,-1 0 0 0 0,-1-1-1 0 0,-18 26 1 0 0,24-38-21 0 0,-8 12 36 0 0,-24 29 1 0 0,31-41-58 0 0,0-1 1 0 0,1 1-1 0 0,0-1 1 0 0,0 1-1 0 0,0 0 1 0 0,-2 8-1 0 0,4-12 21 0 0,0 0 0 0 0,1 1 1 0 0,-1-1-1 0 0,1 1 0 0 0,0-1 0 0 0,-1 1 1 0 0,1-1-1 0 0,0 1 0 0 0,0-1 0 0 0,0 1 0 0 0,0-1 1 0 0,0 1-1 0 0,0-1 0 0 0,0 1 0 0 0,0-1 1 0 0,1 1-1 0 0,-1-1 0 0 0,1 0 0 0 0,-1 1 0 0 0,1-1 1 0 0,-1 1-1 0 0,1-1 0 0 0,0 0 0 0 0,0 0 1 0 0,0 1-1 0 0,0-1 0 0 0,-1 0 0 0 0,2 0 1 0 0,-1 0-1 0 0,2 2 0 0 0,23 11 49 0 0,-16-10-27 0 0,-1 1 1 0 0,-1 0-1 0 0,10 6 0 0 0,-1 2 57 0 0,1 0-1 0 0,0-2 1 0 0,33 15-1 0 0,-33-17-20 0 0,5 4 49 0 0,13 5-1524 0 0,-6-14-5217 0 0,-22-4 3424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0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9746 0 0,'0'0'558'0'0,"-1"0"-341"0"0,0 0 0 0 0,1 0 0 0 0,-1 1 0 0 0,0-1 0 0 0,0 0 0 0 0,1 0 0 0 0,-1 0 0 0 0,0 0 0 0 0,1 1 1 0 0,-1-1-1 0 0,0 0 0 0 0,1 1 0 0 0,-1-1 0 0 0,0 0 0 0 0,1 1 0 0 0,-1-1 0 0 0,1 1 0 0 0,-1-1 0 0 0,1 1 1 0 0,-1-1-1 0 0,1 1 0 0 0,-1-1 0 0 0,0 2 0 0 0,-11 53 622 0 0,3 0-1 0 0,-3 72 1 0 0,8 118-3635 0 0,4-226 1992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1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81 176 3129 0 0,'-4'0'6107'0'0,"-9"0"-4539"0"0,2-1-804 0 0,-19 1 776 0 0,29 0-1478 0 0,0 0 0 0 0,0 0 0 0 0,-1 0 0 0 0,1 0 0 0 0,0 0 0 0 0,0 1 0 0 0,0-1 0 0 0,0 0 0 0 0,0 1 0 0 0,0-1 0 0 0,0 1 0 0 0,0-1 0 0 0,0 1 0 0 0,0 0 0 0 0,0-1 0 0 0,0 1 0 0 0,0 0 0 0 0,0 0 0 0 0,0-1 0 0 0,0 3 0 0 0,4-3 66 0 0,0 1 0 0 0,0-1 1 0 0,1 1-1 0 0,-1-1 0 0 0,0 0 1 0 0,0 0-1 0 0,1 0 0 0 0,3-1 1 0 0,33-6 356 0 0,50-14 1 0 0,-51 11-249 0 0,57-8-1 0 0,109 11-81 0 0,-134 8-42 0 0,81-10 0 0 0,-6-18-20 0 0,-85 14-32 0 0,-51 10-38 0 0,0 0 1 0 0,-1 0-1 0 0,1-1 0 0 0,0 0 1 0 0,-1-1-1 0 0,0 0 1 0 0,11-8-1 0 0,-9 6-17 0 0,5 1 71 0 0,5-3 99 0 0,-20 8-171 0 0,-1 1 0 0 0,1 0-1 0 0,-1-1 1 0 0,1 1 0 0 0,0-1 0 0 0,-1 1 0 0 0,1-1 0 0 0,-1 1-1 0 0,1-1 1 0 0,-1 1 0 0 0,1-1 0 0 0,-1 1 0 0 0,1-1-1 0 0,-1 0 1 0 0,0 1 0 0 0,1-1 0 0 0,-1 1 0 0 0,0-1-1 0 0,1 0 1 0 0,-1 0 0 0 0,0-1 0 0 0,-2 2 6 0 0,0 1 0 0 0,0-1 0 0 0,0 0 0 0 0,0 1 1 0 0,0-1-1 0 0,0 1 0 0 0,0 0 0 0 0,0-1 0 0 0,1 1 0 0 0,-4 2 1 0 0,-13 34-21 0 0,4-6 19 0 0,11-25-1 0 0,0 0-1 0 0,0 0 1 0 0,1 0 0 0 0,0 1-1 0 0,0-1 1 0 0,0 1 0 0 0,1-1-1 0 0,0 1 1 0 0,0 0 0 0 0,1 0-1 0 0,0-1 1 0 0,0 1 0 0 0,0 0-1 0 0,1 0 1 0 0,0-1 0 0 0,0 1-1 0 0,1-1 1 0 0,0 1 0 0 0,0-1-1 0 0,0 1 1 0 0,6 7 0 0 0,-7-12 20 0 0,0 0 1 0 0,1-1-1 0 0,0 0 1 0 0,-1 1-1 0 0,1-1 1 0 0,0 0-1 0 0,0 0 1 0 0,0 0 0 0 0,0 0-1 0 0,0 0 1 0 0,3 1-1 0 0,10 4 91 0 0,-11-3-98 0 0,0-1 0 0 0,1 1 0 0 0,-1-1 0 0 0,0-1 0 0 0,1 1 0 0 0,-1-1 0 0 0,1 1 0 0 0,0-1 0 0 0,-1-1 0 0 0,1 1 0 0 0,0-1 0 0 0,-1 0 0 0 0,1 0 0 0 0,0 0 0 0 0,5-1 0 0 0,-7 1-8 0 0,-1-1 0 0 0,1 0 0 0 0,-1 1 0 0 0,1-1 0 0 0,-1 0 0 0 0,1 0 0 0 0,-1-1 0 0 0,0 1 0 0 0,1 0-1 0 0,-1-1 1 0 0,0 1 0 0 0,0-1 0 0 0,0 0 0 0 0,0 0 0 0 0,0 0 0 0 0,0 0 0 0 0,-1 0 0 0 0,1 0 0 0 0,-1 0 0 0 0,1 0-1 0 0,-1-1 1 0 0,0 1 0 0 0,0-1 0 0 0,0 1 0 0 0,0-1 0 0 0,0 1 0 0 0,0-5 0 0 0,0 1 8 0 0,1 0 1 0 0,0 0-1 0 0,0 0 1 0 0,4-8-1 0 0,-3 10-3 0 0,-1-1-1 0 0,0 0 0 0 0,0 1 0 0 0,0-1 0 0 0,-1 0 0 0 0,0 0 1 0 0,0 0-1 0 0,1-9 0 0 0,-2 11-9 0 0,0 0-1 0 0,0-1 1 0 0,-1 1-1 0 0,1-1 1 0 0,-1 1-1 0 0,1 0 1 0 0,-1 0 0 0 0,0-1-1 0 0,0 1 1 0 0,-1 0-1 0 0,1 0 1 0 0,0 0 0 0 0,-1 0-1 0 0,0 0 1 0 0,-3-4-1 0 0,2 4-1 0 0,-1 1 0 0 0,1-1 1 0 0,0 1-1 0 0,-1 0 0 0 0,1 0 0 0 0,-1 0 0 0 0,0 0 0 0 0,1 1 0 0 0,-1-1 0 0 0,0 1 0 0 0,0 0 0 0 0,-6-1 0 0 0,2 0 4 0 0,0 0-1 0 0,0-1 0 0 0,1 0 0 0 0,-10-5 1 0 0,11 5-8 0 0,0 0 0 0 0,-1 0 1 0 0,0 0-1 0 0,0 1 0 0 0,0 0 1 0 0,-10-1-1 0 0,8 2-240 0 0,-31-2 431 0 0,38 3-579 0 0,0 0 0 0 0,0 0-1 0 0,0 1 1 0 0,0-1 0 0 0,0 0 0 0 0,1 1-1 0 0,-1-1 1 0 0,0 1 0 0 0,-3 1-1 0 0,5-2 155 0 0,0 1 0 0 0,-1-1 0 0 0,1 0 0 0 0,0 0-1 0 0,-1 1 1 0 0,1-1 0 0 0,0 0 0 0 0,0 1 0 0 0,0-1 0 0 0,-1 0-1 0 0,1 1 1 0 0,0-1 0 0 0,0 0 0 0 0,0 1 0 0 0,0-1-1 0 0,0 0 1 0 0,0 1 0 0 0,0-1 0 0 0,0 0 0 0 0,-1 1-1 0 0,1-1 1 0 0,0 1 0 0 0,1-1 0 0 0,-1 1 0 0 0,0 5-3916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1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22 9818 0 0,'-19'-9'4790'0'0,"18"11"-4754"0"0,-1 0 0 0 0,1 0-1 0 0,0 1 1 0 0,0-1 0 0 0,0 0 0 0 0,1 1-1 0 0,-1-1 1 0 0,1 1 0 0 0,-1-1-1 0 0,1 0 1 0 0,0 1 0 0 0,0 4-1 0 0,0-2 27 0 0,-1 22 123 0 0,1 1 0 0 0,1 0 0 0 0,2 0 0 0 0,9 38 0 0 0,-10-52-150 0 0,35 318 1118 0 0,-35-304-712 0 0,-2-27-422 0 0,4 25 316 0 0,-5-25-303 0 0,1-1 0 0 0,0 1 0 0 0,0-1 0 0 0,1 1 0 0 0,-1 0 0 0 0,0-1 0 0 0,0 1 0 0 0,0-1 0 0 0,0 1 0 0 0,0-1 0 0 0,1 1 0 0 0,-1 0 0 0 0,0-1-1 0 0,0 1 1 0 0,1-1 0 0 0,-1 1 0 0 0,0-1 0 0 0,1 0 0 0 0,-1 1 0 0 0,1-1 0 0 0,-1 1 0 0 0,1-1 0 0 0,-1 0 0 0 0,0 1 0 0 0,1-1 0 0 0,-1 0 0 0 0,1 1 0 0 0,0-1-1 0 0,-1 0 1 0 0,1 0 0 0 0,-1 1 0 0 0,1-1 0 0 0,-1 0 0 0 0,2 0 0 0 0,-1-1-19 0 0,0 0 0 0 0,0 0 0 0 0,0 0-1 0 0,0 0 1 0 0,0 0 0 0 0,-1 0 0 0 0,1 0 0 0 0,0 0 0 0 0,0 0 0 0 0,-1 0-1 0 0,1-1 1 0 0,-1 1 0 0 0,1 0 0 0 0,-1 0 0 0 0,0-1 0 0 0,0 1-1 0 0,1 0 1 0 0,-1-3 0 0 0,2-5 30 0 0,21-49 173 0 0,33-60-1 0 0,-36 79-113 0 0,-1 0-1 0 0,-2-2 0 0 0,-1 0 0 0 0,13-59 0 0 0,-25 80-79 0 0,-3 10-3 0 0,1 1 0 0 0,0-1-1 0 0,1 1 1 0 0,-1-1-1 0 0,8-13 1 0 0,-7 18-5 0 0,-1 0 0 0 0,1 0 1 0 0,-1-1-1 0 0,0 1 0 0 0,-1 0 0 0 0,1-1 1 0 0,-1 1-1 0 0,0-1 0 0 0,0 0 1 0 0,-1 1-1 0 0,0-1 0 0 0,0 0 0 0 0,-1-8 1 0 0,1 15-45 0 0,0-1-1 0 0,0 0 1 0 0,0 0 0 0 0,0 0 0 0 0,0 1 0 0 0,0-1-1 0 0,-1 0 1 0 0,1 0 0 0 0,0 1 0 0 0,0-1 0 0 0,0 0 0 0 0,0 0-1 0 0,0 0 1 0 0,-1 1 0 0 0,1-1 0 0 0,0 0 0 0 0,0 0-1 0 0,0 0 1 0 0,-1 0 0 0 0,1 0 0 0 0,0 1 0 0 0,0-1-1 0 0,0 0 1 0 0,-1 0 0 0 0,1 0 0 0 0,0 0 0 0 0,0 0 0 0 0,-1 0-1 0 0,1 0 1 0 0,0 0 0 0 0,0 0 0 0 0,-1 0 0 0 0,1 0-1 0 0,0 0 1 0 0,0 0 0 0 0,-1 0 0 0 0,1 0 0 0 0,0 0-1 0 0,0 0 1 0 0,-1 0 0 0 0,1 0 0 0 0,0 0 0 0 0,0 0 0 0 0,-1 0-1 0 0,1-1 1 0 0,0 1 0 0 0,0 0 0 0 0,0 0 0 0 0,-1 0-1 0 0,1 0 1 0 0,0-1 0 0 0,0 1 0 0 0,0 0 0 0 0,0 0 0 0 0,0 0-1 0 0,-1-1 1 0 0,1 1 0 0 0,0 0 0 0 0,0 0 0 0 0,0 0-1 0 0,0-1 1 0 0,0 1 0 0 0,0 0 0 0 0,0 0 0 0 0,0-1-1 0 0,0 1 1 0 0,0 0 0 0 0,-9 17-2121 0 0,2 4 23 0 0,2 1-1472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6289 0 0,'-1'0'380'0'0,"-1"0"0"0"0,1 0-1 0 0,-1 0 1 0 0,1 1-1 0 0,0-1 1 0 0,-1 1-1 0 0,1-1 1 0 0,0 1 0 0 0,0-1-1 0 0,-1 1 1 0 0,1 0-1 0 0,0-1 1 0 0,0 1 0 0 0,0 0-1 0 0,-2 2 1 0 0,-14 20 1259 0 0,12-12-1457 0 0,0 0 0 0 0,-5 19 0 0 0,-23 126 2100 0 0,26-116-1779 0 0,5-33-314 0 0,1 0-1 0 0,0 0 1 0 0,0 0-1 0 0,1 0 1 0 0,0 1-1 0 0,0-1 1 0 0,0 0 0 0 0,1 0-1 0 0,4 13 1 0 0,-4-18-162 0 0,0-1 1 0 0,0 1-1 0 0,0-1 1 0 0,0 1-1 0 0,1-1 0 0 0,-1 0 1 0 0,0 1-1 0 0,1-1 1 0 0,-1 0-1 0 0,1 0 1 0 0,0 0-1 0 0,-1 0 0 0 0,1-1 1 0 0,0 1-1 0 0,-1 0 1 0 0,1-1-1 0 0,3 2 1 0 0,32 3 182 0 0,-30-5-175 0 0,0 0-1 0 0,-1-1 1 0 0,1 0-1 0 0,0 0 1 0 0,0 0 0 0 0,-1-1-1 0 0,1 0 1 0 0,-1-1 0 0 0,13-5-1 0 0,-16 6-12 0 0,1 0 0 0 0,-1 0 0 0 0,1 0 1 0 0,-1-1-1 0 0,0 1 0 0 0,0-1 0 0 0,-1 0 0 0 0,1 1 0 0 0,0-1 0 0 0,-1-1 0 0 0,1 1 0 0 0,-1 0 0 0 0,0 0 0 0 0,0-1 0 0 0,-1 1 0 0 0,1-1 0 0 0,-1 0 0 0 0,2-6 0 0 0,-1 2 26 0 0,0 1 0 0 0,1-1 0 0 0,5-12 0 0 0,-5 14-2 0 0,-1 0 0 0 0,1-1-1 0 0,-1 1 1 0 0,0-1 0 0 0,-1 0 0 0 0,2-12 0 0 0,-3 11-20 0 0,0 0 1 0 0,-1 1-1 0 0,0-1 1 0 0,0 0-1 0 0,-1 1 1 0 0,0-1-1 0 0,0 1 1 0 0,-4-8-1 0 0,4 11-19 0 0,0 0 1 0 0,0 0-1 0 0,0 0 0 0 0,-1 0 0 0 0,1 0 0 0 0,-1 1 1 0 0,0-1-1 0 0,0 1 0 0 0,0 0 0 0 0,-1-1 0 0 0,1 2 1 0 0,-1-1-1 0 0,1 0 0 0 0,-9-3 0 0 0,-76-29 4 0 0,83 33-457 0 0,0-1 0 0 0,0 2 0 0 0,-1-1 0 0 0,1 1-1 0 0,0-1 1 0 0,-1 2 0 0 0,-10-2 0 0 0,4 2-1828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3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169 380 3977 0 0,'0'0'328'0'0,"-18"7"3307"0"0,-125 69 4270 0 0,138-73-7438 0 0,2-1 389 0 0,8-10-554 0 0,31-59-195 0 0,-10 24-77 0 0,-2 0-1 0 0,-1-2 1 0 0,-3 0 0 0 0,16-56-1 0 0,-32 93 2 0 0,-1 0-1 0 0,1 1 1 0 0,1-1-1 0 0,-1 1 1 0 0,1 0-1 0 0,0 0 1 0 0,1 1-1 0 0,-1-1 0 0 0,1 1 1 0 0,1 1-1 0 0,-1-1 1 0 0,1 1-1 0 0,14-9 1 0 0,-18 12-5 0 0,0 0 0 0 0,1 1 1 0 0,-1-1-1 0 0,1 1 0 0 0,-1-1 0 0 0,1 1 1 0 0,0 0-1 0 0,-1 0 0 0 0,1 1 0 0 0,0-1 1 0 0,0 1-1 0 0,-1-1 0 0 0,1 1 0 0 0,0 1 1 0 0,0-1-1 0 0,0 0 0 0 0,-1 1 0 0 0,1 0 1 0 0,0 0-1 0 0,-1 0 0 0 0,1 0 0 0 0,0 1 1 0 0,-1-1-1 0 0,0 1 0 0 0,1 0 1 0 0,-1 0-1 0 0,0 0 0 0 0,0 0 0 0 0,0 1 1 0 0,0-1-1 0 0,2 4 0 0 0,75 75 513 0 0,-37-39-377 0 0,-32-30-105 0 0,0-1-1 0 0,1 0 1 0 0,0 0 0 0 0,25 15-1 0 0,-11-9 103 0 0,-6-4-3054 0 0,-6-4 554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4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87 481 7322 0 0,'-6'2'743'0'0,"0"0"0"0"0,-1 0 0 0 0,1 1 0 0 0,0 0 0 0 0,0 0 0 0 0,0 0 0 0 0,1 1 1 0 0,-10 7-1 0 0,9-3 1 0 0,-6 5 1050 0 0,8-15-1251 0 0,2-9-622 0 0,3-58 174 0 0,14-111 0 0 0,1 30-17 0 0,-16 118-79 0 0,-1 24 11 0 0,1-1-1 0 0,0 1 0 0 0,1 0 0 0 0,0 0 0 0 0,3-16 0 0 0,-3 23-5 0 0,0-1 0 0 0,0 1 0 0 0,0-1 0 0 0,0 0 0 0 0,1 1 0 0 0,-1 0 0 0 0,0-1 0 0 0,1 1 0 0 0,-1 0 0 0 0,1 0 0 0 0,0 0 0 0 0,-1 0 0 0 0,1 0 0 0 0,0 0 0 0 0,-1 0 0 0 0,1 1 0 0 0,0-1 0 0 0,0 0 0 0 0,3 0 0 0 0,-1 0 43 0 0,0 1 0 0 0,0-1 0 0 0,-1 1-1 0 0,1-1 1 0 0,0 1 0 0 0,0 0 0 0 0,0 1 0 0 0,7 0 0 0 0,-1 3 36 0 0,-1 1 0 0 0,0 0 1 0 0,0 0-1 0 0,0 1 0 0 0,-1 0 1 0 0,0 1-1 0 0,0 0 0 0 0,-1 0 1 0 0,13 16-1 0 0,24 20 87 0 0,-19-21-165 0 0,13 10-828 0 0,-12-14-2966 0 0,-10-10-441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5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44 206 784 0 0,'0'0'634'0'0,"-7"-6"4562"0"0,-8-8-2840 0 0,6 1-530 0 0,1 0 291 0 0,5 13-1257 0 0,2 8-287 0 0,7 146-348 0 0,-5-128 42 0 0,1 0 0 0 0,1 0 0 0 0,7 28 0 0 0,-9-51-241 0 0,0 1 1 0 0,1-1-1 0 0,-1 0 0 0 0,1 1 0 0 0,-1-1 0 0 0,1 0 0 0 0,0 0 0 0 0,0 0 1 0 0,1 0-1 0 0,-1-1 0 0 0,0 1 0 0 0,1 0 0 0 0,0-1 0 0 0,0 0 0 0 0,4 4 0 0 0,-2-4-14 0 0,0 1 0 0 0,1-1 0 0 0,-1 0-1 0 0,1 0 1 0 0,-1 0 0 0 0,1-1-1 0 0,0 0 1 0 0,10 1 0 0 0,5-2 12 0 0,0-1 0 0 0,-1-1 0 0 0,0-1 0 0 0,27-6 0 0 0,310-50 165 0 0,-73 16 112 0 0,218-15-119 0 0,-316 42-149 0 0,-18 2 97 0 0,332-48 590 0 0,99-80-455 0 0,-577 134-229 0 0,0 0 0 0 0,37-21 1 0 0,-39 18-11 0 0,1 1 0 0 0,-1 1 1 0 0,26-8-1 0 0,-19 11 8 0 0,1 2 0 0 0,0 1 0 0 0,0 0 0 0 0,38 3-1 0 0,-63 0-39 0 0,29-1 29 0 0,-21 0 12 0 0,1 0 1 0 0,0 1-1 0 0,-1 0 0 0 0,18 3 1 0 0,-20 2 4 0 0,-1 1 413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6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458 89 5121 0 0,'0'0'1734'0'0,"0"-27"3974"0"0,-1 16-5161 0 0,2-17 1458 0 0,0 26-1936 0 0,-1 1 0 0 0,0 0 0 0 0,1 0 0 0 0,-1-1 0 0 0,0 1 0 0 0,1 0 0 0 0,0 0 0 0 0,-1 0 1 0 0,1 0-1 0 0,0 0 0 0 0,-1 0 0 0 0,1 0 0 0 0,0 0 0 0 0,0 0 0 0 0,0 0 0 0 0,0 0 1 0 0,0 0-1 0 0,0 1 0 0 0,2-2 0 0 0,-3 2-60 0 0,1 0 0 0 0,-1 0 1 0 0,1 1-1 0 0,-1-1 0 0 0,1 0 0 0 0,-1 1 0 0 0,1-1 1 0 0,-1 0-1 0 0,1 1 0 0 0,-1-1 0 0 0,1 0 1 0 0,-1 1-1 0 0,0-1 0 0 0,1 1 0 0 0,-1-1 1 0 0,0 1-1 0 0,1-1 0 0 0,-1 1 0 0 0,0-1 0 0 0,1 1 1 0 0,-1-1-1 0 0,0 1 0 0 0,0-1 0 0 0,0 1 1 0 0,0-1-1 0 0,0 1 0 0 0,1 0 0 0 0,-1 0 1 0 0,5 21 16 0 0,-4-21-16 0 0,9 46 57 0 0,-2 0 0 0 0,3 51 0 0 0,-3 95 150 0 0,-8-191-214 0 0,1 502 476 0 0,-3-423-19 0 0,-2 57-1844 0 0,4-137 1243 0 0,-1-1 0 0 0,1 1 0 0 0,-1-1 0 0 0,1 1 0 0 0,-1-1 0 0 0,1 0 0 0 0,-1 1 0 0 0,1-1 0 0 0,-1 0 0 0 0,1 1 0 0 0,-1-1 0 0 0,0 0 0 0 0,1 0 0 0 0,-1 1 0 0 0,1-1 0 0 0,-1 0 0 0 0,0 0 0 0 0,1 0 0 0 0,-1 0 0 0 0,0 0 0 0 0,1 0 0 0 0,-1 0 0 0 0,0 0 0 0 0,1 0 0 0 0,-1 0 0 0 0,-1-1 0 0 0,-22-1 2199 0 0,22 2-1869 0 0,-10-1-20 0 0,-1 0 1 0 0,1 1-1 0 0,-1 1 0 0 0,1 0 1 0 0,0 0-1 0 0,-1 1 1 0 0,1 1-1 0 0,0 0 1 0 0,0 1-1 0 0,0 0 1 0 0,1 1-1 0 0,-1 0 1 0 0,-16 11-1 0 0,11-7 12 0 0,13-7-136 0 0,0 0 0 0 0,0 0 0 0 0,1 1 1 0 0,-1-1-1 0 0,0 1 0 0 0,-5 5 1 0 0,-41 41 306 0 0,39-40-287 0 0,0 1-1 0 0,0 1 1 0 0,1 0-1 0 0,0 0 1 0 0,1 1-1 0 0,-12 20 1 0 0,10-11-10 0 0,2-6-37 0 0,1 0-1 0 0,1 1 1 0 0,1 0 0 0 0,0 0-1 0 0,-7 31 1 0 0,11-37-15 0 0,-1-1 0 0 0,0 1 0 0 0,0-1 0 0 0,-6 11 0 0 0,-9 29-7 0 0,13-28 11 0 0,2 1-1 0 0,1-1 1 0 0,0 1 0 0 0,2 0 0 0 0,0-1 0 0 0,2 1 0 0 0,5 33-1 0 0,7 8 124 0 0,26 75 0 0 0,-29-110-3 0 0,1 0 0 0 0,0-1 0 0 0,29 43-1 0 0,-29-47-24 0 0,-10-19-81 0 0,0 1 0 0 0,0-1 0 0 0,1 1 0 0 0,0-1 0 0 0,0 0 1 0 0,5 6-1 0 0,0-3-7 0 0,1 0 0 0 0,0-1 0 0 0,0 0 0 0 0,0 0 0 0 0,0-1 0 0 0,1 0 0 0 0,0-1 0 0 0,0 0 0 0 0,15 4 0 0 0,-1-3 22 0 0,1 0 1 0 0,49 2-1 0 0,-64-6-35 0 0,0 1 0 0 0,0 0 0 0 0,0 0 1 0 0,14 6-1 0 0,-15-4 1 0 0,2-1 0 0 0,-1-1 0 0 0,0 1 0 0 0,17 0 0 0 0,0-2 11 0 0,1-1 1 0 0,-1-1-1 0 0,1-2 1 0 0,-1-1-1 0 0,0-1 1 0 0,0-1-1 0 0,-1-1 1 0 0,0-2-1 0 0,0-1 1 0 0,47-25-1 0 0,-50 24 12 0 0,-18 9-23 0 0,0 0 0 0 0,0 0 0 0 0,-1-1 0 0 0,1 1 0 0 0,7-7 0 0 0,17-19 57 0 0,45-57 0 0 0,-62 67-32 0 0,-1 0 0 0 0,-1-1 0 0 0,-1 0 0 0 0,0 0 0 0 0,-2-1 0 0 0,0 0 1 0 0,-1-1-1 0 0,3-24 0 0 0,-5 31-4 0 0,0 1 1 0 0,8-17-1 0 0,-6 17-17 0 0,-1 1 0 0 0,-1-1-1 0 0,4-16 1 0 0,-5-1 22 0 0,0 0 0 0 0,-2-1 0 0 0,-1 1 0 0 0,-2 0 0 0 0,-1 0-1 0 0,-1 0 1 0 0,-2 0 0 0 0,0 1 0 0 0,-13-32 0 0 0,-13-15 30 0 0,11 27-9 0 0,12 32-45 0 0,-1 0 0 0 0,0 1 0 0 0,-1 0 0 0 0,-20-22 0 0 0,1 0-43 0 0,24 30 25 0 0,-13-18-57 0 0,-45-46 1 0 0,58 66 49 0 0,-1 0-1 0 0,0 0 1 0 0,0 1 0 0 0,0 0 0 0 0,-1 0 0 0 0,0 1-1 0 0,0 0 1 0 0,0 0 0 0 0,0 1 0 0 0,-1 0 0 0 0,1 0-1 0 0,-11-1 1 0 0,9 2-28 0 0,-1-1 0 0 0,-18-7 0 0 0,21 7 22 0 0,1 0-1 0 0,-1 1 0 0 0,0 0 0 0 0,0 0 0 0 0,0 1 1 0 0,-15-1-1 0 0,13 2-47 0 0,0 2 1 0 0,0-1-1 0 0,1 1 1 0 0,-1 1-1 0 0,1 0 0 0 0,-13 5 1 0 0,-5 3-352 0 0,19-8 206 0 0,1 0 0 0 0,-1 1 0 0 0,1 0 1 0 0,0 1-1 0 0,1-1 0 0 0,-1 1 0 0 0,1 1 1 0 0,0-1-1 0 0,0 1 0 0 0,0 0 1 0 0,-7 12-1 0 0,-4 7-1861 0 0,-25 50 1 0 0,19-30-454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6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22 150 10210 0 0,'-1'-4'149'0'0,"1"-1"-1"0"0,-1 1 0 0 0,0 0 1 0 0,-1 0-1 0 0,-2-8 1 0 0,-3-10 70 0 0,4 8 483 0 0,2 1 1 0 0,0-1-1 0 0,1-16 0 0 0,0 17 344 0 0,0 13-1000 0 0,0-1-1 0 0,0 1 1 0 0,0 0-1 0 0,0-1 1 0 0,0 1-1 0 0,0-1 1 0 0,0 1-1 0 0,0-1 1 0 0,0 1-1 0 0,0 0 1 0 0,1-1-1 0 0,-1 1 1 0 0,0-1-1 0 0,0 1 1 0 0,0 0-1 0 0,1-1 1 0 0,-1 1-1 0 0,0-1 1 0 0,1 1-1 0 0,-1 0 1 0 0,0 0-1 0 0,1-1 1 0 0,-1 1-1 0 0,0 0 1 0 0,1-1-1 0 0,-1 1 1 0 0,1 0-1 0 0,-1 0 1 0 0,0 0-1 0 0,1 0 1 0 0,-1-1-1 0 0,1 1 1 0 0,-1 0-1 0 0,1 0 1 0 0,-1 0-1 0 0,0 0 1 0 0,1 0-1 0 0,-1 0 1 0 0,1 0-1 0 0,-1 0 1 0 0,1 0-1 0 0,0 0-21 0 0,0 1 1 0 0,0-1-1 0 0,0 0 0 0 0,0 1 0 0 0,0-1 0 0 0,0 0 1 0 0,0 1-1 0 0,0-1 0 0 0,0 1 0 0 0,0-1 1 0 0,0 1-1 0 0,0 0 0 0 0,-1-1 0 0 0,1 1 0 0 0,0 0 1 0 0,0-1-1 0 0,-1 1 0 0 0,1 0 0 0 0,0 1 0 0 0,3 8 53 0 0,0 0 0 0 0,0 0 0 0 0,-1 1 0 0 0,-1 0-1 0 0,2 11 1 0 0,5 60 335 0 0,-8-73-383 0 0,1 1 1 0 0,0-1-1 0 0,1 1 1 0 0,0-1-1 0 0,5 11 1 0 0,-3-9 8 0 0,-1 1 0 0 0,6 21 1 0 0,-6 1-295 0 0,-1 0 0 0 0,-2 1 0 0 0,-1-1 0 0 0,-2 1 1 0 0,-5 33-1 0 0,7-68 222 0 0,0 1-385 0 0,0 1 0 0 0,0-1 1 0 0,-1 0-1 0 0,1 0 0 0 0,0 0 0 0 0,0 0 1 0 0,0 0-1 0 0,-1 0 0 0 0,1 0 0 0 0,-1 0 1 0 0,1 0-1 0 0,-1 0 0 0 0,1 0 1 0 0,-1 0-1 0 0,0 0 0 0 0,1 0 0 0 0,-1 0 1 0 0,0 0-1 0 0,-1 1 0 0 0,-1 0-1947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7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22 5425 0 0,'-5'-6'6258'0'0,"-4"-5"-3340"0"0,3 6-1593 0 0,8 15 149 0 0,15 32-1264 0 0,2 0-1 0 0,47 73 1 0 0,-65-112-149 0 0,1 0 0 0 0,1-1 0 0 0,-1 1 0 0 0,0-1 0 0 0,1 1 0 0 0,-1-1 0 0 0,1 0 0 0 0,0 0 0 0 0,0 0 0 0 0,0 0 0 0 0,0-1 0 0 0,0 1 0 0 0,0-1 0 0 0,6 2 0 0 0,5 3 139 0 0,4 1 36 0 0,-13-4-184 0 0,0-1-1 0 0,0 1 1 0 0,0-1-1 0 0,0 0 0 0 0,1-1 1 0 0,-1 1-1 0 0,1-1 0 0 0,-1-1 1 0 0,1 1-1 0 0,0-1 1 0 0,-1 1-1 0 0,1-1 0 0 0,-1-1 1 0 0,11-1-1 0 0,-3-1-4 0 0,-1 0 1 0 0,0-1-1 0 0,-1-1 0 0 0,1 0 1 0 0,-1 0-1 0 0,0-1 0 0 0,0-1 1 0 0,0 1-1 0 0,18-17 0 0 0,-11 6 30 0 0,0-1-1 0 0,-1 0 0 0 0,14-22 1 0 0,-9 16-177 0 0,-13 17-2367 0 0,-1 2-3520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8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34 111 6601 0 0,'0'0'1913'0'0,"-10"-17"2805"0"0,11-6-3165 0 0,0 15-875 0 0,0 1 1 0 0,-1 0-1 0 0,0-1 1 0 0,-1 1-1 0 0,-2-15 1 0 0,-5 12 5 0 0,7 9-680 0 0,1 1 0 0 0,0 0-1 0 0,0 0 1 0 0,0 0-1 0 0,-1 0 1 0 0,1 0 0 0 0,0 0-1 0 0,0 0 1 0 0,0 0 0 0 0,-1 0-1 0 0,1 0 1 0 0,0 0-1 0 0,0 0 1 0 0,0 0 0 0 0,-1 0-1 0 0,1 0 1 0 0,0 0 0 0 0,0 0-1 0 0,-1 0 1 0 0,1 0-1 0 0,0 0 1 0 0,0 0 0 0 0,0 0-1 0 0,-1 0 1 0 0,1 0 0 0 0,0 1-1 0 0,0-1 1 0 0,0 0-1 0 0,0 0 1 0 0,-1 0 0 0 0,1 0-1 0 0,0 0 1 0 0,0 1 0 0 0,0-1-1 0 0,0 0 1 0 0,0 0-1 0 0,0 0 1 0 0,-1 0 0 0 0,1 1-1 0 0,0-1 1 0 0,0 0 0 0 0,0 0-1 0 0,0 0 1 0 0,0 1-1 0 0,0-1 1 0 0,0 0 0 0 0,0 0-1 0 0,0 0 1 0 0,0 1-1 0 0,0-1 1 0 0,0 0 0 0 0,0 0-1 0 0,0 1 1 0 0,0-1 0 0 0,0 0-1 0 0,0 0 1 0 0,0 0-1 0 0,0 1 1 0 0,0-1 0 0 0,1 0-1 0 0,-1 0 1 0 0,0 0 0 0 0,0 1-1 0 0,0 12 7 0 0,-3 461 135 0 0,1-418-145 0 0,0 2 14 0 0,6 62 1 0 0,16 207 89 0 0,-8-48 399 0 0,-8-260-52 0 0,0-1-3820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50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54 149 2577 0 0,'-16'-12'6189'0'0,"10"3"-5556"0"0,-19-31 2737 0 0,24 38-3211 0 0,0 1 1 0 0,0-1-1 0 0,1 0 0 0 0,-1 0 1 0 0,0 0-1 0 0,1 0 0 0 0,-1 0 1 0 0,1 0-1 0 0,-1 0 0 0 0,1 0 1 0 0,0-1-1 0 0,0 1 1 0 0,0 0-1 0 0,0 0 0 0 0,1 0 1 0 0,-1 0-1 0 0,0 0 0 0 0,2-3 1 0 0,-2 5-126 0 0,1-1 0 0 0,0 1 0 0 0,0-1 1 0 0,-1 1-1 0 0,1-1 0 0 0,0 1 0 0 0,0 0 1 0 0,0-1-1 0 0,-1 1 0 0 0,1 0 0 0 0,0-1 1 0 0,0 1-1 0 0,0 0 0 0 0,0 0 0 0 0,0 0 0 0 0,0 0 1 0 0,0 0-1 0 0,0 0 0 0 0,0 0 0 0 0,-1 0 1 0 0,1 0-1 0 0,0 1 0 0 0,0-1 0 0 0,0 0 1 0 0,0 0-1 0 0,0 1 0 0 0,1 0 0 0 0,24 11 199 0 0,-16-3-151 0 0,1 0 0 0 0,-1 0 0 0 0,-1 1 0 0 0,17 22 0 0 0,28 52 266 0 0,-35-53 5 0 0,-12-18-113 0 0,-1 1 0 0 0,0-1 0 0 0,0 1 0 0 0,-1 0 0 0 0,3 20 0 0 0,-8-34-231 0 0,1 1-1 0 0,-1 0 1 0 0,0 0 0 0 0,0 0 0 0 0,1 0 0 0 0,-1 0-1 0 0,0 0 1 0 0,1-1 0 0 0,-1 1 0 0 0,1 0 0 0 0,-1 0-1 0 0,1-1 1 0 0,-1 1 0 0 0,1 0 0 0 0,-1-1-1 0 0,1 1 1 0 0,0 0 0 0 0,-1-1 0 0 0,1 1 0 0 0,0-1-1 0 0,0 1 1 0 0,-1-1 0 0 0,1 1 0 0 0,0-1 0 0 0,0 0-1 0 0,0 1 1 0 0,0-1 0 0 0,0 0 0 0 0,-1 0 0 0 0,1 0-1 0 0,0 1 1 0 0,0-1 0 0 0,0 0 0 0 0,0 0-1 0 0,0 0 1 0 0,0-1 0 0 0,0 1 0 0 0,0 0 0 0 0,-1 0-1 0 0,1 0 1 0 0,0-1 0 0 0,0 1 0 0 0,0 0 0 0 0,0-1-1 0 0,0 1 1 0 0,-1-1 0 0 0,1 1 0 0 0,0-1-1 0 0,-1 1 1 0 0,1-1 0 0 0,0 0 0 0 0,-1 1 0 0 0,1-1-1 0 0,0 0 1 0 0,-1 1 0 0 0,1-1 0 0 0,-1 0 0 0 0,1 0-1 0 0,-1 1 1 0 0,1-3 0 0 0,30-77 11 0 0,5-12-129 0 0,33-36-2244 0 0,-41 82-917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5:02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42 128 0 0,'0'0'6796'0'0,"-10"-18"-5410"0"0,6 16-1201 0 0,1-1 0 0 0,-1 1 0 0 0,0 0 0 0 0,-1 0 1 0 0,1 0-1 0 0,0 0 0 0 0,-1 1 0 0 0,1-1 0 0 0,-6 0 0 0 0,7 2-122 0 0,-25-3 2253 0 0,17 3-917 0 0,11 0-1393 0 0,0 0 0 0 0,0 0 0 0 0,0 0 0 0 0,0 0 0 0 0,0 0 1 0 0,0 0-1 0 0,0 0 0 0 0,0 0 0 0 0,0 1 0 0 0,0-1 0 0 0,0 0 0 0 0,0 0 0 0 0,1 0 1 0 0,-1 0-1 0 0,0 0 0 0 0,0 0 0 0 0,0 0 0 0 0,0 0 0 0 0,0 0 0 0 0,0 0 0 0 0,0 0 1 0 0,0 0-1 0 0,0 0 0 0 0,0 0 0 0 0,0 0 0 0 0,0 0 0 0 0,0 0 0 0 0,0 1 1 0 0,0-1-1 0 0,0 0 0 0 0,0 0 0 0 0,0 0 0 0 0,0 0 0 0 0,0 0 0 0 0,0 0 0 0 0,0 0 1 0 0,0 0-1 0 0,0 0 0 0 0,0 0 0 0 0,0 0 0 0 0,0 1 0 0 0,0-1 0 0 0,0 0 0 0 0,0 0 1 0 0,0 0-1 0 0,0 0 0 0 0,0 0 0 0 0,0 0 0 0 0,0 0 0 0 0,0 0 0 0 0,0 0 0 0 0,0 0 1 0 0,0 0-1 0 0,0 0 0 0 0,0 0 0 0 0,0 1 0 0 0,0-1 0 0 0,-1 0 0 0 0,22 11 67 0 0,-2 1 0 0 0,33 25 0 0 0,-24-12-11 0 0,-21-19-52 0 0,-1 0 0 0 0,1 0 1 0 0,0-1-1 0 0,0 0 0 0 0,1 0 0 0 0,13 6 0 0 0,13 3 61 0 0,-13-4-20 0 0,41 11-1 0 0,-57-20-44 0 0,-1 1 0 0 0,1 0-1 0 0,-1 0 1 0 0,1 0 0 0 0,-1 0-1 0 0,0 0 1 0 0,0 1-1 0 0,0 0 1 0 0,-1 0 0 0 0,1 0-1 0 0,-1 0 1 0 0,1 0 0 0 0,4 8-1 0 0,-7-10-2 0 0,-1 0 0 0 0,0-1 0 0 0,0 1 0 0 0,0 0 0 0 0,0 0 0 0 0,0-1 0 0 0,0 1 0 0 0,0 0 0 0 0,0 0 0 0 0,0 0 0 0 0,0-1 0 0 0,-1 1 0 0 0,1 0 0 0 0,0 0 0 0 0,0-1 0 0 0,-1 1 0 0 0,1 0 0 0 0,0-1 0 0 0,-1 1 0 0 0,1 0 0 0 0,-1-1 0 0 0,1 1 0 0 0,-1-1 0 0 0,1 1 0 0 0,-1-1 0 0 0,0 1 0 0 0,0 0 0 0 0,-21 14-23 0 0,19-13 12 0 0,-10 6 4 0 0,1-1 0 0 0,0 2-1 0 0,0 0 1 0 0,1 0 0 0 0,0 1-1 0 0,1 1 1 0 0,0 0 0 0 0,-9 12 0 0 0,-25 45 37 0 0,27-38-3521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1T05:06:12.2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9050 5627 344 0,'0'0'-4'0,"0"0"0"0,0 0-6 15,0 0-4-15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2:52:55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42 7562 0 0,'0'0'544'0'0,"-21"-21"4861"0"0,19 17-5431 0 0,-2-6 38 0 0,6 3-2980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15:51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11460 7363 151 0,'0'0'29'0,"0"0"-1"0,0 0-19 0,0 0 3 16,0 0-16-16,0 0 5 0,0 0 3 0,0 0 0 15,0 0 1-15,2 0 4 0,0 0 6 0,0 0 4 0,-1 0 3 16,1 0 30-16,0 0 8 0,0 0 6 0,0 0-2 16,0 0 12-16,0 0-32 0,-1 0-1 0,1 0-12 15,0 0-11-15,0 0-2 0,-2 0 0 0,0 0-2 16,0 0-8-16,0 0 6 0,0 0-7 0,0 0 6 15,-2 0-13-15,0 0 5 0,-1 0 3 0,-5 0 0 16,-18-2 1-16,0 0 2 0,0 2-4 0,2 0 3 0,-4 0-4 16,4 0 0-16,0 0 5 0,-8 0-5 0,8 0 3 15,-6 0-3-15,3 0 5 0,2 0-3 0,-1 0 4 16,4 0-5-16,4 0-3 0,-5 0 0 0,3 0-5 16,-2 2 1-16,1-2 0 0,1 2 1 0,-1-2-1 0,5 0 6 15,-5 2-3-15,3-2 3 0,-3 0-11 0,1 0 8 16,3 0-3-16,-3 0 5 0,3 0-4 0,0 0 4 15,-5 2-1-15,2-2 1 0,-1 2-1 0,-5-2-8 16,4 1 3-16,-2-1-5 0,-2 2 11 0,0-2-4 16,0 2 0-16,2 0-1 0,1-2-2 0,-1 2 2 0,2 0 2 15,-6 0 0-15,2-2 6 0,2 1-11 16,0 1 2-16,3 0-5 0,-1-2 12 0,-2 0-7 0,2 0 8 16,-4 0-7-16,3 2 14 0,1 0-14 0,-2 0 3 15,2 0-5-15,-2-1 11 0,-1 1-3 0,1 2-3 16,2 0 0-16,-2-1 1 0,-2 1-5 0,-4 2 1 15,0-3-4-15,-3 3 4 0,-2 0 4 0,3-3-3 0,-1 3 2 16,1-2-3-16,4-3 2 0,-1 3 1 0,-1-2-1 16,4 0-2-16,0 0 2 0,0-2-2 0,4 0 2 15,-1 0 1-15,3 0-1 0,1 0 0 0,1 0-1 16,-3 0 1-16,3 0-1 0,-3 0 4 0,-1 0-4 16,2 0 1-16,1 0-3 0,-1 0 1 0,-1 0 0 15,1 0 6-15,-1 0-7 0,-1 0 2 0,0 0-2 0,-4 0 1 16,0 0-1-16,0 0 0 0,-4 0 1 0,-7 0 6 15,5 0-6-15,-1 0 0 0,3 0 0 0,6 0 7 0,-9 0-12 16,-1 0 6-16,3 0-6 0,-4 0 4 0,5 0 6 16,0 0-6-16,0 0 6 0,4 0-8 0,0 0-1 15,2 0 1-15,-2 0 1 0,2 0 11 0,2 0-3 16,-2 0-2-16,1 0-3 0,1 0-10 0,0 0 7 16,1 0 2-16,-1 0 2 0,0 0-2 0,-2 0 6 15,-4 0-6-15,2 0 4 0,0 0-10 0,-2-2 6 16,-3 2-1-16,1-2 2 0,-2 0-1 0,-1 0-3 15,7 0 3-15,-2 1 0 0,0-1 4 0,2 0 0 0,0 0-1 16,0 0 0-16,0 0-4 0,2 0-4 0,0 1 1 16,5 1 0-16,1-2 7 0,-3 2 1 0,3 0-4 15,-1-2 2-15,1 2-7 0,3 0 5 0,0 0 0 16,-2-2 0-16,2 0-3 0,1 0 6 0,-1 0-2 16,2 1 4-16,2-1-8 0,-4 0 6 0,2 0-3 0,-2 0 4 15,0 0-10-15,0 0 5 0,-2-1 1 0,1 1 0 16,-1 0 7-16,0 0-6 0,2 0-1 0,-3 0 0 15,-4 1-1-15,-1-1-4 0,3 0 5 0,1 2-5 16,3 0 5-16,-3-2 3 0,-7 2 2 0,7-2-2 16,-7 2-3-16,4 0-1 0,5 0-1 0,-1 0 1 15,1 0 6-15,0 0-7 0,1 0-2 0,-1 0-1 16,2 0 7-16,0 0 1 0,0 0 2 0,2 0-2 0,-1 0-7 16,1 0 3-16,-2 0-1 0,0 0 2 0,0 0-2 15,4 0 5-15,-2 0-2 0,2 0 4 0,-2 0-13 0,0 0 11 16,0 0-6-16,-2 0 7 0,2 0-10 0,-2 0 2 15,2 0 3-15,0 0 0 0,-2 0 3 0,2 0 1 16,-2 2-2-16,-1 0 1 0,-1 2-2 0,-2-1-3 16,-1 1 2-16,0 0-3 0,1 1 4 0,-5 1 1 15,2 1 2-15,-3 1-2 0,1-1 0 0,2 1 0 16,0-1-4-16,-6 0 3 0,0 1 3 0,2-1-5 16,2 1 2-16,3-1-3 0,1 1-1 0,-2 1 5 15,0-2-2-15,1 1 3 0,4-3 3 0,3 1-7 0,1-1 2 16,1 1-5-16,-1 0 6 0,2-1-1 0,2 1 1 15,0-1-1-15,1-1-4 0,1 0 5 0,1-1-2 0,-1 3 1 16,1-2-9-16,1 5 7 0,-3 0 3 0,3 1 0 16,-3 3-1-16,3-2 1 0,-3 2-1 0,1 2 1 15,-1-1-1-15,1 3 1 0,0 0-4 0,-1 1 3 16,1 1-6-16,-3 1 4 0,3-3 5 0,0 4-3 16,-1-1 3-16,-1-1-4 0,1 3-4 0,-1-2 3 15,2 1 9-15,-1-1-6 0,3 2 1 0,-3-3-4 16,1-2-5-16,-1 1 6 0,1-7 2 0,0 2 0 0,-1 0-1 15,1-2 5-15,-3 2-8 0,5 2 6 0,-4-2-9 16,1 0 6-16,-3-2 0 0,0 2 3 0,3 0 3 0,-1 0-9 16,5 2 3-16,-1-2-5 0,1 2 0 0,-1 0 6 15,-1 0-8-15,0 0 7 0,5 1-4 0,-11 1 5 16,3 0-2-16,2 0 2 0,1-1-4 0,1 3 2 16,-1 1 1-16,2-3 0 0,1 3 4 0,1 1-8 15,0-3 6-15,2 1-7 0,0 1 5 0,0-1 0 16,0 3 0-16,0 1 0 0,0-5 0 0,0 3 2 15,2-7-2-15,0 1 3 0,-1 4-3 0,1-6 2 0,2 5-4 16,-2-3 2-16,0 0-1 0,1 4 1 16,-1-8 0-16,0 5 0 0,0-4-1 0,-2 1 1 0,2 0 4 15,0 0-3-15,0 0-1 0,-1-2-2 0,1 0-2 16,0 0 2-16,0 0 3 0,-2 0 3 0,2 0-2 16,-2-3 0-16,2 3-6 0,0-2 6 0,-1 1-1 0,1 1 3 15,0-2-5-15,0 0-1 0,0-1-2 0,0 1 2 16,1 2 3-16,-1-2-4 0,2 1 4 0,0-1-5 15,-1 2 4-15,1-2 0 0,0 1 1 0,0-1 0 16,-1 0-1-16,1 1 2 0,0-1-2 0,1 2 1 16,-1-2-6-16,0 1 4 0,1 1-2 0,1 0 3 15,1 0 6-15,1 0-3 0,-1 0 1 0,1 0-3 0,-1-1-6 16,2 1 1-16,-3 2 3 0,7-2-1 0,2 2-4 16,0-6 3-16,1 5-10 0,3-3 10 0,-1 2-8 15,5-2 4-15,-1-1 4 0,4 1-2 0,0-2 1 0,4 1-2 16,-1-1 3-16,5 1-1 0,3 3 7 0,2 2-5 15,2 0 2-15,1-2-3 0,1 0 3 0,-2-2-6 16,-6-3-2-16,1 1-1 0,-5-3 7 0,1 0 4 16,3 1-6-16,-3-1 4 0,1 3-3 0,0 14-8 15,1-8 12-15,-1-4-9 0,4-3 5 0,4-3 0 16,2-1-4-16,3 2 5 0,6 0 0 0,2-1-7 16,-7-1 7-16,8 0-6 0,-6-2 3 0,1 0 2 0,2 2-4 15,-13-2 5-15,3 2 5 0,-4-2-6 0,1 2 3 16,0 1-5-16,3 1 5 0,1 0 1 0,1 0-4 15,5-3 3-15,5-1-2 0,3 2-5 0,-1 0 9 0,3-2-7 16,-1 0 14-16,-4 0-12 0,3-2 3 0,-10-1-4 16,-3-1 12-16,1-2-6 0,1 3-2 0,2-1-1 15,1 0-1-15,3 0-3 0,3-1 4 0,1 3-4 16,0 0 8-16,5-2 0 0,-1 3 1 0,3-3-1 16,-4 2-2-16,-5 0-4 0,-4 0 5 0,-5 0-4 15,-3 1 2-15,3-1 0 0,1 0-2 0,4 2 3 16,1 0 3-16,4 2-7 0,5-2 1 0,-5 0-3 0,10-2 3 15,-5-2 1-15,-3 0 5 0,-1 3-3 0,-8 1-1 16,-3-2 6-16,-1 0-7 0,1 0 8 0,1 0-9 16,1 2-2-16,1 0 3 0,4 0-2 0,-2 0 4 0,4 0-1 15,2 2 1-15,-4-2 0 0,3 0 3 0,-3 2-7 16,-5-2 1-16,-1 2-2 0,-3-2 10 0,-2 0-10 16,0 0 3-16,0 0-6 0,-1 0 10 0,-1 0-4 15,4 2 1-15,7-1-3 0,-3-1 11 0,6 0-9 16,-4 0 5-16,-3 0-4 0,4 0 5 0,-3 0-2 15,7 0-5-15,-8 0 2 0,-3 0-3 0,-8 0 3 16,-3 0 0-16,-1 0 1 0,3-1-6 0,-1 1 9 16,2-2-4-16,-1 2 6 0,-1 0-6 0,4 0-5 0,4 0 6 15,0-2-5-15,2-2 7 0,-1 0 2 0,-1 1-5 16,4-3 4-16,-3-1-5 0,1-3 1 0,-2 1 1 16,-6 0 0-16,-1-2-8 0,-3 1 11 0,-3 1-7 15,-2 0 9-15,-2-2-4 0,-2 0 2 0,1-1 0 0,-3 1 1 16,1 0 5-16,-5 0 0 0,3 9 0 0,-4-15-2 15,1 3-1-15,1-1 3 0,0 0-1 0,0 0 2 16,-3 0-2-16,-1 0-3 0,-1-1 2 0,1 1-3 16,0 0-9-16,0 0 16 0,0 2-10 0,0-2 13 15,0 0-11-15,-8-1 0 0,4 1 2 0,-3-2-2 16,0 0 9-16,-1 1-14 0,-3-5 10 0,11 3-9 0,-2-3 15 16,-2-1-9-16,1-4 1 0,-5 0-4 0,1-4-1 15,-4 1-1-15,-2-1 1 0,0-2-1 0,-2 3 0 0,0-3 6 16,-2-5-7-16,2 2 5 0,-1-2-10 0,-1 3 8 15,0 3-3-15,-1-1 4 0,1 4-7 0,2-2 3 16,0 4 3-16,0 0 0 0,-1 2 7 0,-1 0-6 16,-2 0-2-16,1 0-1 0,1 3 0 0,-1 3-1 15,-1-3 1-15,0 3 0 0,1-1 6 0,-3-1-7 16,1 1 5-16,-4-5-5 0,2 2 9 0,-1 0-2 16,1-1 2-16,0-3-3 0,-2 0-5 0,-1-1-4 15,1-1 4-15,-2 0-2 0,0 2 8 0,0 0-1 0,-2-4-6 16,4 8 2-16,-4-4-6 0,1 0 4 0,-3 2 3 15,13 1 0-15,-18 1-1 0,3 4 0 0,-3-1 2 16,-2 0-1-16,-4 5 1 0,-2-3 0 0,-7 4 0 0,-2-2 1 16,0 4-1-16,-2 2 2 0,2-3-7 0,-3 3 5 15,-1 2-3-15,-2-4-1 0,1 3 5 0,5 3-5 16,0-1-3-16,-2 2 5 0,2 1 0 0,-6-1 3 16,5 2 2-16,-1 0-9 0,-6-2 2 0,-3-22-3 15,-4 12 2-15,-7 4 7 0,2 5-6 0,-4 1 7 16,1 0-7-16,5 1 0 0,-1-1 0 0,4 2 0 15,4 0-1-15,2 0 1 0,-4 0-1 0,4 1 2 0,-6-3 2 16,-2 0-6-16,-9 2 7 0,4-1-8 0,-6 1 4 16,0 0 5-16,6-2-9 0,-4 2 7 0,2-1-8 15,7-1 7-15,-3 2 2 0,5 0 1 0,-2 0-4 0,-5 1-1 16,-6-1 0-16,-5 0 0 0,-6 0-4 0,-4 0 1 16,4 0 3-16,2 2-1 0,3 0 0 0,7 0 4 15,-5 4-10-15,-3 0 7 0,-14 3-26 0,-12 4-47 16,-6 2-10-16,-3 2-23 0,3 2-130 0</inkml:trace>
  <inkml:trace contextRef="#ctx0" brushRef="#br0" timeOffset="3932.75">22339 8249 8 0,'0'0'0'16,"0"0"12"-16,0 0 6 0,0 0 10 0,0 0-2 15,0 0-6-15,0 0-6 0,0-2 5 0,0 0-6 16,0 2 4-16,0-2-14 0,0 0 5 0,0 0 13 0,0 2-8 16,0 0 4-16,0 0 6 0,0 0-12 0,0-1 11 15,0-1 4-15,0 2-6 0,0 0 3 0,0 0-6 16,0 0 8-16,0 0-10 0,0 0 10 0,0 0-11 15,0 0 11-15,0 0-11 0,0 0-2 0,0 0-2 16,0 0 4-16,0 0-7 0,0 0 2 0,0 0-5 0,0 0-2 16,0 0 6-16,0 0-2 0,0 0 3 0,0 0-6 15,0 0-2-15,0 0 0 0,1 0 1 0,1 0 4 16,0 0-9-16,0 0 6 0,-2 0-6 0,0 0 7 0,0 0 2 16,0 0 0-16,0 2 2 0,0-1-7 0,0 1 5 15,0 0-7-15,0 0 6 0,0 2-3 0,0-2-2 16,2 7 2-16,0 2-2 0,-2 0 3 0,0 2-2 15,0-2-1-15,0 2-1 0,0-2 1 0,0 2 1 16,0 0 3-16,0 2-2 0,0 0-2 0,0 0-3 16,0-2 5-16,0 0-2 0,0 2 5 0,0 0-4 15,0 0-3-15,-2 1 2 0,0-1 7 0,2-4-9 16,0 4 4-16,0-4-5 0,0 0 3 0,0 2 0 0,0-5 0 16,0 1 0-16,0-3 3 0,0 3 0 0,0-7 2 15,0 2-1-15,0-1 0 0,2 1 7 0,0 0-9 16,0-1 9-16,-1 1-1 0,1-2-10 0,2 0 18 15,0 0-15-15,-2-2 14 0,7 2-16 0,2-2 4 0,2 0-5 16,0 0 4-16,2-4 9 0,0-4-9 0,1-3 9 16,1 8-9-16,3-12 3 0,3-6-1 0,-1 3 2 15,8-3-4-15,-2 1-4 0,5-1 1 0,8 1-1 16,-2-2 9-16,5-1 2 0,3-1-7 0,-3 0 5 16,3 2-8-16,-1 1-2 0,-3-1 1 0,-2 2 0 15,0-1 9-15,-4 6-7 0,2 1 6 0,0 1-8 0,0-2 4 16,0 2-2-16,2 2-2 0,3-2 0 0,3 3-8 15,1-1 8-15,-4 0-1 0,-5 0 4 0,0 2 5 0,0-1-12 16,-5 1 4-16,-3 0-6 0,-5-2 11 0,-1 1-4 16,-1 1-1-16,-8 3-3 0,5 3-32 0,-5-3-53 15,-1-1-28-15</inkml:trace>
  <inkml:trace contextRef="#ctx0" brushRef="#br0" timeOffset="6417.08">9776 10473 256 0,'0'0'-51'16,"0"0"35"-16,0 0 10 0,0-2 6 0,0 0 49 16,0 1-2-16,-2-1-13 0,2 0-2 0,0 0-2 15,0-2-18-15,0 1 10 0,0-1-7 0,-2-4 7 16,0 1-16-16,0 1 6 0,1 3-1 0,-1-3 3 0,0 1 2 15,0 1-8-15,-4-5 3 0,3 1-4 0,3 6 10 16,-2-5-2-16,-11 5-2 0,0 0-1 0,-4 0-1 0,-1-11-7 16,1 4 6-16,-2 2-7 0,3 1-1 0,-5 2 2 15,1 2-6-15,1 2 4 0,3 0 5 0,-1 2-12 16,0 2 8-16,2 0-9 0,-1 1 9 0,1 3 2 16,0-1-4-16,0 2 3 0,4-1-4 0,0-1-1 15,1-1-1-15,1-4 2 0,0 5-1 0,0 6 1 16,-1 0-1-16,1 0 0 0,-2 0-2 0,0 0-1 15,0 4 6-15,1-4-3 0,-3 4 6 0,2-3-5 16,-2 1-2-16,2 0-1 0,-2-2-1 0,2 2 5 0,-2 0 0 16,0 1 2-16,0 1 1 0,-2 0-6 0,2 0 2 15,-2-1-5-15,0-1 9 0,6 0-2 0,0 0 2 16,-1 0-4-16,1 1-5 0,2-1 2 0,-1 2 3 16,5 2 0-16,-1-1 1 0,-2 4 4 0,3 1-6 0,-3 1 5 15,4-2-4-15,-16 8 0 0,5-4-2 0,3 0-1 16,3 5 2-16,3-8 0 0,-1 6 3 0,1-3-2 15,2 0 2-15,0 2-4 0,2-2 2 0,2-2 0 16,2-5 7-16,0-1-7 0,-3 1 0 0,1-2-2 16,0-1 3-16,0 1-3 0,2-2 2 0,1 2-3 0,3-1 3 15,-1 3 0-15,1-2 0 0,1 1 0 0,0 1 2 16,0-2 0-16,4 3-6 0,0-1 4 0,-11 1-3 16,15-1 2-16,0-1-1 0,3-1 1 0,-3 1-3 0,1-3 3 15,3 0 4-15,-3 0-1 0,5-2 3 0,-3 0-5 16,4-2 0-16,0-3-2 0,2-3-4 0,-2 3 5 15,1-5 0-15,1-1 2 0,3 2 4 0,3 14-12 16,1-5 7-16,3-7-8 0,-3-4 13 0,4-4 3 16,0-2-6-16,-1-5 4 0,-1-2-6 0,0-2-2 15,-2-2 6-15,-3 0-4 0,0 0 9 0,-6 0 1 16,-2 14-8-16,-1-20 6 0,-3 1 1 0,-1-1 30 16,0-1-4-16,-1-4 12 0,1 0 5 0,-4-4-13 15,0 1 6-15,-2-7-10 0,0-1-4 0,-1-6 7 0,-3-3-5 16,-1-2 4-16,-1-2-22 0,-3-6 6 0,26 0-4 15,-17 2 5-15,-9 4-7 0,-4 8-3 0,-5 1 2 16,-4 4-4-16,-4-2-8 0,-4 3-1 0,1 5-8 0,6-1-2 16,-19 4-77-16</inkml:trace>
  <inkml:trace contextRef="#ctx0" brushRef="#br0" timeOffset="32025.77">24288 12742 483 0,'-2'0'40'0,"0"-2"-3"16,-1 0 24-16,-8-3 1 0,-4-3-30 0,4 3-16 0,3 3-14 16,-1-2 1-16,3 2-1 0,-1 0 2 0,-2 1-3 15,3 1-2-15,-1-2-1 0,3 2-4 0,2 0 10 16,-2 0-1-16,2 0 4 0,-1 0-7 0,-1 0 0 15,0 0-1-15,1 0 1 0,1 0 2 0,0 0 8 16,0 0 1-16,0 0 4 0,0 0 27 0,2 2 0 16,0-1 5-16,2 1-6 0,0 0-7 0,5 0-2 15,23 2-3-15,0-1 1 0,1-1-16 0,8-2 3 0,2 0-5 16,0 0 3-16,0-2-11 0,-2 2-1 0,-6 0 0 16,-1 0-1-16,-1 0 2 0,-8 0-18 0,-1 2 8 15,-2-2-12-15,-3 2 8 0,0 0-9 0,-4 0-4 16,0 0 1-16,0 0-8 0,-4-2 8 0,2 0-8 0,-1 0 7 15,-1 0-11-15,0 0-29 0,-1 0-11 0,1-2-20 16,0 0-158-16</inkml:trace>
  <inkml:trace contextRef="#ctx0" brushRef="#br0" timeOffset="32558.81">25010 12434 674 0,'-2'-2'23'0,"1"0"35"0,-1 0-46 0,0 0-5 16,-2 1-4-16,2-1 3 0,1 0 0 0,-1 0-7 16,0 0 1-16,0 0-3 0,0 0-1 0,0 1 4 0,0-1-2 15,1 0 3-15,-1 0-1 0,0 2 18 16,0 0-5-16,0 0 10 0,0 0 4 0,0 0-2 0,2 0 3 15,0 0-4-15,0 0-2 0,-1 0-11 0,-1 2 3 16,0 0-7-16,2 0-4 0,0-1-2 0,0 3 2 0,0 9-2 16,0 6 3-16,0 5-3 0,0 0-1 0,4 4 0 15,-1 1 6-15,5 3-10 0,5 7 8 0,-4-4-9 16,2 1 5-16,0-1 5 0,0-2-9 0,2 1 6 16,0-1-10-16,-2-1 7 0,-1-6 6 0,1 0-2 15,-2-6-3-15,-1-3 2 0,3 3-3 0,-4-5 3 16,2-2-3-16,1 0 4 0,-5-4 2 0,1-1 1 15,-2-3-2-15,-3-1 21 0,7-2-5 0,-1 0 12 0,3 5-10 16,-3-3 1-16,0 0-8 0,3-1 6 0,-1-3-9 16,4 0 1-16,2-3 2 0,0-5-2 0,-2 6-8 15,0-29 2-15,-4-4-6 0,2-6 5 0,-3-2-6 0,1-2 6 16,2-1-4-16,-4 0 5 0,1-6-5 0,-1 0-5 16,-1 0 8-16,1 5-7 0,1 4 8 0,-3 4 1 15,3 4-5-15,-5 2 3 0,3 5-5 0,-2 8 10 16,-1 3-4-16,1 4 5 0,-2 2-10 0,0 5-4 15,0 4-2-15,-2 0-1 0,2 2 2 0,-1 0-14 16,3-1 0-16,0-1-6 0,-2 2-11 0,0 0-18 16,1 0 1-16,1 2-12 0,0-1-34 0,-1 5-59 0,10 20-6 15</inkml:trace>
  <inkml:trace contextRef="#ctx0" brushRef="#br0" timeOffset="32860.32">25829 12894 928 0,'0'-2'48'16,"0"1"-54"-16,0-1 51 0,0 0-26 0,0 0-12 15,0-2-9-15,0 2-1 0,0 1-3 0,0-1 3 16,0 0 3-16,0 0 4 0,2 0-2 0,0 2 2 0,0 0-5 15,0 2 4-15,-1 0-3 0,-1 0 7 0,4 24 5 16,-4 2-5-16,0 3 6 0,-2 1-4 0,-1-1-8 16,-3 1 4-16,-1-1-3 0,1-1 13 0,-1 2-9 15,1-3-2-15,0-5-3 0,1 1-4 0,1-7 4 16,2-1-1-16,0 0 2 0,2-4-1 0,0-2-8 16,0 2 7-16,0-4-10 0,0-3-12 0,0-5-45 0,0 3-11 15,0 0-11-15,0 0-39 0,2-1-48 0</inkml:trace>
  <inkml:trace contextRef="#ctx0" brushRef="#br0" timeOffset="33153.85">25571 12879 542 0,'0'0'155'0,"-2"0"-179"0,0-1 173 0,1-1-88 0,-1 0-59 16,0 0-6-16,0 0-7 0,2 2 4 16,0 0 14-16,0 0 1 0,2 0 6 0,0 0-4 0,1 0 12 0,9 0 19 15,15-2-2-15,3 0 6 0,5 1-8 0,2-3-12 16,2 0-4-16,2 2-3 0,4 0-22 0,-4 2 5 16,-4-1-6-16,-2 1 5 0,-9-2-11 0,0 0-8 15,-4 0-7-15,-3 0-2 0,-2 0-29 0,-2 0-50 16,-1 1-4-16,1-1-20 0,2-2-55 0</inkml:trace>
  <inkml:trace contextRef="#ctx0" brushRef="#br0" timeOffset="33418.85">26466 12612 988 0,'0'0'24'16,"0"-2"0"-16,-2 0-15 0,0 0 6 0,0 1-18 15,1-1-8-15,-1 0-2 0,2 0-5 0,0 2 4 0,0 0 4 16,2 0 2-16,1 0 7 0,5 0-4 0,16 2 13 16,9 0 14-16,-3 0-1 0,3-2 7 0,10-2 2 0,-4-2-7 15,0 0-1-15,-2-1-2 0,-7-1-21 0,2 2 3 16,-6 1-4-16,-2-1 5 0,0 0 5 0,-4 2-10 15,-3-1-1-15,0-1-6 0,-3 0-24 0,3-1-30 16,-2-1-8-16,2-1-9 0,-2-1-42 0,-2 1-18 16,0-1-16-16</inkml:trace>
  <inkml:trace contextRef="#ctx0" brushRef="#br0" timeOffset="33685.18">26772 12371 1076 0,'-1'-2'29'16,"-1"0"34"-16,0 0-44 0,0 0-21 0,0 0-3 15,0 1-4-15,0-1 1 0,2 2 0 0,0 0 3 0,0 0-1 16,0 0 2-16,0 2 2 0,0-1-6 0,0 1 7 16,6 21-4-16,0 1 5 0,-1 0-3 0,4 11 3 15,-3 2-1-15,1 8 7 0,-3 3-5 0,0-2 6 0,0-1-7 16,-3-4 7-16,3-4-4 0,0 0 3 0,0-2-9 15,-1-5 4-15,1-4 4 0,0-5 0 0,-1-1-1 16,1-3-2-16,0-2 0 0,0-2 0 0,-1 0 0 16,-1-6-17-16,0 0-15 0,0-3-5 0,0 2-74 0,0-3-82 15,-2-1-18-15</inkml:trace>
  <inkml:trace contextRef="#ctx0" brushRef="#br0" timeOffset="34810.17">27892 12469 202 0,'0'0'-5'0,"0"0"3"0,0 0 2 16,-2 0-9-16,0 0 9 0,0 0-6 0,1 0 6 15,-1-2 6-15,0 0-1 0,0 0 13 0,0 1 28 16,0-1 1-16,0 0 13 0,-1-2 16 0,-1 0-20 16,0-1-3-16,-3-6-6 0,1 0-16 0,1 1 3 15,1 3-6-15,0-2 2 0,1 1-13 0,-1 1 0 16,0-1 5-16,0 1-4 0,3 0 8 0,-1-1-5 15,0 1 9-15,0-1-7 0,-2-1 12 0,2 2-9 0,1-1-4 16,-1-1 1-16,0 0 4 0,0-3-12 0,2 1 5 16,0 2-9-16,0-2-7 0,0 2 7 0,0-1-2 15,0-1 5-15,0 4 1 0,0 1-2 0,0 2-3 16,0 1 2-16,0-1-6 0,0 0 13 0,0 2-3 0,0 1 3 16,0-1-19-16,0 0 10 0,0 0-7 0,0 2 9 15,0 0-10-15,0 2 4 0,0 2 2 0,-4 18-2 16,1 9-6-16,-3 3 0 0,2 3 1 0,1 0 0 15,1 2-8-15,0-2 7 0,2 0-4 0,0-3 5 16,0 1-1-16,2-2 1 0,0 1-1 0,-1-1 2 16,1-1 5-16,0-6-8 0,2-4 2 0,-2-3-3 0,0-1 0 15,-1-1 9-15,1-4-3 0,0 0 5 0,-2-4-15 16,0-1 14-16,0-1-7 0,0-1 9 0,0-3-6 0,0-1 2 16,0 0 4-16,0 0-3 0,0 0 1 0,0 2-8 15,0-3-4-15,-4 3 0 0,-7 4-2 0,-11 3 4 16,-2-2 2-16,0-2 0 0,0-1 5 0,-2-2-4 15,-4-1 4-15,9-1-4 0,-8-2 6 0,8 0-2 16,5 0 0-16,-5-2 0 0,14 2-7 0,-6 0 8 16,9 0-6-16,0 0 8 0,1 0-8 0,-1 0 4 15,2 0 5-15,0 0-2 0,2 0-1 0,0 0 9 16,2 0-9-16,2 0 9 0,7-1-6 0,17-7 1 0,1 1 2 16,1-3 0-16,0-1 7 0,1 0-9 0,3 0-1 15,1 2-4-15,-1-2-9 0,-5 1-2 0,-1 1-3 16,-2 0-1-16,-4 1-17 0,-3 3 9 0,0-3-10 15,-1 1 8-15,-1-2-10 0,0-1-4 0,-4 8 8 16,0-22-9-16,0 2-4 0,-10-2-18 0,-1 2-9 0,13 1-2 16,-6-1-39-16,-5 0-42 0,-2 1-16 0,-4-1-13 15,-4 3-93-15</inkml:trace>
  <inkml:trace contextRef="#ctx0" brushRef="#br0" timeOffset="34983.94">27534 12204 356 0,'-2'0'107'0,"-2"-2"-35"0,-33-11 104 0,5 0-22 0,1 0-63 15,14 5-23-15,4 3-3 0,4-1-5 0,0 1-6 0,5 3-20 16,0 0-4-16,2 0-5 0,2-2-17 0,2 1 7 16,0-1-3-16,18-9 3 0,23-6-7 0,7 3 3 15,0-1 0-15,0 4-1 0,1-2-12 0,-5 4-10 16,2 0-10-16,-3 5 3 0,-2 2-17 0,-3 3-10 16,-1-1 7-16,-1 0-10 0,1 2-18 0,-2 2-25 15,4 1-21-15,-2 3-3 0,1 3-83 0</inkml:trace>
  <inkml:trace contextRef="#ctx0" brushRef="#br0" timeOffset="35310.28">28419 12443 1080 0,'-2'0'29'15,"1"-2"-2"-15,-1 0-5 0,0 0-1 0,0 1-14 16,0-1-29-16,0 0 10 0,0 0 0 0,1 2 5 16,1 0-2-16,0 2 6 0,0 0-4 0,0 0 5 0,0 1-4 15,-2 16 10-15,0-1-7 0,2 5 8 0,0 1-8 16,0 2 7-16,0-2-4 0,-2 6 6 0,2-4-1 16,-2 2 4-16,2-1 1 0,0-2-2 0,0 1-9 15,-2 0 12-15,2 0-4 0,0-2 7 0,0-2-11 0,0-7 3 16,0 2-3-16,-2-1 3 0,2-3 2 0,0 0-7 15,0-2 2-15,0-3-3 0,0 1 0 0,0-1 3 16,0-3-2-16,0 1 1 0,0-1-16 0,0 1-45 16,0-2-12-16,0-1-15 0,0-1-68 0,2 2 27 15,0 0-35-15</inkml:trace>
  <inkml:trace contextRef="#ctx0" brushRef="#br0" timeOffset="35562.67">28271 12506 1026 0,'-2'0'47'0,"0"-2"77"16,0 0-96-16,0 1-8 0,0-1-4 0,1 0 1 16,-1 0 1-16,2 0 9 0,2 0-4 0,-1-1 5 0,12-7-9 15,19-6 9-15,3 1-2 0,4 2 3 16,0 0-17-16,0 2 1 0,2 1-8 0,-4 3 5 0,-3 1-9 15,-3 3 1-15,-1-1 4 0,-6 2-4 0,0 2-8 0,-7 0-11 16,-2 0-6-16,-6 0-1 0,-1 0-19 0,-3 0-6 16,-1 0 1-16,-2 0-4 0,1 0-7 0,1 0-61 15,0 0-20-15,0-2-21 0,-1 0-133 0</inkml:trace>
  <inkml:trace contextRef="#ctx0" brushRef="#br0" timeOffset="36120.85">29260 12077 554 0,'-1'-2'21'15,"-1"1"2"-15,0-1-4 0,-2-4-11 0,-1-7-2 16,-8 2-9-16,0 4 4 0,-2-6 1 0,-2 5 2 15,2-1 0-15,4 1-3 0,0 7 2 0,5-7 1 16,3 6 29-16,-1-1 7 0,0-1 8 0,4 2-4 16,0 0 6-16,0 0 0 0,-4-1 2 0,3-1 0 0,1 0 7 15,0-3-9-15,1-6 0 0,3 7-3 0,5 1-2 0,25-5-13 16,1 5-5-16,2-1-3 0,0 2-23 16,-1-16 4-16,-3 9-1 0,4 9 2 0,-5 2-9 0,-3 4 5 15,-3 1-6-15,-5 3 6 0,-1 1-1 0,-3 0-7 16,-2 1 6-16,-4-5-9 0,0 16 9 0,-9 5 0 15,15-2 2-15,-6-2 1 0,-4 0-1 0,-3-1 1 16,-4 3-3-16,-2-4 2 0,-5 3 1 0,-4-5-3 16,-4 4 2-16,5-3-3 0,-14 1-7 0,-5 5 11 15,3-3-6-15,-2 2 7 0,-2 0-10 0,4 0 10 16,-2 0-1-16,4-3 4 0,0-3-7 0,2-3 0 16,1 0 0-16,1-4 0 0,5 2 0 0,0-4 4 0,2 1-4 15,4-1 3-15,1-3-3 0,5 1-1 0,-1-3-3 16,0 1 0-16,1 1 3 0,1-2-2 0,-2 1 9 0,-2 4-6 15,5-1 16-15,-1 1-5 0,2 0 1 0,0-5-3 16,2 0 2-16,-1-2 4 0,25 0-5 0,2 16 5 16,4-7-3-16,3-5-9 0,2-4 5 0,2-2-8 15,0 0-2-15,-4-2-4 0,1 0-1 0,-5 0-1 16,3 0-11-16,-6 0-21 0,-2 1-7 0,0-3-5 16,-6 0-34-16,0 0-46 0,3-3-9 0,-1 0-25 15,0-1-147-15</inkml:trace>
  <inkml:trace contextRef="#ctx0" brushRef="#br0" timeOffset="36483.55">29996 12421 766 0,'0'0'62'0,"-2"0"-2"0,0 0-20 15,0-2 7-15,0 0-31 0,-1 0 8 0,-1 2-4 16,0 0-6-16,0 0 2 0,-3 0-20 0,1 0 3 0,-1 0-3 15,1 2 5-15,-3 2 6 0,4 0-4 0,1-1 3 16,2 18-5-16,0-1-1 0,-13 0-2 0,4 5 2 16,4-5 1-16,1 4 13 0,2 0-12 0,1-1 8 15,3 1-8-15,0-2 9 0,0-3 7 0,2-5 2 16,-1-2 1-16,1-5 3 0,2 2 1 0,0-1-1 16,-1-1 3-16,3 2-1 0,-4-3-2 0,13-4-1 0,0 9 2 15,1-4 6-15,3-1-15 0,3-2 2 0,0-4-7 16,3 0-4-16,-1-2 1 0,0-4 0 0,2 1 1 15,-4-3-6-15,-2 1 6 0,-1-2-3 0,-2-1 4 16,-4 1-4-16,0 0 9 0,-2 7-3 0,-4-13 6 16,3 2 5-16,-7-2-7 0,-1 0 6 0,2 4-8 0,5-2 0 15,0-2-3-15,-3 0 0 0,-4-3 0 0,-2 1 0 16,-4 0-8-16,-1 4-3 0,-5 0 0 0,-5 0-11 16,-16 4-4-16,-3 2-7 0,-3 1 1 0,2 2-31 0,-2-18-30 15,-2 9-17-15,2 6-13 0,-4 3-153 0</inkml:trace>
  <inkml:trace contextRef="#ctx0" brushRef="#br0" timeOffset="38331.75">30339 12109 136 0,'0'0'36'0,"0"0"3"0,-2 0 30 0,0-2 1 16,1 0-11-16,-3 0 7 0,0 2-10 0,0-2 5 15,1 2-37-15,-1-1 2 0,0-1 3 0,1 0-1 16,-1 0 6-16,2 0-12 0,0 2 7 0,0 0-7 16,0 0 18-16,1 0 12 0,-1 0-6 0,2 0 7 0,0 0-9 15,2 0-2-15,-1 0 1 0,3 0-2 0,20-2-5 16,10 0-4-16,-1 1 0 0,4-1-3 0,8 0-18 15,3-2-4-15,2 0-5 0,-5 1 4 0,-4-1-8 0,-6 0-11 16,-5 1-9-16,-3-1 0 0,-4 0-22 0,-7 0-4 16,1 1-5-16,-6 1-1 0,0-2-26 0,-3 2-54 15,-4 0-4-15</inkml:trace>
  <inkml:trace contextRef="#ctx0" brushRef="#br0" timeOffset="38634.75">30495 11817 817 0,'0'-2'39'0,"-2"1"45"16,2-1-38-16,-2 0-23 0,1 0-11 0,1 0-1 16,0 0-16-16,0 0 6 0,0 1 3 0,0-1 0 15,0 0 0-15,0 0-8 0,0 2 2 0,1 0-5 16,1 0 7-16,0 2 1 0,0 0 3 0,0 1-2 15,0 5-2-15,3 16 8 0,-1 2-8 0,0 6 8 16,-4-5-8-16,-2 5 2 0,-2 0 3 0,0-3-1 0,-1 5 4 16,1-8-8-16,-1 3 2 0,-1-3-2 15,2-3 3-15,1-1 0 0,-1 0-4 0,2-3 2 0,0 1-1 16,0-5 0-16,2 0 6 0,0 0-3 0,0-2-3 0,0 0 1 16,0-2-3-16,0 0 2 0,0 0 5 0,0-3-6 15,0-1 3-15,2 1-5 0,-2-3 1 0,0 1-38 16,0-3-10-16,0-1-15 0,2 2-86 0,0 0-105 15</inkml:trace>
  <inkml:trace contextRef="#ctx0" brushRef="#br0" timeOffset="39310.28">31451 11804 700 0,'-2'-2'17'0,"1"-1"38"16,-1-1-38-16,2 2-10 0,-4-5-1 0,4 5-5 15,-2-2-1-15,-2 1 0 0,1 1 4 0,-7-4-3 0,1 1-1 16,-4-1 9-16,-4 0-1 0,1 3 4 0,-5 3 5 0,3 2-1 15,1 3 2-15,-3 4-3 0,3 3 2 0,-2 2-4 16,5 12 3-16,1 4-4 0,-6-2-11 0,4 2 8 16,-3 5-8-16,3-5 9 0,4 1-10 0,-2 4 2 15,3-3-2-15,-1 1 2 0,2 1 7 0,3-6-8 16,-1 1 8-16,3-3-8 0,2-1 11 0,-13-5 2 16,6 0-6-16,4-3 5 0,1-2 2 0,2-2 4 15,0-2 0-15,2 0 0 0,0-3-5 0,0-5 10 0,0 1-2 16,0-2 5-16,2 2 0 0,0-1 10 0,0-1-2 15,0 0 2-15,-1 0-14 0,3-2-13 0,7-4-4 16,12-11-1-16,-5 6 1 0,6-21-2 0,-3 1 1 16,-6-7-3-16,3-3-2 0,-1-5 2 0,0-8-2 0,5-4 3 15,0 0-1-15,-3-9-2 0,1 4 3 0,-3 4-3 16,-4-1 4-16,2 14-4 0,-1 1 0 0,-1 9-2 16,-1 3 3-16,-7 5 3 0,1 4 1 0,-3 5-2 15,-1 4-7-15,0 7 5 0,2 3-2 0,-4 1 3 16,2 2-8-16,1-4 5 0,1 0-5 0,0 2 6 15,0 1-4-15,1 1 8 0,3 0-1 0,-1 1 4 16,-1 1-4-16,1 2-3 0,-1 24 0 0,3 3-3 0,2 5 0 16,0-3 4-16,4 6 3 0,-2-2 0 0,2 2-4 15,2 6-4-15,-3-1 3 0,-1-5-2 0,0 0 10 16,-1-2-7-16,-5-7 1 0,0 4-1 0,-1-1 1 0,-2-7 6 16,-2 0-2-16,12-6 3 0,-4-1-2 0,-3 0-4 15,-3-3-3-15,-2-1 0 0,-2-4-14 0,0 0 1 16,0-3-3-16,0-1 2 0,0-3-8 0,0-2-13 15,0 0 3-15,0 1-9 0,0 1-21 0,0 0-100 16,0-2-12-16,0 0-40 0,0-2-149 0</inkml:trace>
  <inkml:trace contextRef="#ctx0" brushRef="#br0" timeOffset="39768.57">31284 12174 607 0,'0'0'107'16,"0"0"24"-16,2-2-64 0,2 0-43 0,14-5-20 16,18-4-1-16,6-1 0 0,-1 3-4 0,4 2 1 15,-6-1-24-15,-2 3-23 0,-2-1 2 0,-3 4-4 16,-6 0 37-16,-2 2 6 0,-6 0 10 0,-3 0-4 16,0 0 18-16,-2 0 12 0,-2 0-5 0,0 0 8 0,1 0 3 15,-9 0-2-15,3 0-3 0,-2 0-1 0,-1 0-5 0,1 0-2 16,-2 0 1-16,0 0-4 0,0 0-10 0,-1 0 5 15,1 0-1-15,0 0 2 0,0 0-5 0,0 0-4 16,0 0-1-16,-2 2 0 0,0 0 6 0,0 0-7 16,-2 2 2-16,2-1-5 0,-6 12-1 0,1 0 5 15,-3 0-3-15,3-2 2 0,-1 0-5 0,-1 2-4 16,-1 0 6-16,3 0-4 0,-1 1 7 0,1-1-3 16,1-2 0-16,0 0-2 0,2-2 0 0,0-1 5 15,1-1-6-15,-1 0 4 0,2 2-2 0,0-3 12 0,0-1 0 16,0-1 3-16,0-1-6 0,0-1 6 0,0-2 3 15,0 0-1-15,11 7 3 0,6 0-9 0,3 1 0 16,-1-5-3-16,3-3 0 0,0-2-1 0,-1 0 0 16,1-2 1-16,0-2 5 0,-7 1-6 0,-2-1-2 15,0-2-1-15,-7 5 2 0,1-5-1 0,0 0 7 0,-5-1-5 16,4-6 4-16,-4-4-5 0,9 2-1 0,-2-1 1 16,-2-1 5-16,-3 0-8 0,-2-3 2 0,-2 3-4 15,-2 2 2-15,-2 2-6 0,-1 0-1 0,-1 2-2 16,1 0-2-16,1 4-20 0,-1-1 1 0,1 3-13 15,2 5-43-15,-7-4-69 0,-1 2-29 0,5-2-23 16,-3-1-183-16</inkml:trace>
  <inkml:trace contextRef="#ctx0" brushRef="#br0" timeOffset="40589.36">32359 11554 455 0,'0'0'46'0,"0"-2"72"0,0 0-75 0,0 0-13 16,0 0-4-16,0 0-3 0,0 1-17 0,0-1-4 16,0 0-1-16,-2 2 2 0,1 0 15 0,-1 2-2 15,0 0 8-15,0 1-7 0,-9 16-4 0,-4 9-3 16,-2 3-4-16,1 5 2 0,1 3 6 0,0 0-5 16,2-2 5-16,2-2-5 0,0-5 3 0,1-3-2 15,5-2 3-15,1-12-3 0,0 1 5 0,2-4 4 0,2-5 0 16,0 1 2-16,-1-2 4 0,1-1 16 0,-2 1 3 15,0-2 5-15,2 0 3 0,-2 0-18 0,2-2-4 16,0 0-3-16,-2-2-9 0,0 0-9 0,0-11 2 16,-3-13-3-16,1-2 11 0,2-4-6 0,0 5 5 0,2-3-7 15,0 2-3-15,2 0 3 0,0 2-6 0,2 2 4 16,0 0-9-16,1 2 4 0,1 1 1 0,-1 1 2 16,-1 3-4-16,0 2 0 0,-1 0-3 0,-1 2 1 15,0 4 0-15,0-2 2 0,-2 4-2 0,0 1 1 16,0 0-5-16,0 5 9 0,0-3-2 0,0 2 4 15,0-2-12-15,0 1 0 0,0-1 3 0,0 2 0 16,0 0 4-16,0 0-6 0,0 0-2 0,0 2-1 0,0 0 0 16,0 2 6-16,-2 0-1 0,0 6 2 0,-1 21-1 15,-1 5-2-15,4-1 0 0,0 2 0 0,2 4 0 0,3 4-3 16,3 0 4-16,3 5-4 0,0-7 3 0,0-2 1 16,2 2-2-16,0-6 2 0,4 4-6 0,-2-2 8 15,0-3 0-15,-2-5 4 0,0 1-3 0,0 0-2 16,-2-4-1-16,0 0 0 0,-2-2 8 0,-1-4-5 15,-3-1 2-15,1-2-4 0,-1-3-6 0,-1-2 6 16,0-1-3-16,-2-4 3 0,-1-1 0 0,-1-3 1 16,2 1 0-16,0 0 2 0,0-2-3 0,0 0-29 0,0-1-1 15,0-1-13-15,-1-1-24 0,1-1 1 0,2-4-4 16,9-16 3-16,-2-2-9 0,0 0-34 0,-1-1-38 16,-1-1-8-16,0-3-193 0</inkml:trace>
  <inkml:trace contextRef="#ctx0" brushRef="#br0" timeOffset="40842.18">32562 11524 780 0,'0'0'35'0,"0"-2"61"16,0 0-58-16,0 0-20 0,0 1 3 0,0-1-10 0,0 0-5 16,0 0-10-16,0 0 3 0,-2 2-4 0,0 0 14 15,0 0-1-15,0 2 0 0,-1 2 0 0,-3 7 5 16,-13 19-2-16,-3 5 2 0,-2 4-4 0,-2 9-5 15,-4 10 4-15,-5 1-6 0,-2 8 6 0,-2-4 2 0,-2-9-6 16,2 0 2-16,0-12-4 0,6-4-2 0,3-7 0 16,6-7 1-16,5 0-1 0,1-3 2 0,6-3-1 15,-1-1-2-15,6-2 0 0,1 0-3 0,1-2 0 16,3 0-4-16,0-2 0 0,-7 2-25 0,3-4-86 16,4-1-2-16,2-3-37 0,0-1-74 0</inkml:trace>
  <inkml:trace contextRef="#ctx0" brushRef="#br0" timeOffset="41143.17">32887 12157 1014 0,'0'0'11'15,"-2"0"1"-15,0 0-6 0,0 0 3 0,0 0-7 16,0 0-1-16,0 0-1 0,1 0 0 0,-1 2 0 15,0 0 0-15,0 0 0 0,0 0-2 0,0 1 2 0,-1 5 9 16,-3 8-7-16,0 1 2 0,3 2-3 0,-1 1 5 16,-2 1 6-16,3 1 3 0,-1 0 0 0,2 4-5 0,2 0 3 15,0 0-7-15,0 0 5 0,0-2-7 0,0 2 3 16,0-4 1-16,0 3 0 0,0-7-8 0,0-1 13 16,0-4-8-16,0-4 11 0,0-3-16 0,0-1 20 15,0-1-9-15,2 0 14 0,0-1 5 0,0 1-5 16,0-2-4-16,-1 0-4 0,1 0-21 0,2-2-48 15,0 0 3-15,12-10-24 0,-1 5-46 0,4-27-253 16</inkml:trace>
  <inkml:trace contextRef="#ctx0" brushRef="#br0" timeOffset="41326.83">33108 11730 842 0,'0'0'117'0,"0"-2"18"0,-2 0-36 0,0 1-47 0,0-1-14 15,2-2-13-15,0 2-6 0,0 0-2 0,0 0-2 16,0 1-9-16,0-1-4 0,0 0-1 0,0 0-1 16,0 0-13-16,0 0-23 0,2 0-13 0,0 1-3 15,0-1-53-15,-1 2-47 0,1 0-20 0,0 0-21 0,0 0-164 16</inkml:trace>
  <inkml:trace contextRef="#ctx0" brushRef="#br0" timeOffset="41688.22">30371 13711 1213 0,'0'-2'83'16,"0"0"1"-16,0 1-27 0,0-1-4 0,0 0-34 15,0 0-10-15,2 0 10 0,1-1-2 0,16-9 3 16,20-2-12-16,5 2 1 0,7 7 0 0,4-1 0 0,-5 3 2 15,1-1-8-15,-5 2 2 0,-2 2-5 0,1 0-4 16,-8 0-32-16,0 2-2 0,-5 2-11 0,-2-3-14 16,-8 3 1-16,-2-2-7 0,-3 2 1 0,-10-2-45 0,-1-2-107 15,-2 0-25-15</inkml:trace>
  <inkml:trace contextRef="#ctx0" brushRef="#br0" timeOffset="41827.51">30636 13824 335 0,'-2'0'77'0,"-1"0"107"0,-14 4-107 0,2 0-34 16,6 0-17-16,5-3-1 0,0 1-22 0,1 2 25 16,1 0 0-16,2-2 7 0,0 5 4 0,0-1-12 0,2-1 2 15,-2-3-10-15,29 17-37 0,5-6-78 0,1-8-7 16,0-5-35-16,1-2-131 0</inkml:trace>
  <inkml:trace contextRef="#ctx0" brushRef="#br0" timeOffset="42222.05">31923 13451 830 0,'0'0'72'0,"-2"0"2"16,0 0-12-16,0 0-12 0,-20-2-19 0,4 2-9 16,-1 0 9-16,2 0-5 0,4 2 5 0,-2 2-15 15,2 0-10-15,-1 3 3 0,-1 1-6 0,2 1-6 0,3-4 4 16,1 14 2-16,2-2 1 0,1 3 3 0,4 1-3 15,0-1 3-15,-14 6-1 0,6-4 10 0,3 4-12 16,3 0 4-16,4 0-5 0,0-4 10 0,2 1 5 16,2-3-4-16,3-1 4 0,1-3 1 0,3 1-9 15,0-2 3-15,0-2-5 0,13 0 6 0,0-4 6 16,2 1-1-16,0-3 0 0,-3-3-8 0,3-1 2 16,-2 14-4-16,-7-9 2 0,7-1 1 0,-2-3-5 15,6-4 9-15,-2 0-8 0,3-4 13 0,-3-2-6 0,0-1 0 16,-3-2-1-16,1-2 1 0,-4-1-6 0,4-2 4 15,-1-1-4-15,-3 13 3 0,1-20 1 0,-1-1-1 16,-3-3 1-16,-1-2 2 0,-3 1-3 0,0-7 3 0,-3 3-3 16,-3-5 7-16,-3 1-4 0,-2 2 0 0,18-1-1 15,-9-1 9-15,-9 9-3 0,-4 0 1 0,-5 2-5 16,-4 3-16-16,7 5-7 0,-33-1-3 0,-8 8-2 16,-5-1-21-16,-9 9-36 0,-12-29-9 0,-7 19-20 15,-7 11-138-15</inkml:trace>
  <inkml:trace contextRef="#ctx0" brushRef="#br0" timeOffset="43950.34">25073 15015 101 0,'0'0'28'15,"0"0"-1"-15,0 0-15 0,0-2 1 0,2 0-13 16,0 0 13-16,0 0-13 0,0 0 4 0,0 0-8 16,0 1 5-16,-1-1 1 0,1 0-2 0,0 0 0 15,0 0-4-15,0 0 4 0,0 0-2 0,0 1 2 0,-1-1 3 16,1 0-6-16,-2 0 3 0,2 0-3 15,-2 0 8-15,2 0-5 0,-2 1 2 0,2-1-3 0,-2 2 1 16,0 0-4-16,0 0 9 0,0 0-4 0,0 0 28 0,0 0 10 16,0 0-7-16,0-2 5 0,0 2-14 0,0-2-7 15,0 2-3-15,0 0-2 0,0-2-11 0,0 0 0 16,0 1 2-16,0 1 1 0,2 0 1 0,0 0-7 16,-2 0 2-16,0 0-3 0,0 0 4 0,0 0 8 15,0 0-3-15,0 0 3 0,0 0-4 0,0 0 5 16,0 0-2-16,0 0 3 0,0-2 5 0,0 2-6 15,0 0 9-15,0 0-8 0,0 0 15 0,0-2-1 0,0 0-5 16,0 0 4-16,0 0-2 0,0 0-15 0,0 1 12 16,0-1-14-16,0 0-1 0,0 0 10 0,0 0-8 15,0 0 9-15,1 0-16 0,1 1 2 0,0-1 0 16,0-2 2-16,0 0 8 0,0 1-9 0,0-1 9 16,-1 0-8-16,-1 2 5 0,2-5-2 0,0 1-2 0,0 1 3 15,0-3 12-15,0 3-12 0,0-1 6 0,-1-1-7 16,1 1 14-16,0 1 0 0,-2-1-2 0,2 0 1 15,0 1-10-15,-2-1 12 0,0 1-9 0,0-1 9 16,0 1-6-16,0 1-2 0,0-2 12 0,0 1-8 16,0 1 12-16,0 0-2 0,0 2-4 0,0 1 3 0,0-1-4 15,0-2-7-15,0 0 1 0,0 1-3 0,0 1-1 16,0 0-9-16,0 0 2 0,0 0-4 0,0 0 0 16,0 0 3-16,0 1-1 0,0 1 3 0,0 0 4 15,0 0-8-15,0 0 2 0,0 1-4 0,0 1-8 0,0 2 8 16,-2 5 0-16,-4 10 4 0,3 1 5 0,-1 3-11 15,2-1-1-15,2 4-2 0,0-2 11 0,0 0-4 16,0 2 1-16,0 0-2 0,0 0 0 0,2 0 2 16,2 2-1-16,-2-4 1 0,1 2-2 0,1 0-1 15,-2 0 2-15,0 2-1 0,-2 2 0 0,0-4 2 16,0 1-1-16,-2-6 1 0,-2-3 2 0,-1 3 2 0,-1-6-3 16,0 0 2-16,1-2-3 0,-1-4 0 15,3 4-1-15,-12-4 1 0,-2 0 0 0,-5-1 1 0,1-3 3 16,-1 1-3-16,-4 0 2 0,8-1-6 0,-3-1 2 15,3 0-2-15,3-3 10 0,2 1-4 0,2 8-1 16,-1-3-1-16,5-3 3 0,3-2-3 0,1-1 6 0,1-1-5 16,-2 2 1-16,0 0 1 0,1 0-7 0,1 0 4 15,0 0-4-15,0 0 1 0,0-1 6 0,2 1-3 16,0-2 5-16,2 0 5 0,0 0-7 0,3 0 8 16,27 0-10-16,0 0 6 0,1-2 2 0,4-1 0 15,0-1-9-15,8 0-1 0,-6 1-1 0,2-3 2 0,-2 2 5 16,-8 1-8-16,3-3 0 0,-8 4-3 0,-4-2 6 15,-2 3-2-15,-1-1 3 0,-2 2-4 0,-3-2-4 16,-1 2 4-16,-3-2-2 0,-3 2 2 0,-1 0-6 0,-1-2 7 16,-3 2-6-16,2 0 6 0,-2 0-15 0,0 0-30 15,-1 0 6-15,3-5-16 0,5-10-20 0,1-8-47 16,-5 7-12-16,-3-7-13 0,-2-1-54 0</inkml:trace>
  <inkml:trace contextRef="#ctx0" brushRef="#br0" timeOffset="44141.54">24604 14803 733 0,'-2'0'47'0,"0"0"-3"0,0-2 3 0,0 0-6 15,0 0-14-15,1 1-21 0,-1-1 0 0,0 0 3 16,0 2-1-16,2 0 15 0,2 0 2 0,0 0 1 16,1 0-1-16,25-4 3 0,6-1-4 0,1 1-1 0,8-2-3 15,1 3-7-15,5 1-11 0,4 0-3 0,-2 0-6 16,-5 2-27-16,-2 0-18 0,-5 0-13 0,-1 4-3 15,-3-1-60-15,2 3-98 0</inkml:trace>
  <inkml:trace contextRef="#ctx0" brushRef="#br0" timeOffset="44435.25">25664 15382 1036 0,'0'-2'58'0,"0"1"118"0,0-1-163 0,0 2-23 15,0 0-1-15,0 0-6 0,0 2 17 0,0-1-5 16,0 5 6-16,-2 22-5 0,0 0 8 0,2 3 0 16,-2 1-3-16,0-1 0 0,1-1 0 0,-3 0 5 0,0-1-4 15,2 1 3-15,-1 0-9 0,-1-4 12 0,0-2-1 16,0-2 3-16,1-1-17 0,-1-3 14 0,2-1-7 15,0-4 10-15,1-2-7 0,1-3-1 0,0-5 1 0,0-1-1 16,0 0-2-16,0 0 0 0,0 0-5 0,0 1 2 16,0 1-11-16,0 0-52 0,0 0-2 0,0-3-22 15,0 1-48-15,0-2-130 0</inkml:trace>
  <inkml:trace contextRef="#ctx0" brushRef="#br0" timeOffset="44656.11">25480 15397 906 0,'0'0'38'0,"0"-2"63"0,-2 0-77 0,0 1-9 15,2-1-4-15,0 0 1 0,0 0-1 0,0 0-8 16,0 0 11-16,0 0-9 0,2 1 18 0,0-1-5 16,2 0 0-16,9-2 1 0,11-3 7 0,4-1-6 15,0 3-6-15,3-1 2 0,-1 1-16 0,3-1 1 16,4 2-1-16,-5 1 0 0,1 1-3 0,-8 0-13 15,1 2-7-15,0 0-6 0,0 0-55 0,0-2-71 16,-4 0-5-16,0 0-30 0,-1 0-115 0</inkml:trace>
  <inkml:trace contextRef="#ctx0" brushRef="#br0" timeOffset="44952.93">26570 15152 428 0,'0'0'34'0,"-2"0"67"0,0 0-81 15,0 0 4-15,-1 0-3 0,1 0 2 0,-2 0-5 16,0 0 1-16,1 0 2 0,-1 2 0 0,0 0 8 0,2 0 8 15,1-1 8-15,-1 1-2 0,2 0 12 0,0 0-11 16,0 0-1-16,2 0-3 0,-1 0-17 0,3-1-10 16,5 3-3-16,12 0 0 0,-6-2-8 0,3 0-12 15,1-2-5-15,-6 0-4 0,5-2-18 0,-5 0-45 16,-1 0-18-16,-1 0-15 0,-6 2-113 0</inkml:trace>
  <inkml:trace contextRef="#ctx0" brushRef="#br0" timeOffset="45155.11">26410 15507 799 0,'0'0'188'0,"0"0"-231"0,0 0 207 0,0 0-109 16,0 0-55-16,2 0 21 0,0 0-2 0,13-2 10 16,15-2 4-16,9-3-9 0,0-1-6 0,0 1-2 15,1-2-18-15,-1-3 2 0,0 3-4 0,-1 0-2 16,-3 1-41-16,0 1-31 0,0 0-3 0,-5 1-14 0,-6 2-58 15</inkml:trace>
  <inkml:trace contextRef="#ctx0" brushRef="#br0" timeOffset="45863.8">27775 14580 20 0,'0'0'6'0,"0"0"4"16,0 0-3-16,0 0 6 0,0 0-13 0,0 0-21 16</inkml:trace>
  <inkml:trace contextRef="#ctx0" brushRef="#br0" timeOffset="46325.56">27747 14537 49 0,'0'0'16'0,"0"0"9"0,0 0 11 0,0 0 4 15,0 0-20-15,0 0 0 0,0 0-3 0,0 0 1 16,0 0-14-16,0 0 21 0,0 0-5 0,0 0 9 16,0 0-10-16,0 0 21 0,0 0-5 0,0 0 14 15,0-1 15-15,0-1-8 0,0-2 5 0,0-2-9 16,-2-12-4-16,2-3-16 0,0-1 6 0,0-4-10 15,2-2 4-15,0 4-6 0,0 0-5 0,0 2 0 0,0 3-20 16,-1-1 11-16,-1 3 2 0,0 4 2 0,0 4-2 16,0 3 11-16,0 4-3 0,0 1 6 0,0-3-6 0,0 0-18 15,0 2 1-15,0 0-5 0,0 1 3 0,0 1 7 16,0 0-10-16,0 1 9 0,0 16-7 0,-3 24-2 16,-1-2 4-16,0 5-4 0,1-1 2 0,1 0-2 15,0 0-2-15,-2-6 0 0,2-2-3 0,2-5 2 16,0 1 4-16,2-5 0 0,2 2 9 0,-2-2-9 15,1 0 0-15,1 0-1 0,2-2-3 0,-3-1 1 16,1-3 0-16,2 0 1 0,-3-3 9 0,1-4-5 16,-2-2 5-16,0-3-7 0,0-3-6 0,-2-1 16 15,0-2-4-15,2 2 11 0,-1-1 2 0,1 1 18 0,0-2-4 16,0 0 8-16,0-2-17 0,0 0-13 0,0-2 5 16,1-2-8-16,3-14 2 0,5-10-2 0,2 0-4 15,2-2 4-15,2-1-6 0,-1-1 6 0,5-1-3 16,-5-3 4-16,5-1-9 0,-1 0 5 0,-9-2-6 0,1 4 4 15,-3 1-4-15,0 3 5 0,6 5 0 0,-6 7 2 16,-1 1-1-16,-5 5-9 0,7 1-1 0,-7 5-4 16,-3 5 2-16,2-2-34 0,0 1 1 0,0-1-19 15,0 2-61-15,0 0-33 0,0 0-20 0,-1 2-8 16,1 0-136-16</inkml:trace>
  <inkml:trace contextRef="#ctx0" brushRef="#br0" timeOffset="46594.96">28386 14838 1127 0,'0'0'12'0,"0"0"1"0,0 0-7 16,0 0-2-16,0 2-4 0,-2 0-4 0,0 0-3 15,0 2 4-15,2-3-4 0,-2 16 4 0,1 0 9 0,1 1-5 16,0 3 7-16,0-1-8 0,0 4 2 0,0 4-2 15,0-2 0-15,0 4-3 0,0 3 1 0,-2 3 2 16,0 1 0-16,-2-2 8 0,0-3-10 0,-3 1 8 16,1-9-8-16,-1 6 8 0,1-6-6 0,3-7-1 0,-1-1 0 15,0-3 3-15,2-5-12 0,1 1-5 0,1-5-8 16,-2 0-53-16,0-1-56 0,0 1-19 0</inkml:trace>
  <inkml:trace contextRef="#ctx0" brushRef="#br0" timeOffset="46810.36">28143 14877 776 0,'0'0'128'16,"0"0"-109"-16,-2-2 132 0,0 1-56 0,0-1-72 0,0 0-9 16,2 2-2-16,0 0 3 0,0 0 23 0,2 0-1 15,0-2 2-15,2 0-4 0,12-2-21 0,12-1-13 16,2 1 0-16,3 0-3 0,-3 3 1 0,-2-1-23 15,-4 0 3-15,-4 2-12 0,1 0-21 0,-4 0-12 16,-1 0-8-16,1 0 0 0,-2 0-27 0,0 0-131 16</inkml:trace>
  <inkml:trace contextRef="#ctx0" brushRef="#br0" timeOffset="47043.81">28711 14861 1102 0,'0'0'90'16,"0"0"3"-16,-2 0-34 0,0-2-22 0,0 0-30 15,0 2-43-15,2 0 31 0,0 0-3 0,2 0 12 0,0 0 9 16,0 0-12-16,22 2 2 0,4 0-6 0,0 1-1 15,1-1-6-15,-1 0 0 0,-2 0-3 0,-3-2-7 0,-1 0-4 16,0 0 2-16,-7 0-4 0,4 0-7 0,1-2-27 16,-5 0-6-16,2-2-12 0,-1 1-84 0</inkml:trace>
  <inkml:trace contextRef="#ctx0" brushRef="#br0" timeOffset="47760.71">29476 14586 298 0,'0'0'154'0,"0"0"-209"0,0-2 172 0,0 0-98 16,0 0-38-16,0 0 3 0,2 0 9 0,-1 1-4 15,1-1 15-15,0 0-3 0,0 0-7 0,0 0 4 0,2 0 5 16,-3 0 28-16,1 1 6 0,0-1 8 0,0 0 32 16,0 2-3-16,0 0 2 0,0 0-4 0,-1 0-17 0,1-2-14 15,0 0 1-15,-2 0-7 0,0 0-5 16,0 1-6-16,0-1-6 0,0 0 1 0,0 2-11 0,0 0-4 16,-2 0 0-16,0 2-1 0,1 0 3 0,-1 1-3 15,-8 14-2-15,-1 9-1 0,0 0 0 0,0 2-4 16,0 0 5-16,-2 5-3 0,0 1 8 0,0-1 0 15,-2 2 2-15,4-3-4 0,0-2-8 0,2-3-1 16,-1 1 3-16,3-5 1 0,1-3 12 0,1-3-7 16,1-3-2-16,0-1-1 0,2 0-6 0,1-5 6 15,1-4-1-15,0-1 5 0,-2 1 3 0,0 0 4 0,0-1 1 16,2-1 0-16,0 0 0 0,0 0 21 0,0 0-2 16,0 0 7-16,0 0-15 0,0-2-17 0,0 0 2 15,0-2-5-15,2-2 4 0,3-9-6 0,7-11-2 0,1-6 1 16,0 1 7-16,1-1-6 0,3-4 4 0,-2 3-6 15,2-3-8-15,-1-1 8 0,1 0-6 0,2 0 6 16,-1-3-7-16,1-1 12 0,-1-1-5 0,-1 1 7 16,0-2-9-16,-1 7 2 0,-3 8 0 0,0 2 0 15,-5 7 0-15,-3 4 2 0,1 2 1 0,-6 8 0 16,4-5-16-16,-2 4 10 0,-1 1-9 0,1 1 10 0,0 0-3 16,0 2 6-16,0 2-1 0,0 0 3 0,1 5-4 15,14 27 2-15,-8-7 1 0,1 1-1 0,-5 2-6 16,-1-6 2-16,0 0 2 0,-1-1 1 0,-1-3 0 0,0 0 7 15,2 1-10-15,-2-1 7 0,1 1-7 0,1-1 0 16,0 2 9-16,1 3-6 0,3 2 0 0,-3 1 0 16,1 0-3-16,0 2 3 0,-3 0 0 0,1-1 5 15,0 1-4-15,-4 0 5 0,0-3-6 0,0-1-4 16,0-1 6-16,2-7-3 0,-2 3 1 0,0-8 0 16,0-8 0-16,0 1 0 0,0-3 0 0,0 1-2 15,0 0-6-15,0 0 1 0,0-3-25 0,0 1-4 16,0 0-13-16,0 0 1 0,0 0-67 0,0-2-90 0,1 0-2 15</inkml:trace>
  <inkml:trace contextRef="#ctx0" brushRef="#br0" timeOffset="48078.1">29439 14890 803 0,'0'0'13'0,"0"0"0"0,0 0-12 16,0 0-1-16,0 0-7 0,0 0 3 0,0 0 5 15,0 0 8-15,1 0-3 0,1 0 2 0,0 0 10 16,0 0-3-16,2 0 9 0,-1 0 19 0,1 0-4 15,13 0 1-15,0 0-3 0,5 0 5 0,4 0-11 16,-2-3 7-16,4-3-10 0,2 0-13 0,-3 1-10 16,5-3-9-16,-4 1 1 0,-4 1-24 0,0 1-7 0,-3 1-6 15,-5 2 1-15,1 0-20 0,0 1-12 0,-6-1-8 16,-6 2-5-16,3 0-44 0</inkml:trace>
  <inkml:trace contextRef="#ctx0" brushRef="#br0" timeOffset="48479.84">30066 14994 719 0,'0'0'46'0,"0"0"2"0,-2 0-21 15,1-2-4-15,-1 0-19 0,0 2 3 0,0 0 0 16,0 0-6-16,0 0 4 0,0 2-6 0,1 0 12 16,-3 0-4-16,0 5 5 0,-7 18-11 0,0 2 5 15,0 5 1-15,0-6 0 0,1 2-2 0,3-6-4 16,1 0 6-16,-9 1-5 0,6-5 5 0,2 3 7 16,3-5-2-16,2-3 5 0,2-1 13 0,0-3 10 15,0-7 3-15,0 0 2 0,0-1 12 0,2 3-15 0,2 0 4 16,3 0-8-16,12 1-2 0,3-1-8 0,4-4-7 15,0-6 0-15,0-3-18 0,-2 0 1 0,-2-2 1 16,-1 1 1-16,-6 3 4 0,-4-1 1 0,0 7 1 16,-6-16-1-16,3 0 0 0,-6-1 3 0,11-1-3 15,-2-1 2-15,-6-1-17 0,-1-1 4 0,-4-2-6 0,-2 3 4 16,0 1-23-16,-1 5-7 0,-3 4-8 0,-1 0 2 16,1 3-22-16,2 3-26 0,-9-1-11 0,2 4-11 15,0 0-77-15</inkml:trace>
  <inkml:trace contextRef="#ctx0" brushRef="#br0" timeOffset="48808.95">30439 14660 655 0,'-1'-2'152'0,"-1"0"310"0,0 0-428 0,0-1-26 16,0 1-6-16,0 0-3 0,0 0-13 0,1 0 0 16,-1 0 6-16,0 1-3 0,0-1 16 0,0 2-5 0,0 0-1 15,0 2-2-15,1-1 2 0,1 3 5 0,-2 15-2 16,0 1 4-16,2-1-5 0,0 1 7 0,4 1 2 16,-1-3 2-16,3 1 5 0,-1-3-6 0,3 1 3 15,-3-4-5-15,3 2 2 0,-1-2-4 0,1-2-5 0,-1 0 3 16,1-1-4-16,-1-5 9 0,8 3-3 0,2-1 4 15,1 0-9-15,-10-1-2 0,1 0-2 0,0-3-2 16,-3 1-13-16,5 3-38 0,2 1-1 0,-2-3-13 16,0 1-9-16,-2-2-1 0,1-2-7 0,-3-2-5 15,4 0-86-15</inkml:trace>
  <inkml:trace contextRef="#ctx0" brushRef="#br0" timeOffset="49064.48">30714 14599 553 0,'-2'-2'58'0,"0"0"126"0,1 0-172 0,-1 0 1 15,0 0 3-15,-2 1-1 0,1-1-4 0,1 2 1 16,-13 0-2-16,0 0 3 0,-4 3 6 0,-3 5 4 16,2 1 3-16,-6 6 1 0,3-13-3 0,-1 18-8 15,2 4 0-15,2 1-1 0,-3 1-1 0,1 1-9 0,-4-1 3 16,4 2-4-16,1 0 1 0,-1-2-4 0,3-2 0 15,3 2 0-15,1-5 3 0,4-3-4 0,1-1-2 16,5-2 0-16,1 0-9 0,2-4-7 0,-9 4-3 0,6-6-4 16,3-4-42-16,0 3-34 0,0-4-9 0,2-1-22 15,0 1-190-15</inkml:trace>
  <inkml:trace contextRef="#ctx0" brushRef="#br0" timeOffset="49352.67">30922 14831 720 0,'0'0'87'0,"0"0"2"15,0 0-28-15,0 0-8 0,0 0-36 0,0 0-22 0,0 0 6 16,0 0-5-16,0 0 7 0,0 0 3 0,0 0-2 16,0 2 7-16,0 0-5 0,0-1 5 0,0 3-3 15,0 7 1-15,-2 8-1 0,0 1 1 0,1 1-5 16,-1-1 2-16,0 2 0 0,0 4 3 0,2-3 9 15,0 3-9-15,0-8 9 0,0 4-7 0,0-1-9 16,0-6 5-16,2 1-6 0,0 1 0 0,0-4 0 16,1 2 1-16,-1-6-1 0,0 1-1 0,0-5 1 0,-2-1-3 15,2 5 2-15,-2-5-14 0,0 0-17 0,0-1-15 16,2 1-1-16,-1 0-71 0,1-1-62 0,0-1-27 16</inkml:trace>
  <inkml:trace contextRef="#ctx0" brushRef="#br0" timeOffset="49512.86">31310 14478 1094 0,'0'-2'135'0,"-2"0"15"16,1 0-50-16,-1-1-36 0,0-1-35 0,0 0-20 15,0 1-15-15,0-1-4 0,0 0-4 0,1 0-9 0,-1 3-36 16,2-1-7-16,0 0-12 0,0 0-50 0,0 0-134 15</inkml:trace>
  <inkml:trace contextRef="#ctx0" brushRef="#br0" timeOffset="50168.89">28026 15681 903 0,'-2'0'50'0,"0"0"-4"0,0 0-11 15,0 0-1-15,0 0-23 0,1 0-20 0,-1 0-1 16,0 0 9-16,2 0-6 0,0 2 9 0,0 0 5 16,2 0-5-16,0 0 5 0,1-1-3 0,10 5 3 0,8 3 8 15,1-1-3-15,2-3 9 0,0-1-6 0,4 0 1 16,4-2 0-16,1-1 7 0,4 1 1 0,4-2-5 16,-2 0 3-16,4 0-5 0,3-3 8 0,6-1-2 15,8-4 2-15,5 1-9 0,11-2 0 0,9-2-1 0,13-2-1 16,6 0-5-16,-1 0-3 0,-3 0 6 0,-4-2-4 15,5 2-1-15,8 0-1 0,4 2-1 0,-1 0 2 16,-6 1 0-16,-12 1-1 0,-6 2 1 0,-7 3-1 16,-6 2-2-16,-5 0-2 0,-5 2-2 0,-11 2 2 15,-6 0 5-15,-9 2-5 0,-7-1 5 0,-6-1-4 0,-8 0 11 16,-1 0-3-16,-8-2-5 0,-5 0 2 0,0 0-3 16,0 0 4-16,-1 0 6 0,1 0-5 0,0 0 2 15,-2 0-2-15,-1 0-5 0,1 0 2 0,0 0-12 0,0 0-10 16,0 0-2-16,0 0-5 0,0 0-31 0,-1 0-75 15,-1 0-32-15,0 0-31 0,0 0-262 0</inkml:trace>
  <inkml:trace contextRef="#ctx0" brushRef="#br0" timeOffset="50698.55">29106 16168 490 0,'0'0'77'0,"-2"-2"159"16,1 0-226-16,-1 0 0 0,0 0 0 0,0 0 4 16,0-1 18-16,2 1-20 0,-2-9 2 0,2 7-7 15,0 0 8-15,0 1 9 0,0-1-2 0,2 0 5 0,0 2 10 16,0 0-12-16,0 1 3 0,0-1-8 15,-1 2-3-15,1 0-4 0,0 2 1 0,0-1-3 0,0 3-5 16,3 9 3-16,3 9 2 0,-3 3 0 0,-3-5 2 16,0 2-13-16,-2-1 2 0,0-5-3 0,0 3 8 0,0-6-4 15,-2-2 1-15,0 0-3 0,1-2 2 0,-1 1 1 16,0-1-3-16,0-2 2 0,0 1-3 0,0-1 9 16,-1 1-5-16,-1-1 5 0,0-1-6 0,0-1-1 15,-1 3 1-15,-1-3-2 0,-7 3-1 0,-5-1-2 16,3-1 7-16,0-1-6 0,0 1 3 0,-3-1 1 15,1-1-2-15,0 0 3 0,-1 0 1 0,3-1 0 16,0-1-5-16,6 6 4 0,-1-3 1 0,7-3-3 0,-1 0 8 16,0 0-6-16,2 0-3 0,0-1 8 0,1 1-9 15,-1 0 10-15,2 0 4 0,0 0-2 0,2 0 0 16,-1-2-2-16,31 3-10 0,1-1 6 0,1-2 1 16,3-2 1-16,0-1-8 0,-3-1 2 0,-1-2 0 15,-5 3 4-15,-4-1-5 0,-2 0 0 0,1 1 1 0,-5 1-2 16,-1 0-4-16,-4 2 7 0,-4 0-3 0,0 0 4 15,-1 0-4-15,-3 0 0 0,-1 0-3 0,-2 0 0 16,0 0 1-16,2 0-6 0,-1 0-3 0,1 0-3 16,-2 0-26-16,0-2-12 0,0 0 0 0,-1 0-7 15,-1 0-20-15,0 1-35 0,0-1 1 0,0-2-11 16,0 2-9-16,-3-9-70 0</inkml:trace>
  <inkml:trace contextRef="#ctx0" brushRef="#br0" timeOffset="50918.14">28789 15995 1008 0,'0'0'44'0,"0"-2"-2"0,0 0-10 16,0 0-2-16,0 1-18 0,0 1-7 0,2 0 14 16,0 0 0-16,5 0 4 0,28-2-2 0,8-2-6 0,3 0 3 15,8-1-2-15,-2 1-3 0,2 0-9 0,-2-1-3 16,-6-1 0-16,-1-1 2 0,-6-1-24 0,-2 1 2 15,-3-1-11-15,-3 3-11 0,-5 1-9 0,-5 2-1 16,-3-1-3-16,-1 1-17 0,-2 0-37 0,-4 0-17 16,2 2-9-16,-6 0-92 0</inkml:trace>
  <inkml:trace contextRef="#ctx0" brushRef="#br0" timeOffset="51200.58">29817 16318 935 0,'-1'0'49'0,"-1"0"-1"0,0 0-11 15,0 0-3-15,0 0-20 0,0 0-12 0,0 0-5 16,1 0 7-16,-1 0-7 0,0 0 5 0,0 2-1 16,0 0-1-16,0 0 1 0,0 1 9 0,2 1-10 15,-5 11 4-15,-1 2-5 0,3-1 14 0,1 1-4 16,0 0 4-16,0-2-5 0,2-1-2 0,0 1 15 15,0-2-11-15,0-2 12 0,-2 1-17 0,2-3 9 16,0-2-5-16,0-3 6 0,0 2-9 0,0-5-3 16,0 3 5-16,0 0-5 0,0 0 3 0,0-1-6 0,0-1 0 15,-2 0-6-15,0 0-28 0,1 0-147 0,-1 0 1 16,0-2-56-16,2 0-84 0</inkml:trace>
  <inkml:trace contextRef="#ctx0" brushRef="#br0" timeOffset="51389.52">29717 16262 1553 0,'0'0'32'0,"0"-2"55"0,0 1-93 16,0-1 13-16,2 0-7 0,9-2 11 0,34-7 2 0,3 0-2 15,2 2-3-15,6-2 0 0,-2-1-7 0,3-1-1 16,1 0-1-16,1 2-4 0,1 2-37 0,3 0-45 15,2-1-20-15,-4 1-33 0,6-2-316 0</inkml:trace>
  <inkml:trace contextRef="#ctx0" brushRef="#br0" timeOffset="57950.18">28811 16097 51 0,'0'0'0'0,"0"-2"17"0,0 0 149 0,0-1-66 0,-2-14-3 16,0 2-94-16,1 0 1 0,1 0-7 0,0-3 3 15,0-3-1-15,1 3 1 0,-1 5-8 0,0-2 8 16,0 6-8-16,0-1 7 0,0 3 14 0,0 0-14 15,0-3 15-15,-1 5-2 0,-1-1 23 0,0-1-1 0,2 3 5 16,-2 0-22-16,2 2-1 0,-4-1-8 0,1-1 4 16,-1 0-13-16,0 2 16 0,-7-5 2 0,0 1 4 15,-2 1 0-15,2 1 12 0,1 2-1 0,-1 0 4 16,2 1-12-16,2 1-2 0,-3 0-5 0,5 0 3 16,-1 0-12-16,1 0 1 0,3 0-3 0,0 0 2 0,-2 1-8 15,0 1 3-15,1 0 2 0,1 2 3 0,0 0 3 16,0-1 1-16,0 1 2 0,0 0 1 0,2-1 14 0,0-1-5 15,0 4 1-15,0-2-4 0,2-1 1 0,0-3-7 16,19 2-2-16,3 0-3 0,4 17-1 0,3-6-3 16,6-6 3-16,0-3-4 0,0-2-4 0,1-2 0 15,-5 0-1-15,2 1 1 0,-5 1-2 0,-6 0-1 16,-2 0 0-16,-1 2-1 0,-3 1 3 0,-3-1 6 16,0 2-4-16,-6-3 5 0,1 1-7 0,-5-2-2 15,3 2 2-15,-1 1-2 0,-1-1 12 0,1 1-6 16,-1-1 3-16,-1 0-4 0,1-2 4 0,-1 3-6 15,-1-1 5-15,0 5-4 0,0-1 12 0,-3-3-5 0,3 1-1 16,0-1-2-16,-2-1-2 0,0 0 3 0,1 1-2 16,-3-3 3-16,4 2-7 0,0 0 15 0,-1-1-9 15,-1 1 10-15,2 5-8 0,0 3 9 0,-2-3-4 0,-1 4 3 16,-1 0-16-16,0-2 7 0,-1 6 2 0,-5-1 1 16,-3 3 8-16,-2 1-17 0,-4 3 10 0,11-3-11 15,-18 0 5-15,1 1-2 0,-3-4-2 0,2 1 2 16,0 1-4-16,-6-1 4 0,7 3-6 0,3-3 6 15,-1-1-4-15,8-2 2 0,0 0 2 0,0-4-1 16,5 2-3-16,-1-4 0 0,1-1 1 0,2 1 1 16,1-2-3-16,-3 1 1 0,2 1 0 0,3-2 3 0,-1 1 3 15,-6 1-2-15,1 0-3 0,-1 3 1 0,1-1-5 16,1 0 3-16,1 0 1 0,1-2 1 0,0 1-2 0,1-1-4 16,-1 2 3-16,2 0-2 0,0 2 8 0,2-4-6 15,0 1 1-15,0-3-2 0,0-3 0 0,4 1-1 16,3-1 0-16,14-2 2 0,9 17 8 0,-1-8-8 15,5-6 4-15,5-5-5 0,-2-5 9 0,4-5-10 16,-2-1 0-16,-2-2-4 0,-2 0 5 0,-1 0 1 16,-1-2-1-16,2 2 0 0,-1 2-2 0,-3 2 4 15,3 0-3-15,-5 1 3 0,-3 5-8 0,-3-1-14 16,-7 2 1-16,-1 0-12 0,2 0-49 0,-4 0-183 0</inkml:trace>
  <inkml:trace contextRef="#ctx0" brushRef="#br0" timeOffset="58286.2">28612 16515 774 0,'0'0'64'0,"0"0"-2"0,-1-2-12 15,-1 0 1-15,0 0-28 0,0 0-20 0,0 1 1 16,0-1-1-16,2 0 3 0,0 2 13 0,2 0-12 16,0 0 8-16,0 0-9 0,22-4 13 0,8 0 9 15,1-1-1-15,13-1 5 0,3 1 0 0,10-1-16 0,0-1 1 16,1-3-7-16,7 1-1 0,-8 0-14 0,4-2-1 15,-7 0-8-15,-6 1-22 0,0 1-124 0,-1 0-120 16</inkml:trace>
  <inkml:trace contextRef="#ctx0" brushRef="#br0" timeOffset="58998.77">30272 16205 609 0,'-2'0'105'0,"1"-2"208"0,-3 0-275 15,-2 0-19-15,-3-3-2 0,0-1-4 0,1 2-1 16,3 3-2-16,-1-1-2 0,1 0 0 0,-1 0-11 0,0 2 6 16,1 0 2-16,-4 0 3 0,-1 0 5 0,-3 4 4 15,2-1 0-15,-2 3 1 0,-2 3 9 0,2 1-5 16,-2 1 4-16,1 7-8 0,-1 3-11 0,0-1 8 15,0 0-9-15,0 1 9 0,2 1-7 0,2-1-3 16,-2 1 2-16,8-2-4 0,-3-1-5 0,3-1 2 16,1-1 0-16,2 2 2 0,-2-4-2 0,-7-1 13 0,4-1-4 15,1 0 8-15,4-3-3 0,2 1-4 16,0 0 5-16,2-2-5 0,2-1 0 0,0-3-2 0,5 1-1 16,15-2 1-16,4 14-4 0,2-7-4 0,3-3-3 15,0-5 2-15,4-3 7 0,-1-1-3 0,3-3 3 0,0-4-4 16,2-1 4-16,-8-2-1 0,0 0-1 15,-7 0 1-15,-1 0 3 0,1-2-4 0,-2-2 9 0,-2 2-8 16,-3 11 7-16,-5-17 0 0,-4-1-6 0,-5-2 6 16,-1-1 2-16,-2-1 5 0,13 4-3 0,-4-3 3 15,-6 1 2-15,-1 0-1 0,-4-2-2 0,-2 0 0 16,-1 1-10-16,-5-1 8 0,-3 4-3 0,0 1 4 16,0 1-2-16,9 5-1 0,-15-4 2 0,-1 6-4 15,-5 0-11-15,-5 5-2 0,2-11-2 0,-9 3 1 0,2 6 2 16,-1 6-1-16,-1 2 1 0,2 6-1 0,1-1 1 15,-1 7 0-15,3 2-3 0,0 3 2 0,4-15-4 0,0 20 1 16,4 2 0-16,3-1 0 0,1-1-5 0,9-2 4 16,-4-1 0-16,5-2 2 0,6 1 2 0,0 3-5 15,-11-3 3-15,4 3-5 0,5-1-10 0,4-1 1 16,0-5-10-16,4 5 9 0,0-4-1 0,3 0 3 16,3 0 3-16,-3-2-2 0,17 0 2 0,0-2 14 15,4-4 2-15,4-1 4 0,1-1 5 0,6 18-1 16,2-10-3-16,9-8 1 0,0-5-7 0,2-4 6 15,2-3-2-15,-9-2 1 0,-3-2-9 0,5-4 7 0,-10 2-1 16,-4-2 5-16,-5 0-3 0,-9 2 5 0,-3 9-1 16,-8-16 2-16,-1-2-1 0,-3-1-2 0,13-1 1 15,-8 0 0-15,-4-4 5 0,-5-2-5 0,-3-1-1 0,-8-1 0 16,-6 3 5-16,10 3-14 0,-31 2-1 0,-12-1-10 16,-4 7-39-16,-12 7-84 0,-7 7-37 0</inkml:trace>
  <inkml:trace contextRef="#ctx0" brushRef="#br0" timeOffset="61212.64">19812 7801 284 0,'-2'-2'0'0,"0"-1"5"0,-2-16 54 0,-16 2-12 16,-1-1 10-16,-1 1-23 0,3 0 3 0,1 4-22 15,-3 0 3-15,5 2-7 0,-3 2 3 0,-1 2 4 16,-3-1 0-16,5 4 1 0,-4 1-5 0,1-1 5 15,-1 0-7-15,0 2 7 0,-1-1 0 0,1 1 3 16,-2-15 6-16,2 6-4 0,-3 5-5 0,1 3-13 0,-4 3 3 16,-1 2-5-16,-5 3 2 0,-1 3-5 0,-8 3-2 15,-1 4 1-15,-3 3 6 0,-6 3-6 0,-3-1 3 16,0 0-5-16,-1 1 0 0,-1-1 4 0,8-1 3 16,-2-1 0-16,4-1 3 0,1 2-8 0,1-1-4 0,-2 5 0 15,1-3 0-15,1 2 8 0,-6 2-4 0,3-1 5 16,-1-3-1-16,-2 2-6 0,2-1 9 0,-2 1-8 15,4 0 11-15,7-1-6 0,-2-1-4 0,6 1 0 16,2-1-1-16,2-14 6 0,1 21 2 0,4 3 1 16,4-2-2-16,0 2-5 0,2-1 3 0,3 1-3 0,-1 2 10 15,3 3-12-15,0-2 8 0,2 3-9 0,4-3 13 16,4 2-6-16,1 1-5 0,-14-1 0 0,5 6-6 16,11 0 4-16,4-2 3 0,0 0 0 0,4-2 1 0,3-2 3 15,3 0-7-15,-1 1 4 0,4 3-9 0,0 0 3 16,4 3 3-16,1 5 0 0,3 1-1 0,1 4-5 15,2-4 4-15,-22 6-4 0,33 4-1 0,0-5-8 16,10 3 0-16,3-6-3 0,12-5 7 0,5-4-1 16,0-6 1-16,9-5 1 0,-7-4 12 0,0-6 4 15,5-3 4-15,-7-6-2 0,7 2 14 0,8-2-11 16,7-2 7-16,14-1-8 0,-1-4 1 0,-2-3 1 16,-1 35-4-16,-6-25 3 0,4-7-5 0,3-4 1 0,4 0-3 15,15-4 2-15,-4 0-1 0,-1-1-4 0,-8-1 2 16,-10 0-4-16,7-1-4 0,5 0 7 0,-1-1-1 15,5-1 3-15,-6 0-9 0,-11-6 10 0,1 0-9 16,-4-2 8-16,2-3-9 0,9-4 6 0,3-4 0 0,1-8 2 16,1 29-1-16,-13-38 0 0,-7-7 1 0,-8 4-2 15,0 0 2-15,1 0 0 0,-1 1-1 0,-5 3 2 16,-1-3 5-16,-7 5-3 0,-5-3 3 0,-8 2-4 16,-12 1-6-16,-2-7 22 0,-11-5-1 0,-4-5 13 15,-3-8 12-15,-5-9 2 0,-6-4 1 0,-3-1 0 16,-2-1 0-16,-3 6-11 0,27 7-2 0,-20 2-3 0,-10 2-4 15,-6 0 3-15,-6 0 2 0,-7-7 0 0,-5-6 6 16,-5-4-12-16,25 2 3 0,-40 10-7 0,-6 7-8 16,-10 9-7-16,-5 7-2 0,-9 10-1 0,-9 6-10 0,-10 8-23 15,-14 10-4-15,-25 11-4 0,-24-35-6 0,-26 39-2 16,-18 22-9-16,-32 15-2 0,-11-28-62 0,-26 67-213 16</inkml:trace>
  <inkml:trace contextRef="#ctx0" brushRef="#br0" timeOffset="69870.8">25239 4823 13 0,'0'0'0'0,"0"0"3"16,0 0 43-16,0-2 0 0,0 0 12 0,0 0 0 0,0 1 4 16,0-1-45-16,0 0 7 0,0 0-22 0,0 0 3 15,0 0 10-15,0 1-8 0,-2-1 7 0,2 0-9 16,0 0 2-16,0 0-3 0,-2 0-1 0,0 0-9 0,0 1 13 16,2-1 0-16,0 2 2 0,0 0-12 0,0 0 3 15,0 0 3-15,0 0 1 0,2 0-7 0,0 0 8 16,0 2-10-16,0-1 11 0,0 1-6 0,1 0 0 15,1 0 5-15,-2-2-5 0,5 4 8 0,1-1 2 16,-3 1 2-16,-1-2-1 0,3 3 1 0,-5-1-7 16,2 7 0-16,-2 2-1 0,7 0 9 0,0 2-10 15,-1 0 7-15,-1 2-8 0,-3-2 9 0,-2-1-11 16,0 3 5-16,-2-2-5 0,0 2 14 0,0-4-9 0,0 0 1 16,0 2-4-16,0-4-2 0,0 0 13 15,0 0-7-15,-2 0 8 0,0 0-19 0,2-1 6 0,0 1-3 16,0-2 3-16,0 0-4 0,2 2 9 0,0-1-4 15,1-1 4-15,5 6-9 0,-4-8 6 0,1 3 1 0,1-3 3 16,-3-5 6-16,14 3-3 0,2-3-1 0,-3 9-1 16,3-1-9-16,0-5 14 0,-3-3-4 0,5-2 7 15,-3 0-14-15,1-2 4 0,-1-1-4 0,-5-1 4 16,2 0 1-16,-2-1-9 0,-2-1 8 0,2 0-8 16,-1 1 8-16,-5-1-11 0,4-1-1 0,-2-1-3 15,1 5 7-15,-3-10-24 0,0 0 11 0,3-2-16 0,-3 2 8 16,6-2-132-16</inkml:trace>
  <inkml:trace contextRef="#ctx0" brushRef="#br0" timeOffset="70344.8">25601 4758 40 0,'0'0'39'0,"0"0"-5"0,0 0 36 0,0 0-7 0,0 0-1 16,0-2-27-16,-2 0-4 0,0 1 0 0,0-1-3 15,0 0-9-15,1 2-11 0,-1 0 5 0,0 0-7 16,-2 0-3-16,0 0-1 0,3 0-1 0,-9 4 2 16,1 1 3-16,-2 3-3 0,2-7-1 0,-4 16 1 0,1 2-1 15,-1-1-4-15,-1 1 3 0,-3 1-2 0,0-1 6 16,2-1-3-16,-1 3-5 0,-3 1 3 0,0-2 6 0,3 5-5 16,-5-1 4-16,-1-2-5 0,-2 0 5 15,0 1-6-15,1-3 9 0,3-1-8 0,5 3 2 0,-5-4 7 16,-1 5-6-16,-3-5 6 0,6 5-13 0,1-7 10 15,4 5-5-15,7-5 8 0,-5-4-6 0,4-3-5 16,3 0 2-16,-3-7-2 0,3 4 7 0,0-1-9 16,2-1 4-16,0 0-5 0,1-1 19 0,-1 1-15 15,2-2 3-15,0 0-6 0,0 0 15 0,0-1-10 0,2 1-2 16,-1 0-5-16,3-2-10 0,11 2 6 0,5-2-4 16,1 0 2-16,3 0-17 0</inkml:trace>
  <inkml:trace contextRef="#ctx0" brushRef="#br0" timeOffset="71795.45">25963 5167 23 0,'0'0'15'16,"0"0"-10"-16,0 0 19 0,0 0-6 0,0 0 15 0,-2 0-13 16,2 0 5-16,0 0-7 0,0-2 12 0,0 0-1 15,-2 0-3-15,0 2 1 0,0-2 2 0,1 2-7 16,-1 0 4-16,0-2-7 0,-2 2-9 0,0 0 14 16,-1 0-5-16,-8-2 7 0,5 1-13 0,-3-1 5 15,-4 0-3-15,1 0 5 0,-1 0 2 0,-2 2-15 16,2 0 4-16,2 0-8 0,0 0 7 0,-2 0-9 15,-1 2 8-15,4 0-8 0,-6 3 4 0,7-1 3 0,1 0-7 16,1 0 6-16,2-1-7 0,-1 1 7 0,3-2-1 16,1 0 2-16,0 1-8 0,1 1-5 0,-1 0 3 15,0 1-3-15,0 3 4 0,1-1 4 0,-1 1-3 0,0 3 3 16,2 2-3-16,2 0 0 0,2 2 2 0,2 0-1 16,2-2 10-16,1 3-11 0,0-1 4 0,5 2-4 15,1 1-1-15,-12-1-3 0,22 0 1 0,-7 0 0 16,5 3 3-16,-4-2 8 0,-4 3-9 0,1-3 6 15,-1-1-16-15,-1-6 14 0,-3 2-2 0,2-2 6 16,2 1-3-16,-2-1-5 0,0-2 1 0,-3-2-2 16,-5-1 4-16,1-2 2 0,2 1 1 0,-6-3-1 0,5 2-4 15,-3 0 8-15,-2-3-7 0,2 5 10 0,-2-4 0 16,0 2-2-16,0-1 0 0,0-1-2 0,-4 4 1 0,-3-3-4 16,-19 1 4-16,-2-2-6 0,-4 4-2 0,5-5 7 15,1 1-5-15,1 0 8 0,1 15 0 0,2-6-10 16,0-4 6-16,5-3-7 0,2-2 10 0,2 0-7 15,6-2 5-15,1 0-7 0,3 0 2 0,1 0-10 16,0 0-4-16,-2 0-1 0,0 0 1 0,3 0-7 16,-1 0-1-16,2 0-5 0,2 0-20 0</inkml:trace>
  <inkml:trace contextRef="#ctx0" brushRef="#br0" timeOffset="72469.8">26275 5038 74 0,'0'0'23'0,"0"0"15"0,0 0 7 15,0 0-20-15,0 0-3 0,0 0-2 0,0 0 9 16,0 0 1-16,0 0 5 0,0 0-4 0,2 0-10 0,-1 0-4 16,3 0 4-16,4 0-2 0,14 0 12 0,4 0-12 15,2-1-2-15,3-3-2 0,8-2-11 0,-5 3-2 16,3-3 0-16,-6 2 0 0,-8 2 1 0,3 1-3 15,-6-1-1-15,1 0-1 0,1 0 9 0,-2 0-10 16,-5 2 9-16,-4 0-9 0,-1 0 11 0,1-2-8 16,-4 2-3-16,4-2-1 0,-3 2 4 0,-3 0-13 15,-1 0 5-15,0 0-8 0,-1 0 8 0,1 0-101 16</inkml:trace>
  <inkml:trace contextRef="#ctx0" brushRef="#br0" timeOffset="72797.42">26199 5319 21 0,'0'0'13'0,"0"0"12"16,0 0 6-16,0 0 7 0,0 0-19 0,0 0 7 15,0 0 8-15,0 0 0 0,0 0 26 0,0 0-27 16,0 0-2-16,2 0-8 0,-1-2-7 0,3 0 2 16,11-3-2-16,13-5 0 0,1 1-4 0,5-2-3 15,3 0 4-15,6 1-4 0,3 1-3 0,8 0 1 16,-2 1-6-16,2 3 4 0,-2 1-5 0,-8 0-2 0,1 1-4 15,-4 1-1-15,-6 0-21 0,-3 2-7 0,-1 0-1 16</inkml:trace>
  <inkml:trace contextRef="#ctx0" brushRef="#br0" timeOffset="73480.42">26028 5350 287 0,'0'-1'23'0,"0"-3"28"0,0 0-12 16,-2-7-11-16,0 0-7 0,2 5 0 0,0 3-16 15,0 1 3-15,0 0 3 0,0 0-1 0,0 0 2 0,-2-2-12 16,0 1 9-16,1-1-9 0,-1 0 13 0,0 2-9 15,-2 1 3-15,-1-1-3 0,-12-6 16 0,2 3-6 16,-4-1-1-16,-1 2-2 0,-2 1 5 0,-2 1 6 16,5 2-1-16,-5 2 1 0,-2 1-9 0,2 3-5 15,0 3 4-15,-1 2-4 0,3 4 5 0,-2-5-7 16,2 10-4-16,3 6 0 0,2-4 5 0,3 2-3 16,-1 1 2-16,4-3-4 0,0-4-7 0,1 1 3 15,3-2 2-15,-1-1 1 0,1 3 9 0,3-2-4 0,2-1-1 16,1 1-1-16,-11-2-4 0,3 0 0 0,4 0-2 15,1-2 1-15,2 0-7 0,2 0 12 0,0-2 1 16,2 2 7-16,2-2 23 0,1 0 1 0,1-2 0 16,-1-1-4-16,3-1-28 0,10 1-2 0,1-3 3 0,3-1-1 15,-2-2 2-15,-3 0-6 0,2-1-5 0,-1 12 2 16,5-1-6-16,1-5-9 0,-2-3 0 0,-2-4-6 16,3 0-20-16,-3-4-7 0,4-2-7 0,0-1-2 15,-1-2-55-15,-1-2-25 0,-2-1-12 0</inkml:trace>
  <inkml:trace contextRef="#ctx0" brushRef="#br0" timeOffset="73938.48">26201 4786 113 0,'0'-2'30'0,"-2"0"52"0,0-1 9 16,-4-9 25-16,-1-4-53 0,-2-3-23 0,3 8-1 16,0-2-10-16,-1-2-19 0,3 8-1 0,-1-3-1 0,5 9 1 15,-4-3-3-15,-2 0-5 0,-7-3-1 0,2 3-2 16,-4 2-3-16,-1 2 13 0,6 0-4 0,-1 2 6 15,2 0-10-15,2 0-2 0,1 0 2 0,4-2 0 16,0 0 3-16,-1 1-1 0,-1 1 6 0,2 0-3 16,0 0 13-16,0 0 13 0,0 0-5 0,2 0 9 0,0-1 3 15,2 1-23-15,2 0 5 0,0-2-13 0,9 2 6 16,0 0-14-16,0 0 6 0,-4 0-8 16,-2-2 6-16,-1 0 11 0,-4 0-6 0,2 0 6 0,-1 1-8 15,1 1-5-15,-2 0 3 0,0 0-3 0,0 0 11 0,-1 0-6 16,-1 1 0-16,0 1-2 0,0 0-5 0,-1 0 3 15,-1-1 0-15,0 1 1 0,0 0-5 0,0-1 4 16,0 1 1-16,0 0 1 0,1-2 2 0,-1 0-6 16,2-1-1-16,0 1-3 0,0 0-7 0,2 0-12 15,-1 0-18-15,1 0-5 0,0-2-126 0</inkml:trace>
  <inkml:trace contextRef="#ctx0" brushRef="#br0" timeOffset="74517.53">27383 4695 676 0,'0'-4'5'0,"-2"-14"1"0,1-6 1 0,-1 9-28 15,2 7 6-15,0 1-12 0,0-1 27 0,0 7-5 16,2-3 2-16,1 0-3 0,16-7 0 0,3 2 6 0,-1 3 0 16,-1 2 1-16,2 1 3 0,2 3-4 0,2 0 6 15,-5 0-5-15,-1 2 8 0,-7-1-2 0,0 3 1 16,0 4 2-16,-5-3 14 0,-3 12-12 0,1 9-4 16,-3 4-2-16,-1-3-11 0,17 1 11 0,-8 2-2 15,-4-2 6-15,-3-2-6 0,-2-2-2 0,-2-2 2 0,2 0-1 16,0-1 5-16,0-1 3 0,-1-1 1 0,3 1 0 15,2 3-5-15,-1-5 11 0,3 3-9 0,-1-3 8 16,1 1-1-16,1-1-5 0,0-1 3 0,0-2-4 16,1-2 5-16,-8-4 1 0,14 0-4 0,5-1 0 15,-3-1-9-15,-1 1-5 0,0 3 4 0,-2-2-4 16,1-1 3-16,1-5-2 0,-4-3 0 0,2 0-3 0,-2-3-7 16,2-5-14-16,-2-1-9 0,0 1 0 0,0-14-13 15,0-2-7-15,2 0-13 0,-1-2-3 0,3 0-76 0,-2 4-14 16</inkml:trace>
  <inkml:trace contextRef="#ctx0" brushRef="#br0" timeOffset="74812.5">28065 4649 394 0,'-2'-4'51'0,"-7"-20"106"0,-4-10-110 0,3 8-29 0,3 4 8 16,3 7-17-16,0 6-2 0,3 3 1 0,1 3-5 15,0 1 1-15,-2-2-21 0,0 2 12 0,0 0-2 16,0 0 6-16,0 2-11 0,0 2 10 0,1 0-9 0,-5 6 9 16,0 18-13-16,-8 3 15 0,-3 5-3 0,-4 1 6 15,1 0-1-15,-6-5 1 0,0 3-1 0,-2-3 0 16,-2 0-1-16,1-2 11 0,-1-1-4 0,2-2 6 16,0-7-1-16,2 3 3 0,2-3 6 0,4-1-4 15,-1 0 3-15,8-1-16 0,-2-3 2 0,2 2-7 16,0-2-4-16,10 0-1 0,1-2 0 0,-5 0 2 0,1 1 5 15,2-3-5-15,1 0-4 0,1 0 0 0,0 1 4 16,2-1-21-16,0 0 11 0,0-3-27 0,2-1-108 16</inkml:trace>
  <inkml:trace contextRef="#ctx0" brushRef="#br0" timeOffset="75307.03">28585 5048 511 0,'0'-2'62'0,"0"0"19"0,0 0-24 0,0-2-50 0,-2 1 9 15,0-1-23-15,0 0 2 0,0 1-1 0,0-1-1 16,0 2-15-16,1 0 20 0,-1 0-9 0,-2 0 12 15,-2 2 0-15,-16-1-1 0,-4 1 8 0,-4 1-6 16,-5 5 5-16,-2 1 19 0,0 1-3 0,-4 1 9 16,4 0 9-16,0 1-10 0,3-1 4 0,6-2-7 0,2 3-7 15,2-1-13-15,2 2-2 0,9-3-3 16,0 1-9-16,6-7 3 0,1 18-4 0,2 1 4 0,-10 1-7 16,2 0 6-16,7 0-1 0,3-1 3 0,2-1 5 15,6 1-10-15,1-5 5 0,4 1-8 0,4 0 10 0,18 1 5 16,5 1-5-16,-9-2 7 0,5-2-7 0,-3-1 0 15,1 1 2-15,-6 0-2 0,0 2 8 0,-6-1-11 16,-1 1 8-16,-3-4-7 0,-4-2 5 0,-1-1 6 16,-2-7-3-16,-3 3 4 0,-1-1-10 0,-3-1 6 15,-2-2 0-15,0 0 4 0,0 0-1 0,4 1 8 16,-2 1-7-16,-1 0 6 0,-1 0-18 0,-1-1 11 16,-1-1-7-16,-2 0 8 0,-24 9-12 0,-5-3 4 0,-3-5 2 15,-3-1 1-15,2-2-9 0,4 0 11 0,-1 0-7 16,5 0 7-16,7 0-14 0,-1-2 7 0,7 0-2 15,3 1 2-15,1-1-10 0,9 2-19 0,-3 0-23 16,2-2 0-16,3 0-86 0,-1 0-75 0,2 0 12 0</inkml:trace>
  <inkml:trace contextRef="#ctx0" brushRef="#br0" timeOffset="78184.03">29129 4923 95 0,'0'0'4'0,"0"0"3"0,0 0 2 16,0 0-7-16,0-2 3 0,-2 1-9 0,0 1 5 16,0-2-4-16,0 0 5 0,0 0-2 0,0 2 4 15,1-2-5-15,-1 2 4 0,0-2-6 0,-2 0 14 0,0 1 6 16,-1 1 1-16,-1-2-2 0,-1 0 12 0,3 2-11 15,-1 0 12-15,-5-2-4 0,-5-2-9 0,2 2 11 0,-5 1-12 16,3-1 4-16,2 2-5 0,0 0 2 0,4 0-3 16,-6 0 2-16,2 0 6 0,-4 0-12 0,4 0 9 15,0 2-9-15,0-1-8 0,6-1 7 0,-1 2-8 16,1 0 8-16,-1 0-15 0,7-2 7 0,-3 2-8 16,0 0 20-16,2 0 23 0,0-1 6 0,2 1 5 15,0 0 7-15,2 0-25 0,11 0-1 0,23 0-6 16,1-2-3-16,9 0-4 0,1 0-5 0,1-2 2 0,0-2-3 15,-7 0-2-15,-2 3 1 0,-6-1-2 0,-3 0 0 16,-6 2-2-16,0 0 2 0,-3 0-2 0,-3 0 1 0,-1 0-9 16,-2 0 1-16,-4 0-5 0,-2 0-22 0,-1 0-192 15</inkml:trace>
  <inkml:trace contextRef="#ctx0" brushRef="#br0" timeOffset="79747.11">29851 4346 29 0,'0'0'6'15,"0"0"16"-15,0 0-22 0,0 0 3 0,0-2-1 0,0 2 1 16,-2-2-1-16,0 0 6 0,2 0 0 0,0 1 2 15,-2-1 9-15,0 0-8 0,1 0 9 0,-1 0-7 16,0 0 14-16,0 0-2 0,0 1 5 0,-2-1-4 16,1 0 3-16,-1 0 0 0,0 0-5 0,2 0 5 15,-1 0-7-15,-1 1-14 0,0-1 4 0,1 0-6 0,-1 0 1 16,2 0 1-16,-2 0-7 0,2 0 6 16,1 1-7-16,-1-1 5 0,0 0-4 0,0 0 3 0,0 0-14 15,0 0 18-15,0 0-4 0,1 1 10 0,-1-1-10 0,0 0-1 16,0 0 0-16,2 0-1 0,0 0 9 0,-2 0-7 15,2 1 2-15,0-1-3 0,0 0 1 0,0 0-7 16,0 0 9-16,0 0-7 0,0 0 15 0,0 2-11 16,0-1-1-16,0 1-2 0,0 0 4 0,0 0-4 15,0 0 5-15,2 0-5 0,0 0 4 0,0 0 3 16,0 0-5-16,-1 0 5 0,1 0-6 0,0 0 1 0,0 0 1 16,2 0 1-16,-1 0 4 0,1 0-9 0,0 0 2 15,0 0-3-15,-3 0 8 0,5 0-5 0,0 0-1 16,1 0 0-16,2 0 0 0,-1 0 0 0,-3 0 6 15,1 0-5-15,-2 0-3 0,5 0 6 0,-4 0-4 16,3 1 6-16,-1 1-9 0,1 0 3 0,-1 0-2 0,1 2 3 16,-3-2-1-16,1 1 4 0,-1 1-5 0,-1 2 5 15,3 10-5-15,-3 1-5 0,0 2 10 0,0 3-6 16,-3-5 8-16,1 5 1 0,0 0-7 0,0 2 3 16,2 6-11-16,-1-6 8 0,3 0 0 0,-2-3 2 15,-1 3 0-15,-1 0 2 0,2-4-3 0,0 1 3 16,-2-6-3-16,3 5-2 0,-1-3-1 0,1 3 0 15,3-3 5-15,-3-2-1 0,3 2-1 0,-3-3 0 0,3 1-1 16,-1 0 0-16,1-4 0 0,1 0 0 0,-2-1 7 16,3-1-1-16,-1-2 4 0,2 1-5 0,4-3-3 15,-2 1 20-15,2-2-8 0,1-1 11 0,1 1-17 0,-2-2 0 16,4 11-1-16,3-2-1 0,-5-5-5 0,1-1-1 16,-3-3 0-16,2 0 0 0,3 0 0 0,2-2-7 15,1 0 5-15,-8-2-6 0,-1 0-1 0,-1-2-46 16,-3 1-45-16,3-3-5 0,-8 4-175 0</inkml:trace>
  <inkml:trace contextRef="#ctx0" brushRef="#br0" timeOffset="80183.92">30302 4309 55 0,'0'0'22'0,"0"0"-3"0,0-2 5 16,0 0 2-16,-2 0-9 0,0 0-16 0,0-1 12 15,1-1-5-15,-1 0 9 0,0 0-3 0,2 3 24 16,0-3-3-16,-2 0 8 0,0-1-7 0,0 1 3 15,0 0 1-15,1 0 2 0,1 3 0 0,-4-1-20 16,-2-2-5-16,3 2-4 0,-5-2-17 0,1 1 4 16,-3 1-2-16,-1 2 2 0,-2 4 2 0,0 1 0 15,0-1 1-15,0 27-2 0,-3 3-6 0,1 9 5 16,-4-1-6-16,-3 3 7 0,0 1 8 0,-1-1-9 16,1-1 5-16,0-3-5 0,0-2 5 0,-3-5-8 0,-1-6 4 15,4-6-5-15,-2-4 14 0,4-1-10 0,-3 2 2 16,7-1-5-16,-3 1 3 0,2-3 2 0,4 1-2 15,-2-2 2-15,1 0 1 0,2 0-6 0,3 0 5 16,4-1-6-16,1-2 4 0,2-1-7 0,0 0-3 16,-5-2-3-16,1 0-23 0,4-3 15 0,2 1-10 0,0-3 12 15,0-2-8-15</inkml:trace>
  <inkml:trace contextRef="#ctx0" brushRef="#br0" timeOffset="80683.62">30904 4736 304 0,'0'-2'30'0,"0"0"6"0,0 0 0 16,-2-1-13-16,0-1 0 0,2 0-9 0,-2-3-10 15,0 3-4-15,0 0 0 0,0 1 0 0,-1-1 2 16,-1 2 5-16,-3-2-3 0,-6 1 0 0,-2 1 2 15,-2 2-4-15,0 2 3 0,-1 1 6 0,-3 1 7 16,1 3 0-16,-1 3 3 0,1-1 5 0,2 2-12 0,1 0-2 16,4-3-6-16,-2 3-6 0,2-9 5 0,-2 11-2 15,4 0 2-15,0 0-10 0,2 0 1 0,1 1 5 16,-3-1-3-16,7 0 3 0,-1 2 1 0,1 0 1 16,-7 0 0-16,2 2-3 0,-1 3 0 0,5 2 2 0,1 3 2 15,4 2-3-15,2 3 0 0,3 2-2 0,3-1 1 16,-1 3 0-16,3 5 2 0,-1 0-3 0,0 5 3 15,-1-3 9-15,-1-2-8 0,0 0 3 0,-1-7-6 16,1-1-6-16,1-3 4 0,-3-4 2 0,-1-3 0 16,0-3 8-16,0-1-2 0,-1-4 0 0,1 2 0 0,0-4-2 15,-2-4 6-15,-1 1-2 0,1-3 3 0,0 1-5 16,-2-2 14-16,0-1-1 0,0 1 7 0,0 0 8 16,0-1-3-16,-2 1 1 0,0 0-3 0,-7-2-7 15,-17 1-9-15,-2-1-6 0,0 0 1 0,2 0 0 0,-3 17-4 16,5-8 5-16,-6-4-6 0,2-1 3 0,6-4-8 15,-1-2 7-15,7 0-7 0,-1 0 2 0,6 0 0 16,2 0-4-16,1-2 3 0,3 0-3 0,1 2-21 16,2 0 0-16,-2-2-12 0,1-2-42 0,1 1-93 15,0-3-15-15</inkml:trace>
  <inkml:trace contextRef="#ctx0" brushRef="#br0" timeOffset="80965.38">30443 5220 478 0,'-2'-1'24'0,"0"1"35"16,-18-15-28-16,5 2-18 0,8 5-1 0,-1 5-6 15,5 1-3-15,-1 0-28 0,2 2 10 0,-2-4-17 0,2 2 12 16,1 0 6-16,-1 1-1 0,2-1 5 0,0 0 24 15,2 2 9-15,1 0 12 0,12-2-5 0,11 0 15 16,8-3-17-16,1-1 3 0,6-1-7 0,1-1-4 0,-1 1-7 16,-2-1 1-16,-2 1-2 0,-1-1-3 0,-3 1-1 15,-1 0-6-15,-5-1 4 0,1 1-9 0,-2 1-3 16,2 1 1-16,-2 1-3 0,0 0-16 0,-2 0-49 16,-1 1-95-16</inkml:trace>
  <inkml:trace contextRef="#ctx0" brushRef="#br0" timeOffset="84306.81">28152 4125 65 0,'0'0'0'16,"0"0"8"-16,0-2 6 0,-2 0 15 0,0 0 0 0,0 1 3 16,1-1-2-16,-1-2-6 0,0 0 17 0,-2 1-11 15,-1 1 24-15,-10-6-13 0,-4 5-7 0,2-3 0 16,-1 0-17-16,-1 3 8 0,1-3-7 0,-1 2 7 16,2-1-3-16,1 1-2 0,-3-3-4 0,1 1 0 0,1 2-11 15,-4-3 7-15,5 3 3 0,-5 1 0 0,3-1 8 16,-3 2-12-16,3-11 6 0,-3 2-9 0,3 3 0 15,-1 3 8-15,2 1-11 0,-1 0 10 0,1 3-12 16,0 1 12-16,-1 0-7 0,-1 0 5 0,6 0-14 0,-2 1 4 16,1 1 3-16,-1 2 0 0,-9 2-8 0,9-3 0 15,-7 5-3-15,3-1 3 0,2 1 6 0,-3 1-10 16,3 0 9-16,2 0-8 0,-3 3 14 0,1-1-9 16,-3-9 1-16,-1 14-3 0,4 3-1 0,1 1-2 15,3 1 0-15,2-3 1 0,-2 3 6 0,3-1-6 0,3 0 5 16,-2 5-5-16,1-3 7 0,4 2-2 0,-1 0-3 15,1 0 1-15,-13 2-5 0,4 2 9 0,4 2-6 16,2 1 6-16,1-1-3 0,2 2-4 0,1-3 7 16,1 3-5-16,-2 1 4 0,2-7-7 0,0 2 2 15,1-4-5-15,-1 1 9 0,-2 1 1 0,0 0-2 0,1-4 1 16,-1 2 0-16,2 0-1 0,0-2-3 0,0 2 1 16,0 1-7-16,1 1 9 0,1 1 0 0,0-1 1 15,0 2-6-15,1-2 8 0,1-2-3 0,0 1 4 16,0-1-5-16,2-2 0 0,-1 4-2 0,1-4 2 15,2 2-3-15,-1 1 3 0,1-1 2 0,-1 4 0 16,1-4-1-16,0 2 7 0,-1 0-7 0,1 0 6 0,1 0-10 16,1 2 5-16,-3-4-3 0,1-2 2 0,-1 0-2 15,1-5 3-15,-1 0 4 0,3-3-2 0,3 3-1 16,0-2-2-16,-2 4 2 0,14-6 0 0,-8 1 2 0,7 1-2 16,-7-2-2-16,9 2 0 0,2-2 0 0,-4 2 3 15,2-2 3-15,-5 0-2 0,-2-2-6 0,1 0 1 16,3 2-3-16,-5-2 4 0,1-1 9 0,0-1-8 15,-1-2 7-15,-1 3-7 0,4-3-1 0,-3 1 4 16,1-1-6-16,2 0 6 0,1 1-1 0,-1 1-4 16,1-1 1-16,1-1-2 0,1-1 7 0,0-1-4 15,0 1 3-15,3 1-4 0,-3-1-3 0,2-1 2 0,0-1 5 16,-3 0 0-16,5-2 11 0,-2-1-15 0,0 16 1 16,4-4-3-16,-2-5 7 0,0-3-2 0,3-1 4 15,-1-2-4-15,4-2-3 0,-3 0 4 0,1 0-5 16,0 0 3-16,-2-2-3 0,-4 0 1 0,-2-2 1 0,-3 2 1 15,-1-1-6-15,-1 1 10 0,0 0-5 0,-2 0 8 16,1-2-7-16,-3 1 5 0,0-1-5 0,0-2 5 16,0 1 4-16,-2-1-9 0,1 1 8 0,-1-3-9 15,0 1 4-15,-2 1-1 0,0-1 1 0,-1 5 1 16,-3-11 4-16,1-4 1 0,1 4-5 0,1-3 5 16,1-1-7-16,0 0-5 0,-1-1 2 0,-1-1-2 15,1 2 6-15,-1-1 1 0,-1-3 1 0,-1-1-1 0,-1-2 0 16,-2-2-1-16,3 0-1 0,-3-4 0 0,0-3-9 15,19-3 9-15,-8-3-2 0,-6-1 6 0,-3 1 5 16,-4-6-9-16,0 1 5 0,0 1-6 0,-2 2 6 0,-2 2 4 16,0 2-5-16,-1 0 4 0,-1 1-15 0,1 5 8 15,-3-1-5-15,3 3 6 0,-3-1-2 0,1 0-1 16,-1 0 5-16,1 1-5 0,-2-3-1 0,-1-1 3 16,-1-4-5-16,-2-2 3 0,-2-4-3 0,1 0 1 15,-1-1 5-15,-2-1-1 0,0 1 1 0,1 5 6 16,-1 1-5-16,-2 1 6 0,1 2 0 0,-1 2-1 15,1 1-6-15,12 4 3 0,-22 0-5 0,-7 2 1 0,1 2 2 16,-3 2-3-16,0 0-5 0,-4 3 1 0,-12 1-4 16,4-1 3-16,-3 0-6 0,0 5-4 0,6 1-5 0,-4 5-7 15,0 4-84-15</inkml:trace>
  <inkml:trace contextRef="#ctx0" brushRef="#br0" timeOffset="91890.1">27118 6602 36 0,'-2'-2'0'0,"0"0"13"0,-2-2 141 0,-5 3-45 16,-2-12 9-16,0 1-69 0,1 3-17 0,5-2-21 15,-3 4-3-15,5-1 0 0,-1 1 2 0,0 3 9 16,2-2-2-16,1 3 3 0,-3-3-16 0,0 1 8 16,4 3-7-16,0 0 8 0,0 0-3 0,-4-2-7 15,3 1 6-15,-1-1-8 0,0 0 5 0,0 2-8 0,0 0-5 16,2 1 0-16,0-1 9 0,0 0-4 0,2 0 8 16,0 2-9-16,0 0 2 0,0 0 1 0,1 2 0 15,1 0 0-15,7 5 0 0,-3-3 0 0,-1 16 1 16,0 1 1-16,-1 3-5 0,1 0 6 0,1 0-8 0,-1 2 9 15,-1-2 1-15,1 2-4 0,1-2 4 0,-3 2-4 16,1 0 6-16,-2 2-9 0,3 4 5 0,-1-1-5 16,-3-1 4-16,8 2 2 0,-5-6-3 0,3 0 4 15,2 0 5-15,-5-2-2 0,1-2-2 0,-1 0 0 16,5-1-6-16,2-10-3 0,0 2 0 0,8-8-2 16,-5 5 4-16,-3-7 19 0,4 1 0 0,3 4 5 0,-5 3-15 15,9 2 3-15,2-4-11 0,-7-5 8 0,5-2-15 0,-5-2-4 16,-4 0 2-16,-4-2-5 0,4-2-18 15,-6 0-37-15,-4 1-57 0</inkml:trace>
  <inkml:trace contextRef="#ctx0" brushRef="#br0" timeOffset="92224.77">27389 6468 465 0,'0'-2'3'0,"0"0"-1"0,-2 1 14 0,0-3-1 16,0 0 3-16,-1-5-4 0,1 1-13 0,0 3 5 15,2 1-8-15,-2 0 0 0,0 1-10 0,0 1 3 0,0 0-5 16,-1 2 8-16,-1 0-3 0,-13 6-1 0,-7 5 2 16,7 0 13-16,-3 0-2 0,-4 15 1 0,3 4-2 15,-1 3 7-15,2 6-2 0,-1 2 8 0,-1 5-7 16,0 4 1-16,-2 4-4 0,3 4 0 0,1-1-1 15,-1-5 0-15,6-3 11 0,1-5-9 0,1-7 9 16,1 2-11-16,3-7 0 0,0-8 0 0,1-3 0 0,1-1-4 16,3-3 4-16,1-1-2 0,1-3 3 0,-8 0-3 15,3-1-2-15,1-1-3 0,3-2-2 0,1 0-12 0,2-3-5 16,0-1-4-16,0-1-3 0,2 0-28 0</inkml:trace>
  <inkml:trace contextRef="#ctx0" brushRef="#br0" timeOffset="92529.25">27751 7090 213 0,'0'0'43'16,"0"-2"91"-16,-2 0-86 0,0 1-18 0,0-1 6 15,0 0-15-15,1 0-16 0,-1 0-5 0,0 0 1 0,0 0-1 16,0 2 6-16,0 0-6 0,0 0 5 0,1 2-5 15,-1 0 10-15,0 6-9 0,-6 14-2 0,3-4-1 16,-1 7-2-16,3-7 6 0,-1 6 8 0,2 0-1 16,0 1 9-16,0-3-6 0,2 0-2 0,0-3 0 15,0 1 3-15,0 1-1 0,0-3-1 0,0-1 0 16,0-1-1-16,2-1 2 0,0-2-1 0,0-3 1 0,0-3 0 16,0 0 1-16,-2-3 1 0,1 2-1 0,1-3-15 15,0 1 8-15,-2-2-6 0,2-2 6 0,7 7-7 16,2-1 1-16,1-2 0 0,1-2 0 0,0-2-7 15,1-2-15-15,1-4-5 0,-2 1-4 0,0-5-28 0,-2 3-124 16</inkml:trace>
  <inkml:trace contextRef="#ctx0" brushRef="#br0" timeOffset="92699.43">27868 6724 302 0,'-2'-2'192'0,"0"1"-223"0,0-1 220 15,0-2-109-15,-5-11-26 0,3 4-27 0,1 2 2 16,1 1-14-16,2 5-19 0,-2-1-3 0,0 0-7 16,2 1 4-16,0 1-10 0,0 0-5 0,0 0 1 15,0 0-3-15,2 0-17 0,0 2-13 0,0 0 2 0,-1 0-3 16,1 0-1-16</inkml:trace>
  <inkml:trace contextRef="#ctx0" brushRef="#br0" timeOffset="93015.14">28436 6845 516 0,'-2'-2'18'0,"0"0"21"0,0 0-20 0,-1 1-10 15,-1-1-11-15,0 0 2 0,2 2-5 0,-1 0-23 16,-1 0 7-16,0-2-15 0,1 2-8 0,1 0 0 0,0 0 2 16,0 0 3-16,0 0 31 0,0 0 29 15,2 0 2-15,0 2 9 0,2 0 5 0,0 0-1 16,2-2-5-16,-1 0-1 0,12 0-23 0,-2 0-2 0,0 0 2 16,-3 0-1-16,1 0-8 0,0 0 7 0,0 0-5 15,0 0 7-15,2 0-7 0,-2 0 0 0,2-2-4 16,-2 0 2-16,1 0-5 0,-5 2-8 0,2 0-7 0,-5 0 0 15,2 0-21-15</inkml:trace>
  <inkml:trace contextRef="#ctx0" brushRef="#br0" timeOffset="93205.93">28148 7317 514 0,'-2'0'36'0,"1"0"33"0,-1 0-21 16,0 0-37-16,0 0-5 0,0 0-6 0,0 0-10 0,2 0 21 15,0 0-8-15,0 0 11 0,2 0-13 0,0 0-1 16,2 0 4-16,16 0-3 0,4 0 7 0,6 2-12 16,1-1-4-16,-5 1-4 0,0-2-10 0,-3 0 1 15,-3 0-6-15,1 0-1 0,1 0-44 0</inkml:trace>
  <inkml:trace contextRef="#ctx0" brushRef="#br0" timeOffset="93529.04">28822 7107 5 0,'0'0'15'0,"0"2"-1"0,0 0 49 0,0-1 6 15,0 1-3-15,0 0 3 0,0-2-11 0,0 0-1 16,0 0-2-16,2 0 0 0,0 0-8 0,2 0 1 16,16-5 2-16,6-5-1 0,0-1 6 0,7 0-33 15,5 0 3-15,-7 5-14 0,-1 1-8 0,-2-1-5 16,0 1 2-16,-4 1-4 0,0 2 4 0,-2 0 0 15,0 0-6-15,-1 0 2 0,-3 1-22 0,1-1-32 16,-2 0-29-16</inkml:trace>
  <inkml:trace contextRef="#ctx0" brushRef="#br0" timeOffset="93963.67">29407 6748 561 0,'0'-1'7'15,"-2"-1"-1"-15,0-2 14 0,1 0-3 0,-3-3 2 16,0-1-15-16,2 5-19 0,0-1 0 0,2 2-9 16,-1-1-7-16,-1-1 0 0,0 0 9 0,2 0-3 0,0 3 32 15,2-1 2-15,0 0-2 0,-1 0 3 0,1 2 3 16,17-9 14-16,5-2 6 0,2 3 1 0,4 1 8 0,-1 1-18 15,3 2 1-15,-1 3-8 0,-3 1-2 0,0 0-4 16,-2 0-1-16,-4 3 0 0,6 3 7 0,-4 1-13 16,-3 3 2-16,-3 1-6 0,-5-2 14 0,0-2-14 15,-1 14 6-15,-5 3-9 0,0 6 4 0,-1 5 1 16,16 2 4-16,-9 2-3 0,-5-2-3 0,-6-2 7 16,-2-3-6-16,0 0 7 0,-2-3-8 0,0-1 8 15,2-4-4-15,0-3 5 0,0-5-5 0,0 3-5 0,0-4 5 16,2-2-4-16,0-2 7 0,-1-4 5 0,3 1-3 15,0-1 4-15,-2-3 2 0,1 0-6 0,14 7 8 16,0-2-6-16,0-1 9 0,1-5-6 0,4-1-5 16,1-2 2-16,1-2-10 0,0-1-3 0,-2-1-2 0,-1-2-1 15,-1-1-3-15,-1-2-8 0,-3-1-2 0,-1-1-5 16,0 2-23-16,-4-15-67 0,2-6-14 0,-2-2-26 16,-3-1-134-16</inkml:trace>
  <inkml:trace contextRef="#ctx0" brushRef="#br0" timeOffset="94259.97">30101 6648 253 0,'0'0'30'0,"0"0"-3"0,0-2 11 15,0 1 7-15,-1-1-10 0,-1 0 5 0,0 0-7 16,0 0-6-16,0 0 1 0,0 0-16 0,0 1 3 16,1-1-2-16,-1 0 1 0,0 0-3 0,0 0-12 15,0 0 5-15,0 0-6 0,1 2 13 0,-1 0-3 16,0 0 6-16,0 2-5 0,-2 2 11 0,-3 7-2 15,1 13-2-15,-9 6 1 0,-1-2-1 0,-5 5-8 16,-3 6 0-16,-4 0-3 0,-1 2-1 0,-3 2 1 16,-5-4 3-16,5 0-1 0,1-4 3 0,-3-5 1 15,12-4-2-15,-2-2 2 0,2-2-7 0,3-3-2 0,-1-1-1 16,7-5 0-16,0 0-1 0,5 0 0 0,6-2 3 16,-3-1-2-16,1-1 7 0,-2-2-15 0,1 1-6 15,1-3-5-15,2 1-26 0,0-2-34 0,2 1-8 0</inkml:trace>
  <inkml:trace contextRef="#ctx0" brushRef="#br0" timeOffset="94759.98">30436 7003 412 0,'0'-2'49'0,"0"0"-6"0,0-2 27 0,-2-3-6 16,-2-4-7-16,-1 0-28 0,3 5-7 0,-2-1-4 15,4 5-3-15,-4-2-13 0,1 0-2 0,1 3 6 16,-2-1-6-16,0 2-2 0,1 0 5 0,-10 5-5 0,1 3 5 16,5 7-4-16,1 14 4 0,-3-5 7 0,0 4-4 15,1 2-6-15,1-2 3 0,5 2-2 0,-2-4 4 16,3 0-2-16,-16 0-3 0,4 0-2 0,4 1 2 16,3-1 7-16,2 2-10 0,4 2 7 0,0 1-7 15,4 5 3-15,2 3 4 0,1 2-6 0,2-1 6 16,-1 3-8-16,1-2 7 0,0 2-2 0,1 1 4 0,1-5-5 15,-2-3 10-15,2-3-6 0,-2-3 7 0,3 3-12 16,-5-9 14-16,0 0-1 0,-3-9 6 0,0 0-6 16,0 0 7-16,-3-8-1 0,1 3 3 0,-2-7 8 0,0-1-3 15,0 4 1-15,0-3-3 0,-2 1-16 0,1 0-2 16,-5 0 3-16,-18 9-3 0,2-4 0 0,-1-4-9 16,1-1-1-16,2-4-1 0,-3 0 7 0,1-4-6 15,2-1-3-15,-1-3-5 0,3-1-19 0,3 0-46 16,-2-2 9-16,4 3-21 0,2-14 0 0,2-2-45 15,1-2-5-15</inkml:trace>
  <inkml:trace contextRef="#ctx0" brushRef="#br0" timeOffset="95077.22">30033 7571 246 0,'0'0'41'0,"0"0"-5"0,0 0 40 0,0-2-6 0,0 0 0 16,0 0-26-16,0 1-13 0,0-1-1 0,0 0-4 15,0 0 2-15,0 0-11 0,0 0 3 0,2 0-7 16,0 1 0-16,1-1 19 0,5-2 2 0,12-5 4 16,2-1-9-16,4 1-2 0,4 0-8 0,5 0 5 0,1-1-8 15,3 3 6-15,7-2-5 0,-7 1 5 0,9-3-2 16,4 2-11-16,-7 1 4 0,3-1-6 0,-9 3 8 16,-7 1-7-16,-8 1-2 0,-2 0-1 0,-3 1-1 15,-4-1 23-15,-1 0 7 0,-1 1 3 0,-2 1 22 0,-1 0-11 16,-1-2-6-16,-2 2-2 0,-1 0-11 0,0 1-4 15,-3-1 0-15,1 0-3 0,0 0-6 0,-2 2-8 16,1-2 1-16,-1 2-4 0,0 0-5 0,0 0 6 16,2-2-4-16,-1 0 5 0,1 1-7 0,0-1-4 15,-1 0 1-15,-1 0-4 0,0 0-4 0,0 0-22 16,0 0-1-16,0 1-17 0,0 1-107 0</inkml:trace>
  <inkml:trace contextRef="#ctx0" brushRef="#br0" timeOffset="97971.38">16146 10921 25 0,'0'0'0'0,"0"0"54"0,-2 0 5 0,1 0 15 16,-1-2 2-16,0 0-42 0,0 0-1 0,0 0-8 15,0 0 3-15,0 0-6 0,1 1-9 0,-1-1-1 16,0 0 2-16,0 0-3 0,0 0-2 0,0 2 7 15,0 0-12-15,1 0 8 0,-1 0-12 0,0 0 6 16,0 0 8-16,0 0-3 0,0 0-2 0,2 0-6 0,0 0 0 16,0 0 0-16,0 0 9 0,0 0 12 0,0 0-4 15,0 0 6-15,0 0 5 0,2 0-6 0,0-2 6 16,2 0-7-16,-1 2 0 0,18-3-13 0,1-1 2 0,2-2-5 16,4 1-1-16,-2 1-4 0,4 0-2 15,3 1 1-15,1 1 3 0,3-2-1 0,0 2 1 0,6 0-1 16,1 1-1-16,3-1-7 0,-1 0 3 0,-5 0-4 15,4 0 12-15,1-2-5 0,2 3-2 0,0-1-1 16,-7 0-4-16,-4 0 9 0,1-2-3 0,1 2 4 16,1 1-12-16,3 1 12 0,2 0-5 0,5 0 6 0,0 0-8 15,4 0-1-15,-2 0 5 0,-6 1-2 0,8 3 1 16,-8-2 1-16,-1 2-1 0,0-2 1 0,-16-1-2 16,3 1-2-16,-2 0 2 0,-4 0 0 0,0 0 8 0,-2-2-7 15,0 0-1-15,-2 0-2 0,0 0 2 0,3 0 1 16,-1 0 4-16,-2 0-2 0,0-2-8 0,-3 0 9 15,-1 0-4-15,1-1 5 0,-6 1-2 0,2 0-5 16,-4 0 4-16,-5 2-3 0,3-2 3 0,-7 2 7 16,0 0-3-16,-1 0 4 0,3-2-6 0,0 0 6 15,0 1-7-15,-3-1 7 0,1 0-3 0,-2 0-8 16,0 0 1-16,-2 0-3 0,1 2 1 0,-9-2 6 0,-12 1-4 16,-4-1 4-16,-2 0-4 0,-2 2 1 0,3 0 4 15,-1 0-5-15,-2 0-6 0,-2-2 10 0,-1 0-7 16,-6-2 9-16,-2 3-6 0,-5-3 5 0,-4 0-1 15,5 0 2-15,-11-1-4 0,2 1-3 0,1-1 4 0,-3-1-4 16,10 2 6-16,-1 1-4 0,3-1 2 0,3 0-3 16,-2 2-3-16,4 0 6 0,-4 1-2 0,-3-1 5 15,-1 2-5-15,-6 0-1 0,-9-2-2 0,9 2 2 16,-9 0 4-16,5 0-1 0,7 0 2 0,-2 0-3 16,11 0 0-16,0 0 5 0,4 0-3 0,5 0 3 15,-1 0-1-15,5 2 3 0,2 0-4 0,2-1 4 0,5 1 2 16,2 0-14-16,3 0 9 0,1 0-11 0,1 0 6 15,3 0-3-15,4-2-1 0,3 0-1 0,0 0-11 0,-2 1-2 16,0 1-4-16,3 0 4 0,-1 0 9 0,0 0 6 16,0 0 2-16,2 0-1 0,0-1 0 0,2 1 1 15,0 0 0-15,1 0 2 0,5 0 0 0,14 5-2 16,0-1 0-16,4-2-1 0,0-1-3 0,2 1 5 16,2-2-4-16,3 2 4 0,3-3-4 0,8 5-2 15,6-2 5-15,2-1-5 0,6 3 5 0,0-2 1 16,-1 1-2-16,1-1 0 0,-5 0 1 0,-2-2 2 15,-1-1-2-15,-4 3 1 0,2 0-5 0,3 1 0 16,-3-1 7-16,-2 0-4 0,3-2 2 0,-1-2 3 0,2 2-4 16,-5-2 3-16,-5 0 0 0,-3 0-3 0,-1 0 2 15,-5 0-1-15,-1 0-1 0,-6 0-3 0,-2-2 3 16,-3 0-2-16,-4 0 5 0,-2 2-1 0,-2-2 5 16,-4 2-4-16,3-2 2 0,-5 2 9 0,1 0-13 0,-2 0 12 15,-1 0-6-15,1-2 11 0,0 1-4 0,-1-1 4 16,1 0-4-16,-2 0-7 0,0 0 4 0,0 0-6 15,0 0 10-15,-1 1-9 0,-1-1 3 0,0 0-7 16,0 0-6-16,-1 0 5 0,-1-2-1 0,-8-1 3 16,-10-6-1-16,-12 0-5 0,1 3 3 0,-4 3-2 0,-3 1 6 15,-2 0-2-15,-3 2-2 0,0 0 0 0,-1 2-2 16,-3 0 1-16,3 0 1 0,-1 0 0 0,2 0 2 16,4 0-1-16,-1 0 4 0,-1 4-2 0,0 0 6 15,0 0-12-15,0-1 4 0,0 1-4 0,-7 0 9 0,2-1-6 16,5 1 1-16,-2 0-1 0,6 0 0 0,4-3 1 15,-5 3-1-15,5-2 1 0,7 0-1 0,0 0 0 16,6 0-1-16,3-1 1 0,0 3 3 0,6-2-4 16,-2 0 3-16,6 0-3 0,-1 0 2 0,3-1-1 15,1-1 0-15,2 0-1 0,-2 2 0 0,1 0-6 16,1 0-3-16,0 0 1 0,0 0 2 0,2 0 7 16,0-1 0-16,2 1 0 0,0 0-2 0,7 2 2 0,24 7-3 15,6-4 3-15,8-1-4 0,3-2 0 0,4-2 3 16,0-2-3-16,0 0-4 0,-1-2 6 0,3-2 0 15,0-2 2-15,-1 1 1 0,5-1 2 0,-1-1-4 0,8-1 1 16,7 1-3-16,6-2 4 0,2-1-1 0,-8-1 3 16,-9 2-3-16,-4 0-3 0,-9-1-1 0,-1 3 1 15,-9 0 4-15,-6-1-1 0,-1 3 4 0,-4-1-4 16,-3 0-1-16,-2 1 10 0,-5 1-10 0,-5 2 11 16,-4 0-6-16,-5 1-4 0,0 1 9 0,-3 0-9 15,0 0 10-15,0-2 3 0,-1 2 1 0,-1-2-1 0,0 0-2 16,0 0-9-16,0 0 4 0,-2 0-4 0,0 1 3 15,0-1-8-15,-2 0 1 0,0 2-2 0,0-2 12 0,0 2-11 16,0 0 3-16,1 0-6 0,-3 0 8 0,0 0-5 16,2 0-2-16,0 0-2 0,-1 0-3 0,-1 0-15 15,0 0-7-15,1 0-16 0,-1 0-147 0</inkml:trace>
  <inkml:trace contextRef="#ctx0" brushRef="#br0" timeOffset="102666.24">13521 7257 13 0,'-2'0'0'0,"0"0"3"0,0 0 37 0,1 0-1 16,-3-2 2-16,0 1-17 0,0 1-7 0,-5-4-12 16,4 2-3-16,-1 0 1 0,-3-2-8 0,1 3 5 15,-1-3 0-15,-2 0 0 0,2 2-1 0,-3 0-14 0,-2 1 6 16,-1 1-6-16,-2 0 10 0,-3 0 3 0,-1 1 2 15,-1 3 1-15,-2 0 2 0,0 0 5 0,1-1 1 16,1 1 2-16,-2 0-1 0,3-1 4 0,1 1-5 0,1 0 6 16,1 0-7-16,-1-1 0 0,3 1-9 0,-7 2 3 15,3 1-7-15,-4 0 6 0,-4 5 5 0,4-3-1 16,-4 2-3-16,2 0 2 0,2 0-1 0,0 0 0 16,-10 4-1-16,1-2 0 0,-1 0-1 0,7 0 1 15,6-2 4-15,1 0-4 0,1 1 4 0,-1 1-6 16,3-2-6-16,4-8 11 0,2 14-7 0,2 4 8 15,-1-1-15-15,-1 2 11 0,2 2-3 0,-2 2 5 0,3 4-14 16,-3 4 12-16,2 3-9 0,-2 0 9 0,1 6-9 0,-1 1 3 16,-2 1 3-16,2-3-2 0,2-1 1 0,-2-2-6 15,1-2 2-15,-1 2-2 0,0 0 8 0,0-2-3 16,0 2 5-16,-2 0-3 0,5 4-2 0,1 2 2 16,-2-1-7-16,5 3 7 0,-3 1-1 0,-19 6-4 15,11 0 2-15,7-4-3 0,6 2 4 0,2-8-6 16,0-1 9-16,4-4-6 0,0-6 15 0,1-1-15 15,3-2 3-15,1-2-6 0,2-1 16 0,0 1-13 16,2 0 3-16,0 0-9 0,2 0-1 0,0 0-13 0,0 0 0 16,2-1-3-16,1 3 0 0</inkml:trace>
  <inkml:trace contextRef="#ctx0" brushRef="#br0" timeOffset="103073.92">13987 9628 13 0,'2'-2'6'0,"0"1"13"0,3-14 7 0,21-17 5 0,2-1 8 16,-2-3 6-16,2 1-2 0,0-4 3 0,-2-2-9 0,-2 0 2 15,-2 2-9-15,2 2 5 0,-1 0-9 0,-3 2-5 16,-3-2 12-16,-2 2-11 0,-4 1 4 0,-2 1 6 15,4-1-14-15,-7-1 11 0,1-6-14 0,-1-2 7 16,18-5 8-16,-8-8-4 0,-8-3 6 0,-6-8-9 16,0 0-2-16,-2 2-1 0,0 6-9 0,0 3 2 15,0 2-5-15,0 4 3 0,0 2-6 0,0 3-1 16,0 3 7-16,-2-1-5 0,-4-2 3 0,-3-7-3 0,-2 0-6 16,-2-1 4-16,-6-7 6 0,-1 8-6 0,-3-3 4 15,-3 3-6-15,25 7-1 0,-35 0 11 0,1 8-8 16,2 2 6-16,1 3-15 0,1 5 10 0,-3 1 1 15,1 1 2-15,-4 5-2 0,1 0-11 0,-1 5 6 16,-4 4-5-16,-3 1 7 0,-12 1 3 0,-5 5-8 0,-10-25 6 16,-3 14-9-16,-4 13 5 0,2 6 1 0,3 5 0 15,1 4-1-15,9 4-5 0,2 1 1 0,1 4-6 16,-9 4-18-16,3 2-213 0</inkml:trace>
  <inkml:trace contextRef="#ctx0" brushRef="#br0" timeOffset="104012.89">28000 8602 264 0,'0'0'53'0,"-2"0"-8"0,0-2 19 16,0 0 5-16,-2 0-19 0,1 0-13 0,-1 0-9 15,0 0 0-15,1 1-6 0,1-1-23 0,0 0-7 0,0 0 1 16,0 0 0-16,2 0 7 0,0 0 8 0,2 1 2 16,2-1 2-16,9 0 7 0,15-4 4 0,5 3 0 15,-3-1 1-15,3 2-8 0,-1 0-10 0,-1 2-4 16,-3 0 0-16,-2 0 5 0,-4 0-5 0,-3 0 3 0,-2 0-4 16,1 2-6-16,-3 0 8 0,0 0-5 0,-2 0 5 15,-2-1-9-15,-2 1-8 0,-1 0 4 0,-3-2-6 16,-3 0-5-16,0 0-92 0,2 2 4 0,-1 0-32 15,1 0 1-15</inkml:trace>
  <inkml:trace contextRef="#ctx0" brushRef="#br0" timeOffset="104189.43">27929 8848 234 0,'0'0'46'0,"0"0"-4"16,-2 0 37-16,0 0-9 0,1 0-2 0,-1 0-30 15,0 2-17-15,0 0 0 0,0 0-6 0,0 0 4 0,2 0-8 16,0 0 3-16,2-1-7 0,0 1-3 0,5 0-1 15,27 6 2-15,7-3-1 0,3-1 15 0,1-4-1 16,-2 0-8-16,1 0 2 0,-1 0-25 0,1 0 4 16,3-2 3-16,-8 0-2 0,2 0-11 0,-2-1 1 15,0 1-14-15,1-2-15 0,1 0-267 0</inkml:trace>
  <inkml:trace contextRef="#ctx0" brushRef="#br0" timeOffset="104610.63">28922 8802 618 0,'-1'-2'31'0,"-1"0"46"0,0 0-62 0,0 1-5 16,0-1-9-16,0 0 3 0,0 0-14 0,1 0-5 15,-1 2 5-15,2 0-3 0,0 0 8 0,2 0-1 0,-1 0-9 16,3 0 6-16,9 0-6 0,17 2 12 0,-2 0-1 16,7-2 4-16,2 0-1 0,-2 0 1 0,4 0-1 15,-1 0-1-15,-7 0-10 0,-1-2 6 0,-2 0-3 16,-2 0 4-16,0-1-9 0,0-1-17 0,-2 0 1 0</inkml:trace>
  <inkml:trace contextRef="#ctx0" brushRef="#br0" timeOffset="105404.73">29938 8492 238 0,'0'0'12'0,"0"0"1"0,0-2-2 16,0 0-9-16,0 0 0 0,0 1-15 0,0-1-13 16,0 0 6-16,0 0-7 0,0 2 8 0,0 0 19 15,0 0-2-15,0 0 7 0,0-2-4 0,0 0 7 16,0 0 0-16,0 1 3 0,0-1 6 0,0 0 20 16,0 0-2-16,0 0 8 0,0 0-14 0,0 0 4 15,-2 1-11-15,0-1 8 0,1 0-11 0,-1 0-2 16,0 0 5-16,0 0-4 0,0 0 10 0,0 1-8 0,0-1 0 15,1 0-3-15,-3 0 6 0,2 0-9 0,0 0 2 16,0 0-5-16,0 1-3 0,1-1 3 0,-1 0-2 16,0 0 2-16,0 0-9 0,0 0 0 0,0 0 2 15,0 1-1-15,1-1 3 0,-1 0-3 0,0 2 0 0,0 0-1 16,0 0 2-16,0 0-2 0,0 0 7 0,1 0-4 16,-1 0 10-16,0 2-5 0,0 0 3 0,0-1-3 15,0 3-3-15,-1 5-3 0,-5 14-2 0,1 6 2 16,1-1 3-16,1 4-7 0,-1 5 1 0,2 0-2 15,1 4 3-15,-1 0 0 0,-2 1 0 0,3-3 0 16,-3-3-2-16,0 3-1 0,3-6-1 0,-1 4 0 0,0 2 2 16,1 0 1-16,-1 0 1 0,0 6 0 0,-1-2 3 15,1-4-1-15,-2 3 1 0,1-5 0 0,1 2 9 16,0-2 5-16,2 2-5 0,1-5 3 0,-1-3-10 0,0-3 5 16,2-2-5-16,0-2 3 0,-2-1-2 0,2-3-5 15,0-7 7-15,0 0-6 0,0-5 9 0,-2-1-10 16,0 0 1-16,2-5-4 0,-2 4-4 0,2-4 4 15,-1 1-2-15,-1 1 2 0,0-2-16 0,0 0-81 16,0 0-15-16,0-2-32 0,0 0-145 0</inkml:trace>
  <inkml:trace contextRef="#ctx0" brushRef="#br0" timeOffset="105916.92">29725 8722 624 0,'-2'-2'73'0,"-4"-14"155"16,-3-16-204-16,5 13-16 0,0 1-2 0,3 7-6 15,1 2-11-15,0 1-11 0,0 1 4 0,1-1-4 16,3 3 9-16,17-3 9 0,12 6-4 0,6-1 6 0,-7 1 4 16,5 0 0-16,-6-2 1 0,-3-12-1 0,-2 6 7 15,-5 8-10-15,-3 2 2 0,-3 4-5 0,-4 2 4 0,-3-1 0 16,-1 6 3-16,-5 10-2 0,0-1 14 0,13 1 5 15,-10-8-1-15,1 3 2 0,-4-3 0 0,-2 2 14 16,-2 2-6-16,0-6 8 0,-6 8-5 0,3-8-13 16,-3 0 10-16,-3 0-13 0,-9-2 3 0,-1-1-12 15,-5-1-3-15,8 1-1 0,-3-1-2 0,5 0 4 16,3 1-5-16,3-6 2 0,5 3-7 0,3-3 0 16,0 2 5-16,-2 1-4 0,3-1-5 0,1-2 2 15,0 0-1-15,-2 2 3 0,0-1-4 0,2 1-5 0,0-2-5 16,2 0 3-16,1 0 7 0,9 1 4 0,14 5-3 15,1-5 1-15,3-1-6 0,2-2 14 0,-1 0 1 16,1 0 3-16,-1 2-2 0,1 2-4 0,-2 1 2 16,-4 3-3-16,-2-1 2 0,-4 3-1 0,-3-3-2 15,0 2-1-15,-6-1 5 0,-2-1-1 0,0-1 4 0,-7 5-4 16,0 0 8-16,4-4 11 0,-1 3 3 0,-3-3 3 16,-2 2 6-16,0-1 5 0,-4-1-5 0,-1 1 5 15,-14-1-6-15,-9-1-14 0,-1-3 4 0,-3 3-10 16,0-2-10-16,6-2 0 0,0 1-2 0,6 12 2 15,3-6 1-15,4-3-12 0,2-2-3 0,2-2-7 0,3-2-30 16,3 0-16-16,-1 0-7 0,0 0-3 0,1 0-32 16,1-2-102-16,0 0 2 0</inkml:trace>
  <inkml:trace contextRef="#ctx0" brushRef="#br0" timeOffset="106402.98">30837 8329 903 0,'-2'-2'39'0,"0"0"12"0,0-2-7 0,-5-11-32 16,1 6 8-16,2 2-21 0,3 1 0 0,1 4 2 16,-2-2-1-16,0 1-11 0,0 1 4 0,0 0-11 0,0 0 10 15,0 0-1-15,1 0-1 0,1 2 6 0,0 0-5 16,0 2 5-16,1 0 8 0,1 2-4 0,0 1 4 15,7 16-3-15,1 5-1 0,-1 2 6 0,-2 1-5 16,1 3 5-16,-1 3-11 0,1 2 5 0,-3 1-6 16,1-1 17-16,-1 0-11 0,1 2 6 0,0-4-7 15,-1 0 4-15,1-3 0 0,-1-8-2 0,1 0 2 16,1 0 4-16,1-3-8 0,-1-3 5 0,1-1-5 16,-1-2 7-16,0 0-6 0,1-2-2 0,-1-2-2 15,-1-2 6-15,-1-1 9 0,-1-1-8 0,-2-3 6 0,-2-2-5 16,2-1 11-16,3 3 9 0,-1 0-3 0,-2-4 5 0,2 2-4 15,-1-2-8-15,5 0 2 0,-6 0-7 0,1-2-1 16,1-4 7-16,2-27-6 0,3-8 9 0,2-2 11 16,4-5-4-16,0-6 6 0,-4-3 4 0,2 1-11 15,-2 0 6-15,-2 6-11 0,8 6-1 0,-8 6-3 16,4 5-4-16,0 7 2 0,-5 6-8 0,1 3-2 16,2 4-3-16,-7 5 0 0,3 1-6 0,1 3 3 15,-6 1-6-15,1-1 1 0,1 0-37 0,-2 0 16 0,0 3-6 16,0-1 11-16,0 0-3 0,-1 2-1 15,1 0 1-15,0 2-7 0,-2 0-63 0,0 3-59 0,-2 21-27 16,-1 4-7-16,-1 0-87 0</inkml:trace>
  <inkml:trace contextRef="#ctx0" brushRef="#br0" timeOffset="106715.65">31628 8886 578 0,'0'0'50'0,"0"0"-10"16,0-2 25-16,-2 0 14 0,0 0-21 0,0 0-13 16,0 0-36-16,0 0 6 0,1 1-15 0,-1-1-8 15,0 2 7-15,2 0-1 0,-2 2 4 0,2-1 10 0,-2 3-8 16,0 11-5-16,-1 5 1 0,1 1 2 0,0 1 7 16,0 0 2-16,0 3-2 0,0-1-5 0,2 0 3 15,0 0 4-15,0 0 0 0,0-2 2 0,0 1 0 16,0-1-2-16,0-2 3 0,0-1 6 0,-2 0-8 15,2-5 3-15,0-2-4 0,0-1 5 0,0-4 5 16,0-1-8-16,0-1 6 0,0-1-9 0,0 0-8 16,0-1 9-16,0 1-11 0,0 0 0 0,0-2 0 15,0-1 2-15,0 1-2 0,0 0-15 0,0-2-25 0,0 0-11 16,0-2-5-16,0 0-54 0,0 1-72 0,-1-24-22 16</inkml:trace>
  <inkml:trace contextRef="#ctx0" brushRef="#br0" timeOffset="106966.78">31466 8865 429 0,'0'-2'161'0,"-2"0"-162"0,0 1 169 0,1-3-76 16,-7-7-57-16,1 0-9 0,3 3 0 0,2 4-6 0,0-1-21 15,2 3-23-15,0 0 5 0,-2-2-10 0,1 1 11 16,-1-1 10-16,2 2-6 0,0 0 7 0,2 0-5 0,-1 1 16 15,3-1 5-15,5-2 7 0,16-2 38 0,-1 3-4 16,5-1-2-16,3 0-4 0,1 2-29 0,1 1-13 16,1-1 3-16,0 2-5 0,-1 0 1 0,-3 0-5 15,-3 2 2-15,-2-2-4 0,-5 1 4 0,-3 1-9 16,5 0 5-16,-12-2-8 0,-2 0-9 0,-5 0-92 16,-2 0-11-16,1 2-31 0,1 0-93 0</inkml:trace>
  <inkml:trace contextRef="#ctx0" brushRef="#br0" timeOffset="107509.78">30040 9721 269 0,'0'0'12'0,"-2"0"-2"0,1 0-2 16,-1-2 7-16,-2 2-9 0,0 0-4 0,1 0 0 0,-1 0 4 15,-5 0-2-15,-3 0 6 0,5 0 4 0,0 0 2 16,1 0 2-16,4 0 17 0,-2 2-2 0,1-2-7 16,-1 0 4-16,0 0-3 0,2 2-15 0,1 0 13 15,-1 0-15-15,2 0 8 0,2-2 56 0,1 0-21 0,20 1 30 16,17 1-43-16,7-2-12 0,5 0 2 0,11-2-4 15,4-1 11-15,9-1-19 0,6 0 10 0,-1-1-14 16,1-1 0-16,-8-1 2 0,-5 1-8 0,-4 1 8 16,-2-1-15-16,-2 4 4 0,1 2-1 0,-1 0 0 15,-7 0-9-15,-6 2 7 0,-5 0-2 0,-17 0 4 16,2 0-2-16,-8-1-2 0,-7-1 1 0,0 0-1 16,-7 0 4-16,-1 0 2 0,-1 0 1 0,0 0 0 0,-1 0 5 15,-1 0-12-15,0 0 2 0,-2 0-6 0,0 0-13 16,-2 0-31-16,0 0-12 0,-1 0-12 0,-16-1-89 15,-9-1-68-15</inkml:trace>
  <inkml:trace contextRef="#ctx0" brushRef="#br0" timeOffset="107874.78">29983 9955 796 0,'0'0'24'0,"0"0"0"0,-2 0-5 0,0-2-2 16,0 0-10-16,0 2-22 0,0 0-6 0,1 0 2 16,-1 0-1-16,2 0 0 0,0 0 2 0,0 0-6 0,0 2 4 15,2 0-3-15,-1 0 29 0,3 0 12 0,7 1 7 16,17 5 44-16,6-3-28 0,3-1 8 0,7-2-13 16,4-2 17-16,10-2-19 0,-2-2-1 0,12-1-7 15,-1-1-12-15,6-3 0 0,3 2-2 0,-7-1 2 16,-1-1 3-16,-7 1-3 0,-3-1 6 0,7 2-5 15,0-1-1-15,2 3 4 0,0-1-5 0,-12 1 7 0,1 1 1 16,-8 2-7-16,-1-2 4 0,-4 3-5 0,-10-1 7 16,-7 0-5-16,-6 2 0 0,-5 0-3 0,-4 0-3 15,-3 0-6-15,-5 0 0 0,1 0-2 0,0 0 4 0,0 0-12 16,-1 0 3-16,1 0-10 0,-2 0-20 0,0 0-43 16,0 0-44-16,-2 0-12 0,0 0-264 0</inkml:trace>
  <inkml:trace contextRef="#ctx0" brushRef="#br0" timeOffset="109715.38">19113 10856 89 0,'0'0'31'15,"0"0"50"-15,-1 0-43 0,1 0 3 0,-2 0 3 16,0 0-4-16,0 0-16 0,0 0-5 0,0 0-4 16,0 0 3-16,1 0 0 0,-1 0 3 0,0 0-3 0,0 0 2 15,-2-2-4-15,2 2 0 0,-1-2-2 0,-1 2 1 16,0 0 3-16,1 0 14 0,1 0 2 0,-8-2 4 16,7 2 5-16,-1 0-20 0,2 0 3 0,-2-2-10 15,1 0-6-15,-1 2-9 0,0 0-10 0,2 0 2 16,1 0-19-16,-1 0 8 0,0 0 3 0,0 0 0 15,2 0 7-15,0 0 35 0,2 0 4 0,2 0 12 16,9 0 20-16,16-3-38 0,1 1 6 0,2 0-16 0,1 0 1 16,2 0 4-16,1-2-2 0,1 1 5 0,3-1 6 0,1 2-17 15,6 0 4-15,-3 0-8 0,-1 1 2 0,2-1-8 16,-6 2 3-16,1 0-3 0,-2 0 7 0,-5 0-3 16,-1 0-1-16,-5-2-1 0,-1 0 0 0,-3 0 14 15,-3 0-4-15,-7 0 8 0,2 1-9 0,-6 1 4 16,1-2 0-16,-3 2 2 0,-1 0-1 0,-5 0-8 15,1 0 4-15,2 0-6 0,0-2-2 0,-1 0 3 16,-1 0-9-16,0 0 7 0,0 0-3 0,-2 1-7 16,0-1 4-16,-2 2-6 0,-2 0 0 0,-7-2 5 15,-15-2-2-15,-5 2 3 0,5 2 5 0,-6 0-3 0,-3 0-2 16,1 0-1-16,-3 0-4 0,2 2 4 0,5 0 0 16,-5 0 1-16,2 0 1 0,-3 0 3 0,3-1-3 15,5 1 2-15,-2 0-7 0,2 0 7 0,-1 0-2 0,-1 2 3 16,0-3-8-16,3 3 6 0,-5 0 4 0,0 0-1 15,1 1 1-15,-4 1 1 0,1-3-3 0,8 1 3 16,-2 0-4-16,8-2 1 0,1 0-4 0,4-2 1 16,6 0-5-16,2 0 3 0,1 0 0 0,4 0 0 15,0 0-6-15,-1 1-14 0,-1-1 2 0,2 2-6 16,0 0 11-16,0 0-5 0,2 0 10 0,0 0-7 0,2 0 20 16,2-1 2-16,20 3-1 0,15 0 0 0,2-2-6 15,-6-2 0-15,6 0 0 0,-2-2-1 0,0 0 6 0,2-2 1 16,0 1-6-16,5-3 2 0,-1 0-1 0,3 1 1 15,-2-1 1-15,5 3-3 0,-9 1-5 0,-1 0 4 16,0 0 2-16,-11 0-1 0,7 2 4 0,-7 0 3 16,-4 0-6-16,-4 0 5 0,-5 0 0 0,-3 0-2 15,-2 0 4-15,-7 0-5 0,-1 0-5 0,0 0 10 16,-1 0-4-16,1 0 7 0,0 0-2 0,-2 0 0 16,-1 0 4-16,1 0-4 0,-2 0-9 0,0 0 4 15,-2 0-3-15,1 0 5 0,-3 0 0 0,-26-5-1 0,-1 1-1 16,3 2 1-16,-4 0-8 0,-3 2 8 0,-2 0-3 15,-2 0 7-15,0 0 0 0,2 0-3 0,1 2 1 16,-1 0-4-16,4 0-3 0,-1 0 5 0,1-1-5 16,1 3 6-16,-3 0-7 0,3 0 4 0,-3-1 1 0,2 1 0 15,1 0-8-15,-1 1 4 0,3-1 0 0,2 2 1 16,0-3-1-16,8 1 1 0,1-2 3 0,5 0-1 16,6 0-1-16,3-2-6 0,3 0-7 0,-2 1 1 15,0 1-12-15,2 0-3 0,1 0 4 0,1 0-4 16,0 2 14-16,1-1 11 0,3 1 0 0,24 11 2 15,9-4-6-15,4-4 3 0,0-5-1 0,3-2 3 0,1-3 9 16,1-3-10-16,4-1 3 0,2-3-4 16,6-1-3-16,1 4 9 0,-3-1-5 0,0 3 7 0,-10-1-10 15,1 2 3-15,-5 1 0 0,-10 1 2 0,0 2 4 0,-12 0-2 16,-1 0 1-16,-6 0-2 0,-4 0-3 0,-4 0 2 16,1 0 5-16,-4 0 0 0,2 0 9 0,-1 0-11 15,-1 0 3-15,0 0-4 0,-2 0 6 0,-2-2-3 16,-2 0 0-16,-20-3 0 0,-11-1-4 0,-6 2 6 15,2 1-1-15,0 1 3 0,-4-2-2 0,4 2-6 16,6 0-3-16,-4 0 0 0,3 1 2 0,3-1-1 16,-1 2 3-16,4-2-3 0,4 2 3 0,2 0-4 15,-2-2 0-15,2 2-1 0,-1 0 2 0,5 0 4 0,-1 0-5 16,3 0 2-16,1 0-8 0,2 0 4 0,3 0 2 16,3 0 0-16,1 0-2 0,5 0 1 0,-3 0-4 0,0 0 2 15,2 0-18-15,0 0-2 0,1 0 2 0,-1 0-1 16,2 0 12-16,0 0 10 0,2 0-2 0,1 0 3 15,21 2-8-15,8 0 6 0,1 0-3 0,6-1 4 16,2 1-5-16,6-2 5 0,-1 0-4 0,2 0 4 16,6 0-1-16,2 2-2 0,-6-2 8 0,-4 2-5 15,-7 0 7-15,-7 0-4 0,0 0-5 0,-8-1 2 16,-8 1-11-16,-3 0 11 0,-3 0-10 0,-3 0 3 16,1 0-57-16,-3 0-242 0</inkml:trace>
  <inkml:trace contextRef="#ctx0" brushRef="#br0" timeOffset="112414.65">16263 9719 88 0,'0'0'0'0,"-2"0"6"0,1 0 54 15,-3-2-23-15,2 2 5 0,-13-1-23 0,0-1 7 0,2 0 4 16,0 2 0-16,-2 0-1 0,1 0-4 0,-1 0-10 15,-6 0 3-15,-3 2-5 0,-2 1-4 0,-3 3-8 16,-5 3-2-16,3-1-2 0,-1 1 1 0,-1 2 3 16,1-2 4-16,-3 3-1 0,1-1 6 0,3-2-5 15,-1 2-1-15,4-2 0 0,0 3-2 0,4-1 3 16,2 2-3-16,-2 2 2 0,2-1-4 0,3-6 6 0,-1 18-6 16,3 3 5-16,0 5-7 0,2 7 1 0,0 3 1 15,2 6-2-15,-1 4-3 0,1 0 2 0,0 4 7 16,3-3-3-16,3-1 8 0,0-2-7 0,1-7-4 0,0-4 0 15,3-2-3-15,-20-2 8 0,12 0-3 0,6 0 4 16,3-2-8-16,2 1 4 0,4 1 5 0,3-4-2 16,2 4-3-16,2-1 1 0,4-1 0 0,2 2 1 15,0-5 9-15,1-1-12 0,-14-3 9 0,24-2-9 16,1 2 12-16,3-4-11 0,0 2 3 0,5-4-3 16,0-3 17-16,2-4-8 0,2-4 3 0,0-2-5 15,-1-3 5-15,5-1-4 0,0 19-2 0,-5-11-3 16,-2-7-11-16,-7-4 11 0,-3-2-4 0,-4-4 6 0,-2-2 1 15,2-1-5-15,2-6 11 0,-1 0-9 0,1 11 9 0,-2-22-6 16,0 0-2-16,2 0 1 0,-2-8 0 0,0 1 1 16,2 1 2-16,2-5 0 0,0 3 4 0,-6-1-2 15,2-1 2-15,-3 3 0 0,5-3 10 0,-4 1 2 16,-9-4 0-16,2 1-1 0,-10-3-13 0,5 2 6 16,1-2-8-16,-4-3 7 0,-3-3-13 0,-2-9 8 15,0-5-2-15,27-10 3 0,-16-5-7 0,-11 1 2 16,-7 5 7-16,-3 6-1 0,-1 9 13 0,-4 8 3 0,-2 8-9 15,-2 5 4-15,3 8-19 0,6 2-2 0,-12 5-3 16,-3 6 0-16,3 6-18 0,-2-10-34 0,1 5-29 16,-1 7-13-16,-2 3-198 0</inkml:trace>
  <inkml:trace contextRef="#ctx0" brushRef="#br0" timeOffset="113428.47">19529 9758 62 0,'-2'0'24'0,"1"0"-13"15,-3 0 18-15,-15-2-3 0,-7-1-11 0,-2 1-5 16,1 0 5-16,1 2-9 0,-4 0-8 0,2 2 3 16,-2 3-6-16,-1 1 5 0,-1 1-3 0,-1 3 4 15,-4 1 15-15,0 0-8 0,-8 4 11 0,4-2-2 16,0 2-13-16,-1 0 9 0,4-1-8 0,-1 3 7 15,2 0 5-15,9-2-2 0,1-1-3 0,2 1 4 0,5-13-14 16,-2 20 10-16,3 3-14 0,2 1 2 0,3 1 5 16,1 5-5-16,0 1-8 0,3 3 5 0,-1 1-1 0,4 4 3 15,-1-2-5-15,3 3 3 0,1 1-8 16,2-9 7-16,-18 1-6 0,9-5 1 0,5-3 1 0,2 3 0 16,4-4-3-16,2-2 7 0,2 0 1 0,2-3 1 15,3 1 7-15,0-2-6 0,4 3 4 0,0-3-4 16,-11 2 6-16,20-1 4 0,2-1-7 0,4 1 5 15,2 1-10-15,0-2 8 0,5 3-3 0,-4-3 5 16,1-1-5-16,1-1 9 0,1 1 2 0,1-4 2 0,-3-2 21 16,3-4-13-16,-3-2 4 0,-1-3-7 0,1-2-1 15,-1 17-9-15,1-6-1 0,-1-6-3 0,-1-3-1 16,2-4-4-16,1 0 5 0,2-2-5 0,4-2 7 0,0 0-3 16,4-3 1-16,2 0-2 0,3-1-2 0,-2-1 2 15,3 1-4-15,-9 1 3 0,-1 0-4 0,2-1 3 16,-4 1 1-16,1-1 1 0,-7 3 1 0,-3-3-3 15,2 1-3-15,-4-1 1 0,1-3 2 0,1 0-5 16,2-2 4-16,0-2-5 0,3-1 14 0,-1-1-8 16,3-4 8-16,2-1-8 0,6 20 0 0,0-22 1 15,-1 2-1-15,-6 0 3 0,-3-1 3 0,-9 1 1 0,-5 0-2 16,1-1 2-16,-11 1-2 0,4 0 16 0,-5-2-2 16,-1-2 7-16,-5-8 7 0,19-3 18 0,-12 4-2 15,-7-10 5-15,-4 4-15 0,-4-2-5 0,-5-3-9 0,2 3 5 16,-4-4-7-16,0 6-4 0,-4-2 10 0,0 6-9 15,16 0-7-15,-27 1 6 0,-4 3-10 0,-5 1 10 16,0 2-13-16,-8 1-6 0,1 1-3 0,-5 3 0 16,-1 5-3-16,-2 5-9 0,-11 7-2 0,-11-25-9 15,-13 23-69-15,-23 17-222 0</inkml:trace>
  <inkml:trace contextRef="#ctx0" brushRef="#br0" timeOffset="115465.72">21685 7656 256 0,'0'0'-38'0,"0"-1"35"16,0-1 7-16,0 0 3 0,0-2 35 0,0-3-12 0,-2-4-2 15,0 1-1-15,0 1 3 0,2 3 8 0,0 3-25 16,0-1 8-16,0 2-16 0,-1-2-8 0,-3 1 4 16,0-1-3-16,-3 0 4 0,-6-3 1 0,-4 1 1 15,0 4 1-15,1 2-1 0,-1 2 2 0,0 2-2 16,-1 3-4-16,-3 3 2 0,-1 1 1 0,0 2-8 15,-4 2 10-15,3-10-11 0,7 14 4 0,-5 1 2 16,6 1 0-16,4-6 2 0,-6 9-2 0,4 2 1 16,2-2-1-16,2 7 1 0,-2-3-10 0,2 4 7 15,-3 1-1-15,1-1 4 0,-2 1 4 0,2-1-4 0,2-3-3 16,-4-3 1-16,0 0-5 0,2 2 3 0,1-2 3 16,7 4 1-16,1-2 10 0,-4 2-15 0,-1-1 4 15,1 1-6-15,-1 0 4 0,5 3 4 0,0-1-7 16,-16-3 5-16,5 5-2 0,5-4-5 0,6 1 5 0,2 8-4 15,2-7 5-15,2-3 9 0,3 3-4 0,1-6 5 16,3 2-9-16,2 0 0 0,2-2 5 0,0-4-4 16,-12 0 1-16,23-1 5 0,-2-5-8 0,2-5 7 15,2-1-6-15,0-3 17 0,-4-1 6 0,0-4 5 16,1 14 21-16,-1-6-13 0,4-5 2 0,-2-5-8 0,3-5-1 16,1-7-7-16,2-4-5 0,3 8 0 0,4-23-14 15,0-8 6-15,0 2-2 0,2-6 3 0,-4 0-4 0,2-1 1 16,3-1 0-16,-6 2-1 0,-3-1-5 0,-3 3 9 15,-8-2 2-15,-5 1 1 0,1 1 3 0,-1 0 15 16,-9 2-2-16,1 4 9 0,13-4 9 0,-11-4-14 16,-9-2 0-16,-7-3-7 0,-8-4-12 0,-10-2 0 15,20-1-8-15,-42 3 4 0,-1 5-10 0,-8 12-5 16,2 9 5-16,-2 11-6 0,-4 8-7 0,-3-21-11 16,-8 26-14-16,-12 28-10 0,-18 5-162 0</inkml:trace>
  <inkml:trace contextRef="#ctx0" brushRef="#br0" timeOffset="117277.29">22936 12250 256 0,'0'0'-31'0,"0"0"32"0,0-2 18 15,0 0 8-15,0 0 33 0,0 1-9 0,2-1-4 16,0 0-7-16,0 0 8 0,0 0-5 0,0 0 8 15,0 0 5-15,-1 1-1 0,1-1 11 0,0 0-23 16,0 0 6-16,0 0-11 0,0 0 0 0,0 0-13 0,-1 1-11 16,-1-1 2-16,0 0-16 0,0 0-2 0,0 0 6 15,0 0-4-15,0 2 1 0,0 0 7 0,0 0-5 0,0 0 4 16,0 0-12-16,-1 2 5 0,-1 0-1 0,0 0 5 16,0 2 12-16,0-1-15 0,0 3 5 0,-3 5-8 15,-1 2 8-15,2-2-7 0,-1 2 6 0,1 0-7 16,0 2 1-16,3-2 3 0,-1 0 1 0,2 0 2 15,0 0 1-15,0 0-3 0,0 2-1 0,0-4 2 16,2 0 8-16,-1 2-8 0,1-2 2 0,0-2-4 16,2 3 2-16,0-3-2 0,-1-2 9 0,-1-3-5 15,-2-2 9-15,0 0 11 0,9 5 5 0,6 2 4 0,2-3 11 16,5-2-15-16,2-6-6 0,4-6-2 0,4-8-17 16,7 10 4-16,3-27-7 0,9-8 6 0,2 2-7 0,12-2 0 15,2-3 0-15,13-7-2 0,0-6-6 0,-2-10 3 16,2-9-1-16,-8-2 2 0,1 0 1 0,-3 2-18 15,3 9 4-15,12 4-10 0,-1 7-13 0,8 10-170 16,-4 3-92-16</inkml:trace>
  <inkml:trace contextRef="#ctx0" brushRef="#br0" timeOffset="122357.51">19334 13949 120 0,'0'0'0'0,"0"-2"50"0,-2 0 15 0,1 0 7 16,-1-1 8-16,0-1-45 0,0-4-9 0,-2-3-9 15,1 0-1-15,-3 0-2 0,0 0-3 0,1 0-4 16,-1 0 0-16,-1-4 0 0,-1 0 8 0,3 0 14 16,-2 0 0-16,1 4 4 0,0-2-9 0,1 2 14 15,-3-4-2-15,1 0 7 0,0 0-7 0,-1 0-8 0,1 4-2 16,-1-2-3-16,1 2-14 0,3 2-4 0,-13 0 0 16,3 7 0-16,-9-6 1 0,-1 7-7 0,-2-16 2 15,0 6-2-15,2 7 0 0,-2 4 10 0,-4 0-10 0,1 2 10 16,-5 3-11-16,3 5 2 0,5-1 6 0,-4 4-2 15,4 0 3-15,4-2-3 0,-1 2-4 0,1 2 2 16,3-2-2-16,-1-9 9 0,0 16-7 0,1-1 5 16,2 3-11-16,3-2 8 0,-1 3-4 0,0-1 5 15,-2 2-10-15,0-2 8 0,3 2-3 0,-1 1 4 16,2 1-8-16,0-2 4 0,2 2 4 0,-2 0-2 0,1 2-1 16,1 1 1-16,0 5-3 0,-2-1 1 0,0 1-10 15,4 5 10-15,-2-2 2 0,3 2 3 0,5 5 1 16,-3-3-10-16,2 0 4 0,2 2-6 0,1-3 6 0,-22-1-1 15,10 0 0-15,8-5 1 0,3-1 9 0,2 1-13 16,2-1 2-16,3 1-4 0,3 1 11 0,1-2-7 16,2 1 1-16,2-1-5 0,0 1 2 0,0-1-3 15,0 2 4-15,0-1-4 0,2-1 3 0,4 4 2 16,-1-3 2-16,3 3 0 0,-3-4 7 0,-1-3-7 16,1 0 0-16,-3-6-4 0,-11 0 3 0,16 0-7 15,3-5 7-15,-1 1-5 0,-2-5 9 0,4-2-3 0,2 2 0 16,-1-6 0-16,1 0 0 0,-4 1 9 15,2-3-9-15,0-3 6 0,0-1-6 0,2-1 7 0,-2 15 2 16,1-6 0-16,2-3-10 0,-1-7 8 0,0-1-7 0,2 0 9 16,-4-3-2-16,-1-5-9 0,3-3 10 0,-6 0-9 15,1 5 11-15,3-21-8 0,-4-5-1 0,2 0-1 16,1-3 3-16,-3 0 9 0,0 3-7 0,1-7 6 16,-1 4-7-16,1 0-1 0,1-2 6 0,-2 1-5 15,1 1-5-15,1 0 8 0,0-2-5 0,3 1 7 16,1-1-12-16,-2 0 1 0,7 2-5 0,-3 0 6 15,-6-1 1-15,1 3 2 0,-8-1 2 0,1-3-2 16,3 0 0-16,-1 2 5 0,-3-8-1 0,-2 4 1 0,-2-2-3 16,-3-5 1-16,-3 5 4 0,20-5-1 0,-11 1 13 15,-6 2-4-15,-6 1 2 0,-4-1-1 0,-6-2 13 16,-6 1-1-16,-5-1 3 0,-1 3-4 0,10-1-12 0,-29 4 1 16,-7 0-8-16,-6 4 6 0,4 5-7 0,-8 4-14 15,-2 9-5-15,-1 15-11 0,-8-24-80 0</inkml:trace>
  <inkml:trace contextRef="#ctx0" brushRef="#br0" timeOffset="123787.46">20842 15817 256 0,'0'0'-55'0,"0"0"34"0,-2-2 3 16,0 0 8-16,0 0 51 0,1 0 2 0,-1 0-12 15,0 1 5-15,-2-1-5 0,0 0-3 0,1 0 1 16,-5-2 2-16,-1 1 2 0,-2-1 7 0,2 0-17 16,-1 0 2-16,-1 1-5 0,0 1 6 0,-2 0-3 15,-2 0 3-15,-3-2-2 0,1 3 9 0,2-1-1 0,0 0 1 16,-2 2 1-16,1-2 13 0,-3 0-15 0,-3 0 5 16,9 2-9-16,0-2 1 0,5 2-11 0,-1 0 3 15,0-1-5-15,5 1 2 0,-5-2-13 0,7 2 7 16,-2 0-8-16,1 0 7 0,-1 0-18 0,2 0 2 15,0 0-7-15,0 0-2 0,1 0 14 0,1 0-6 0,0 0 8 16,1 0-8-16,1 0 6 0,2 0-3 0,7 0 3 16,13 0-11-16,2 0 10 0,4 0-4 0,0 0 5 15,1 0 0-15,1 0 2 0,1 0-1 0,4-2 1 16,2 2-13-16,4-2 14 0,5 0-8 0,8-2 11 16,5 1-7-16,10 1 2 0,-1-2 6 0,3 0-3 0,3 1 3 15,-4-1-5-15,3 0 1 0,-5 1 1 16,1-1 13-16,-1 0-12 0,8-1 3 0,9-1-6 0,1 0 5 15,6 1 7-15,-4-3-1 0,-7 1 1 0,-1 0-11 16,-6-3 13-16,6 1-9 0,3 0 11 0,6-1-6 0,7 1-7 16,-3 0 12-16,-8 2-11 0,-9-3 4 0,-9 5-2 15,-6-1-1-15,-2 1 1 0,-3 1-2 0,-2 2-2 16,-4 2-2-16,-4 0 2 0,2 0 2 0,-5 0-3 16,-6 0-1-16,-6 2-1 0,-7 0-1 0,0 1 0 15,-5-1-2-15,-8 0 1 0,0 0 0 0,-8-2-3 16,1 2 2-16,1 0-4 0,-3-2-8 0,-2 0-3 0,1 2-5 15,1-1-6-15,-2 1-81 0,0 0-189 0</inkml:trace>
  <inkml:trace contextRef="#ctx0" brushRef="#br0" timeOffset="124284.75">20799 15958 352 0,'0'0'21'0,"0"0"-10"16,0 0 18-16,0 0-6 0,2 0-24 0,0 0 4 0,0 0 4 16,2 0 1-16,9 0 6 0,5-2 14 0,-1 2-9 15,1 0 9-15,3 0-19 0,1 0 2 0,2 0 4 16,0 2-1-16,2 0 0 0,4 0 1 0,0-1-1 15,7 1 3-15,4 0 12 0,-6-2 16 0,2 0-4 0,-2-2 7 16,3-1-10-16,6-1-1 0,-1-2-8 0,0 1 4 16,-3-3-13-16,3-1 3 0,4 0 0 0,6-1 0 15,3-3-1-15,5 0-6 0,6-1 6 0,7-1-6 16,6 2 2-16,2 0 3 0,-2 0-5 0,-2 2 2 16,-8 1-18-16,-6 3 3 0,-1 1-1 0,-2 3 2 15,-2-1-6-15,1 2 0 0,-5 2-4 0,-1 0 3 0,0 4-5 16,-6 1-28-16,-1 1-36 0,-10-1-13 0,-2 1-261 15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2:55:0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81 12107 0 0,'0'-1'864'0'0,"-2"-1"248"0"0,-3-6-480 0 0,-9-18-592 0 0,4 5 8 0 0,5 12-128 0 0,4 4-8 0 0,-1 2 24 0 0,2 1-32 0 0,0 0-72 0 0,0 1-240 0 0,2 2-600 0 0,-1 1 8 0 0,1 1-449 0 0,6 15-151 0 0,2 5-176 0 0,-4-1-1385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02:1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65 14027 0 0,'-11'-9'1483'0'0,"8"7"-1389"0"0,0-1 1 0 0,0 1-1 0 0,1 0 0 0 0,-1-1 0 0 0,1 0 1 0 0,-4-5-1 0 0,5 7-262 0 0,1 0 0 0 0,0 0 0 0 0,-1 0 0 0 0,1 0 0 0 0,0 0 1 0 0,0 0-1 0 0,-1 0 0 0 0,1 0 0 0 0,0 0 0 0 0,0 0 0 0 0,0 0 1 0 0,0 0-1 0 0,1 0 0 0 0,-1 0 0 0 0,0 0 0 0 0,0 0 0 0 0,0 0 0 0 0,1 0 1 0 0,-1 0-1 0 0,1 0 0 0 0,-1 1 0 0 0,1-1 0 0 0,-1 0 0 0 0,1 0 0 0 0,-1 0 1 0 0,1 0-1 0 0,0 1 0 0 0,-1-1 0 0 0,1 0 0 0 0,1 0 0 0 0,1-2-1556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02:18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15 18236 0 0,'-1'-2'240'0'0,"-1"0"24"0"0,1 2-8 0 0,-11-4-88 0 0,6 0-40 0 0,3 3-280 0 0,1-1-160 0 0,0 2-24 0 0,9 7-4241 0 0,7 9 2809 0 0,2 8-2409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5T04:32:03.8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9824 7306 1441 0,'-7'13'-113'16,"5"3"-41"-16,-11 3-154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18:24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23133 15431 7 0,'0'-2'0'0</inkml:trace>
  <inkml:trace contextRef="#ctx0" brushRef="#br0" timeOffset="1470.82">23102 15349 26 0,'0'-2'16'16,"0"0"-1"-16,0 0 35 0,0 0-6 0,-2-1 10 16,0-3-9-16,0-5-7 0,0 2 0 0,0-1-4 0,0 1 2 15,1 2-29-15,-1-1 12 0,0 3-18 16,0-1 1-16,2 2-2 0,-4-3-4 0,1 1 2 0,-1 1 3 16,-2-3 2-16,5 5 1 0,-9-5 0 0,-3-1 2 15,-2 2 4-15,2 1-1 0,-1 0 2 0,1 1 8 0,-6-3 5 16,0 3-3-16,6 1 2 0,0 0-4 0,2 1 13 15,4 1-1-15,-8-4 3 0,0 1-10 0,0-1 4 16,2 1-4-16,-2-1 2 0,10 4-15 0,-4-2 11 16,1 3-3-16,4 1 5 0,-5-4-19 0,4 2 10 15,-8-2-9-15,9 4 9 0,0 0-11 0,0-2-2 16,1 1 5-16,1-1-5 0,0 0 1 0,0 0 2 16,0 0-2-16,0 0 4 0,1 2 2 0,-1 0 0 0,0 0-2 15,0 0 2-15,0 0-2 0,0 0 2 0,0 0 1 16,1-2 1-16,-1 1-1 0,0-1 2 0,0 0 4 15,0 2-1-15,2 0 3 0,0 0-16 0,0 0-5 16,0 0-2-16,0 0-4 0,0 0 0 0,0 0 5 0,2 0-5 16,0 0 7-16,0 0 5 0,1 0-3 0,20 0 4 15,-1 0-11-15,6 0 4 0,2 0-2 0,-3 0 3 16,7 2 2-16,1 0 2 0,2-1 0 0,6 3 1 16,2 0 6-16,1-4-4 0,6 2 3 0,4 0-5 15,1-1-7-15,12 5-1 0,7-2 0 0,8 1 1 0,5 3 3 16,-6-6 5-16,-1 1-4 0,-6 3 3 0,-4-1 0 15,-1 5-3-15,0-1 0 0,-1-2-3 0,6 3 5 16,-9-3-8-16,-2 1 8 0,-9 1-8 0,-12-2 16 0,1 1-10 16,-10-3 0-16,-9 1-3 0,-5-2-3 0,-7-1 6 15,-1 3 1-15,-7-4 1 0,1 0 7 0,-5-2-6 16,0 0 3-16,2 1-3 0,0 1 4 0,-1 0 10 16,-1 0-5-16,0 0 6 0,0 0-8 0,-2 0 1 15,0-1-4-15,-2 1 2 0,0 0-3 0,-2 0-5 16,-12 4 7-16,-12-1-7 0,-6-1 11 0,-1-4-12 15,0-2 4-15,-8 0-7 0,4-2 6 0,-13-3-2 0,0 1 2 16,-2-1-3-16,-5 0 0 0,5 1-1 0,-2 0-6 16,-3 1 5-16,-6 1-3 0,-6 2-1 0,-12 0 3 15,-4 1-2-15,-4 1 13 0,0-2-3 0,11 0-2 16,7-4 0-16,7-1 10 0,12-1-4 0,4-1 8 16,5 2-8-16,6-1 3 0,2-1 2 0,4 2-1 15,-1-1-1-15,3 1-12 0,-1 1 4 0,0-1-4 0,5 1 5 16,1 1-1-16,3 1 2 0,5 0 1 0,1 0-2 15,-2 1-7-15,3-1 7 0,1 0-5 0,0 1 6 16,8 1-6-16,-5 0 3 0,1 0 5 0,2 0 0 0,2 0 5 16,3 2-6-16,-4-2-1 0,7 2-1 15,-5-1-8-15,4 1-3 0,-2 0-4 0,1 0 1 0,-1 0-12 16,2 0 13-16,0 0-11 0,0 1 12 0,2 1-7 16,0 0 1-16,2 2 5 0,0 0-5 0,24 7-3 0,9-2 4 15,4 4 2-15,10-6 0 0,6-1 7 0,7 0 3 16,-3-5 1-16,2 3 2 0,2 0 0 0,2-2-6 15,6 27 1-15,7-16-3 0,4-9 5 0,5-4 5 16,0 0-4-16,-3-5 5 0,-6 1-9 0,-8 0 2 16,-1 2 1-16,-10 0 2 0,-1 1 4 0,-6 1-3 15,-2 0-1-15,-2 1 0 0,-5-1 6 0,-4 2-12 16,-11 0 6-16,-4 0-7 0,-7-2 19 0,-2 0-8 16,-6 0 2-16,-5 0-4 0,-1 0 3 0,1 0 7 0,0 0 4 15,0 0 0-15,-3 0 12 0,1 0-18 0,0 0 2 16,0 0-7-16,0 0 9 0,-2 0-8 0,0 0 2 15,-2 0-6-15,0 0-7 0,-15 0 10 0,-12-2-5 16,-10 2 8-16,-4 0-3 0,2 0-4 0,-3 0 0 0,-3 0-2 16,-3 0 2-16,-8 2-3 0,-5 2 6 0,-15 1-6 15,-5 1-6-15,-14 1 10 0,-1-1-1 0,7-1 6 16,-4 1 2-16,12 1-3 0,5 1 2 0,1 1-2 16,3-1 2-16,2-3 9 0,-1 4-11 0,8-1 10 15,6-1-11-15,11 1-7 0,7-1 6 0,9-1-7 0,6-1 5 16,8-1-2-16,5 0-6 0,7-2 1 0,2-2-11 15,1 1-9-15,-1 1 2 0,2 0-4 0,0 0 6 16,0 0 6-16,2 0 8 0,2 0-3 0,17 3 13 0,27 1-5 16,14-6 0-16,7-6-3 0,5-1 1 0,2-4 9 15,-1-1-7-15,1 1 7 0,-2 0-8 0,6-2 5 16,10 2 1-16,3-2 0 0,5 2-8 0,4 0 7 16,-9 3-5-16,0 3 6 0,-5-3-5 0,-3 5 0 15,1-1-1-15,5 2 0 0,-2 0 0 0,1 0-1 16,-3 0 5-16,-11 1-4 0,-5 1-4 0,-13 0 5 15,-10 0-4-15,-11 1 5 0,-5 3-2 0,-10-2 0 16,-5 0-1-16,-5 0 2 0,-7-2 8 0,-1 0 7 0,2 2 0 16,0-1 3-16,-3-1 3 0,1 0-12 0,-2 0 3 15,-2 0-6-15,-1 0 0 0,-23 0-13 0,-23 0 0 16,-12 0-5-16,-13 0-1 0,-8 2 10 0,-14-2 1 16,-1 0 2-16,1 0 1 0,1 0 7 0,8 0 2 0,-6 0 0 15,-6 0-8-15,-6 0 7 0,-3-2-6 0,8-1 7 16,5-1-6-16,13 0 3 0,4 4-5 0,6 0 4 15,1 2-6-15,-1-2 3 0,-2 0 0 0,10-2 2 16,9-1-3-16,14 1 1 0,15 2 2 0,4-2-3 16,9 2-2-16,1 0-5 0,9 0-10 0,-1 0 1 15,0 0-36-15,2 0 28 0,1 0-13 0,1 0 18 0,0 0-5 16,1 0 3-16,7 2 10 0,35 3-6 0,12-1 23 16,5-2-10-16,8-4 3 0,7-2-5 0,-1 1 7 0,6-1-6 15,7 2 3-15,11 2-2 0,10 0 14 0,7 0-13 16,-3-2 3-16,-3 2-6 0,-7-2 4 0,-1 2-7 15,3 2 3-15,3 4-2 0,-1-1 10 0,-4 3-1 16,-11-3 2-16,-13-1-2 0,-5 2-1 0,-12 1 4 16,-7 0-6-16,-6 3 7 0,-3-1-7 0,-8-2-1 15,-9 1 4-15,-10-3-3 0,-3 1 11 0,-8-2-5 16,-3-2 5-16,0-1-1 0,0 1 25 0,-3 0-59 16,-1 0-31-16,-1 0-33 0,-27 15-311 0</inkml:trace>
  <inkml:trace contextRef="#ctx0" brushRef="#br0" timeOffset="11249.88">24750 13440 24 0,'0'0'0'16,"0"0"30"-16,0 0 22 0,0-2 8 0,0 0-2 0,0 1-27 15,-1-1-21-15,1 0 3 0,-2 0-6 0,0 0 5 16,0 0-6-16,0 0 3 0,0 1 3 0,0-1-2 16,1 0 4-16,-1 0-13 0,0-2 10 0,0 1-9 15,0-1 24-15,0 0-6 0,0 0-2 0,-1-1 1 0,-3-3 19 16,-1-1-19-16,1 2 6 0,2 1-13 0,-5 1-5 15,-2-1-6-15,0 2 3 0,0 1-4 0,-4 1-3 16,2 0-13-16,-2-9 5 0,-4 0-6 0,1 3 20 0,-4 1-2 16,1 1 0-16,-3 1-1 0,-6 1-1 0,2 0 1 15,-11 2 2-15,6 0 0 0,-2 1-3 0,-4-1 9 16,7 0-6-16,-7 0 8 0,6 0 0 0,3 0 10 16,-3 0-3-16,5 1 3 0,2-1-5 0,4 0 1 15,-1 2 0-15,3 0-2 0,1 0-14 0,1 0 6 16,-1 0-7-16,-1 0 6 0,-1 2-5 0,3 0 1 15,-3-1 2-15,5 1-2 0,-3 2-5 0,-3 0 7 0,-1-1 0 16,-3 3 4-16,0-2 6 0,1 1-12 0,-1-1 8 16,-4 2-9-16,4-1 8 0,-2 1-5 0,-2-1 0 15,2 1-1-15,-1-1-6 0,-1 1 5 0,0 1 1 16,4 1 2-16,-2-1-4 0,2 3 4 0,0-1-8 16,-1 2 7-16,2-2-7 0,-2 4 4 0,1 0-1 15,-2 0 1-15,2 0-3 0,0 0 1 0,0 0 7 16,0 2-4-16,-2 0 0 0,-2 2-1 0,-3 1-1 0,-1 1 1 15,-3-1 0-15,-4 1 0 0,2 0 0 0,2-1 0 16,-2 3 0-16,-2-3 7 0,-1 1-10 0,1-3 8 16,2 1-7-16,4 0 4 0,1-1 0 0,1 1 1 15,1-2-5-15,2 0 8 0,1 0-3 0,1 0 4 0,0-1-7 16,0 1 3-16,2 0 5 0,-2 2-2 16,1 1-1-16,1-16 5 0,-2 21-4 0,4-1 3 0,-2 4-11 15,1 0 7-15,5 2-2 0,0 3 4 0,3 1-12 0,0 1 7 16,2 1-9-16,0 5 9 0,2 2-1 0,4-2-12 15,2 1 7-15,-4-4-11 0,5-3 0 0,-1 0 13 16,-1 1-6-16,6-1 8 0,0-1 2 0,1-2-1 16,-18-3-1-16,10 1-1 0,3 0 3 0,6 2-3 15,2-4 4-15,2 2-6 0,3 1-2 0,2 1-17 16,3 4 0-16,1-3-7 0,0 1-19 0,3 3 62 16,3 0-10-16,3 4 29 0,-20 2-19 0,30 0 2 0,-1 0-11 15,-1-2 8-15,1 3-8 0,-1-4 7 16,4-1-2-16,-1-2 2 0,2-3-1 0,1 1 7 0,3-3-3 15,3-4 3-15,1-4-14 0,7 0-2 0,4 1 6 16,5-3-4-16,1-1 5 0,3-1-5 0,2-3-4 16,-6 2 2-16,6-1-6 0,-9-1 8 0,3 0-4 0,3 0 4 15,1 0-6-15,7 0 4 0,8-2 2 0,6-2 2 16,1 0 2-16,-1-4-9 0,-2 1 3 0,-6-3-6 16,0-1 2-16,0 28 4 0,2-19-2 0,7-8 3 15,6-3-8-15,2-2 1 0,0-2-3 0,-10-3 4 16,-3-3 5-16,-7-1 0 0,-3 0-1 0,3-3-1 0,1-2 0 15,8-1-1-15,-2 0 1 0,1 0 0 0,1-2 2 16,-8 1 0-16,-5-1 2 0,-6-4-2 0,-5 1 4 16,-3 0-3-16,-1-3-3 0,0-1 1 0,7-2-1 15,-7 23 2-15,4-31 7 0,-8-7-3 0,-6-5 6 0,3 3-7 16,-12-5 4-16,0-2-2 0,1 1 17 16,-10-3-6-16,1 0 4 0,-4 6-4 0,-7 0 17 0,-1 1-5 15,-2 2 5-15,-2-1-6 0,-3 3-6 0,-1-2 1 16,-1 2 0-16,18-5 1 0,-11 1-1 0,-4-7-8 15,-7-3-2-15,-4-3-1 0,-3 1-5 0,-5-1 1 16,-1 1-2-16,0 5 3 0,-6-2-3 0,-1 5-5 16,-8-3 4-16,2 6-5 0,13 0 1 0,-30 1 3 0,-6 0-1 15,-8-1 3-15,1 0-6 0,-6-8 2 0,1 2-2 16,-1 4 3-16,-4-8-8 0,-1 11 3 0,-12-3-2 16,-8 2 3-16,-13 8-4 0,-6 3 5 0,-12 7-4 15,-4 4 3-15,-1 6-16 0,-13 3-14 0,-12 7-27 16,-20-33 1-16,-10 38-135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5T04:44:29.3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8404 12187 256 0,'0'0'-34'16,"0"0"23"-16,0-2-2 0,0 0 8 0,0 0 24 0,0 0-1 16,0 1-7-16,0-1-2 0,0 0 4 0,0 0 12 15,0 0-3-15,0 0 5 0,0 0 0 0,0 1 32 16,0-1-4-16,0 0 6 0,0 0-6 0,-2 0 7 0,0 0-18 15,2 0 6-15,-2 1-10 0,0-1-1 0,1 0-6 16,-1 0-3-16,0 0-1 0,0 2-5 0,0 0-11 16,0 0-2-16,0 0-4 0,2 0-2 0,0 2 1 15,0 0 1-15,0 0-1 0,0 0-3 0,2-1 11 16,0 3-2-16,0 0 5 0,2 0 3 0,-1-1-4 16,18 7 2-16,-3-3-4 0,5 4-13 0,1 0 8 15,0 0-6-15,4 2 7 0,1 2-12 0,-1 0 5 16,0 2 1-16,4 3 2 0,-3 1-2 0,1 3-4 15,0-2 3-15,-4 2-3 0,0-3 1 0,4 1 3 0,-1 0-5 16,5 2 4-16,-3 0 14 0,-5 1 9 0,-3 1 5 16,-5-4-3-16,8 4-8 0,2-4-10 0,0 2-3 15,2 2 0-15,-8-3-3 0,4 3 6 0,-4 0-6 16,-2-6 4-16,1 2-7 0,-4-7-1 0,1 2 4 0,1-2-5 16,-1-6 2-16,-1 2 6 0,0-2 1 0,-2-3 2 15,3 0 3-15,-1-1-3 0,-2 3 0 0,1-1-1 16,-3 2 1-16,0-1-5 0,-3-5 1 0,-3 1-1 15,1 0 1-15,-3-2-4 0,-1 1 1 0,0-1-2 16,-1 2 0-16,1 0 9 0,0-1-2 0,-1 1 5 16,1 0-3-16,0-2 4 0,-2 0-4 0,0-1-3 0,-1 1-73 15,1 0-284-15</inkml:trace>
  <inkml:trace contextRef="#ctx0" brushRef="#br0" timeOffset="1325.2">8992 11260 191 0,'0'-2'50'0,"-1"1"-10"0,-1-1 12 0,0 0 24 16,0 0-33-16,0 0-1 0,0 0-23 0,0 0-9 16,1 1-1-16,-1-1-10 0,-2 0 13 0,0 2-2 15,-3 0 6-15,-4 0-5 0,-2 2 16 0,0 3-5 0,7-3 9 16,-3 4 2-16,3-3-20 0,4 10 9 0,1 2-13 16,-1 2 12-16,-6-2-1 0,-1 3 0 0,5 3 0 15,-5-1-2-15,3 4 0 0,1-1-3 0,-4 5 2 16,7 1 3-16,-6 3-8 0,6 5 1 0,-5 2-6 15,-4-4 4-15,5 4-4 0,-3 0 9 0,5 2-7 16,-1-2 17-16,-1-4-4 0,2 2 1 0,1-9-2 0,1 8 3 16,-17-5 2-16,6-3-7 0,6-6 4 0,1-3-7 15,3-2 7-15,-1-6 0 0,2-2 1 0,0-2 4 16,0-1-7-16,2-2 8 0,-2 3-8 0,2-5 17 0,-1 2-18 16,-1-1 2-16,0 1-7 0,0-2 2 0,2 0-8 15,0-2 0-15,0 0-3 0,0-2-5 0,0 0-1 16,0-2 4-16,0-12-2 0,2-7 9 0,0-3-11 15,1 2 2-15,3-2-4 0,0 0 7 0,1-2-1 16,0-1-4-16,-1 1 1 0,0 4 3 0,1 3-7 16,0 3 4-16,1 1-4 0,-1 0-1 0,-1 6 5 15,1-2-6-15,-1 6 5 0,-2 1-7 0,1 3 2 16,6 1 4-16,4 0-2 0,-9-2-1 0,3-3 2 0,8-3-2 16,-14 9 2-16,1 1-6 0,5 0 5 0,-5 0-1 15,2 1 3-15,3 3 3 0,-5 0-6 0,3 7 2 16,4 8-3-16,2 5 9 0,-3-4-3 0,1 8-1 15,-2-2 0-15,-3-2-6 0,-1 0 6 0,-1-2-4 0,-2 3 4 16,-2-3 0-16,0-2 2 0,0-1 3 0,0-8-4 16,0 6-6-16,0-2 10 0,0-4-6 0,0 4 7 15,0-4-7-15,0-2 0 0,0-2 5 0,-2 1-3 16,2-3 3-16,0-1 1 0,-2 4-4 0,2-5 3 16,0 1-4-16,0-2 4 0,0 0 4 0,0 0-1 15,0 1 3-15,0 1-7 0,0-2 3 0,2 0-5 0,0 0-2 16,0-1-65-16,-1 1-15 0,3-2-23 0,0 0-121 15</inkml:trace>
  <inkml:trace contextRef="#ctx0" brushRef="#br0" timeOffset="1742.77">9070 11970 515 0,'-1'-2'56'0,"-1"0"-11"0,0 0 9 16,0 0 16-16,0 0-31 0,0 0-17 0,0-1-16 0,1-1-4 16,1 2-2-16,0-11-9 0,0 2 7 0,3 0 2 15,5 0 0-15,-5 7 0 0,16-5 5 0,1-2 1 16,3-1 2-16,-5-1 9 0,1 2-1 0,-3 8 0 16,-1-3-3-16,-2-3-12 0,-2 1 2 0,-1 5-2 0,-5 3 3 15,1 0-4-15,-2 0 14 0,-1 1-2 0,1 1 11 16,-2 2 17-16,5 15 3 0,-3 3 3 0,-4-2-4 15,-2 4-16-15,-2-1-6 0,-1-5-5 0,-3 8 1 16,1-7-2-16,0-1-2 0,-3 3 1 0,5-6-4 16,-1 0-7-16,1-2 3 0,1-2 0 0,0 0 1 15,0-2 5-15,3-1-5 0,-1-3-5 0,0 1 1 0,0-1-4 16,2 1 3-16,0-1 2 0,0-1 0 0,0-2 2 16,0 2-3-16,2-1 2 0,0 1-3 0,0-2 11 15,1 0-8-15,7 2 6 0,6-1-9 0,1-1-1 0,0-2 6 16,-1 0-3-16,1-2 5 0,0-1-4 0,0-1 4 15,-3 0 5-15,1-1-2 0,2-1-3 0,-2 0 0 16,3-1-5-16,-3 0-2 0,2-1-60 0,-4 1-98 16,0-1-17-16,0 1-33 0,-2-1-134 0</inkml:trace>
  <inkml:trace contextRef="#ctx0" brushRef="#br0" timeOffset="2086.29">9390 11892 351 0,'0'-2'41'16,"0"0"84"-16,0-2-103 0,0 2-10 0,0-11-1 15,0 0-2-15,0-2-1 0,2 4 0 0,1-2 5 0,3 0-4 16,-1 4 8-16,3-2 23 0,-6 2-5 0,14 3 12 16,1-1 4-16,2 1-7 0,-1-1 6 0,6-10-8 15,-3 8 3-15,-3 1-21 0,5 3 5 0,1 1-11 16,-2 4-4-16,0 2-6 0,1 2 0 0,-8-1-1 15,-6 1 3-15,-2 0-8 0,-3 1 3 0,9 19-3 16,-4-1 16-16,-3-1-9 0,-4 0 2 0,-2 6-5 0,-4 0-4 16,-2-6 2-16,-1 0 1 0,0-3 1 0,-3-2 8 15,-1 1-2-15,2 1 0 0,1-4-1 0,3-4-2 16,1-2 1-16,2-3-2 0,-1 1 0 0,1-1-1 16,2-3 3-16,0 7-1 0,0-7 0 0,2 1-8 0,1 0 8 15,7 1-1-15,19 7 3 0,1-7-7 0,11-3 9 16,0-4-8-16,-1-2 8 0,5-5-13 0,0-2 14 15,1-2-8-15,0-4-8 0,1 1-194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41:08.8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5548 1605 93 0,'0'0'18'0,"0"0"5"16,-2-1 26-16,0-1 9 0,1 0-13 0,-1 0-9 16,0-2-23-16,0 1-7 0,0-1 6 0,0 0 3 0,-1 0-7 15,-1 1 1-15,0-1-5 0,2 4-14 0,-9-6 18 16,2-1-9-16,-4-2 10 0,0 1-8 0,-2 1 11 15,-2-1 1-15,1 1 2 0,-3 0-11 0,-1 1 14 16,-5 0-8-16,-2 1 12 0,-3-1 4 0,-5 1-22 16,1 3 12-16,5 0-16 0,-3 2 15 0,-1 0-8 15,3 2-3-15,0 0 1 0,0 1 10 0,4 1-16 16,0 0 9-16,-5 1-13 0,5 1 8 0,0 0 1 16,-2 1-3-16,2 0 2 0,0 1-9 0,2-1 11 15,-4 3-1-15,2-1 5 0,-2 0-9 0,0 0 8 0,-1 1-7 16,-1-1 8-16,-2 2-9 0,-7 2-4 0,6 0 7 15,-6 0-3-15,2 0 13 0,2 0-15 0,-6 4 5 16,4-2-6-16,-4 1 16 0,2 1-10 0,5-2 6 16,1 0-5-16,7-2 21 0,2 2-20 0,1-1 7 0,3-10-11 15,0 15 6-15,1 5-2 0,2 2 3 0,2-2-3 16,1 0-6-16,3 0 5 0,-1 2-3 0,3 2 5 16,4 6-9-16,-1-5 4 0,-1-1-1 0,3 4 5 15,0 1 1-15,-14-1-10 0,5-3 1 0,5-1-3 16,3-4 10-16,3 0-2 0,2 1-2 0,0-1 0 15,0 0 3-15,2 0-5 0,1 2 3 0,5 2-3 0,-1-2 3 16,2 2 1-16,3 0-1 0,1-4-1 0,3 4-1 16,-14-4-8-16,24 0 9 0,2 2-9 0,3-8 2 15,8 7 0-15,8-3-3 0,1-2 4 0,4 6 5 0,2-7-3 16,-4 3-5-16,4-1 2 0,-2-5-3 0,-6 1 5 16,-3-6 2-16,-4 2 0 0,4 0 6 0,-2 0-5 15,1 0 3-15,3-2-3 0,3 2 9 0,2-4-1 16,6-3-4-16,3-4 2 0,-3 24-2 0,11-15 7 15,-8-7 1-15,5-4-2 0,-7-6-9 0,-5-1 1 16,2-4 3-16,-4-4 1 0,2 0 8 0,0-2-4 16,2 0 4-16,0-1-3 0,1-2-1 0,-1-3 5 15,0-1-3-15,-7 0 5 0,-1 20-4 0,-5-22 7 0,-8-5-7 16,1 5 7-16,-7-2-6 0,-4 2 5 0,-1-2 2 16,-5 2 0-16,-4-4-4 0,-2 2 6 0,-4 2-2 15,1-1 3-15,-1 1 0 0,-5-2-12 0,15 2 2 16,-4-4-4-16,-8-2 9 0,-3-1-10 0,-2-6 3 15,-5 0-6-15,-5-5-3 0,-1 1 7 0,-4-2 0 0,-3-1 2 16,-5 3-2-16,18-1 0 0,-36 1-6 0,0 2 6 16,-2 6 6-16,-7 1-9 0,6 5 5 0,-8 1-7 15,-2 2 8-15,2 3-2 0,-2 5 4 0,-2 3-6 16,1 2-7-16,-3 2 2 0,-7 3 1 0,-9 7 3 16,-6-31-2-16,-15 21-10 0,-3 11 2 0,1 7-4 0,-1 6 1 15,3 10-8-15,1 8-12 0,-16-23 2 0,-7 49-44 16</inkml:trace>
  <inkml:trace contextRef="#ctx0" brushRef="#br0" timeOffset="2270.03">25480 11262 12 0,'0'0'0'0,"0"-2"7"0,0 0 5 0,0-1 9 0,0-5 4 15,-4-8 4-15,3 3 1 0,-3 0-10 0,0 1 10 16,0-1-11-16,1 4 12 0,-1 0-5 0,-2 0-11 0,1-1 4 16,-1 1-14-16,-1-2 6 0,3 4 2 0,2 3-2 15,-1-2-16-15,-9-3 5 0,-2 0-1 0,-1 1 3 16,-6 1-7-16,-1-1 1 0,-4 7-2 0,-2-1 3 16,-2 2 2-16,-5 2-3 0,2 1 1 0,-8 1 0 15,2 2 4-15,-4-1 2 0,-5-1 4 0,9 0-1 0,0-1 10 16,11-1 4-16,2-2-9 0,2 2 6 0,2 2-20 15,-1-1 9-15,1 3-5 0,2 1 6 0,-1 1-10 16,-1 5-2-16,2-2 0 0,-3-9 1 0,1 20 9 16,-2-5-3-16,2 5 2 0,-4-3-5 0,-4-5-7 0,2 3 8 15,-2-2-4-15,1-2 4 0,3 2-2 0,0-2 2 16,1-2 2-16,3 2 1 0,-2 0 6 0,0-2-6 16,-2 0 1-16,2 2-3 0,3 0-1 0,3 4-2 15,1-2 4-15,2 3-3 0,-1 3 1 0,1 1-4 16,4 2 0-16,-4 0-2 0,2 2 5 0,3 2 0 15,-4 2 0-15,-1 3 1 0,2 3 7 0,-2 1-2 16,0 9 0-16,2-1-2 0,0 1 0 0,0 6-3 16,2-5-2-16,0 1 1 0,0-2-3 0,1-7 7 0,3-2 2 15,-1-3-1-15,1-3-9 0,3 1 8 0,1 0-1 16,1 1 6-16,0 0-10 0,-20 5 5 0,9-1-7 16,5-2 7-16,4 6-6 0,1 0-1 0,3 1 4 15,0 3-1-15,0 1 12 0,0 1-8 0,0 5 5 0,2-4-7 16,-1 2-1-16,1-3-1 0,2-5 0 0,-2 1-1 15,-2-2 4-15,0 3 6 0,0 5-8 0,2 3 4 16,1 3-10-16,-1 7 9 0,2 3 0 0,0-2 3 16,1 5-5-16,1 1-4 0,-1-8 0 0,3-1-2 15,-1-8 1-15,-1-6 4 0,1-1 0 0,-1-3 2 16,1 1-3-16,-1-2 1 0,-1 2 5 0,3-1-2 0,-1 3 1 16,3 0-7-16,1 1-2 0,0 6 1 0,0 0 4 15,4 6 5-15,0 3-1 0,0-6 0 0,1-1-9 16,1-5 2-16,3-7-2 0,-18-1 3 0,28-2 2 0,5 2 2 15,-3 0 0-15,1 0 1 0,4-2-8 0,-1-4-1 16,4 2 0-16,-4-3 1 0,-1 3 5 0,2-6 0 16,-3 3 6-16,1-5-4 0,-2 1 0 0,-1 2-2 15,3-6-9-15,0-2 8 0,3-2 2 0,2 2 9 16,1-3 0-16,4-3 0 0,3 1-10 0,-1-6 6 16,4 2-2-16,0-2 4 0,-7-2-7 0,6 4 3 15,-7-6 3-15,0 2-2 0,-2-5 0 0,-2-3 0 16,3 3-5-16,-3-4 4 0,6 0-4 0,-4 20 2 15,3-7-2-15,6-10 1 0,4-3-1 0,2-2 1 0,3-4 3 16,-1-3 0-16,-1-2 4 0,3-2-7 0,-4-2 5 16,-4-2-5-16,-6-2 3 0,-7 0 9 0,-2-5-6 15,2 18 7-15,-2-27-10 0,0-1 9 0,0 2-7 16,-1-3 7-16,1-4 1 0,0 0-5 0,0-4 4 0,8 4-6 16,-4 0 0-16,-1 0 0 0,5-1 5 0,-12 1-3 15,5-4-3-15,-5 2 6 0,-5 0-10 0,0-1 8 16,-2-3-13-16,-6-7 14 0,1-8-7 0,-5-5 9 15,3 0-9-15,-4-8 2 0,-2 8 8 0,0-2-5 16,-4 2 7-16,-2 9-1 0,1-1-3 0,-6 1 4 16,-1 4 10-16,1-1 0 0,26-4 1 0,-15-3-2 0,-7-5-8 15,-4-11 1-15,-2-2 1 0,0-4 0 0,-2 2-6 16,0 4-4-16,-2 3 2 0,0 8-2 0,1 0 0 16,-1 1-1-16,-2-2 1 0,-1-9-1 0,0-5 6 15,-5-9-7-15,3 0-5 0,-2 5 2 0,-2 0 5 0,0 10-6 16,0 3 6-16,-2 6-6 0,-1 0 12 0,-3 0 3 15,-5-8-4-15,0-9 3 0,-8-7-6 0,1-4 7 16,-1 4-2-16,25 5 1 0,-27 10-15 0,-5 5 9 16,-4 2 1-16,3 4 1 0,-5-3 0 0,2-8-6 15,2-6-1-15,1-5 0 0,-1-3 0 0,-4 4 4 16,1 8-1-16,-3 5 2 0,-1 10-2 0,-6 5-1 16,-2 4 1-16,-5 4 0 0,-6-1-2 0,-1-5 3 15,-1 2-2-15,2-2 0 0,0 2-13 0,2 9 14 0,-2-2-10 16,-7 14 11-16,-9 1-10 0,-14 7-20 0,-9 18 7 15,-7-29-13-15,-4 32-16 0,7 30-59 0,-5-13-148 16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38:06.8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26260 12406 32 0,'0'0'0'0,"0"0"84"0,0 0 10 0,0 0 11 0,-2 0 1 15,0 0-83-15,0 0-9 0,1 0-16 0,-1 0 2 16,0 0-4-16,0 0 4 0,0 2 1 0,0 0 2 15,-1 0-1-15,-1-1-4 0,-7 9 10 0,-4-1-3 0,-4 15 7 16,1 6 2-16,-5 5 10 0,-3 13-5 0,0 4 7 16,-5 2-2-16,1 7-5 0,-1-5 4 0,-5 4-6 15,5-3-6-15,-10-7-3 0,4-3-1 0,0-5 1 16,-1-1 3-16,12 0-9 0,4-2 3 0,5-6-3 16,4-3 13-16,2-4 3 0,4-5 2 0,1-7 0 15,3-1-9-15,1-7 4 0,0-2 2 0,0-1 4 0,-2 1 33 16,1 0 8-16,-1-2-12 0,2 0 4 0,0-1-54 15,0-1 0-15,0-1 0 0,2-1 0 0,2-28 5 16,8-3 4-16,3-3-2 0,7-1 2 0,2 0-3 0,-14-2 5 16,23 0-4-16,-1-5 2 0,2-3-10 15,5-3 4-15,-4-8 0 0,2 3 1 0,4-8-9 0,-7-1 7 16,3 5-1-16,-3 0 5 0,-2 10-2 0,-4 7-5 16,-4 3 3-16,-2 7-2 0,-3 4 15 0,-4 10-5 15,0 3 1-15,-6 4-3 0,1 3 0 0,-4 5-13 16,-1-1-3-16,1 2-4 0,-2 2-8 0,2-2 7 15,-1 0 4-15,-1 2 1 0,0 0 15 0,2 0 7 0,-1 2-6 16,-3 0 6-16,13 26-8 0,-5 3-6 0,-5 1 2 16,-3 3-3-16,0 0-1 0,0 6-2 0,0 0 4 15,0 2-1-15,0-2 8 0,2-2-7 0,2 3-2 16,2-4-1-16,1-1 3 0,2-2 0 0,1-5 1 16,3 3-1-16,-2-5 2 0,0-2-5 0,0-2 4 0,-4-3-3 15,1-3 9-15,-3-1-3 0,1-4-1 0,-2-2 0 16,-1-2 8-16,1 0-14 0,-2-3 6 0,0 0-9 15,-2-3-2-15,2 1-38 0,0 0-21 0,-2-1-23 16,0 1-248-16</inkml:trace>
  <inkml:trace contextRef="#ctx0" brushRef="#br0" timeOffset="471.59">25946 13113 832 0,'0'0'-12'0,"2"0"3"0,0 0-42 15,2 0 3-15,14-3-10 0,19-3 3 0,0 2-25 16,8-1 3-16,0-1-9 0,-1-1 2 0,1-1 39 16,-1 1 4-16,1-2 14 0,3-1 27 0,-2 1 1 0,3-2 3 15,3 0 4-15,-8 2 31 0,-3-1 15 0,0 3-2 16,-11-1 3-16,1 3-10 0,-7 1-4 0,-1 0 3 15,-10 3-4-15,-6 1 3 0,-5 0-18 0,2 0 5 0,-1 0-4 16,1 0 36-16,0 0 6 0,0 0 7 0,-3 0-5 16,1 1-4-16,0 1-10 0,-2 0-10 0,0 0 0 15,-2 0-24-15,0 2-7 0,2-3 0 0,-7 11-3 16,5 1-4-16,-11 1-5 0,0-1 3 0,4 2-4 16,-6 0 0-16,8 0-1 0,-3 2-3 0,3-3 1 15,1 3-5-15,4 0 8 0,-9-2 1 0,4-2 3 0,1 2-2 16,4-6 0-16,2 2-1 0,0-4 2 0,0-3 1 15,2 2 15-15,2-3-3 0,3 3 8 0,16 5 1 16,5-3 16-16,-1-7-4 0,-1-2 7 0,4-7-22 0,-4-1-4 16,-2-4-2-16,-1-2-1 0,-1 8-12 15,-6-18 10-15,1 1-10 0,-4-2 11 0,-4-2 2 0,-1 2-10 16,-3 1 10-16,-3-1-11 0,15 0 6 0,-6 0-9 16,-5-2 4-16,-4 2-4 0,-2 2-1 0,-4 5 2 15,0 4-5-15,-1 2 2 0,-1 4-21 0,-1 0-20 16,3 5-5-16,-17-2-3 0,1-9-17 0,-2 6-22 15,-2 5-19-15,0 4-14 0,-1 4-176 0</inkml:trace>
  <inkml:trace contextRef="#ctx0" brushRef="#br0" timeOffset="815.7">27385 12705 777 0,'0'-2'54'0,"-2"0"104"15,0-2-144-15,1 1-23 0,-1 1-5 0,0 0-4 16,0 0-5-16,0 0 15 0,0 2-3 0,0 2 6 0,1 2-1 16,-12 20 7-16,-4 8-4 0,2 1 3 0,-2 0-11 0,1 1 11 15,1-3 2-15,0-1 4 0,0 2 1 0,0-4 1 16,2-1-3-16,2-2 4 0,2-5 10 0,-1-1-6 15,3-3 2-15,1-3-5 0,3-2-7 0,-1 0 12 16,2-1-4-16,0-1 6 0,2-2 0 0,0-1 7 16,2 1 2-16,0-3 2 0,7 0 9 0,27-2-6 15,4 20-3-15,9-9-2 0,3-9-13 0,9-4-5 16,0-4 7-16,4-3-7 0,-2-3 3 0,-3-1-12 16,-5 2-5-16,-3 1-4 0,0 1-25 0,-9 1-29 0,-2 3 0 15,-8 1-10-15,-3 0 0 0,-6 0-36 0,-3 2-36 16</inkml:trace>
  <inkml:trace contextRef="#ctx0" brushRef="#br0" timeOffset="2263.96">9798 15676 856 0,'-2'0'9'0,"0"-2"-2"0,-1 0 20 16,-1 0-7-16,0 0 6 0,1 0-26 0,-1 0-7 16,0 1-2-16,0-1-2 0,1 0-12 0,1 0 7 15,0 0 0-15,0 0 4 0,0 2 11 0,2 0-4 0,0 2-3 16,0 0 1-16,0 0 11 0,10 20-3 0,-1 2 8 15,2 2-7-15,-2 0 8 0,2 0-6 0,1 0-1 0,-1 2-1 16,2 0 6-16,-2-4-3 0,6 4 5 0,-1-2-6 16,-14-6 0-16,19 5 9 0,1-11-4 0,-2-4 6 15,6 5-11-15,2-10 9 0,4 4-1 0,3 1 5 16,2-8 1-16,4-1-4 0,4 3-4 0,5 20 0 16,2-14-8-16,5-7 4 0,4-5-1 0,1-1 1 15,3-3-4-15,-4-5-1 0,-3-4 1 0,-5-2-1 16,1-1 1-16,0-3 3 0,2 1-3 0,5-2 3 15,2-2-5-15,6-1-5 0,3-1 4 0,4-1-4 0,2-1 11 16,-5 2-9-16,-1 0 3 0,-9 2-6 0,2-2 6 16,-1 3 2-16,0 3 0 0,9 1 2 0,3 3-4 0,-4 4-1 15,5 3 0-15,-14 2-2 0,-4 3 1 0,-1 2 1 16,-12 2 1-16,2 4 0 0,-3 3-6 0,-4 3 2 16,0 4-3-16,-2 3 5 0,-2 2 6 0,0 1-8 15,0-14 8-15,0 22-8 0,0 1 4 0,-1-1 3 16,-3 4-3-16,-3-1 3 0,-2-1-3 0,-2-2 2 15,-4-4 3-15,-2-4 0 0,4 1-5 0,-1-4 5 16,-3-3-5-16,4 3 6 0,-5-6-10 0,1-1 4 0,1-1 2 16,-3-7 4-16,-1 1 14 0,1-1-5 0,3 13 7 15,1-4-6-15,2-5-1 0,2-4-8 0,2-2-2 16,6-6 0-16,-1-1 4 0,0-3-14 0,8-1 1 16,2-4-7-16,3-1 3 0,6-5-6 0,0-1 5 0,-3 0-4 15,3-1 7-15,1 1 6 0,3 2-2 0,0 1 3 16,-6 2-2-16,-2 4-1 0,2-1-4 0,1 2 2 15,4 1 1-15,3 2-4 0,5 2 10 0,2 3-8 16,4 0 3-16,7 2-1 0,-2 2 2 0,-3 2 1 16,-1 0 2-16,-3 2 1 0,0 1-5 0,5 3 3 15,1 1-3-15,6 0 0 0,7 2-3 0,5 1 2 16,-2-1 0-16,-2 2 11 0,-3-2 4 0,-1 2 2 0,1 0 6 16,11 4-4-16,3 1 2 0,8 1-4 0,2-4 0 15,-6-2 3-15,0 0 0 0,-2 0 1 0,2-2 8 0,10 0-1 16,3 0-4-16,4-5 2 0,-3-3-13 0,-2 1 6 15,-3-4 1-15,4 0 1 0,6 0-5 0,5-4-9 16,-5 1 1-16,-10 1-3 0,-5 0 8 0,-6 2-6 16,1 0 0-16,-5-2-4 0,4 0-11 0,-5 2-14 15,-11 0-4-15,-8 0-5 0,-9-2-40 0</inkml:trace>
  <inkml:trace contextRef="#ctx0" brushRef="#br0" timeOffset="18719.28">26377 13992 36 0,'0'0'17'0,"0"0"9"15,0-2 27-15,0 0 10 0,0 0-1 0,0 0-9 0,0 0-24 16,2-1 1-16,0-1-5 0,-2 0 2 0,0 0 3 16,1 3-4-16,-1-1 2 0,0 0-18 0,0 0-2 15,0 0 2-15,0 0 0 0,0 0 8 0,0 1 20 16,0 1-8-16,0 0 12 0,0 0-5 0,0 1-7 16,0 3 5-16,0 18-7 0,-1 12-10 0,-3 3 0 15,-4 4-3-15,-1 7 3 0,-2 6 0 0,-2 9-13 16,-4 0 8-16,1 4-8 0,-3-4 5 0,2-5 4 15,-1-3-6-15,1-4 6 0,2-7-3 0,-1-1 3 0,-1-2-1 16,2-6 1-16,2 0-12 0,2-5 6 0,0-4-3 16,1-2 4-16,3-5-7 0,0-1 3 0,1-3-3 15,0 2 3-15,5-6-5 0,-1-4-4 0,2 1 0 0,0-6-2 16,0-1-10-16,0 3-18 0,0 0-2 0,0-2-5 16,0 0-20-16,0-2-43 0,2-2 2 0,-1-2-13 15,12-22 4-15,8-15 35 0,-1-3-5 0,-1 1 16 16,-2 0 11-16,-3 2 4 0,1 1 16 0,-4-3-7 15,-1-4 38-15,-5 3 12 0,-1-4 4 0,-2-1 5 16,-2-1 21-16,0 4 6 0,0 5 1 0,0 4 1 0,-2 5 0 16,0 3-22-16,0 1 4 0,2 5-8 0,0 3 9 15,0 1-12-15,0 3 5 0,0 5-7 0,0-2 7 16,0 3-9-16,0 1 0 0,0 2-2 0,0-1-11 0,2 1 25 16,2-3-10-16,0 1 17 0,3-2 4 0,-5 0 1 15,14 2 0-15,5-1-2 0,-1-1-16 0,6 2-13 16,-2 1 4-16,4 1-6 0,4 1 8 0,-1 3-4 15,3 1-1-15,-6 0-1 0,-2 0-1 0,0-15 0 16,-2 8 0-16,6 2-1 0,-4 3-10 0,-6 4 10 16,0 0-3-16,-5 0 8 0,-2 2 4 0,0 2 11 15,-3-1 3-15,-3 1 2 0,2 2 22 0,-3-3-2 16,-2 3-3-16,5 7 0 0,-2 0-10 0,1 2-11 0,-3 1 8 16,-3-1-11-16,-2 4 4 0,0-1-3 0,-2 1-10 15,-1-2 7-15,-5 1-3 0,-1 1-9 0,-4 1 6 16,9 3-8-16,-18-1 0 0,-2 4-4 0,-4 4 2 15,-4-4-1-15,-3 1 6 0,-2 5-5 0,-6-1-1 16,2-1-1-16,2-2 1 0,2-4 1 0,4-5 1 0,5 1-2 16,2-5-4-16,2-4 1 0,5-3 2 0,4-1 0 15,2-5-3-15,4 2 9 0,2-3-7 0,-1 5 9 16,3-2-10-16,-1-1-1 0,4-3 0 0,0 0 0 16,1 0 0-16,-3 2-9 0,0 0 3 0,0 0-5 15,3 0 3-15,-1 0-7 0,0 0 3 0,0-1-3 0,0-1 11 16,0 0 3-16,2 2-5 0,0 0 3 0,0 0-9 15,0 0 10-15,2 0-1 0,0 0 2 0,0-1-6 16,2 1 1-16,-1 0 0 0,16 0 1 0,-1 13 1 0,3-2-4 16,-1 0 6-16,2 0-4 0,1 0 7 0,5 0-1 15,1 0 0-15,1-2 0 0,2 2 6 0,-3 0-7 16,-1-2 1-16,-6 2-4 0,-1-2 2 0,3 2 7 16,0-2-6-16,0 1 7 0,-1-1-5 0,-5 0-3 15,-1-2 5-15,-4 0-5 0,5-1 10 0,-5-1-29 16,2-1-3-16,-2-2-12 0,-5-3-28 0,1 1-40 15,-3 2-10-15,3 2-17 0,2-1-90 0</inkml:trace>
  <inkml:trace contextRef="#ctx0" brushRef="#br0" timeOffset="19064.77">27116 14719 629 0,'0'-1'58'0,"-2"-1"120"16,0 0-164-16,0 0-9 0,0 0 5 0,1 0-6 0,-1 0 2 15,0 1-23-15,0-1 1 0,0 0-6 0,0 2 26 16,2 0-1-16,0 0 0 0,0 2 0 0,0 0 5 16,0 1 10-16,0 1 2 0,-3 15 1 0,-1 3-1 0,-2 2 3 15,1 0-6-15,-3 2 4 0,1 2-4 0,1-2-7 16,-1 2 6-16,1-4-7 0,1-2 1 0,-1 2-8 15,2-1 4-15,1 1-6 0,1-4 2 0,0-3 2 16,0 3-3-16,0-5 4 0,2 6-3 0,0-5-5 16,0-1 1-16,0 2-2 0,2-4 4 0,0 2 7 15,2-2-3-15,-1-4 3 0,3 4-7 0,-2-4-10 16,-1-1-8-16,-1-5-5 0,2 5-60 0,-2-4-100 16,2-1-32-16</inkml:trace>
  <inkml:trace contextRef="#ctx0" brushRef="#br0" timeOffset="19221.05">27324 14278 1374 0,'0'-2'16'16,"-2"0"6"-16,0 0-10 0,0 0-17 0,0 0-4 0,1 0-71 15,-1 1-83-15,0-1-78 0</inkml:trace>
  <inkml:trace contextRef="#ctx0" brushRef="#br0" timeOffset="20623.8">28503 14788 243 0,'0'0'58'0,"-2"-2"-8"15,0 0-9-15,0-1 22 0,-3-7-39 16,-6-6 13-16,1 3 22 0,1-2-11 0,2 2 13 0,-1 0-23 0,3 4-4 16,1-1-1-16,4 8-2 0,-2-1 2 15,2 1-11-15,-2-2 5 0,0 0-7 0,0 1 8 0,1 1-21 16,-1 0 4-16,0 0-9 0,0 0 6 0,0 0-3 15,0 1 1-15,0 1 0 0,1 0 12 0,-1 1 5 16,0 3-1-16,-7 17 1 0,-3 10-16 0,-1 8 5 16,2 4-2-16,2 3 3 0,0 4-6 0,-1 6-1 15,-1 0-1-15,0 5 1 0,2-3-1 0,0-1-5 16,1 1 8-16,-1-10-6 0,-2 2 5 0,-2-7 2 0,-4-6-6 16,0-4 5-16,1 1-8 0,1-8 7 0,0 0-6 15,13-2 8-15,-18-4-2 0,1-3 0 0,1 0-2 16,5-4 1-16,-4-6-6 0,6-1-2 0,-2-4-1 15,2 7-3-15,3-5-8 0,-1-1-9 0,0-1-2 0,1-2-4 16,3 0-19-16,-1-2 12 0,2-1-3 0,-9-16 6 16,0-11 7-16,4-5 19 0,7-4-5 0,2-4 8 15,6-5-5-15,3-9 8 0,0-3 4 0,2-7 0 16,2-1 7-16,4 3-3 0,4 3 0 0,-1 8 1 16,0 8 13-16,-1 5-13 0,0 4 8 0,-1 7-9 15,-10 3 7-15,17 6-11 0,0 3 3 0,-1-1-4 16,2 4 10-16,0 4 1 0,0 0 0 0,-2 3 2 0,-4 3 11 15,3 1-13-15,-1 2 5 0,-2-13-8 0,1 6-7 16,-3 4 2-16,1 3-4 0,-4 2 5 0,-2 2-1 0,-4-1-2 16,0 3 3-16,-1 2-2 0,-3-4 3 0,-3 14 15 15,0-1-2-15,9 2 6 0,-2 0-1 0,-3 1 0 16,-4-1 0-16,-2 0 1 0,-4 3-4 0,-3-1-5 16,-3 1-4-16,-4 2 2 0,10 1-7 0,-18 1-2 15,-6 2 3-15,2 5-2 0,-6 1 6 0,-1 1-12 16,-4-3 1-16,-6-2-3 0,4 3 9 0,-2-5-6 15,2 0 4-15,2-2-5 0,0 1 10 0,2-3-12 0,9 0 4 16,1-1-5-16,1-3 7 0,6-1-8 0,1-2 3 16,8-4-3-16,1-2 1 0,6 2-2 0,-1-3-4 15,-3-1 1-15,1 2-5 0,-1 1 6 0,2 1-1 16,4 0 3-16,0-2 2 0,2 2-1 0,4 1-2 16,3 1 1-16,8-2 0 0,14 2 5 0,-1-2 6 15,-2 2-2-15,-2-2-1 0,0 2-3 0,0 0-2 0,5 0 1 16,-3 2 4-16,-4-2-3 0,0 2-2 0,-3-2-3 15,-3 0-13-15,-1 0-18 0,2-4-5 0,-6-2-6 16,2 1-32-16,-1-1-16 0,-1-3-19 0,2 7 1 16,0-4-68-16</inkml:trace>
  <inkml:trace contextRef="#ctx0" brushRef="#br0" timeOffset="21026.51">28655 15551 163 0,'0'0'45'0,"0"0"-5"0,0 0 48 16,0 0-2-16,0 0 1 0,0 0-5 0,0 0-24 16,0 0 8-16,0 0-15 0,0 0-15 0,0 0-21 15,0 0-4-15,0 0-2 0,0 0 8 0,0 0 6 16,0 2-3-16,0 0 3 0,0 2-11 0,-2 7-2 16,-1 9 5-16,-1 4-4 0,0 0 1 0,0 4-7 0,3-2-3 15,-3 2 1-15,2-2-3 0,2 0 2 0,0-4 0 16,0 3 0-16,0-5 4 0,0-3-3 0,2-2-3 15,0 1 0-15,0-6 1 0,1 4 6 0,1-4 2 0,2-1-1 16,1 2 0-16,-5-5 4 0,13 5-3 16,1-7 5-16,5-3-4 0,-1 5 15 0,-3 5 0 15,0-2 5-15,-2-1 4 0,-2-4-14 0,0-1 1 0,3-3-6 16,-3 0-1-16,2-2 0 0,0-3 6 0,-4-1-4 16,2-1 6-16,-4-1 0 0,1-1-6 0,-3-9 4 15,-3-1-3-15,-2 0 2 0,-1 1 3 0,14-4-1 0,-5 3 3 16,-5 2 0-16,-3-3-6 0,-2 3 4 0,-2-3-12 15,-2-1-1-15,-1 6 3 0,-3 1-3 0,-1 1-2 0,2 1-4 16,-19 1-11-16,2 4-1 0,-2-2-73 16,-6 3-318-16</inkml:trace>
  <inkml:trace contextRef="#ctx0" brushRef="#br0" timeOffset="21841.19">30887 14422 216 0,'0'-2'94'16,"0"1"4"-16,-4-18-15 0,-3-13-26 0,-1 5-21 16,3 1-27-16,1 5 0 0,0 1 0 0,2 5-2 15,1 0 0-15,-1 4 21 0,2 4 4 0,0 3 4 0,0 0 3 16,0 2-7-16,0 0-4 0,0 1-1 0,-2-3-6 15,0 0-7-15,0 2-1 0,0 0-3 0,0 1-10 0,1 1 11 16,-1 1 3-16,0 3 2 0,-15 28 2 0,0 12-16 16,3 6 3-16,1 0-5 0,1 6 2 0,3-6-1 15,0-1-2-15,1-1 1 0,1-2-1 0,1 1-1 16,1-1-2-16,1 2 2 0,2-1-2 0,0 1-3 16,2 2 5-16,0-3-4 0,2 1 7 0,2 0-2 15,2 2-3-15,-1 0 1 0,3 1 5 0,-1-7-4 16,-1-1 6-16,1-2-5 0,0 0 10 0,1-4-5 15,-3-2 1-15,-1-5-3 0,0 1-1 0,0-1 7 0,-3 0-4 16,1-1 5-16,-2-1 2 0,0 0 0 16,-2-2 6-16,-1-2-4 0,-1-2 11 0,-2-1 11 0,-1-3 1 15,0-3 5-15,-3 2 2 0,1-2-9 0,5 0 1 16,-18-6-4-16,-2 0 2 0,0-1-15 0,-6-3-1 0,-1-1-5 16,5 13-3-16,-6-4 2 0,0-6-1 0,5-5 0 15,-3-2-14-15,-2-2 2 0,4-2-2 0,6 1 1 16,-4-5-29-16,9 3-61 0,4-3-16 0,0-1-23 15,4 0-126-15</inkml:trace>
  <inkml:trace contextRef="#ctx0" brushRef="#br0" timeOffset="22111.92">30140 15392 730 0,'0'0'53'0,"0"0"-6"0,-1 0-20 15,-1-2 9-15,0 0-35 0,0 0-17 0,0 0-12 0,2 2 2 16,0 0-2-16,0 0 21 0,2 0 7 0,0 0 4 16,2 0 2-16,18-5 20 0,6-3 23 0,5 1-6 15,2-3 12-15,4 1 0 0,2 0-16 0,4-2 2 16,-1 0-11-16,3 1-19 0,5-1-10 0,-8 2-3 15,-3 1-4-15,-5-1-23 0,-5 4-7 0,-1-1-7 0,-4 0-3 16,0 3-52-16</inkml:trace>
  <inkml:trace contextRef="#ctx0" brushRef="#br0" timeOffset="24249.9">31084 15659 51 0,'0'0'24'0,"0"0"-2"16,0 0 27-16,2 0-2 0,-2 0 2 0,0 0 7 15,1-2-11-15,1 0 5 0,-2 0-11 0,0 0-7 16,0 1-1-16,0-1-5 0,0 0 3 0,0 0-10 0,0 0 0 16,0 0 3-16,0 0-2 0,0 1 2 0,0-1-4 15,0 0-2-15,0 0 1 0,0 0 0 0,0 0 3 16,0 0-7-16,0 2 5 0,0 0-14 0,0 0 3 15,0 0 0-15,0 0-2 0,0 0-12 0,0 0 6 16,0 0-1-16,0 0 3 0,0 0-1 0,0 0 10 16,0 0 0-16,0 2 4 0,0 0-8 0,0 2 1 0,0 7-4 15,-2 9 4-15,1 3-3 0,-1 3 2 0,-4 3-1 16,1 3 2-16,-1 0 0 0,-1 3 0 0,1 4-2 16,0-2 1-16,1 0 0 0,-3 0-4 0,3-3 5 15,-3-5-6-15,3-1 2 0,-1 0 6 0,3-6-5 0,-1 4 4 16,0-3-5-16,0-7-1 0,1-1 2 0,1-5-2 15,0-1 2-15,-2 2-2 0,2-4 0 0,2-1-1 16,0-2-4-16,0-1-19 0,-1 1 0 0,1 0-13 16,0-1-53-16,0-1-10 0,0 0-45 0</inkml:trace>
  <inkml:trace contextRef="#ctx0" brushRef="#br0" timeOffset="24607.8">31425 15492 231 0,'0'0'69'0,"-2"0"-7"0,1 0-12 15,-1 0 19-15,-2 0-40 0,0 0 24 0,1 0-22 16,-1 0 6-16,0 0-10 0,2 0-2 0,0 0-8 16,1 0-4-16,-3 0 1 0,2 2 6 0,-2 0-4 15,1-1 3-15,1 1-5 0,0 2-9 0,0 0-2 16,-2 3 3-16,1 4 0 0,-1 0 6 0,0 2-4 0,2-1-4 15,0 1 2-15,1 1 2 0,-1 1-3 0,0 2-1 16,-2 1 0-16,2 1 4 0,1 3-7 0,1 2 6 0,0 1-8 16,0 1 0-16,0 1 2 0,0 3 3 15,-2 0-1-15,0 1 1 0,2-1 4 0,0 0-1 0,0 1 0 16,0-3-11-16,0 4 4 0,0-8-2 0,0 2 4 16,0 4-1-16,0-10-1 0,0 4 2 0,2-1 1 15,-2-7 10-15,0 3-12 0,0-2 5 0,0-4-6 16,0-2 5-16,0-2 5 0,0-2 0 0,0-3 1 15,0 0-7-15,0-2-16 0,0-1 1 0,-2 3-9 0,0 0-22 16,0 0-87-16,0-3-41 0</inkml:trace>
  <inkml:trace contextRef="#ctx0" brushRef="#br0" timeOffset="24797.72">30909 16012 856 0,'0'0'37'0,"-2"0"68"0,0 0-99 0,1 0-33 0,1 0 15 15,0 0-14-15,0 0 51 0,1 0-16 0,3 0 1 16,33 0-7-16,8-2-9 0,14-2-28 0,8-5-3 16,9-4-13-16,6-4-62 0</inkml:trace>
  <inkml:trace contextRef="#ctx0" brushRef="#br0" timeOffset="27543.46">28169 12103 683 0,'0'-2'0'0,"-2"1"8"0,0-1 73 0,0 0-43 15,0 0-2-15,0 0-55 0,1 0-4 0,-1 0-13 16,0 1 5-16,0 1-3 0,2 0 18 0,0 0 10 16,0 0-4-16,0 0 7 0,0 1 3 0,0 1-2 15,0 0 2-15,-2 2 0 0,0 0 3 0,0-1 6 16,2 3-4-16,-1 5 3 0,1 0-4 0,0-2 5 16,0 1 0-16,0-1-1 0,0-3-2 0,0 1 22 0,0-1-8 15,0-1 11-15,1 1-10 0,1-3 0 0,-2-1 2 16,2 2-2-16,22 13-4 0,4-4-6 0,5-4 7 0,5-5-4 15,-1-4 21-15,4-4-15 0,1-2 0 0,1-5-5 16,0 0 0-16,-1-2-9 0,3-2 6 0,-2 0-8 16,-1 1 6-16,-3-1-6 0,-3 2-3 0,-5 2 0 15,-3-1-4-15,-2 3-17 0,-6 2 1 0,-8 1-8 16,-5 2-9-16,-5 4-22 0,2-1-21 0,-1-1-9 16,1 0-145-16</inkml:trace>
  <inkml:trace contextRef="#ctx0" brushRef="#br0" timeOffset="27720.33">27625 14012 136 0,'0'0'23'0,"0"0"6"0,-2 0-41 15,0 0-21-15</inkml:trace>
  <inkml:trace contextRef="#ctx0" brushRef="#br0" timeOffset="27860.08">27628 14083 243 0,'0'0'51'16,"0"0"75"-16,0 0-63 0,0 1-12 0,0 1-2 0,-2 0-2 16,1 2-2-16,1 0-3 0,0-1-3 0,0 5 0 15,0-1-7-15,0 1-8 0,0-5-6 0,3 1-1 16,7 2-20-16,23 5 7 0,10-9-5 0,7-12 4 15,7-10-3-15,14-10-32 0,5 25-1 0,4-29-19 16,2 3-66-16,-6-1-61 0</inkml:trace>
  <inkml:trace contextRef="#ctx0" brushRef="#br0" timeOffset="28218.6">28880 14745 769 0,'0'0'52'0,"-2"0"129"15,0 0-181-15,0 0-16 0,0 0 4 0,0 2-9 16,1 0-3-16,-1 0 20 0,0 2-1 0,0-1 7 16,0 7 10-16,2-1 3 0,0-2-6 0,0-1 4 0,2-2-10 15,20 11 2-15,28-1 4 0,14-14-2 0,4-13 7 16,10-13-15-16,6 23-14 0,9-42-8 0,11-3-111 15,14-8-98-15</inkml:trace>
  <inkml:trace contextRef="#ctx0" brushRef="#br0" timeOffset="28672.21">31834 14157 762 0,'0'0'29'0,"0"0"55"0,0 0-84 0,0 0-9 16,0 0 2-16,0 0-2 0,0 0 12 0,0 2 2 16,0 1 1-16,0 10 1 0,-4 17 0 0,-3 4 1 15,-3 3 0-15,-1-2 2 0,0 2 5 0,0-4 5 16,0 1-6-16,3-6 6 0,1-2 5 0,3-6 22 15,1-3 0-15,1 0 4 0,2-4-13 0,0 1-10 16,0 1-2-16,3-4-3 0,1-1-12 0,2-3 2 16,16-1 1-16,10-1 1 0,5-1-1 0,7-2 3 15,6 24-5-15,6-13 3 0,2-9-8 0,8-6 1 0,1-6-6 16,6-5 2-16,-1-3-20 0,6-7-41 0,6-1-3 16,7-4-19-16,9-5-64 0</inkml:trace>
  <inkml:trace contextRef="#ctx0" brushRef="#br0" timeOffset="30343.36">13393 10755 263 0,'0'0'80'16,"-2"-2"-29"-16,0 1 38 0,0-3 9 0,-1 0-55 15,-7-1-6-15,-3-5-24 0,-2 3-6 0,-3-1 1 16,-3 3-5-16,3-1 1 0,-4 1-1 0,-1 1-2 0,-3 0-8 16,-2 1-5-16,-1-1 0 0,-3 0-1 0,-3 0 3 0,-4-1-20 15,-4 1-1-15,-5 0-10 0,-2-3-29 0,-6 1-4 16,-3 1-1-16,-4-1-1 0,-1 1-15 0,1 1 38 15</inkml:trace>
  <inkml:trace contextRef="#ctx0" brushRef="#br0" timeOffset="31763.25">10216 10469 33 0,'-28'0'22'0,"-16"-1"-3"0,-44-7 26 16,-5 3-4-16,-7-5 8 0,-9-1-7 0,1 0 1 15,8 0-4-15,7-2-2 0,7 5-19 0,-6-1 4 16,-5 0-9-16,-9 0 5 0,-5 1-17 0,3 3 3 0,6 1-7 16,9 2 3-16,2 2-4 0,-4 2 2 0,-12 3 0 15,-8-3 2-15,-2 2-10 0,3 0 2 0,12-1-5 16,4 7 6-16,-8-3 7 0,-5 4-6 0,-12-1 6 16,1-3-1-16,8-3 9 0,9 1 1 0,8-3 4 15,0 4 9-15,-8-1 3 0,-11 1 4 0,1-2-5 0,2-1-5 16,15 1 2-16,9 2-5 0,1 3 5 0,-6 2-8 15,-7 2-5-15,-6-2 5 0,1-2-5 0,6 1-2 16,9 1-1-16,5 2 0 0,3 3 0 0,-7 3-5 16,-12 1 8-16,-3 1-10 0,-1-1 10 0,4 3-4 0,12-1-3 15,5 4 2-15,1 2-3 0,-5 3-5 0,-2 3 3 16,-9-29 2-16,2 36 0 0,5 4 8 0,6 9-9 16,9 1 2-16,5 8-3 0,-1 1 10 0,-4-7-3 15,-4-1 5-15,-3-6-4 0,1-4 15 0,8 1-7 16,4 1-1-16,7 4-3 0,7 0-3 0,4 7 1 15,8 8 8-15,0 6-4 0,1 3 13 0,0 5 9 0,3-3-11 16,6-7 8-16,-3-2-22 0,6-10-1 0,7-1-1 16,-4 1-1-16,8 4-4 0,3 4-3 0,1 5 3 15,14 6-5-15,-1 10-1 0,-29-5-4 0,23 3-3 16,9-8 1-16,4-8 6 0,6-1-9 0,4 0 6 0,7 3-9 16,1 8 5-16,8 7-11 0,6 6 3 0,-1 2-5 15,-27-2-5-15,31-10 2 0,2-7-8 0,0-5 5 16,2-3-12-16,0 5 7 0,1-1-2 0,8 8 6 15,-1 7 11-15,8 4 14 0,8 0 0 0,8-9 4 16,6-11-2-16,1-8 0 0,-2-2 4 0,-3-2-1 16,-1 3 4-16,2 5 4 0,6-1-4 0,14 5 3 15,12 1-6-15,9 3 0 0,-2-7-1 0,-5-5 0 0,-8-3 1 16,0-14 0-16,9 3 5 0,8-7-1 0,5-1-1 16,-1 2 4-16,-8-1-3 0,0 5 4 0,-5-3-8 15,16 8 6-15,8-1-2 0,-3-1 5 0,7 0 5 0,-12-2-11 16,12-1 2-16,8-5-3 0,5-3 7 0,-3-7-4 15,-7-1 0-15,0-3-2 0,6-4 7 0,9-1-11 16,0-3 8-16,-6-3-8 0,-1-1 13 0,7 1-12 16,4 0 3-16,-3-2-3 0,-2 1 0 0,-13-1 1 15,13 0 0-15,2 0 0 0,3-4 3 0,-4 0 3 16,-2 0 3-16,8-1-1 0,3-1 1 0,-2-2-6 16,-3-1 3-16,2-2-2 0,5 1 9 0,7-1-6 0,-1 0 1 15,-2-2-2-15,12-1-5 0,-1 40 5 0,6-30-5 16,-4-9 6-16,1-2 0 0,5 0-4 0,-1 0-1 15,4 0-1-15,-1-3-5 0,4-1 5 0,3-2-2 16,11 1 5-16,-8-1-1 0,6-3 2 0,-2 1 0 0,4-1-1 16,2-2-13-16,-2 0 8 0,5-2-1 0,0 0 3 15,-1-4-1-15,-2 0 0 0,5 1 0 0,-4 1 0 16,-3-2 5-16,4 2-4 0,-1 0-2 0,-9 1 1 16,1-3-1-16,3 2-4 0,-6-2 3 0,-3 1-2 15,-3-1 10-15,-2-2-6 0,-1 3 5 0,-6-5-6 16,3 3 1-16,-3-3-1 0,-3 1 1 0,3-1 0 15,-5-3 3-15,8 4-3 0,-6-8 0 0,3-2 0 0,4-3 1 16,-3-4 6-16,1 3-5 0,1 3 4 0,3 1-15 16,-2-2 11-16,4 3-2 0,-2-1 5 0,-2-2-9 0,-1 1-1 15,-5 3 3-15,1-2 0 0,0 1 4 16,-6-1 0-16,-2-2-5 0,-3-1 3 0,-6-2-1 0,-4 33-3 16,-19-48 3-16,-8-4-2 0,-3 2 1 0,-1-4 8 15,-8 0-7-15,-14 1 5 0,-18 1-7 0,-8 4 9 16,-4 3-2-16,-6 5 4 0,-2-1-10 0,-3 0 12 15,-6 4 0-15,-8 2 4 0,-3-2-5 0,-4 0-1 16,-7-2-1-16,-6-5 1 0,-4-2-5 0,-7-12 15 0,-2-5-10 16,-3 0 11-16,-4 0-3 0,-4 4 9 0,-2 2 1 15,-4 1 0-15,-3 0 0 0,-2 3-2 0,24 5 3 16,-15-1-3-16,-11-2-4 0,-6-3-6 0,-5-13-3 16,-7 1 1-16,-7-9-3 0,-4 3-7 0,21 4 1 0,-36 1-4 15,-8 6-2-15,-10 5 2 0,-10 2-1 0,-11 4 0 16,-5 0-3-16,-3 1 3 0,4-3 3 0,-6-4 0 15,-11-5 3-15,-11-4-10 0,-6 0 2 0,-3-1-5 16,5 6 8-16,6 7-1 0,-4-1-3 0,-4 6 0 16,-5 2-14-16,-11-1 8 0,1 5-2 0,-1 3 5 15,-6-2-1-15,-8-3-1 0,-5-6 1 0,-5-4-1 0,1 2 4 16,-3-2 4-16,-10-1-5 0,-2-1 4 0,-1 3-6 16,0 5 8-16,-4 3 2 0,-8 4 2 0,1 3-4 0,-8 2 1 15,-6 1-2-15,2 2 1 0,1 0 0 16,-7-1 5-16,1-1 0 0,0 0-1 0,-2 2-12 0,-4-4 8 15,4 2-2-15,5 0 4 0,-1-4-1 0,2-2-5 16,3 4 4-16,0 2-3 0,0 4 2 0,4 1 3 16,-2 2-5-16,2 4 3 0,0 0-11 0,-6 6 7 15,2-2-7-15,-3 3 7 0,-4 0-9 0,-8 1-11 16,2 1 0-16,-11-1-3 0,-2 1 10 0,2 0 6 16,-5 0 3-16,-8 1-1 0,-6-3 9 0,10 1-4 0,-9-5 4 15,-3-1-4-15,8-2 7 0,-11-2 6 0,-3-3-2 16,2-3 3-16,-8-3-2 0,-10-2 5 0,6 0-3 15,-3-3 3-15,-12-5-10 0,9 4 6 0,-13-3-1 16,-12 7 2-16,1 4-3 0,-22 5-3 0,2 4-1 0,-14 7 1 16,-12 6 0-16,-15 10-8 0,-13-40-7 0,-21 56-12 15,-16 26-123-15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38:50.7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13965 9008 1 0,'0'0'0'0,"0"0"4"0,0 0 43 0,0 0-8 15,0 0 6-15,0 0-11 0,0 0-3 0,0 0-15 16,0 0 7-16,-2 0-11 0,0 0 5 0,0 0-5 16,0 0-3-16,0 0 0 0,1 0 0 0,-1 0 8 0,0 0 1 15,0 0 2-15,0 0 3 0,0 0 2 0,0 0-5 16,1 0 3-16,-1 0-5 0,0 0-2 0,0 0-3 16,0 0 1-16,0 0 3 0,-1 0-3 0,-1 0 8 15,0 0-7-15,0 0 8 0,3 0-7 0,-1 0-2 0,0 0-2 16,0 0-3-16,0 0 5 0,0 0 3 0,0 0 0 15,1 0 10-15,-1 0 7 0,2 0-5 0,0 0 4 16,0 0-9-16,2 0-6 0,-1 0 2 0,1 0-4 16,2 0 6-16,5 0 1 0,8 0 0 0,2 0-1 15,-1 0-2-15,6 0 0 0,0 0-1 0,2 0-1 16,6 0-9-16,0 0-7 0,3 0 8 0,4 0-7 16,3-2 7-16,5 0-4 0,-4 1-4 0,5-1 2 0,-9-2 3 15,4 0-9-15,1 1 1 0,-12 1-3 0,-1-2 10 16,-3 0-6-16,0 1 6 0,0-1-6 0,-2 2-1 0,0 0 5 15,-2 0-4-15,-2 0 5 0,1 1-11 0,-7-1 11 16,3 2-7-16,-6 0 7 0,2 0-7 0,-6 0 2 16,-2 0 3-16,1 0 0 0,-6 0 5 0,-1 0-3 15,1 0 2-15,2 0-2 0,0 0 9 0,-1 0-1 16,-1 0 0-16,0 0-2 0,0 0-11 0,-2 0 4 16,0 0 1-16,-2 0 2 0,-2 0 1 0,-5 2-10 0,-15-1 2 15,0 1-4-15,0 0 12 0,-2 0-8 0,-2 2 4 16,2-2-5-16,0-1 8 0,-2 1-4 0,-2 0-3 15,1 0 0-15,-3 0 0 0,1-2 3 0,1 0-2 16,0 0 3-16,2 0 1 0,4 0-5 0,-2 0 2 16,2 0-3-16,-2 0 3 0,0 0-4 0,0 0 4 15,6 0-5-15,-3 0 3 0,5 0 3 0,-1 0 3 0,1 0-1 16,5 0-2-16,-2 0 2 0,2 0-5 0,2 0 5 16,1 0-2-16,3 0-4 0,0 0 1 0,-1-2-1 15,3 2 9-15,-1-2-6 0,2 2 8 0,1 0-8 16,1 0 7-16,-2-2-6 0,0 0-4 0,1 1-1 15,-1-1-6-15,2 0-5 0,0 0 10 0,0 2-8 0,0 0 14 16,2 0 3-16,0 0-3 0,2 0 4 0,0 0 9 16,2 0-10-16,24 2 3 0,3 0-6 0,6 0 13 15,6-1-7-15,-8-1 11 0,10 0-9 0,-2 0 9 0,5-1-8 16,4-3-3-16,-6 0 1 0,1 0 5 0,-6 1-6 16,-2-1-2-16,-2 0-1 0,4 1-9 0,-8-1 3 15,0 2 4-15,-3 0-1 0,0 0 2 0,-4 2 1 16,-4 0-6-16,-7 0 3 0,-4 0-10 0,0 0 10 15,-5 0 0-15,-1 0 4 0,-3 0-5 0,2 0 10 16,0 0-2-16,-1 0 3 0,-1 0-7 0,0 0-4 16,-2 0 1-16,0 0 0 0,0 0 5 0,-2 0-10 0,-2 0 2 15,-1 0-4-15,-16 2 5 0,1 0 4 0,-2 2-3 16,0-2 3-16,-1-1-6 0,1 1-1 0,-4-2 1 16,2 0 0-16,0 0 3 0,1 0 2 0,-1 0 1 15,-4 0 1-15,2 0-5 0,-7 0 0 0,-4 0-1 16,2 0 0-16,-3 0-1 0,1-2 6 0,4 2-5 15,-4-1 5-15,1 1-8 0,1-2 7 0,0 2 0 16,5 0 3-16,1 0-5 0,4 0-1 0,1 0-1 0,4 0-1 16,-1 0-1-16,5 0 2 0,3 0 4 0,2 0-1 15,1 0 0-15,1 0-2 0,2 0-3 0,1 0 1 16,2 0 2-16,2 0-1 0,1 0 4 0,-3 0-5 16,0 0-3-16,0 0-2 0,3 0 2 0,-1 0-1 0,0 0 3 15,0 0 2-15,0 0-6 0,0 0 6 0,0 0-2 16,1 0 2-16,1 0 2 0,0 2-1 0,0-1-4 15,0 1 3-15,0 0 0 0,1 0 2 0,1 0 0 0,0 0 1 16,2 0-2-16,0-2 2 0,16 3-1 0,4 3-3 16,0-2 2-16,4-1-2 0,4 1 11 0,3 0-10 15,11-1 4-15,-5-1-6 0,4 0 2 0,-1-2 6 16,-3 0-5-16,4 0 5 0,-1 0-11 0,-3 0 3 16,-4 0 2-16,0 0 0 0,-3 0-1 0,-4 0 3 15,-1 0-2-15,-3 0 4 0,2 0-4 0,-6 0-1 16,1 0 1-16,-5 0 1 0,-3 0-2 0,-2 0 5 15,-6 0-4-15,-3 0 6 0,2 0-4 0,-3 0 9 0,1 0-5 16,0 0 6-16,-2 0-7 0,0 0-5 0,-2 0 0 16,0 0-2-16,-2 0-11 0,-9 0 5 0,-23 0 2 15,-5 0 2-15,-2 0 4 0,-1 2 0 0,-8 0-4 16,-6 0 1-16,-7 0 3 0,-6-1-4 0,6-1 9 16,3 0-7-16,7 0 8 0,2 0-3 0,7 0-4 0,-1 0 1 15,5 0 0-15,2 0 0 0,5 0 0 0,5 0 0 16,-2 0 0-16,8 0 2 0,-2 0 0 0,5 0 0 15,5 0-3-15,2 0 2 0,5 0-2 0,0 0 3 16,3 0-2-16,0 0-12 0,0 0 6 0,1 0-8 16,-1 0 2-16,2 0 12 0,0 0 0 0,0 0 6 0,2 0-4 15,0 0 4-15,2 0-2 0,2 0 4 0,20 2-2 16,6 0-3-16,3-2-2 0,4 0 1 0,2-2-2 16,8 0 1-16,-1 1 1 0,10-3 0 0,-2 2-3 0,1-2 5 15,7 2-6-15,-14 2 7 0,10-1-5 0,-8 1-4 16,-6-2 6-16,-1 2-4 0,-6 0 3 0,-3 0-1 15,3 0 2-15,-6 0-2 0,-1 0-1 0,-4 0 2 16,-2 0-1-16,-5 0 2 0,-3 0-1 0,-3 0-1 16,-5 0 0-16,-3 0 2 0,-1 0 5 0,0 0 10 15,-1 0-6-15,1 0 6 0,-2 0-11 0,0 0-11 16,-2 0 3-16,0 0-7 0,-2 0 2 0,-13 0-2 16,-22 3-2-16,-2 1 2 0,-4 0 4 0,1 0 6 15,-5-1-3-15,-5-1 3 0,-3 2-1 0,-7 0 0 0,8-3 3 16,-1 1-3-16,3-2-2 0,7 0 7 0,1 0-4 15,14 0 6-15,4 0-7 0,7 0-2 0,3 0 4 16,1 0-3-16,6 0 0 0,3 0-4 0,2 0 0 0,1 0-1 16,-1 0 4-16,2 2-12 0,0 0 6 0,0 0-5 15,2 0 25-15,0 0 0 0,2-1-4 0,4 1 2 16,29 11-7-16,15-2 1 0,8-3 2 0,5-3-2 16,11-3 4-16,4-2-8 0,4 0-2 0,7-2-5 15,4 1-18-15,13-1-79 0,16-2-105 0</inkml:trace>
  <inkml:trace contextRef="#ctx0" brushRef="#br0" timeOffset="13704.53">20335 7534 452 0,'0'-2'0'0,"0"0"20"16,0 0 8-16,0 0 1 0,0-1 1 0,0-1-25 15,2 0-6-15,0 1 2 0,0-1-3 0,0 0 5 16,-1 0-3-16,1 1 0 0,0-1 2 0,0 0 1 16,-2 1 2-16,0-1 14 0,0 0 1 0,0 0 6 0,0 1 8 15,-2-1-6-15,0 2 1 0,0 0-2 0,1 0 2 16,-3 1 0-16,-5-3-8 0,-8-2 6 0,0 3-8 0,4 3 5 15,-2 0-4-15,0 0 2 0,-1 3-13 0,-3 3 4 16,-3 3 3-16,1 0-1 0,-3 4 1 0,2 2-5 16,0 0-3-16,-2-9 0 0,-1 14 2 0,3 2-2 15,0 3 4-15,-2 1-3 0,3 0 8 0,-1 3-5 16,2 3-3-16,3 1-2 0,0 4-10 0,2 4 9 16,1 0 0-16,4 0 2 0,-5 0-1 0,2-8-5 15,0 2-2-15,-1-1 0 0,10 1-8 0,0-1 10 0,0 3-2 16,-1 0 4-16,1 2-7 0,0 2 10 0,1 0 2 15,-20-1 3-15,9 5-6 0,10-4 15 0,6 2-4 16,5-1 9-16,4-1 0 0,6 0-15 0,2-6 5 16,1-1-6-16,-11-1 3 0,21-3-7 0,0-1-5 15,1-3 2-15,-1-3-8 0,0 1 5 0,5-4 0 0,-4-3 4 16,3 2-4-16,-1-3 5 0,3-1-2 0,1 2 3 16,4-6-4-16,1 2-2 0,3-4-1 0,3-3 1 15,-3-2 6-15,3 20-6 0,0-11 5 0,1-8-5 16,2-5 8-16,0-2-6 0,1-3 2 0,-6-4-3 15,0-3 5-15,-1 1-3 0,-2-2 3 0,-1 0-5 16,1-2-4-16,-2 1 10 0,0-3-5 0,0-4 9 16,-6 3-9-16,4 14 4 0,-8-26-4 0,-1 1 5 0,0-8-1 15,-2-4-3-15,0-2 7 0,-2-5-6 0,0 0 2 16,0-1 7-16,-4-1-1 0,-5 2 4 0,-1 3 0 16,-6 1 3-16,1-1-3 0,-2 4 3 0,-2-1-2 0,-5 1 0 15,22-2 2-15,-11-2-1 0,-9-7-3 0,-4-3 13 16,-9-1-8-16,-6-5 8 0,-4 5-11 0,-5 2 0 15,21 2 1-15,-33 8-1 0,-6-1-9 0,-5 8-9 16,-3 4 1-16,-4 7-3 0,-1 5 4 0,1 3-8 16,-2 6 2-16,-3 7-6 0,1 3-10 0,-5-24-17 15,-4 20-8-15,-5 16-4 0,-8 10-52 0,-9 14-185 0</inkml:trace>
  <inkml:trace contextRef="#ctx0" brushRef="#br0" timeOffset="15111.74">7758 13917 256 0,'0'0'-62'0,"0"0"25"0,0 0-16 0</inkml:trace>
  <inkml:trace contextRef="#ctx0" brushRef="#br0" timeOffset="15516.12">7773 13828 156 0,'0'0'51'16,"0"0"-4"-16,0 0 27 0,0 0 0 0,0 0-9 16,-2 0-6-16,0 0-6 0,0 0-3 0,0 0-1 15,0 0-8-15,0 0-1 0,1 0-1 0,-3 0-2 16,0 0-18-16,2 0 11 0,-11 2-3 0,2 0 7 16,0 0 4-16,2 0-3 0,-4-1 3 0,0-1-3 15,-2 2 11-15,0-2-8 0,-2 0 2 0,4 0-4 0,-2 0 0 16,4 0 0-16,-2 0-4 0,4 0 2 0,-4 0-5 15,4 0-9-15,3 0 1 0,-3 0-5 0,1 0-3 0,3 0 2 16,-3 0-4-16,7 0 1 0,-3 0-12 0,0 0-3 16,0 0-5-16,3 0 1 0,-1 0-14 0,0 0 9 15,0 0-1-15,2 0 4 0,0 0 1 0,2 0 0 16,0 2 4-16,1-2-4 0,27 6-3 0,-2-3 10 16,5-1-8-16,3 0 9 0,3 0 6 0,3-2-5 15,5 0 0-15,3 0-2 0,2 0 1 0,11 0 1 16,6 0 1-16,7 0-3 0,0-2-10 0,2 0 15 0,-4 0-3 15,-5-1 7-15,0-3-11 0,-3 1 3 0,1-1 0 16,4 2 2-16,-1 1 4 0,3 1-3 0,1 0 2 16,-5 0-2-16,3 0 0 0,-10 0 3 0,-5-1 2 15,-5 1-1-15,-6 0 5 0,-3 0-6 0,-2 2 0 16,0 0-2-16,-6 0 4 0,-1 2 0 0,-5-2-5 0,-5 0 2 16,-3 0 3-16,-3 2 0 0,-3-2 8 0,-5 0-6 15,-7 0 8-15,1 0-21 0,-2 0-2 0,2 0-12 16,-1 2-44-16,1-1-181 0,0 1-132 0</inkml:trace>
  <inkml:trace contextRef="#ctx0" brushRef="#br0" timeOffset="17078.16">11783 13845 118 0,'0'0'20'16,"0"0"2"-16,0 0 22 0,0 0-7 0,0 0 4 16,0 0-8-16,0 0-2 0,0 0-6 0,0 0 2 15,-2 0-4-15,2 0-1 0,-2 0 2 0,0 0-3 16,1 0 0-16,1 0 3 0,0 0-2 0,0 0 1 16,0 0-5-16,-2 0-4 0,2 0 8 0,-2 0-6 0,2 0 4 15,0 0-8-15,-2 0-4 0,0 0 1 0,0 0 4 16,0 0-1-16,1 0 3 0,-1 0-3 0,0 0 5 15,0 0 0-15,0 0 0 0,0 0 0 0,0 0 5 0,1 0-3 16,-1 0 1-16,0 0-3 0,-2 0 0 0,0 0-9 16,1 0 8-16,-1 0-8 0,0 0 8 0,1-2 2 15,-1 0-3-15,0 2 5 0,0-2-4 0,1 2-7 16,-1 0 5-16,0 0-6 0,1-2 3 0,-1 2-1 16,0 0-5-16,0 0 3 0,1 0 1 0,-1 0-3 15,0 0 0-15,1 0 0 0,-1 0 3 0,0 0 0 16,0 0 2-16,1 0 0 0,1 0 9 0,-4 0-8 0,-1 0 1 15,1 0-4-15,1 0 2 0,-3 0 8 0,3 0-6 16,1 0 5-16,-1 0-11 0,3 0 1 0,-2 0 4 16,2 0-2-16,-2 0 3 0,1 0-2 0,-1 0-1 15,0 0 0-15,2 0-5 0,1 0-2 0,-1 0-1 16,0 0 1-16,0 0-4 0,0 0-4 0,0 0-1 0,0 0 0 16,1 0 5-16,-1 0-4 0,0 0 5 0,2 0-3 15,0 0 2-15,0 0 8 0,0 0-7 0,0 0 7 16,0 0-7-16,2 0 3 0,0 0 1 0,-1 0-1 15,1 0-2-15,2 0-6 0,0 0 5 0,7 0-4 16,6 2 6-16,3 0 9 0,0-2-6 0,3 0 6 16,1 0-8-16,2 0-1 0,3 0 2 0,7 2-1 15,3-2 5-15,5 0-3 0,3 2 3 0,-1-2-3 0,2 0 2 16,6 0 3-16,-2 0-7 0,2 0 5 0,0 0-9 0,-4 0 5 16,8-2 3-16,1 0 0 0,6 0-1 0,2 0 3 15,11 1-8-15,0-1 6 0,0 0-8 0,5-4 7 16,-8 3 0-16,3-3 0 0,-4 0-12 0,-2 1 3 15,4 1 0-15,6 0 3 0,2-1 3 0,1 3-3 16,2 0 3-16,-3 0-3 0,-2 0 0 0,-1 1 0 16,-6-1 0-16,1 2-1 0,2 0 1 0,3 0 0 15,7 0-2-15,-3 2 1 0,-5-1 1 0,0 1 3 16,-10 0-3-16,1 0 2 0,3 0 3 0,-1 0-9 0,3 1 8 16,5 1-9-16,1 0 10 0,2-2-3 0,-6 0-2 15,-6-1-1-15,2 1 3 0,-7 0-2 0,2-2 0 16,-2 0-3-16,-1 2 3 0,-2 0 1 0,6 0 1 15,-5 1-1-15,-5 1 0 0,5-2-6 0,-12 2 4 0,3-1-5 16,-2 1 6-16,-8 0 0 0,-1 0 6 0,-6-1-4 16,-4 1 2-16,-3 0 4 0,1 1-8 0,-3 1 6 15,0 1-16-15,-4 1-128 0,-6-1-116 0</inkml:trace>
  <inkml:trace contextRef="#ctx0" brushRef="#br0" timeOffset="18715.22">19754 15024 171 0,'0'0'0'0,"0"0"34"15,0 0-56-15</inkml:trace>
  <inkml:trace contextRef="#ctx0" brushRef="#br0" timeOffset="19335.97">19605 14719 862 0,'-1'-1'25'15,"-3"-1"44"-15,-9-4-45 0,2 1-16 0,3 1 4 0,5 2-7 16,1 2 10-16,-2-2-23 0,0 0 5 16,1 0-12-16,1 1 13 0,0-1-1 0,2 0 3 0,0 0-1 15,2 0 1-15,0 0 16 0,7-3-3 0,21-12 9 16,1 4-1-16,1 2-4 0,3 3 0 0,-2 1-2 16,3 1-8-16,-3 5-7 0,-1-1-1 0,-10 2-1 15,2 0 7-15,-5 0-2 0,-4 2 0 0,5 1-2 0,-5 1-1 16,0 2 1-16,-1-1 1 0,-1 1 1 0,-1-1-1 15,-1 3-2-15,2 1 0 0,-6-3-1 0,4 3 5 0,-5-5 4 16,1 7-2-16,-1 0 2 0,-1 4-3 0,-3-2-1 16,0 2 7-16,11 3-4 0,-4 1 14 0,-1 3 1 15,-4 2-8-15,-4 2 6 0,-4 4-10 0,-4 1 3 16,-3 5 2-16,-5 3-1 0,-5 3-3 0,-3 5-2 16,0-1-1-16,16-1 1 0,-21 1-3 0,-10-7 1 15,-2 6-1-15,2-8 2 0,-2-6 2 0,8 3-10 16,-4-10 4-16,9 0-5 0,-2-2 14 0,6-5-18 15,9 0 9-15,2-2-11 0,6 0 9 0,1-4-10 16,0-2-3-16,5 0 0 0,-5-1 5 0,2-1-6 0,1 2 9 16,3-1-8-16,0-1 10 0,0-1-4 0,1-1-1 15,3-1 0-15,24-2 9 0,0 0 4 0,-2 0 3 16,9 18-1-16,-3-9 8 0,3-3-8 0,2-5 2 16,-5-3-3-16,7-2 5 0,-6 1-6 0,0-5 5 0,5-1-4 15,-3-1 4-15,0 1-12 0,0-1 1 0,-1 1-4 16,-3 1 7-16,-5 1-6 0,0-1 2 0,-1 1-4 15,1-1 6-15,-4 2-4 0,-2 1 0 0,-7 1-2 16,-3 0-3-16,-5 0-2 0,-3 2-3 0,2-2 0 16,-1 0-11-16,-1 1-77 0,0-1-47 0,-2 0-24 15,0-2-278-15</inkml:trace>
  <inkml:trace contextRef="#ctx0" brushRef="#br0" timeOffset="19611.64">19266 15379 1058 0,'-2'0'33'0,"0"0"54"0,-2 0-76 0,1-2-36 0,-1 0 4 16,2 2-13-16,0 0 22 0,0 0 5 0,2 0 7 15,0 0-2-15,2 0 6 0,2 0 12 0,18 0-4 0,11-2 7 16,5 0-9-16,4 0-11 0,5 0-6 16,1-1-1-16,8-1-13 0,-8 0 0 0,-3 1 1 0,-5-1-1 15,-4 2 4-15,1 0-8 0,-2 0 2 0,-1 2-7 16,-5 0-14-16,-1 2-14 0,-2 2-25 0,-2 0-1 16,-2-1-143-16</inkml:trace>
  <inkml:trace contextRef="#ctx0" brushRef="#br0" timeOffset="19895.18">20484 15481 1066 0,'-2'0'46'0,"0"0"-37"15,-2 0 43-15,1 0-16 0,-9-2-29 0,7 2-25 16,1 0 6-16,0 0-12 0,3 0 12 0,-1 0-3 15,0 2 8-15,0 0-6 0,2 1 6 0,0 8 7 0,0 15-7 16,2 4 7-16,3 4-3 0,-1 1 0 16,2 2 5-16,-3 2 0 0,3 2 21 0,1 0-10 0,-1-1 2 15,0 1-6-15,-3-2-4 0,1-5-3 0,0-3 4 16,-1-5-3-16,1 0 9 0,0-5-8 0,0-3 4 0,-3-5-3 16,-1-3 2-16,0-5-3 0,0 1-11 0,0-3 3 15,0 1-35-15,2 0-40 0,0-2-17 0,0 0-27 16,0-2-241-16</inkml:trace>
  <inkml:trace contextRef="#ctx0" brushRef="#br0" timeOffset="20060.3">20677 15067 1378 0,'-2'-2'37'0,"0"0"-4"0,0 0-10 16,-2 0 4-16,1 0-21 0,-5-1-13 0,5 1-4 15,-1 0-8-15,0 0 1 0,0 0-41 0,3 0 3 16,-1 0-10-16,0 2 2 0,2 0-48 0,0 0-197 16</inkml:trace>
  <inkml:trace contextRef="#ctx0" brushRef="#br0" timeOffset="20469.58">22093 15612 1032 0,'0'0'51'0,"0"0"-48"15,0 0 47-15,-1 0-22 0,1 0-58 0,0 0 13 16,0 0 1-16,0 2 8 0,0 0 17 0,0 2-4 15,5 26 2-15,1 7-2 0,-3 5 7 0,-1 5 2 0,-2 1 0 16,0 6 0-16,-5 0 7 0,-6-4-8 0,-4 0 3 16,-4-7-5-16,1-8 3 0,10-3-19 0,-20-6 5 15,-1-6-13-15,-5-3-19 0,4-2-64 0,-1-6-8 0,7-5-31 16,1 10-164-16</inkml:trace>
  <inkml:trace contextRef="#ctx0" brushRef="#br0" timeOffset="21087.4">22827 14758 714 0,'-2'0'34'0,"0"-1"-5"0,-2-1-9 15,-9-4 9-15,2 2-22 0,-4-1-5 0,4 1 4 16,2 2-7-16,2 0 3 0,1 1-4 0,4 1 4 16,-3 0 3-16,-1 0 0 0,0 0 1 0,5 0-4 15,-1 0 2-15,-2 0-4 0,2 0 8 0,0 0 4 16,0 0 10-16,2 0-1 0,0 0 54 0,2 0-12 0,0 0 7 16,2 0-12-16,20 0-11 0,6 0-16 0,3 0-3 15,2-2-5-15,-1 0-16 0,-1 0-1 0,-1 2 1 16,-1-2 0-16,-5 2-2 0,2 0 1 0,0 0-4 15,-4 0 2-15,2 4-15 0,-4 0 12 0,-1-1-1 0,-1 3 5 16,-3-1-5-16,-4 1 5 0,-4 0-4 0,1-5 5 16,-5 16 5-16,-1 2-4 0,0 1 3 0,9 1-4 15,-4 1 5-15,-5-2 3 0,-4 4-1 0,-4 4 1 16,-4 0-6-16,-5 2 3 0,-3 1-2 0,-5 3 1 16,16-1-3-16,-21 4-7 0,2 0 5 0,-4 2-5 15,2 0 7-15,0 0-6 0,-4 2 0 0,4-4-1 0,-2-5 0 16,0-2 2-16,12-6-3 0,-7-4 1 0,9-1-3 15,1-2 2-15,0-1-2 0,3-3 1 0,3-2-3 0,-2 1-1 16,3-3 3-16,0 0-3 0,3 0-4 0,1 1 7 16,2-1-7-16,0-2 8 0,2 1-6 0,3-1 2 15,10-1-1-15,13-3 1 0,2 1 3 0,-1 2 4 16,1 12 3-16,2-5-1 0,1-5 2 0,4-3-1 16,4-5 0-16,2 0-2 0,-1-2-3 0,5 1-6 15,-3-3-4-15,3-2 2 0,5 1 0 0,-9-1-5 16,-1 1 1-16,-3-1-3 0,-5 0-5 0,-3 1 0 15,-5-1 1-15,-2 1-2 0,-3-1-5 0,-1 1-9 0,-3-1-1 16,-6 2 0-16,-5 3-2 0,-4 1-135 0,1-2-19 16</inkml:trace>
  <inkml:trace contextRef="#ctx0" brushRef="#br0" timeOffset="21328.57">22860 15314 919 0,'-2'0'50'0,"1"0"-7"0,-1 0-23 16,0-2 14-16,0 0-38 0,0 0-19 0,0 0 13 15,0 0-1-15,1 2 7 0,1 0 7 0,1 0 5 16,1 0-3-16,4 0 4 0,18 0 0 0,4-2-2 15,5 2-3-15,1 0 0 0,1-1-7 0,0-3-5 16,2-4 1-16,6-1-2 0,0 0-2 0,-1 0-15 16,1 1-5-16,5-1-4 0,6 0-9 0,0-3-22 15,4-1-7-15,-1 2-18 0,-7 0-137 0</inkml:trace>
  <inkml:trace contextRef="#ctx0" brushRef="#br0" timeOffset="21843.91">23952 15566 834 0,'0'0'32'0,"-2"0"57"0,0 0-73 0,0 0-6 16,1 0-1-16,-1 0 0 0,0 0 10 0,0 2-15 15,0 0 3-15,-2 0-7 0,1 0-5 0,-1 1 5 0,2 7 2 16,-7 3 1-16,3 1-4 0,3 1 1 15,-3-2-3-15,2 2 4 0,2 0-1 0,1-2 3 0,-1 2 2 16,-9 0 0-16,3-2 0 0,3-2 0 0,-1 2 2 16,2 0-1-16,2 0 0 0,2-2 0 0,0 2-2 15,0-2 3-15,0 0 9 0,2 0-8 0,0-3 1 0,2 1-3 16,-2-2 13-16,0-1 6 0,1 0 1 0,-3-5-2 16,11 3-12-16,2 5 11 0,2 1-5 0,2-3 6 15,0-1-4-15,-1-4-10 0,3-2 2 0,0 0-5 16,-1-2-2-16,1-4 8 0,1-1-1 0,-1-3 4 15,-1 1 2-15,-3 0-4 0,-4 0 5 0,0-1-3 16,1-8 8-16,-7-3-6 0,4-1 2 0,-5 0-3 0,11-1-4 16,-6 1 0-16,-7 2-3 0,-2-1 1 0,-4 3-5 15,-1 1-9-15,-3 4-7 0,-5 2-2 0,-18 3-36 0,-6-14-62 16,-6 9-46-16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2-07-15T05:16:59.90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2-07-15T05:17:01.301"/>
    </inkml:context>
  </inkml:definitions>
  <inkml:trace contextRef="#ctx0" brushRef="#br0">23302 18409 0,'0'0'0,"0"0"15,0 0-15</inkml:trace>
  <inkml:trace contextRef="#ctx1" brushRef="#br0">15589 5662 36 0,'0'0'4'0,"0"0"8"0,0 0 19 15,0 0 7-15,0 0 4 0,0 0-3 0,0-2-18 16,0 1 2-16,0-1-5 0,0 0-9 0,0 0 15 16,2 0-5-16,-2 0 9 0,0 0 2 0,2 1-19 0,0-1 8 15,0 0-12-15,0 0 4 0,-1 0 1 0,1 0-4 16,-2 0 5-16,2 1-1 0,-2-1 3 0,2 0 4 16,-2 0 0-16,2 0 14 0,-2 0 3 0,2 0 0 0,-2 1 2 15,0-1 5-15,0 0-9 0,0 0 2 0,0 0-5 16,0 0-4-16,0 0 6 0,0 1-4 0,0-1 5 15,0 0-1-15,0 0 3 0,0 0-5 0,0 0 3 16,0 0-10-16,0 1 11 0,0-1 1 0,0 0 2 16,0 0-9-16,0 0 9 0,0 0-3 0,-2 0 5 15,0 1-11-15,0-1 1 0,0 0-2 0,0 0 2 0,1-2-7 16,-1 2-2-16,0 1-1 0,0-3 2 0,0 0-1 16,0 2-3-16,0 0 2 0,1 1-2 0,-1-1-2 15,0 0-5-15,0 0 0 0,0 0 0 0,0 0 4 16,0 0-8-16,1 1-3 0,-1-1-1 0,0 0-1 15,0 0-5-15,2 0 6 0,0 2-5 0,0 0 2 0,0 0 9 16,0 0-7-16,0 0 8 0,0 0-8 0,0 0 8 16,0 0-1-16,0 0 3 0,0 0-4 0,0 0 1 15,0 0 1-15,0 2 0 0,0 0 0 0,0 0-3 16,0 0-1-16,0-1-1 0,0 1-10 0,0 2 11 16,0 0-6-16,0-1 10 0,0 1-7 0,0 4-7 15,0-1 4-15,0 2-5 0,0-1 13 0,0-1-7 16,0 2 1-16,0 1-2 0,0 1 0 0,0-2 0 0,0-1 0 15,0 1 1-15,0 0 5 0,0 0-6 0,0 1 2 16,0-3-3-16,-2 2 1 0,0 1 8 0,0-3-3 16,1 1 5-16,-1 1-3 0,2-4 0 0,-2 3 1 15,0-1-1-15,0 1-1 0,0-3-3 0,0 1 0 16,2-2-1-16,0-1-2 0,0 1 5 0,0-2-2 16,0 2 2-16,0-3-9 0,0 3 10 0,0-2-8 0,0 0 8 15,0 0-11-15,0 0 4 0,0-1 4 0,0 1-1 16,0 0 5-16,-1 2-9 0,-1 0 4 0,2-1-5 15,0 1 8-15,0 0-2 0,0-1 0 0,0-1-1 16,0 0-4-16,0 0 4 0,0 0-5 0,0 0 5 16,0 0-3-16,0-1 3 0,0 1 4 0,0 0-1 15,0 0-5-15,0 0 3 0,0 0-3 0,0 0 3 0,0-1-2 16,0 1 3-16,0 0-4 0,2 0 1 0,-1 0-4 16,1 0 1-16,0 0 1 0,2-2 0 0,0 0 1 15,5 0 6-15,6 1-1 0,0-1 0 0,-1 0-9 0,3 0 3 16,2 0-3-16,-1 0 4 0,1-1 1 0,-2-1 3 15,-3 0-3-15,3 0 2 0,0 0-4 0,-4 0 0 16,-2 0 1-16,-2 1 0 0,4-3 6 0,0 0-8 16,-3 2 2-16,-5 0-6 0,1 2 9 0,1-1 0 15,-3 1 2-15,1 0-3 0,-3 0-5 0,2-2-1 16,0 0 4-16,-1 2 0 0,-1 0 7 0,0 0-9 16,0 0 1-16,0 0-2 0,0 0 14 0,0 0-15 15,-1 0 7-15,1 0-9 0,0 0 9 0,-2 0 1 0,0 0-1 16,0 0 1-16,0 2 5 0,0 0-87 0,0-1-32 15,0 1-40-15,0 0-284 0</inkml:trace>
  <inkml:trace contextRef="#ctx1" brushRef="#br0" timeOffset="10758.13">4169 9764 256 0,'0'0'-73'0,"0"0"47"0,0 0 5 15,0 0 10-15,0 0 83 0,-2 0 4 0,0-2-15 16,0 0 9-16,0 0-16 0,0 0-11 0,0 1-13 15,1-1-6-15,-1 0 0 0,0 0-12 0,0 0-11 16,0 0 2-16,0 0-3 0,0 1 14 0,1-1-4 16,-1 0 4-16,0 0-5 0,0 0 7 0,-2 0 5 15,1 0 4-15,-1 1 0 0,0-1 10 0,0 0-11 16,1 0 5-16,-1 2-6 0,0 0 11 0,1 0-2 0,-1 0-5 16,0 0 0-16,0 0-18 0,3 0-1 0,-1 0 0 15,0 0 0-15,0 0 1 0,0 0 5 0,0 0-5 16,0 0 4-16,2 0-2 0,0 0 8 0,0 0 3 15,2 0 0-15,0 0-4 0,0 0 3 0,2 0-2 16,11 0 2-16,7-2-5 0,0 0 2 0,0 0-6 0,4 1 4 16,-1-1-15-16,-1 2 14 0,2-2-7 0,2 0 8 15,-6 0-10-15,0 0 11 0,2 0-7 0,0 2 7 16,-1-1-11-16,1 1 2 0,-4 0 0 0,-5 0-1 16,0 0-2-16,0 0 2 0,-6 0 0 0,4 0 0 15,-2 0-3-15,-1 0-9 0,1 1 5 0,-4-1-5 16,2 0 5-16,-3 0 2 0,0 0-2 0,-3 0 4 0,3 0-2 15,-2 0 4-15,-1 0-6 0,1 0 5 0,-2 0-9 16,0 0 4-16,1 2 6 0,1 0 0 0,0 0 6 16,0 0-12-16,-1 0 4 0,1 0-5 0,-2-1 3 0,0 1 4 15,0-2-6-15,-1 2 6 0,1 0-4 0,0 0 7 16,0 0-5-16,0 0 4 0,0-1-10 0,0 1 2 16,-1 0 4-16,1 0-2 0,0 0-2 0,-2 0 7 15,0 0-2-15,0-1 4 0,0 1-11 0,0 0 6 16,0 0-4-16,0 0 7 0,-2 0-4 0,0 0-1 15,1 1 3-15,-1 1-2 0,-2 0 3 0,0 1 3 16,-7 5-4-16,-6 1 3 0,1 0-3 0,1 0 0 16,-2 4-1-16,0 0 2 0,-1 0 1 0,-6-1-7 0,3 3 2 15,5-2-4-15,-5 3 2 0,-1 1 5 0,-2 1-4 16,-6 1 4-16,4-1-2 0,6 4-2 0,1-1 0 16,-7-3 0-16,6 2 1 0,-3 1 3 0,3-1-1 15,1 0-1-15,3-1-4 0,1-1 7 0,2-1-2 0,2 3 5 16,1-5 0-16,-1-6-8 0,6 6 3 0,-1-4-6 15,0 0 2-15,5 5 5 0,-3-3-4 0,2-2 5 16,-7-2-9-16,1 0 1 0,5-3 3 0,-1-1-1 16,2-1 3-16,0-1 3 0,0 3-6 0,0 1 4 15,2 0-5-15,0-1 3 0,0-1 0 0,0-1 1 16,0 1-9-16,0-1 10 0,2 1-4 0,0-3 7 0,-2-2-3 16,8 1-4-16,10 10 3 0,6 0-3 0,2-3 1 15,2-3 4-15,-2-3-4 0,8-1 3 0,-3-1-4 16,-3-2 0-16,7-2 0 0,-9 1-1 0,8-3 0 15,-3 0 2-15,1 1-2 0,-2-1 1 0,-4 0 0 0,-2 0 5 16,-6 1-5-16,-1-1 3 0,-2 0-8 0,-2 2 4 16,-2 1 5-16,0-1-2 0,-3 0 1 0,-3 2 3 15,1 0-4-15,-3 0 3 0,1 0-2 0,0-2 5 16,0 0-5-16,-1 0 4 0,-1 0-10 0,0 1 4 16,0-1 5-16,0 0-1 0,0 2 6 0,-2 0-19 15,0 0-3-15,0 0-8 0,-2 0-22 0,0 0-9 16,0 0-7-16,0 0 0 0,-2 0-18 0,1 0-25 15,1 0-4-15,-2 0-10 0,0 0-27 0,-1 0-35 0,-3 0-14 16</inkml:trace>
  <inkml:trace contextRef="#ctx1" brushRef="#br0" timeOffset="11169.14">3970 10239 143 0,'0'0'27'0,"0"0"-3"15,0 0-1-15,0-2 3 0,0 0-12 0,-2 1-6 16,0-1-10-16,0 0 7 0,1 0-5 0,-1 0 27 0,0 0 8 16,0 0 1-16,0 1 4 0,-2-1 13 15,1 0 14-15,1 2-4 0,-6-2 5 0,-1 0-6 0,2 0-3 16,1 2 2-16,1 0-4 0,-3-2-18 0,4 2-4 15,-1 0-1-15,3 0 1 0,-2 0 4 0,2 0-18 16,-1 0 0-16,-1 0-4 0,2 0 7 0,0 0 4 16,0 0 4-16,2 0-1 0,0 0 9 0,2 0-12 15,0 0 2-15,4 0-5 0,23-7 12 0,3 0-21 16,3-1 8-16,2 1-14 0,-1 1-7 0,3 2 4 0,0 1-7 16,-8 1 7-16,8-2-5 0,-7 2 1 15,-8 0-2-15,2 1 0 0,-2 1-2 0,-5 0 4 0,3 0 3 16,-2 0 0-16,-7 0 0 0,4 0-3 0,-4 0-3 15,-2 0 0-15,-7 0 4 0,0 0-4 0,-1 0 11 16,1 0-8-16,0 0 10 0,-1 0-10 0,1 0 1 16,0 0-4-16,-2 0-23 0,0 0-114 0,-1 0-26 0,1 0-42 15,2 0-204-15</inkml:trace>
  <inkml:trace contextRef="#ctx1" brushRef="#br0" timeOffset="12004.26">4973 10527 251 0,'0'0'42'0,"0"0"-3"0,0-2 26 0,0 0-5 16,0 0-5-16,0 1-28 0,0-1-2 0,0 0 5 15,1 0-3-15,1 0 10 0,0 0 5 0,-2 0-3 0,0-1 5 16,0-1-1-16,0 0-3 0,0 1-6 0,-2 1 3 16,0 0-2-16,1 0-14 0,-1 0 3 0,0 0-8 15,0 0 1-15,-2 2-7 0,1 0 7 0,-1 0-8 16,-7 4 10-16,0 0-4 0,-1 1 3 0,3 1-1 15,0-2 9-15,1 11-11 0,-1-3-6 0,2 0 0 16,3 1 2-16,0 0-5 0,-3-4 15 0,-1 2-13 16,3-2 3-16,1 1 3 0,2-1-5 0,0 0 6 15,2 2-4-15,0-3 4 0,0-1-10 0,0-1 8 0,2 1-2 16,0-1-8-16,0-1 9 0,2 1-10 0,-2-2 2 16,-1-1 4-16,5-1-3 0,5 7 3 0,0-1 3 0,4-1-7 15,-2-3 5-15,-4-2-5 0,1 0 7 0,-1-2-3 16,2 0-10-16,2 0 0 0,6-2-50 0,-3-2-46 15,1 0-17-15,2-1-16 0,-6 1-123 0</inkml:trace>
  <inkml:trace contextRef="#ctx1" brushRef="#br0" timeOffset="12304.94">4969 10345 922 0,'-2'-2'42'16,"0"0"-10"-16,0 0 67 0,2 1 0 0,-7-16 1 0,1 4-47 15,1-4-37-15,1 8 2 0,0 0-13 0,1 1-5 16,3 4 3-16,-2-1 2 0,0 1 1 0,0 0-6 16,2 3 5-16,0-3-7 0,-2 0 4 0,0 0-15 0,2 1-82 15,0-1-7-15,0 0-33 0,0 1-101 0</inkml:trace>
  <inkml:trace contextRef="#ctx1" brushRef="#br0" timeOffset="14995.74">5489 10263 24 0,'0'0'12'0,"0"0"4"15,0 0 11-15,0 0 1 0,0-2 5 0,0 1 15 16,0-1 4-16,0 0 4 0,0-2 16 0,0 0-5 15,0 1 5-15,0-1-5 0,0 0 7 0,0-1-14 16,0-1-3-16,0 1-4 0,0-1-8 0,0 0-12 16,0 3 4-16,0-3-7 0,0 1-1 0,0 1-9 15,0 0 5-15,0 2-6 0,0 0 9 0,0 1 6 16,0-1-4-16,-2-2 6 0,0 0-5 0,0 1 7 16,0 1-5-16,-1 0 5 0,-1 0-17 0,2 2-10 0,-5-2-5 15,-1 0 0-15,1 2-5 0,-1 0-2 0,1 2 3 16,-1 2-3-16,-3 3 1 0,2 4-2 0,-2 4 2 15,2 11 0-15,-1 0 10 0,3-2-12 0,-2 8 2 16,1-6-6-16,1 0 7 0,-1 4 3 0,3-2-2 0,-6-2 1 16,-1-2-4-16,3 0 9 0,-2 0-6 0,7 0 7 15,-1 0-19-15,3 0 14 0,-4 0-4 0,5 2 7 16,-16 0-14-16,8 2 9 0,5 0-2 0,4-2 4 16,4 2-6-16,1 2-2 0,3-1 1 0,-1 3 1 15,0 3 3-15,1 2 4 0,-1-1 0 0,1-1 1 16,-3-2-5-16,-1-5 0 0,0 0-2 0,-3-2 1 0,1-2 5 15,0-1-7-15,-2-3 8 0,0-3-7 16,0-3 4-16,0-2 3 0,0 2-2 0,-2-2 5 0,0-3 14 16,1-2 14-16,-1-1-7 0,-2-1 6 0,0 1-19 0,-12-4-7 15,-1 5 6-15,-2-5-8 0,3 2-7 0,3 0 10 16,0-3-9-16,2 9 10 0,-2-3-3 0,-2 1-7 16,2-3 10-16,-2-1-8 0,11-4 8 0,-13 2-15 15,6-2-18-15,2 0 2 0,-10 0-52 0,12 0-34 16,-2 0-2-16,1 0-16 0,3-2-47 0,1 0-68 15,0 0-33-15</inkml:trace>
  <inkml:trace contextRef="#ctx1" brushRef="#br0" timeOffset="15279.34">5038 10824 680 0,'-2'0'12'16,"0"0"-1"-16,0-2 38 0,-2 0-18 0,1 0 17 15,-1 1-36-15,0-1-10 0,0 0 1 0,3 0-4 16,-1 0 6-16,0 2-1 0,2 0 14 0,0-2-8 16,0 0 37-16,2 1 13 0,1-1-8 0,20-4 7 0,-1 1-21 15,2-1-9-15,4-1-4 0,-2 1-4 0,4 2-21 16,-1 1 3-16,-3 1 4 0,-1 0-1 0,-1 0 2 0,-2 2 2 15,-2 0-10-15,-1 0 7 0,-1 0-23 0,-3 0-29 16,6 0-7-16,-1 0-9 0,1 0-46 0,-1-2-73 16,0 0-34-16</inkml:trace>
  <inkml:trace contextRef="#ctx1" brushRef="#br0" timeOffset="15749.53">6053 10295 505 0,'-2'0'5'16,"-1"0"49"-16,-7-2-6 0,-8-2 22 0,1 2-26 16,2 1-26-16,-2-1-5 0,10 0-6 0,3 2-9 0,1 0 3 15,1 0-1-15,0 0 2 0,0 0 3 0,0 0-5 16,0 0 15-16,2 0-8 0,0 0 46 0,2 0 4 15,0 0-1-15,2 0 2 0,18-6-5 0,10 3-5 16,-5-1 1-16,1-2-3 0,0 1-11 0,-2-1-15 16,0 1-2-16,-2-1-5 0,4 0-1 0,-6 3-9 15,3-1 1-15,-1 2-4 0,-4-2-1 0,-3 3 0 16,1-1 7-16,-6 2-4 0,2 0 2 0,-2 0 3 16,-5 0-8-16,-1 0 7 0,-1 0 7 0,-1 0-5 0,-2 0 1 15,1 0-4-15,1 0 2 0,0 0-7 0,-2 0-3 16,0 0-8-16,-1 0-53 0,1 0-56 0,0 2-9 15,-2-1-19-15,0 1-72 0</inkml:trace>
  <inkml:trace contextRef="#ctx1" brushRef="#br0" timeOffset="15951.39">5953 10527 482 0,'0'0'37'0,"-2"0"45"0,0 0 23 0,2 0 18 0,0 0-56 15,0 0-11-15,2 0-3 0,0 0 0 0,3 0 7 16,14-6-6-16,7-1 1 0,-4 0-5 0,6-3-6 16,2 3 6-16,-2-2-1 0,1-1 1 0,7 1-17 15,-3 0-15-15,2-1-6 0,-1 3-1 0,-3 1-11 0,-1 5 4 16,-2 1-14-16,9 0 0 0,-3 0-85 0,-1 0-153 16,8 3-66-16</inkml:trace>
  <inkml:trace contextRef="#ctx1" brushRef="#br0" timeOffset="19402.73">7993 9133 119 0,'0'0'34'0,"0"-2"37"0,0 0-1 0,0 0-20 16,0 0-3-16,0 0-6 0,-1 0-5 0,-1 1 6 16,0-3-5-16,0 0 3 0,0 0-16 0,0 1 3 15,0-1 6-15,1 0-4 0,-1 1-1 0,0-1-13 16,0 0-1-16,0 0-1 0,0 1 8 0,0-1-17 16,1 0 10-16,-1 2-12 0,0 1 7 0,2-1 2 15,0 0-3-15,0 0 4 0,0 0 9 0,0 0 2 0,0 0-1 16,0 1 1-16,2-1 6 0,0 0 1 0,-1 0 5 15,3 0-5-15,5-2-10 0,10-3-1 0,0 1-9 16,-3 3 7-16,7-1-6 0,3 0-8 0,-6 2 10 16,8 1-9-16,-6 1 5 0,-3 0 1 0,-1 0-5 0,-3 0 7 15,6 0 1-15,-3 0 4 0,-1 0-3 0,0 1 1 16,-8-1-13-16,4 2 0 0,-2 0 1 0,-5 0 0 16,-1 0 3-16,1 0 4 0,-4-2-3 0,1 2 2 15,1 1-8-15,0 1 9 0,1 5-1 0,1 4 3 16,-4 2-10-16,-2 4 4 0,-2 1-4 0,-2 1 5 15,-3 1 0-15,-4 2-4 0,-4 2 2 0,13 4-3 16,-22-3-3-16,0 3 3 0,-2-2 2 0,0 0 0 0,-2 0 3 16,-2 3 0-16,-3-7-1 0,-1 2 3 0,3 4 1 15,-1-8 7-15,6 6-3 0,0-7 3 0,0-1-14 0,4 1 6 16,-1-3-3-16,5-1 5 0,1 0-3 0,4-1 3 16,2-3-5-16,2-2 5 0,3-1-2 0,1-3-7 15,1 1 7-15,2 1-7 0,-3-2 5 0,-1 3-7 16,0-1-1-16,5-2-2 0,-1 3 9 0,2-1-7 15,0-2 2-15,2 1-2 0,-1-3 4 0,3 1 1 16,7-1 0-16,13-1-1 0,2 0 4 0,2 14-5 16,0-5 2-16,5-3-2 0,3-5 7 0,-5-3-5 15,6 0 3-15,-5-2-5 0,1 0 2 0,-1 0 8 16,-6 0-6-16,-6-2 6 0,1 0-12 0,-1 0 3 16,-1 1 3-16,-1-1-1 0,-3 0 1 0,-2 0 2 0,-3 0-3 15,-3 0 3-15,2-1 3 0,-5 3-5 0,-2 0 3 16,2-2-4-16,-3 2 8 0,3-2-10 0,0 0 4 15,0-2-8-15,-1 2-22 0,-1-1-47 0,0-1 1 0,0 2-15 16,0 0-15-16,-2 0-59 0,0 1-7 0,0-1-23 16,0 0-76-16</inkml:trace>
  <inkml:trace contextRef="#ctx1" brushRef="#br0" timeOffset="19732.43">7884 9639 439 0,'-2'0'0'0,"0"-1"7"16,0-1 2-16,-1 0 1 0,-1 0-6 0,-2 0-6 15,-1 0-1-15,3 2 0 0,-3-2 7 0,1 2-3 16,1 0 1-16,-1 0-2 0,2 0 11 0,3 0 63 15,-1 0-11-15,-2 0 28 0,0 0-15 0,1 0 4 16,1 0 2-16,0 0-2 0,0 0-11 0,2 0-14 0,0 0 1 16,2 0-4-16,0 0 3 0,0 0-23 0,24 0 0 15,7-1-8-15,0-1-8 0,4-2-12 0,1 2 4 16,-1 0-6-16,5 2 8 0,-3 0-2 0,-1 0-3 16,4 0 2-16,-8 0-7 0,1 0 13 0,2 0-6 15,-11 0 2-15,0 2-64 0,0 2-80 0,-7 0-29 0,1-1-16 16,-1 1-113-16</inkml:trace>
  <inkml:trace contextRef="#ctx1" brushRef="#br0" timeOffset="20037.93">8671 9797 264 0,'0'0'43'0,"0"0"53"0,-2 0-6 16,0 0-29-16,1 0 4 0,-1 0-15 0,0 0-17 0,0 0 4 15,0 0 0-15,0 0 4 0,0 0 3 0,-1 0-9 16,-1 0-1-16,0 0-1 0,-5 4 15 0,2 0-19 16,-3 1 6-16,3-1-12 0,-2 13 8 0,3-1-2 15,0 1 5-15,5 2-3 0,-1-1 3 0,-9-3-3 16,-1 4-5-16,5-3 2 0,1 3-6 0,3 1-7 16,1-3-2-16,0 2-1 0,2-3-1 0,0 3 1 15,2-1 4-15,0-5-5 0,0 0-8 0,-1-5 10 16,1-1-4-16,0-1 7 0,0 1-9 0,0-3 4 15,-2-2-6-15,4 2 6 0,-3-4-5 0,12 9-1 0,0-4 6 16,4 1-4-16,-2-4 15 0,2-2-23 0,1-4-22 16,3-3-8-16,-1-3-116 0,1 1-112 0,-5 0-44 15</inkml:trace>
  <inkml:trace contextRef="#ctx1" brushRef="#br0" timeOffset="20262.9">8751 9649 1372 0,'-2'-4'22'0,"-3"-15"18"0,-5-8 34 16,7 8-16-16,-1 2-7 0,2 4-6 0,2 8-32 0,0-1-15 15,0 4 10-15,0-1-11 0,0 1 5 0,0 0-1 16,0-2-1-16,0 0 0 0,0 3 6 0,2-1-4 15,0 0-14-15,0 2-2 0,-1 0-87 0,1 0-117 16,0 0-49-16</inkml:trace>
  <inkml:trace contextRef="#ctx1" brushRef="#br0" timeOffset="21433.05">9971 9270 92 0,'0'-2'15'0,"2"0"17"15,0 0 24-15,-1-1-1 0,1-1 1 0,-2 2-3 16,4-5-2-16,-2-1 0 0,0 3 1 0,-2 1-2 16,2-2-17-16,-1 1 8 0,1-1-6 0,0 1 7 0,-2-1 1 15,0 1-10-15,0-1 5 0,0 2-5 0,0 1 13 16,0-3-4-16,0 2-2 0,0 2-2 0,-2-1-13 0,0-1-3 16,1 0-4-16,-3 2 0 0,-7-3-11 0,-2 1 5 15,0 2-3-15,-8 2 3 0,3 4-3 0,-3 3-4 16,-1 5-1-16,3-1-2 0,-1-6 1 0,3 19-2 15,-1 4 2-15,-1 2-2 0,1 3 5 0,-5 1-6 16,7 3 6-16,-5 0-7 0,6-2 0 0,1 4 8 16,-5-2-4-16,8-1 5 0,0-1-6 0,1-2 2 15,5 1 2-15,1-4 0 0,-14-3 8 0,6 1 4 16,5-2-6-16,3 2 6 0,4-4-9 0,0 4 2 16,4-4 4-16,2 2-3 0,1 0 5 0,0-4-4 15,6 4 2-15,2 0-3 0,0-5-5 0,-2 5 4 0,6-6-1 16,7 1 3-16,-6-3-6 0,-1-5 4 0,1 0-3 15,-3 0 3-15,9 2-5 0,-6 4 4 0,1-10-1 16,-3-2 2-16,-5 1 2 0,2-4-1 0,-2-3-3 0,0 1-1 16,-4 6-27-16,2-3-50 0,1-1-7 0,1-2-16 15,-2-2-48-15,0 0-45 0,-2-2-13 0,2-4-15 16,0-1-75-16</inkml:trace>
  <inkml:trace contextRef="#ctx1" brushRef="#br0" timeOffset="21732.42">10357 9610 531 0,'0'0'45'0,"0"-2"-9"0,0 0 19 16,-2 0 5-16,0 0-17 0,1-1-31 0,-1-1-2 15,0 0-1-15,0 2-1 0,0 0-8 0,0 1 2 16,0-1-2-16,1 0 2 0,-1 0-2 0,0 0 18 15,0 2 3-15,0 0 5 0,0 0 2 0,0 0 7 16,1 2-10-16,-1 0 9 0,0 2-12 0,-2 1 5 16,2 16-3-16,-9 3 2 0,2 0-7 0,0-4-5 0,1 3-3 15,1-3-2-15,-1 0-12 0,3 1 9 0,1-1-3 16,0 1 4-16,-9-3-6 0,2 1 11 0,4-2-4 16,1-3 5-16,2 1-9 0,1-2 8 0,1-2-2 15,0-1 3-15,2-1 1 0,0-2-23 0,0 1-31 16,0-3-6-16,2 1-160 0</inkml:trace>
  <inkml:trace contextRef="#ctx1" brushRef="#br0" timeOffset="21960.15">10708 9762 892 0,'0'0'36'0,"0"0"-31"16,0-2 51-16,2 0-21 0,0 0 18 0,1 1-23 16,3-3-5-16,20-9-5 0,6 2-17 0,-3 3-1 15,1 3 3-15,-2 1-1 0,-4 2 10 0,-2 2-7 16,1 0 3-16,-7 0-5 0,3 2-4 0,-2 0-54 16,-3 0 2-16,1 1-23 0,0 1-28 0,-2 0-113 15</inkml:trace>
  <inkml:trace contextRef="#ctx1" brushRef="#br0" timeOffset="22269.72">10916 9550 1075 0,'0'-2'8'15,"0"1"-2"-15,0-1 8 0,-4-13 2 0,1 2-1 16,1 4 1-16,0 3-18 0,2 2 2 0,-2 1-8 16,0-1-8-16,0 2 9 0,0 0-5 0,1 0 6 15,-1 2-11-15,0 2 25 0,0 0-2 0,0 2 11 0,-3 18-4 16,-3 6 7-16,1 3-8 0,-1-1 8 0,1 0-12 16,-2-2 9-16,-1 1-8 0,1-3 7 0,-2 2-19 15,2 0 4-15,-3 0 7 0,3 0-1 0,2 0 2 0,-1 0-1 16,3-1-4-16,1-1 3 0,2-3-3 0,0-3 7 15,2 0-2-15,0-3 3 0,2 4-4 0,2-3-88 16,0-3-19-16,1 4-35 0,1-8-146 0</inkml:trace>
  <inkml:trace contextRef="#ctx1" brushRef="#br0" timeOffset="22601.45">11560 9496 839 0,'0'0'6'0,"0"-1"0"0,-2-1 5 0,1 0-3 0,-1 0 0 16,0 0-10-16,-2 0-2 0,0 2 3 0,1 0-3 16,-5 4-5-16,1 2 6 0,-2 8-9 0,3 9 8 15,0-1-6-15,-1 2 12 0,1-3 5 0,-1 5 1 16,0-4 7-16,-1 0 19 0,-1 0-2 0,5 4 10 15,-7 0 10-15,-2 4-3 0,0 4-5 0,-4-1 1 0,6 6-11 16,0 2-2-16,0 1-1 0,-4 3-2 0,4 1-4 16,-4 3-3-16,2-1-1 0,-2-5-2 0,0-6-1 15,2-2-4-15,4-7 0 0,-4 0-5 0,2 0-10 0,2-12 15 16,-3 7-3-16,7-7 8 0,1-6-6 0,-1 3-5 16,-1-10 2-16,4 1-4 0,0-4 10 0,0 0-18 15,-1 4-23-15,-1 0-7 0,0-3-139 0,2 1-155 16</inkml:trace>
  <inkml:trace contextRef="#ctx1" brushRef="#br0" timeOffset="23093.17">11334 9623 981 0,'2'-2'7'0,"-1"0"-3"0,1-2 35 0,6-7-5 0,-3-17 9 16,18 2-23-16,6 6-8 0,1-4 0 0,3 5-2 16,1-1-2-16,-4 3-8 0,-3 6-2 0,3 3-2 15,-6-8 4-15,-1 6 1 0,-3 3-1 0,-5 5 1 16,0 2-1-16,-6 2 0 0,-2 2 2 0,-1-1-2 16,-4-3 12-16,9 15 0 0,-4 0 9 0,-1 6-5 0,-4-1 21 15,-4 0-17-15,-4 3 8 0,-5-1-11 0,0-3 8 16,9 1-15-16,-18 0 2 0,-3-3-6 0,1-4 0 15,0 0 0-15,3-4-5 0,3 4 3 0,-1-1-1 0,2-5-3 16,4-1 4-16,0-1-5 0,3-1-1 0,7 1-2 16,-3-1 5-16,4-2-1 0,-2 2 5 0,0-1-2 15,0 1-3-15,2 0 0 0,0-2-1 0,0 0 1 16,0 1 0-16,0 1 2 0,2 2 0 0,0-1-8 16,0 1 4-16,2 1-5 0,1 2 7 0,1 1 6 15,-1-1-8-15,3 2 9 0,-3 0-3 0,1-1-2 16,-1 1 7-16,-1-2-7 0,-2 0 11 0,0-1 6 15,-2-1 3-15,0 1 0 0,0-1 4 0,0-1-2 16,-2-1-2-16,0 1 1 0,-2-1-5 0,-5-1-13 0,-8 1 3 16,-9-3-5-16,4 2 4 0,2-2-5 0,-3 0 5 15,7 1-4-15,5 7 1 0,1-5 1 0,3-1-5 16,3-2 2-16,0 0-33 0,1 0-35 0,1-1-4 0,0 1-10 16,0 0-20-16,2-2-41 0,0 0-1 0,2 0-14 15,11-4-32-15,22-7-24 0</inkml:trace>
  <inkml:trace contextRef="#ctx1" brushRef="#br0" timeOffset="23614.38">12310 9482 467 0,'0'-2'81'0,"0"0"101"0,-2 0-68 16,1-2-35-16,-1 1-10 0,-2-3-5 0,-3-5-27 15,5 7-26-15,-9-5 6 0,1 3-12 0,-3 3 4 0,-3 3 0 16,-3 5 4-16,-5 6-2 0,0 6 14 0,0-4 7 15,-2 15-7-15,-2 3 6 0,-4-3-6 0,3 0-2 16,1 2 3-16,4-2-5 0,5-2-3 0,-3-4-7 16,5-2 5-16,-2 1-3 0,3-4 14 0,5-1-3 15,1-1 5-15,1-2-3 0,2-4 11 0,1-1-14 16,2-3 1-16,2-1-5 0,1 0-1 0,1-2-8 16,-4 1 2-16,2 1-3 0,0 0 3 0,0-2 0 15,2 0-3-15,0-1 2 0,0-1-3 0,2 0-5 16,0-1 5-16,0 1-5 0,16-12 7 0,-3-6-6 0,2-3-1 15,5-3-3-15,2-2 0 0,1-5-1 0,-1-5 6 16,-6 1-3-16,1 0 8 0,1 0-12 0,3-1 0 16,-5 3-3-16,-3-1 11 0,0 12-6 0,0 2 1 15,0 10-3-15,-6 1-4 0,-2 5 1 0,-3-1 1 0,-2 1 0 16,-2 2 2-16,0 0-4 0,4-1 4 0,-1 1-5 16,1 0 7-16,0 0-8 0,-2 2 2 0,-1 2-3 15,1 2 8-15,8 24-2 0,-5-4 2 0,-1 4-1 16,-4-2 1-16,0 0-3 0,0 0 7 0,4 1-5 15,-3-2 5-15,3-3 4 0,0 0-4 0,0-1 5 0,-1-3-2 16,1-1 1-16,0 0-3 0,-1-4 2 0,1 1 1 16,0-1-6-16,0 2 5 0,-1-2-6 0,1 0 4 15,0 0 1-15,-2-3-3 0,-1-1 2 0,-1-2 5 16,0-3-9-16,0 2 11 0,0-1-11 0,2-1 8 16,0 0 4-16,0-1-5 0,0 1 3 0,-2 0-26 0,2-2-43 15,0-1-11-15,-2 1-11 0,0 0-54 0,0-2-69 16,0 0-1-16,0 0-34 0,0 0-123 0</inkml:trace>
  <inkml:trace contextRef="#ctx1" brushRef="#br0" timeOffset="24114.07">11863 9775 684 0,'0'0'41'0,"0"0"-1"0,0 0 5 0,0 0-6 16,0 0-11-16,2 0-24 0,0 0 5 0,-1-2 2 15,3 0 0-15,15-1 4 0,5-1-3 0,-2 0-3 16,12 2 1-16,1 0-10 0,0 1 3 0,6-1 0 0,-2 0 4 16,0 0 18-16,-2 0-1 0,0-2 9 0,-3 3-8 15,-1-3-15-15,-3 0 0 0,-2 0-10 0,-2 3 7 16,-4-1-2-16,-2 0 1 0,-1 2 5 0,-4 0 0 16,-2 0 23-16,0 0 4 0,-2 0 6 0,-4 0-5 15,-1 0-1-15,-4 0-9 0,1 0 0 0,1 0-3 0,0 0 4 16,0 0-11-16,-3 0 7 0,1 0-8 0,0 2 3 15,-2 0-6-15,0-1 0 0,0 1 0 0,-2 0-2 16,0 2-4-16,1 0-4 0,-5 7 2 0,0-2-3 0,1 0 1 16,1-1 4-16,0-1-2 0,1 2 6 0,1-3 5 15,-2 1-6-15,2-1 4 0,2 0-10 0,0-1 9 16,0 1-1-16,0-1 3 0,2 1-3 0,0-2 2 16,0-1-2-16,-2-1 1 0,13 7-5 0,4 3-1 15,1-3 2-15,4-2-2 0,1-3-4 0,-1-2 4 16,0-2-4-16,-7 0 5 0,0-2-4 0,0 0 2 15,3-3 0-15,1-1 1 0,-4 0 0 0,-4 1-5 16,-2-1-1-16,-5 4 0 0,2-11 1 0,-3-3 2 16,-1-1-2-16,2 2 1 0,0-2-1 0,7 1-1 0,-2-1 2 15,-3 0-3-15,-5 2-2 0,-1 2 6 0,-3 0-7 16,-1 6 4-16,-9 1-12 0,-15 5 8 0,0-18-2 16,6 12 3-16,-10 1-12 0,5 6-33 0,1 2-5 15,1 2-14-15,5 1-49 0,3 3-24 0,2-1-11 16,4 0-3-16,4-1-37 0,3-2-51 0,2 7-43 0</inkml:trace>
  <inkml:trace contextRef="#ctx1" brushRef="#br0" timeOffset="24525.55">13112 9736 626 0,'0'-2'130'0,"-1"0"28"15,-1 0-33-15,0 1-66 0,0-1-2 0,-2 0-18 0,1 0-26 16,-1-2 8-16,0 1-14 0,0 1 5 0,1 0-8 16,-1 0-4-16,0 0-1 0,1 0-3 0,1 0 12 15,-2 1 7-15,0 1 2 0,1 0 13 0,-1 0-1 16,0 1 1-16,0 1-1 0,1 0-5 0,-1 0 6 16,0 2-7-16,2-1 7 0,-9 12-6 0,9-2-8 15,-9 2 5-15,2 0-6 0,-4 2 7 0,6-2-6 16,-6-1 4-16,3 1-4 0,-3 0-1 0,4-2-5 15,5-2-1-15,-1 0 0 0,-3-1 5 0,3-1 6 0,1-4-3 16,0 1 4-16,3-2 0 0,-1-1-10 0,2-1 4 16,-2 2-6-16,0 0 8 0,0-1-6 0,2 1 4 15,0-2-3-15,2 0 4 0,0 0-6 0,2 0-1 16,-1-2-1-16,8 0 9 0,4 0-4 0,-4 0 8 0,6-2-8 16,0 0-4-16,-1-2 4 0,3 0-10 0,-4 3 8 15,0-3-12-15,-2 2 4 0,-4 0-1 0,0 0 3 16,1 0 0-16,-1 1-1 0,0-1-3 0,0 0-1 15,1-2-16-15,-3 2-58 0,1 0-7 0,-3 1-23 16,3-3-67-16,-1 0-45 0,0 1-20 0,-1 1-19 16,1-2-185-16</inkml:trace>
  <inkml:trace contextRef="#ctx1" brushRef="#br0" timeOffset="24931.53">13558 9127 980 0,'0'-2'-1'0,"-2"0"1"0,0-1 11 16,-9-16-8-16,4 4 9 0,-1 2-21 0,3 4 10 15,-1 0-3-15,4 1 4 0,1 3-5 0,-7-1 5 0,-1 2-3 16,5 2 7-16,-9-1 39 0,6-1-9 0,3 0 10 15,0 2-13-15,2 2 9 0,-1-1 13 0,-1-1 0 16,2 2 3-16,0-2-13 0,-1-2-28 0,-1 0 3 16,0 3-10-16,2-1 10 0,0 0-7 0,1 2 2 0,-1 0-6 15,0 0-7-15,2 2 14 0,0 0-10 0,2 1 10 16,1 3-16-16,5 12 2 0,20 3 4 0,0 3-3 16,1 2-1-16,-1 2 5 0,4 3-1 0,5 1 3 15,-2 3 2-15,2 0-1 0,-3 6-3 0,-3-2 1 16,3 2-8-16,-5-2 4 0,1-2 1 0,-6 2 1 15,-2-3 12-15,-1-3-11 0,-4 0 14 0,-4-1-11 0,-4-2 30 16,-5 3-15-16,-3 1-4 0,22 3-4 0,-12 0-13 16,-9 2 7-16,-8 4 1 0,-5 3 1 0,-9 4 5 15,16 8-13-15,-41 1 2 0,-10 6-15 0,-14 7-88 0,-22 1-250 16</inkml:trace>
  <inkml:trace contextRef="#ctx1" brushRef="#br0" timeOffset="30555.09">15959 9352 115 0,'0'-2'20'0,"0"0"1"0,0 0 20 0,2-2-3 16,0-3-17-16,1-2 0 0,1-1 10 0,0 1-2 0,-2 3 36 15,-1 1-37-15,-1 1 1 0,0 2-10 0,0 0 4 16,0 1 0-16,-1-3-1 0,-3 0 0 0,-4 0-1 15,-16-3 2-15,-2 5 2 0,-3 2-1 0,1 4 0 0,2 0-12 16,0 3 8-16,-2 4-9 0,2 2 8 0,2 0-12 16,1 2-1-16,7-13-2 0,-1 15 12 0,6-1-5 15,2 5 1-15,1-3-4 0,3-1-3 0,3-4-6 16,0-4 5-16,-9 6-4 0,1 0 16 0,5 2-6 16,-1 3 9-16,4-3-7 0,2 0 19 0,2 1-19 15,2-1-2-15,2 0-4 0,-1-1-1 0,3-3-2 16,1 2 4-16,-2-2-5 0,3 0-1 0,-9 0-4 15,11-2 3-15,-3 2-3 0,-2-3 4 0,-1-3 8 0,1 2-4 16,-3-3 6-16,2 1 8 0,-1 3 39 0,-3-5-10 16,0 1 17-16,-2-3-26 0,0 1-4 0,0 0-1 15,0 0-1-15,-2 1-4 0,2-3-10 0,-2 4 0 16,-16-3-1-16,-5 1 10 0,3 0-15 0,-2-1 7 16,-1-1-10-16,1 2 13 0,2 0-5 0,-3-2-1 0,7 1-1 15,-3-1-7-15,4 0 6 0,2 2-3 0,4-2 3 16,0-1-11-16,1 1-4 0,1 4 0 0,3-4-1 15,0 0 4-15,3-2-1 0,-3 3 1 0,0-1-3 16,0 0-16-16,3 0-14 0,-1 0-3 0,0 0-6 16,2-1-38-16,0 1-7 0,2 0-16 0,0-2 4 15,1 0-54-15,20 0-6 0,2 0-21 0,1-2 6 0,0-1-63 16</inkml:trace>
  <inkml:trace contextRef="#ctx1" brushRef="#br0" timeOffset="31482.09">15907 9840 62 0,'0'0'40'0,"0"0"21"16,0 0 36-16,0 0 7 0,0 0-6 0,0 0 4 16,0 0-2-16,0 0-2 0,0 0-31 0,0 0-21 15,0 0 10-15,0 0-8 0,0 0 37 0,2-2-24 16,0 0-3-16,1 0-8 0,21-7-9 0,-1 2-6 16,1-3 0-16,2 3-4 0,-2 0-19 0,0-1 5 15,4-1-5-15,-6 1 5 0,0 1-10 0,-3 1-6 16,-4 1 2-16,2-3-3 0,-4 3 11 0,0-1 3 0,-2 1-1 15,-2-1 2-15,-2 2-3 0,-1 1 10 0,0-3-7 16,-5-5 5-16,1 0-9 0,6 2 2 0,-3-1-5 16,1-1 3-16,-2 0-6 0,-3 2 4 0,-1-1 1 15,0 5-2-15,0-4-11 0,0 5 7 0,-1 0-4 0,-1 0 6 16,0 3-9-16,-2-1 1 0,-5-2-4 0,-6 0 3 16,2 2 2-16,4 2-2 0,-4 2 2 0,0 2-4 15,0 2-1-15,2-1 4 0,-1 3 0 0,-1-3 0 16,4 12-1-16,0-2 4 0,3 0-2 0,3-2 3 15,-1 1-1-15,2-2-1 0,0-1 0 0,-3 0 0 16,-5 0-10-16,3 0 9 0,3-3-1 0,1 1 3 16,1-2-1-16,2 1 6 0,0-3-6 0,0 1 6 0,0-2-9 15,2-1 2-15,-1 1-1 0,3-2 2 0,15 0-2 16,-1 0 8-16,1 11-2 0,5-2 4 0,-4-4-9 0,4-1 4 16,1-3-3-16,-3-1 5 0,2-2-3 0,2-2 1 15,-2-1 2-15,2-1-3 0,4-2-6 0,-6 1 7 16,0-3-1-16,-2 1 5 0,1-2-1 0,-1-1-8 15,4-1 5-15,-2 0-4 0,-3 2 7 0,-5 0-6 16,-5 1 2-16,-3 3-2 0,3-1 4 0,0-7-2 16,-3 2-4-16,-7 2 2 0,1 5 1 0,0 0-1 15,2 0 0-15,0 1-3 0,-1 1-4 0,-1 0 1 16,0 0-1-16,0 0 1 0,-2 2 0 0,0 0 1 16,0 2 1-16,-2 0-1 0,0 2-2 0,-2 3 5 0,-3 10 2 15,0 0 0-15,-1-3-3 0,1-1 3 0,-1 0 0 16,3-3 4-16,-1-1 10 0,1 0-8 0,1-1 3 15,0-1-4-15,2-1-3 0,0-1 7 0,1-1-3 0,1-2 4 16,-2 2-10-16,0-1 22 0,0 1-12 16,0-2 15-16,0 0-14 0,0 0-2 0,2-1-1 0,0-1-2 15,0 0-7-15,0 0 1 0,0-1 2 0,0-1-1 16,2 0 5-16,0-2-7 0,2-1 0 0,7-5-3 16,4-3-2-16,3 0 7 0,-1 2-1 0,7-4 4 15,0 2-8-15,2 2 0 0,2-4-1 0,0 2 3 16,4-2 7-16,-5 1-10 0,5 2 5 0,0-2-6 0,-3-1 11 15,-1 0-4-15,0 0 2 0,0 8-3 0,-4-1 0 16,-2 3 0-16,-1-3-3 0,-6 4 2 0,-2-3 0 16,-4 3-1-16,0-3 2 0,-3 3 0 0,-3 2 10 0,1 0-11 15,0 1 6-15,0-1-8 0,-1 0 6 0,-1 0 0 16,0 0-1-16,0 0 1 0,0 0-4 0,0 1 2 16,-2 1-6-16,0 0 5 0,-2 0-5 0,0 0 5 15,0 1 3-15,-2 1 0 0,-1 2-6 0,-10 3 1 16,2 16-2-16,-2-3 3 0,2-1-1 0,4 3 4 15,-1-3-2-15,5 1 1 0,-1-1 2 0,3-5-3 16,-1 1 0-16,0 0 0 0,-7 0 2 0,4 0-3 16,3-4 9-16,2-2-8 0,0 2 4 0,2-1 7 0,0-3-7 15,0-1 6-15,2-3-8 0,-2-1 1 0,2 0 1 16,16 11 0-16,1-4-6 0,0-1 4 0,-3-4 0 16,3-3 2-16,1-1 3 0,8-1-18 0,-2-1-11 15,2-4-8-15,0-1-65 0,0-1-53 0,-4 1-28 16,4-2-13-16,-4-1-152 0</inkml:trace>
  <inkml:trace contextRef="#ctx1" brushRef="#br0" timeOffset="31664.2">17528 9385 1040 0,'-2'-2'50'0,"0"-2"44"0,-11-16-1 16,2 5-35-16,2 2-6 0,5 8-9 0,-2-3-32 15,3 3-9-15,-1 1-2 0,2 0-2 0,0 0-4 0,0 1-3 16,0 1-21-16,1 0 4 0,-1 0-86 0,2 0-41 16,0 0-9-16,2 2-13 0,-1 0-43 0</inkml:trace>
  <inkml:trace contextRef="#ctx1" brushRef="#br0" timeOffset="32321.66">17550 9727 76 0,'0'0'57'0,"0"0"-3"0,0 2 71 0,-2-1-13 16,2 1 11-16,-2 0-19 0,0 0-17 0,1 0 1 15,-1 0-8-15,0 0-2 0,0-1-7 0,0-1 1 16,0 0-3-16,2 0 3 0,0 0-21 0,0 0 3 0,0 0-12 16,0 0-7-16,2 0-5 0,0 0-1 0,0 0-1 15,2-1-5-15,-1-1 0 0,12-8-8 0,9 7 4 16,-1-14-9-16,-3-3-6 0,0-3 7 0,-1 1-9 15,-2 0-1-15,-1-6 6 0,3 6-4 0,-4-6 4 16,0 9-7-16,-2 6 1 0,-2-4 1 0,-4 4 0 16,1-5 5-16,-3 3-2 0,-1 6-5 0,-2 3 1 15,0 6-4-15,-2-2 11 0,3-1-3 0,1-1 4 0,-2 2-17 16,0 0 4-16,0 2 0 0,-2 0 1 0,0 2 0 16,0 2 1-16,-8 18 2 0,-3 8 0 0,0-1 5 0,-2-1-5 15,2-4 0-15,0 1-1 0,1-7 1 0,3 1-3 16,1-3 3-16,3-4-1 0,-1 1 1 0,0-2 0 15,2-2 0-15,2-2 0 0,0-1 0 0,0-2 3 16,0-1-3-16,0 1 6 0,0-2-6 0,6 2 7 16,14 9-2-16,3-4 3 0,1-3-1 0,4-5-5 15,0-2 1-15,5-5-1 0,0-1 10 0,3-6-11 16,1-4 6-16,2-4-7 0,3 20 8 0,-3-33-6 16,2 3 4-16,-9-10-5 0,-2 4 2 0,3 1 0 15,-9-5-2-15,0 6 1 0,-3 0-4 0,-10 1 4 0,6 10-2 16,-6 4 3-16,0 1-2 0,-4 8-4 0,-3 0 3 15,0 7-5-15,-2 1 5 0,1-1-7 0,1 0-2 16,0 2-1-16,-1 1 4 0,1-1-1 0,0 2 2 16,0 2-3-16,-1-1 1 0,1 3 6 0,9 15 2 0,2 7 0 15,-2 0 2-15,-2 0 0 0,0-2-3 0,0-2 4 16,2 2 5-16,0-2-6 0,2 3 4 0,0-3-3 16,0 0 12-16,-2 0-10 0,-2 1 3 0,0-1-6 15,-3-3 5-15,-3-3 5 0,-1-1-6 0,-2-2 4 16,-2 0-2-16,0-2 0 0,-2 0 2 0,0-3-1 15,-2-3 10-15,-5 1 10 0,-15-4 0 0,0 0 2 16,0 14-1-16,-4-4 0 0,-2-7-1 0,2-3-1 0,-5-2-6 16,5-2-10-16,-4-2 1 0,4-1-5 0,2-3-9 15,2 1 7-15,8 1-5 0,-7-1 6 0,1-2-9 16,5 1-18-16,1 1-24 0,1 1-3 0,5 3-126 0,1-1-234 16</inkml:trace>
  <inkml:trace contextRef="#ctx1" brushRef="#br0" timeOffset="34560.01">15348 12044 623 0,'0'-2'0'0,"0"0"13"15,0-2 11-15,0-9 7 0,0-3 2 0,0-1-9 16,0 2-10-16,0-3-4 0,0 5-3 0,0-6 1 16,0 10 1-16,0-1 29 0,-2-3-3 0,2 12 11 15,-4-11-1-15,4 11-4 0,-1-3-5 0,-7 0 1 16,-10-9-11-16,-1 4-3 0,-7 1-2 0,9 8-1 16,-1 2-4-16,-3 4 0 0,5 3-3 0,3 0-2 0,-4 1-11 15,2 14 0-15,9 4 2 0,-3-6-2 0,5 6-8 16,-10-6 9-16,4-3-2 0,5 3 5 0,5-2-2 0,0 1 9 15,3-3-3-15,1-1 4 0,2 0-12 0,3 0 8 16,2 1-6-16,2 3 8 0,0-3-10 0,-2 1 4 16,0-1-2-16,1 3 3 0,-3-3 7 0,-2 5 0 15,-1-1 12-15,-2-4-6 0,-4 3 19 0,-2-4-6 16,-2-4-2-16,-3 0 0 0,-1-2 6 0,-7-2 6 16,-3-2-7-16,-10-1 7 0,-2-1-7 0,6-1-4 15,-4-2 7-15,4 0-7 0,-2 15 7 0,-4-6-17 16,1-6 4-16,4-5-9 0,5 0-5 0,1 0-6 15,3-2-1-15,3 1-1 0,0-1-2 0,3 0 0 0,3 0 2 16,2 0-1-16,-1 0-4 0,4 2 0 0,-2-2-4 16,1 1 4-16,1-1-7 0,0-2-24 0,0 0-6 15,2 1-8-15,0 1-46 0,4-9-32 0,1 1-21 16,3 1-6-16,20 0-94 0</inkml:trace>
  <inkml:trace contextRef="#ctx1" brushRef="#br0" timeOffset="35985.99">15892 11749 898 0,'0'-2'15'0,"-2"0"14"0,0 0-1 16,0 0-15-16,1 0-1 0,-1 1-5 0,-2-1-13 0,0 2 5 15,-3 0-5-15,-10 2 6 0,6 3 0 0,-6 4-3 16,10-7 3-16,-4 24-4 0,1 0 4 0,-1 2 15 15,2 2-10-15,0 1 11 0,-4-1-9 0,3 3 13 16,-1-1 3-16,-4-2 2 0,4-1 21 0,0-3-11 16,0 2 2-16,2-4-8 0,-4-1-14 0,2-1 14 15,-2 0 0-15,1-1 6 0,3-3 3 0,2 1-14 16,1-2 0-16,-1-1-5 0,-1-1 1 0,5-2 11 0,-3 0-3 16,4-4 4-16,0 3-10 0,-3-5-4 0,1-1-4 15,0-1-1-15,4-3-11 0,0 0 8 0,-2 2 2 16,1-1 1-16,1 1 7 0,0-2-6 0,1 0 4 15,1-2-6-15,2 0-9 0,5-4 5 0,14-7-5 16,3-2 5-16,1-2-3 0,-1 0-5 0,6-3 9 0,-6 1-8 16,4 0 9-16,-6 2-10 0,-6 2-3 0,1 0 0 15,0 0 4-15,-5 2 0 0,3 0 3 0,-8 5-3 16,1 1-1-16,-3 1 0 0,-5 4-4 0,4-2 4 16,-5 2 4-16,1 0-4 0,0 0 0 0,2-2-2 15,0 1-6-15,-3 1 9 0,1 0-1 0,0 1 3 0,0 1 0 16,-2 2-3-16,0 2 4 0,-2 8-4 0,0-1-2 15,0 2-1-15,1-2 0 0,-1-2 1 0,0 1 2 16,2-3 2-16,0 2-5 0,0-2 3 0,0-1-4 16,2 1 3-16,0-2 5 0,1 1-2 0,1-3 6 15,-2-1-6-15,11-2-1 0,4 9-1 0,1 0-1 0,-1-5 7 16,1-1-3-16,1-3 6 0,0-2-7 0,-1-2 1 16,3-3 1-16,-3-3-2 0,2 1-3 0,-1-2 9 15,1-2-8-15,1-1 9 0,-3 1-15 0,-1 0 9 16,-2 0 4-16,-2 9 1 0,0-11 4 0,-4 0-13 15,1 2 4-15,-1 2-5 0,-2-2 7 0,-1 1-2 16,-1 5-4-16,1-1 1 0,-6 4 0 0,0 0-2 16,2-1-1-16,-2 1 0 0,4-2 7 0,-3 0-6 15,1 3 0-15,0-1-5 0,0 0 2 0,-2 2 5 0,0 0 4 16,0 0-2-16,-2 2-2 0,0 0 3 0,0 1-6 16,-1 1 5-16,-3 7 2 0,-5 2-9 0,0-2 7 15,0 2-7-15,-2-2 10 0,5 1-6 0,1-3 0 16,3 2-3-16,-1-4 4 0,-1 3-3 0,2-3 2 0,2-1-3 15,1-1 4-15,-1 1 1 0,2-1-1 0,0-3 1 16,0 2 0-16,0-2 5 0,2 2-1 0,-1-1 1 16,1-1-11-16,2 0 8 0,7 2-6 0,6-2 7 15,1-2-7-15,3-2 3 0,-1-4 3 0,1-1 0 16,1-3-3-16,2-1 6 0,-2 0-3 0,3-2 5 16,-1 0 0-16,-8 2-11 0,7-4 6 0,-5 2-5 15,1 0 12-15,-1 0-10 0,-6 6 0 0,-1-1-2 0,-6 5 2 16,-1 1-3-16,-2 2 0 0,2-4-2 0,-1 0 7 15,1 1-10-15,0 1 4 0,-2 0-6 0,-1 0 6 0,1 2 5 16,0 0 0-16,-2 2 2 0,0 0 0 0,-2 1-3 16,-1 5 0-16,-7 7 0 0,5 3 3 0,-10-3-1 15,4-2 0-15,-2-2 1 0,5 0 3 0,1-3-6 16,1-1 2-16,3-1-4 0,1-2-4 0,0-1 10 16,2-1-4-16,-2 2 5 0,0 0-5 0,2-1 5 15,0-1 0-15,0 0 3 0,2 0-4 0,2-2-4 16,14-2-1-16,1-2 0 0,5-1 2 0,-4-3 4 15,-3 1-4-15,9-4 3 0,-4 0-9 0,6-1 3 0,-2 3 0 16,-4 2 1-16,-5 1 1 0,-4 2 3 0,-4 3-3 16,-5 1 2-16,0 0-7 0,0 0 1 0,-1 0 6 15,1 0-3-15,0 0 1 0,-1 1 2 0,1 1-6 16,-2 0 5-16,0 0 1 0,0 2-1 0,0-1-1 16,-1 1-1-16,3 0-1 0,0 0 4 0,-2-4 5 0,9 7-2 15,2 0-1-15,2-1-5 0,-2-2-3 0,5-2 0 16,-1-2 8-16,0 0-2 0,1-2 0 0,-1-2-1 15,2-2-1-15,-3 1-2 0,1-3 3 0,-2 1-2 16,0 0 0-16,0-1 3 0,-2 3-2 0,-2-1 3 16,-2 2 1-16,-3 2-3 0,-1 1-1 0,-1-1 0 15,0 0-3-15,-1 0 5 0,1 0-1 0,-2 0 2 0,0 0-5 16,0 2 1-16,-1 0 0 0,1 0 0 0,2 0 1 16,0-1 1-16,-1-1 4 0,5 0-3 0,9-2-2 15,-1-1 3-15,5-3-3 0,-5 1 2 0,-1-1-1 0,13-8-3 16,-4-1 2-16,0 11-4 0,10-20 4 0,-12 0 0 15,0-2 1-15,-3-3 1 0,1 3 2 0,4-5 2 16,-5-3-3-16,5 1 2 0,-7-6-5 0,-2 8-2 16,0-4 3-16,-2 5-2 0,-2 2 7 0,-4 4-7 15,1 4 1-15,-5 4-1 0,8 1 1 0,-3 4 2 16,-4 4-5-16,-3 3 2 0,-1 2-8 0,0 1 1 16,0-1 1-16,0 2 0 0,-1 0 7 0,-1 2-6 15,-2 2 3-15,-13 5-3 0,-5 1 0 0,0 31 4 16,-2 2-1-16,3 7 2 0,3 2-2 0,-7-4 4 0,5 5-4 15,3-5 3-15,-5-3-1 0,13 1 3 0,1-7 3 16,1-3-1-16,-10-4-2 0,8-3-2 0,5-2 2 16,4-3-1-16,4-2 3 0,2-3-1 0,5 0-3 0,-2-2 3 15,0-2 3-15,-3-4-3 0,3-2 6 0,6-1-5 16,-2-2 8-16,2-1-5 0,0 8-1 0,3-1 1 16,-1-5-1-16,-6-3-25 0,-2-2-3 0,-5 0-11 15,3-2-29-15,-3 0-38 0,4 1-5 0,-5-18-14 16,12-1-38-16,-6-1-68 0,-1-1-9 0</inkml:trace>
  <inkml:trace contextRef="#ctx1" brushRef="#br0" timeOffset="36145.58">17264 11918 409 0,'-2'0'99'16,"0"0"-75"-16,1 0 105 0,-1 0-38 0,0 0-38 0,0 0-12 16,0 0 6-16,2 0-3 0,0 0 49 0,2 0-12 15,2 0 4-15,31-4-10 0,4 0-16 0,2-3-13 16,3-1-1-16,-3-1-8 0,6-2-26 0,5 2-3 15,-6-1 1-15,-3 3-2 0,-8 1-6 0,-5 3-124 16,-6 1-2-16,-7 2-45 0,-4 0-43 0</inkml:trace>
  <inkml:trace contextRef="#ctx1" brushRef="#br0" timeOffset="37068.46">3701 12458 418 0,'0'0'2'15,"0"0"-2"-15,0 0 3 0,0-2 2 0,0 0 0 16,0 0-1-16,0 0-4 0,2 1 2 0,-1-1-2 16,1 0 11-16,0 0 33 0,0-2 8 0,0 1 8 15,0-1 28-15,1-2-15 0,3-1 7 0,-2 0-10 16,1-1 0-16,-1 3-20 0,0-1-10 0,-2 2-1 0,-1 1-11 16,-1 1-15-16,0 0 4 0,0 0-10 0,4 0 0 15,4-3-2-15,1-1 3 0,-4 2-3 0,7-1 5 0,-1-1 10 16,4 2-2-16,3 1 5 0,1-1-7 0,3 2-1 15,2 0-2-15,6 0 0 0,0 1-3 0,-1 1-8 16,1 0 4-16,-2 0-6 0,-2 1 4 0,3 3-5 16,-1 2 1-16,6 1-1 0,-6 1 8 0,-4-3 18 15,5 4-6-15,-10-3 7 0,-2 1-7 0,-2 1-10 16,-2-3 9-16,-4 1-10 0,4 1 8 0,-4 1-6 16,-9-6 5-16,2 14-3 0,7-1 7 0,-1 6-1 15,-6-5-2-15,-2 7 2 0,-6 3-5 0,-5-4-4 0,9 6-3 16,-37-2 1-16,0-2 3 0,0 6-1 0,-2-1 2 15,0-1-3-15,2 2-7 0,-2 3 10 0,4-3-8 16,0 2 7-16,4 1-7 0,-1-7 2 0,1 2 1 16,5-4-1-16,-2-4-3 0,3-1 10 0,6-2-6 15,-1-6 6-15,7 2-9 0,8 0 0 0,-1-6 0 0,1 2 0 16,1 1-1-16,1-1-1 0,1 0 0 0,2 2-1 16,2-1-3-16,2-1 5 0,2 0 0 0,1-1 3 15,14-3-5-15,9-1 1 0,3-2-1 0,1 0 1 16,3 0-2-16,2 20 7 0,6-9-8 0,0-6 7 15,1-5-9-15,2-2 7 0,-1 0 2 0,3 0-1 16,2-2-8-16,-9 0 13 0,0 1-8 0,-4-1 10 16,-9 0-9-16,4-2-1 0,-6 0-8 0,-6 1 0 0,-1-1-46 15,-3 0-29-15,-6 2-5 0,-5 1-9 0,1-1-30 16,-2 0-55-16,-1-2-7 0,-1 0-28 0,-2 3-128 0</inkml:trace>
  <inkml:trace contextRef="#ctx1" brushRef="#br0" timeOffset="37352.94">3859 12907 741 0,'-2'0'75'0,"0"0"21"0,0-2 25 0,-2 1-68 16,2 1 29-16,-5-2-69 0,1 2-3 0,3 0-9 15,-1 0 4-15,0 0-11 0,2 0 35 0,1 0 3 0,-1 0 13 16,2 2 10-16,0-1-24 0,2 1-6 0,1-2-6 16,12 2-19-16,6 0 11 0,3 0-7 0,-4-2 6 15,6 0-7-15,2 0-1 0,-2 0 7 0,2 0-5 16,0 2 7-16,-1 0-4 0,9-2-2 0,-1 0 0 16,2 0-3-16,4 0-51 0,4 0 1 0,-1 1-22 15,-3 1-28-15,2-2-63 0,-15 0-19 0,5 0-27 0,0 0-173 16</inkml:trace>
  <inkml:trace contextRef="#ctx1" brushRef="#br0" timeOffset="37592.81">4679 13032 767 0,'0'0'42'0,"-2"0"54"0,0 0-26 0,1 0-56 15,-1 0 8-15,0 0-23 0,0 0 3 0,0 2 1 16,0-1 9-16,1 1-3 0,-1 2 17 0,0 2 6 15,-2 8-4-15,0-1 7 0,1 6 2 0,-1-2 8 16,0 1-8-16,1 1 7 0,-3-3-15 0,-1 3 1 0,1-2 6 16,0-1-5-16,1 1-7 0,1-4-17 0,0 0 3 15,1-2-7-15,-1 2 3 0,2-3-3 0,0-1-1 16,2 2 2-16,0-4 1 0,0-3-1 0,0-2-23 16,2 2 6-16,0-1-75 0,0-1-46 0,2 0-5 0,10 2-20 15,9-4-62-15</inkml:trace>
  <inkml:trace contextRef="#ctx1" brushRef="#br0" timeOffset="37950.35">5392 12694 592 0,'0'-2'64'0,"-2"0"-15"16,0 0 70-16,-1 0 4 0,-8 0-11 0,-12-1-57 15,-1-1-23-15,-2 0-2 0,6 4-6 0,-6 2-10 0,4 4 13 16,-1 1-5-16,1 2 6 0,3 1-21 0,3 1 4 15,-3 2-3-15,6-6 4 0,-5 16-2 0,1 1 3 16,9 2-4-16,7-2 3 0,-16 2-9 0,6-2 6 16,3 2 1-16,3-2 2 0,1 2 7 0,0-2-15 15,4 4-1-15,0-2-3 0,4 4-4 0,3 1 8 16,1 1 3-16,-1 3 1 0,1 0 0 0,-1 3 7 16,-3-1 2-16,0 0 3 0,-3 2 6 0,3 2 1 15,2 1-2-15,-4-1 4 0,-2 0 10 0,0-11-15 16,0 1 6-16,0-1-10 0,0-2 5 0,0 4-10 0,0-5-2 15,-4-1-2-15,0-5-2 0,-1-1-7 0,-3 1 2 16,1-3-3-16,-1-1 2 0,1-2 2 0,1-2 5 16,1-2-3-16,-1-2 3 0,1-1 0 0,-5-3-4 15,-10-1 3-15,7 0-8 0,-2-3 1 0,4 9-9 0,0-3 0 16,1-3-56-16,1 0-66 0,0-3-20 0,0-1-21 16,-1 0-122-16</inkml:trace>
  <inkml:trace contextRef="#ctx1" brushRef="#br0" timeOffset="38133.01">4844 13474 398 0,'0'0'72'0,"0"-2"-7"15,2 0 64-15,0 0 0 0,0-2-7 0,9-14-15 16,2-1-7-16,-2 1-8 0,10-5 2 0,7 5-26 0,-1-5-33 16,1 5 0-16,-2-1-14 0,0 1-21 0,4 5 5 15,-6 0-4-15,8 2 6 0,-8 1 1 0,-4 1-4 16,1 2 5-16,-3-1-6 0,-1 1 3 0,-4 1-20 15,0-1-22-15,-4 1-4 0,-3 2-106 0,1 1-138 16</inkml:trace>
  <inkml:trace contextRef="#ctx1" brushRef="#br0" timeOffset="38324.15">4781 12777 1581 0,'-2'0'7'0,"1"0"-3"0,-1-2 11 0,0 1-5 0,0-1 1 15,0 0-27-15,0 0 6 0,0 0 4 0,1 0-2 16,1 0-16-16,0 1-124 0,1-1-18 0,1 0-46 16,2 0-180-16</inkml:trace>
  <inkml:trace contextRef="#ctx1" brushRef="#br0" timeOffset="38823.08">6412 12839 682 0,'0'0'66'0,"-2"0"-12"0,0 0 44 0,-2-2 0 0,2 2-14 15,-9-2-34-15,4 0-3 0,1 2 2 0,2 0-4 16,3 0 4-16,-1 0-11 0,-2-2-2 0,0 0-5 15,2 0-12-15,1 1 7 0,-1-1 7 0,2 0-4 16,0 0-2-16,2 0-19 0,1-2 0 0,1 3-4 16,16-12 6-16,3 1-2 0,-3 5 1 0,-1 1-1 15,-6 5-2-15,2-1-34 0,-8 2-7 0,0 0-12 16,5 2-52-16,-9-1-21 0,1 1-1 0,0 0-5 0,-2 0-2 16,-1 2 41-16,-1 1 4 0,-3 10 16 0,-3-2 52 15,-1 0 5-15,1-2 6 0,-12-3-1 0,-1-3 8 16,2 1 15-16,2-2-4 0,4 1 8 0,0 1-2 0,4 1 2 15,-1 2-4-15,5-1 2 0,-1-3-13 0,2 3 12 16,-5 1 0-16,3-3 5 0,-2 5 14 0,4-4-9 16,1 1-3-16,1-1-3 0,0-1-6 0,0-3 28 15,1 1-4-15,16 7 8 0,17 4-22 0,5-6-8 16,3-7-3-16,-1-2-3 0,11-3-14 0,2-5-186 16,3-3-25-16</inkml:trace>
  <inkml:trace contextRef="#ctx1" brushRef="#br0" timeOffset="39389.75">8105 11654 608 0,'-2'-2'0'0,"0"0"14"16,-2 0-18-16,1 1 1 0,-5-3 6 0,-1 0-3 0,5 2 3 15,-1 0 2-15,3 2-8 0,-2-1 7 0,2 1 3 16,-1-2 32-16,-1 0-1 0,2 0 10 0,0 0 4 16,0 0 30-16,0 0-4 0,2 1 12 0,0-1-10 0,2 0-19 15,0 0 2-15,2 0-10 0,9-5-12 0,15-4-9 16,0 3-4-16,-1 3-2 0,-2 3-11 0,-3 2-10 15,4 0 4-15,-6 2-5 0,-5-1 8 0,4 3-11 16,-10 0 3-16,0 0-5 0,-1-1 1 0,-3 1 12 16,-1 7-3-16,0 4 7 0,-2 2 1 0,9-1-7 15,-2 3 3-15,-3 0-4 0,-5 1-1 0,-1 4 1 16,-5 2-3-16,-6 0 3 0,-4 4 9 0,-2-2-16 16,-1 1 8-16,14 1-10 0,-30-2 10 0,7-2-2 0,-5-2-3 15,0-4 1-15,6-1-3 0,-1 0-2 0,1-3 4 16,5 1-4-16,3-2 3 0,1-4 3 0,2-2-7 15,4 1 5-15,0-3-2 0,3 2-7 0,3 2 6 16,-1-3-7-16,4 1 6 0,0-3 4 0,-3 1-5 16,1-1 3-16,0 1 2 0,3-1 2 0,1-1-1 0,0 1-1 15,0-2-5-15,0-3-1 0,3 3 2 0,12 5-1 16,11 4 5-16,11-1 1 0,0-9 2 0,1-3-1 16,-3 0-5-16,6-3 4 0,-2-1-6 0,-6-2 6 15,1 1-6-15,-7-1 2 0,-4 2 3 0,-1 1-1 16,-5-1 1-16,-4 2 3 0,-2 0-3 0,-4 0 3 15,1 1 0-15,-3-1-59 0,-3 2-5 0,0 0-25 0,2-2-72 16,-1 0-107-16,-1 0-42 0</inkml:trace>
  <inkml:trace contextRef="#ctx1" brushRef="#br0" timeOffset="39816.44">7832 12213 880 0,'0'0'39'0,"0"0"3"0,0 0-13 16,0-2-11-16,0 0-10 0,0 0-11 0,0 0 0 15,2 1-2-15,0-1 2 0,9-4 4 0,20-3-1 0,1 0 2 16,1 1-2-16,6 1-4 0,8-3 1 0,1 1 3 16,4-2-1-16,2 0 1 0,-2 0 32 0,-4 0-7 15,0-1 13-15,-5 3-22 0,-6-2-1 0,0 0-7 0,-3-2 5 16,-5 2-5-16,-1 1-3 0,-2 1-2 0,-5 4-1 15,-1 1 2-15,-5 0 19 0,-2 2-2 0,-4 2 6 16,-1 0-11-16,-3 0 0 0,-3 0 2 0,0 0-1 16,0 0 12-16,2 2 4 0,-1 2-6 0,3 7 3 15,-2 4-11-15,-3-2 1 0,-1 4 7 0,0 1-5 16,-3 1 3-16,-1-3-7 0,-2 3 1 0,1-2 0 16,-3 1 5-16,1 3-9 0,0-3 2 0,-1 3-4 0,3-1 6 15,-1-3-8-15,2 0 2 0,2-4-2 0,1 1 8 16,-1-1-3-16,2 0 3 0,0 0-5 0,0-1-12 15,0-3 4-15,0-4-5 0,0 1 6 0,0-2-1 0,0-2 0 16,0-1-3-16,0 1 1 0,0 0-5 0,5 2 10 16,1 0 1-16,1-1 3 0,1 1-9 0,-3-2-48 15,1-2-6-15,-2 0-18 0,-1 0-42 0,1 0-70 16,-2 0-24-16,0 0-24 0,1-2-151 0</inkml:trace>
  <inkml:trace contextRef="#ctx1" brushRef="#br0" timeOffset="39967.06">8898 11797 1003 0,'-2'0'58'0,"2"-2"0"0,-2 0 17 0,0-1-9 16,2 1-11-16,0-8-36 0,0 3-15 0,0 0 2 0,0 1-5 16,0 2 1-16,2 1-65 0,-2 1-36 0,2 2-16 15,5-6-174-15</inkml:trace>
  <inkml:trace contextRef="#ctx1" brushRef="#br0" timeOffset="40182.21">7661 13065 657 0,'-2'0'0'0,"0"0"8"0,1 0-15 0,-12-2-94 16,1 0-36-16</inkml:trace>
  <inkml:trace contextRef="#ctx1" brushRef="#br0" timeOffset="40445.33">7286 13006 472 0,'-2'0'91'0,"0"0"-8"0,-1 0 48 0,-5-2-4 15,-3-2-18-15,2 2-48 0,5 2-36 0,2 0-5 16,-2-2-8-16,3 1-15 0,-1-1-8 0,2 0 2 16,0 0-3-16,2 0 7 0,11-2 8 0,24-3-3 0,2 3 5 15,3 2-8-15,9 2 1 0,1 0 6 0,3 4-1 16,-5-2 29-16,2 0-1 0,2 0 1 0,0-2 0 16,4 2 14-16,8-2 6 0,3 0 0 0,11 0 0 15,0 0-8-15,0 0-14 0,1-2-4 0,-8-4-3 16,-1 1-5-16,-5-1-3 0,-2-1-2 0,0-1-3 15,4 4-7-15,-2-1 5 0,-4 1 2 0,-2 2 0 0,-9 0-4 16,-6 1-1-16,-5-1 0 0,-5 2 0 0,-10-2 4 16,-4 0-4-16,-4 0 8 0,-8 2-7 0,-1 0 7 15,-4 0 3-15,1 0-5 0,-2 0 5 0,-1 0-8 0,-1 0-43 16,0 0-10-16,-2 0-19 0,-2 0-95 0,0 0-190 16</inkml:trace>
  <inkml:trace contextRef="#ctx1" brushRef="#br0" timeOffset="40714.83">7680 13561 1134 0,'0'0'12'0,"0"0"-1"0,0 0-12 0,-2 0 1 0,0 0-10 15,0 2 7-15,0 0-3 0,2-1 6 0,-7 27-4 16,1 2 4-16,-1-2 1 0,-1 0-1 0,-1-1 3 16,-2 1 17-16,0 2 16 0,0-2 2 0,1-2 1 15,1-2-11-15,-2 0-14 0,0-2 2 0,0-1-6 16,0 1 2-16,1-3-5 0,3-3 0 0,1-3-1 16,4-1-5-16,1-3-3 0,1-4-42 0,0-1 7 15,0 2-191-15</inkml:trace>
  <inkml:trace contextRef="#ctx1" brushRef="#br0" timeOffset="40922.37">8120 13720 1354 0,'0'0'15'0,"0"0"0"0,0 0 9 15,0-1-4-15,2-1 1 0,-1 0 2 0,3 0 7 16,9-4-7-16,8-3 5 0,5 0-6 0,0 2-18 15,5-3 13-15,-3 5-16 0,-2 3 11 0,-2 0-9 16,-2 0 1-16,-3 2-1 0,-2 0 6 0,-2 0-3 0,-4 0-12 16,2 0-3-16,-2 0-85 0,0 0-78 0,0 0-23 15,-5 0-25-15,3 0-180 0</inkml:trace>
  <inkml:trace contextRef="#ctx1" brushRef="#br0" timeOffset="41163">8409 13444 1185 0,'-1'0'19'0,"-1"0"0"16,0 0-6-16,-2 0-3 0,0 2-7 0,1 0-3 16,1 3 0-16,-9 17 6 0,-4 12-4 0,-4-1 4 0,3 3 14 15,3 4-10-15,-2-2 12 0,0-1-2 0,-4 0-8 16,-3-4 3-16,-2 2-7 0,-2-1 3 0,2-1-8 15,5 3 3-15,4-3-5 0,0-3 9 0,4 1-5 16,-2-3-1-16,8-4-1 0,1 0-3 0,-11-1 7 16,6-5-36-16,1-3 6 0,5-2-175 0</inkml:trace>
  <inkml:trace contextRef="#ctx1" brushRef="#br0" timeOffset="41474.25">8881 13448 921 0,'-2'-2'265'0,"0"0"-386"0,0 0 320 0,-1-2-185 16,1 1 0-16,2 1-16 0,0 0 2 0,-4-2-8 15,0 2 2-15,1 0-1 0,-1 1-1 0,0 1 1 16,1 1 5-16,-1 11 4 0,-5 25 1 0,-1 5 2 15,-5 1 12-15,1 0 11 0,-3 3 1 0,-2-1 3 0,-1 1 3 16,-1-5 3-16,1 2 0 0,-2-2-1 0,1-1-13 16,1 3 1-16,-1 2 0 0,5-1 0 0,-3-1-11 15,4-4 4-15,0-2-10 0,4-2 7 0,2 1-15 16,2-1 6-16,1-5 0 0,2-6 3 0,2-2 2 0,-7-9-8 16,2-2-10-16,3-2-4 0,2-5-78 0,2 0-75 15,-2 0-20-15,2-3-20 0,0 1-89 0</inkml:trace>
  <inkml:trace contextRef="#ctx1" brushRef="#br0" timeOffset="41952.05">8751 13444 895 0,'0'0'8'16,"0"0"-1"-16,0 0 2 0,0-2 4 0,0 0-4 16,0 0 1-16,2-1-5 0,2-1 2 0,3 2-1 15,15-7 15-15,6-1 34 0,-2-3-3 0,6 4 13 16,5 0-4-16,-2 3-16 0,-1 1-2 0,-1 3-5 16,-11 0-17-16,-3-11-17 0,-8 7 2 0,0 5-6 15,-5 1 9-15,-1 0-5 0,-3 0 0 0,0 3 0 16,9 20 7-16,-5-1 3 0,-4 0 0 0,-6 0 1 0,-4 1 0 15,-1-5-1-15,-4 1-2 0,9-6-1 0,-16 0-6 16,-4-4 1-16,7-1 2 0,-1-3-1 0,8 6-6 16,-1-1 5-16,6-1-6 0,1 0 4 0,-5-5-16 0,5 1 12 15,0 1-7-15,0 0 7 0,3-1 1 0,1-1-5 16,0 3 5-16,0 1-4 0,0 1 6 0,1 0-7 16,3 1 0-16,0-3-3 0,0 0 6 0,3 5 13 15,2-1 1-15,-1 5 4 0,7-1 5 0,-10-4 7 16,-1 2-5-16,1-2 5 0,5 2-1 0,-3-1-12 15,1 1 9-15,-5-2-12 0,-1-2 1 0,-2 2 3 16,-2-2-8-16,-1-1 6 0,-5 3-7 0,-9-2 1 0,-14 1-4 16,1 1 1-16,-9-4-2 0,-2 2-6 0,6-1 5 15,3-1-8-15,6-1-29 0,6-2-33 0,3-3-7 16,6 9-8-16,2-5-31 0,5-3-69 0,0 0-6 16,1 0-22-16,1-2-41 0</inkml:trace>
  <inkml:trace contextRef="#ctx1" brushRef="#br0" timeOffset="42436.85">9746 13173 558 0,'0'0'123'16,"0"0"5"-16,0-2 0 0,-2 0-18 0,1 0-30 0,-1 0-28 16,0 0-21-16,-2 1-8 0,0-1-2 0,-5 0-13 15,0 2 12-15,-6 0-2 0,0 2 6 0,0 3 8 0,-3 6-5 16,-5 4 4-16,3-2-4 0,-2 17 0 0,-2 3 8 15,-1 6-3-15,1 4 4 0,-4 2-2 0,2-1-8 16,0 1 0-16,0 1-2 0,4-3 3 0,4-2-11 16,1-4 6-16,4-9-9 0,0-4-2 0,5-4-2 15,-1-1-6-15,4-6 3 0,-1 0-1 0,4-4 1 16,0-1 1-16,0-5 0 0,2-1-1 0,-3 2-2 16,1 0-2-16,0-1 1 0,0-1 4 0,0 0-5 15,2 0 4-15,0-2-6 0,2-2 7 0,0 0-7 16,2-3 3-16,5-25-4 0,10-5 6 0,1-2-2 0,2-1 3 15,2-1-3-15,-3-1 0 0,1-3 2 0,0-2-4 16,-1 1 3-16,3 3-6 0,-5 7 2 0,1-1-1 16,2 5 1-16,-3 6-4 0,-1 6 4 0,-1 1-3 0,-8 4 3 15,1 4 0-15,-5 5-3 0,3 2-4 0,1-5 1 16,-5 5 3-16,1 0-5 0,-1 2 8 0,0 0-6 16,-2 2 4-16,-1 2 5 0,9 20 2 0,-5 9 3 15,-1 6 8-15,-4-2-7 0,0 2-1 0,0-3 0 16,-2-1-2-16,0-2-4 0,-3 3 4 0,-1-3-4 15,1-3 0-15,-1-1 4 0,2-3-8 0,1 0 5 16,1-1-1-16,0-9 2 0,-2 1 3 0,2-2-4 16,0-4-4-16,1 0-28 0,1-4-4 0,0 1-11 0,0-3-43 15,0-3-17-15,0 0-7 0,0 2-4 0,0 0-35 16,0-1-79-16,0-1-21 0</inkml:trace>
  <inkml:trace contextRef="#ctx1" brushRef="#br0" timeOffset="42821.14">9449 13733 369 0,'-2'0'61'0,"0"0"74"0,1 0-60 0,-3-1-24 16,0-1-10-16,0 0 0 0,3 0-3 0,-1 0-3 16,0 2 18-16,0-2-10 0,0 0 40 0,0 1-18 15,2-1 4-15,2 0-8 0,0-2 12 0,2 2-17 16,22-14-1-16,5 1-6 0,6-2-13 0,4 6 0 0,0 0-6 16,-2-2 2-16,-5 2-18 0,-3 0-7 0,3 9-3 15,-9-6-1-15,1 5 1 0,-7-10-4 0,0 1 6 16,-10 9-6-16,2-1 3 0,-4 2-1 0,-1 2 2 15,3 0-3-15,-7 0 3 0,0 0 4 0,2 2-1 0,-4 0 4 16,11 18-1-16,-4 1 6 0,-1 3-2 0,-4-6 4 16,-2-1-5-16,0-2 1 0,-2 2-7 0,0-3 5 15,2 1-3-15,0-7 9 0,0-3-1 0,0-1 2 16,0 0 4-16,0-2-6 0,0-1 3 0,4 3-5 16,-1 0 4-16,7 1-7 0,5-1 6 0,1-2-7 15,1-2 4-15,-2-2 3 0,2-2-6 0,-3-1 4 16,-1-1-13-16,-1-1 6 0,-5-1-2 0,-1-12 4 15,-3 3-3-15,-1 1-3 0,11-3 3 0,-2-1-3 0,-3-3 7 16,-5-4-7-16,-3 2 1 0,-1 7-3 0,-5-8 6 16,2 15-9-16,-3-8 3 0,-2 2-6 0,1 6-3 0,1 0-61 15,5 6 6-15,-13 3-24 0,0-9-17 0,0 3-47 16,0 4-12-16,6 3-14 0,-2 1-65 0,5 0-84 16</inkml:trace>
  <inkml:trace contextRef="#ctx1" brushRef="#br0" timeOffset="43179.25">10376 13364 939 0,'0'0'49'0,"0"0"5"0,0 0 19 0,0 0-11 16,0 0 0-16,0 0 8 0,0 0-36 0,0 0 7 16,0 0-16-16,-2 0-4 0,0 0-5 0,0 0 0 15,0 0 0-15,0 0 13 0,1 2-3 0,-1 0 5 0,0 1-5 16,2-1-4-16,-8 17 5 0,1-1-8 0,0 5 7 15,1 1 3-15,0-2-11 0,1-1 1 0,-1 1-7 16,1 0-1-16,-1 2 0 0,-1 6 2 0,-1-6-2 16,1-2 1-16,1-1 7 0,1-4 2 0,-1-3 1 15,-1 1 2-15,-1 0-3 0,3-6 1 0,-3 2-3 16,3-1-2-16,1-5 0 0,0 1-6 0,2-2 4 16,-1 1-12-16,3-3 2 0,-2 2-3 0,2-2 3 0,0 1-5 15,0 1 11-15,0 0-2 0,2-1 5 0,0-1-4 16,1 0-10-16,25 6 7 0,0-5-6 0,0-1 12 15,11-2-8-15,-4-2-3 0,4-1 0 0,-2-1 1 0,-3-2-4 16,1 1 1-16,-2-3-1 0,1 1 7 0,-3-2-5 16,-5 1 3-16,0 1-4 0,-3-1 3 0,-7 3-17 15,3-3-27-15,-4 3-3 0,0-1-138 0,-2 1-251 16</inkml:trace>
  <inkml:trace contextRef="#ctx1" brushRef="#br0" timeOffset="46025.55">21475 9140 191 0,'-2'0'42'0,"0"-2"20"16,1 0 6-16,-1 0-30 0,0 1-9 0,0-1-2 0,0 0-12 16,0 0-9-16,0 0-4 0,1 0 1 0,1 0 4 15,0 1 28-15,0-1 5 0,1 0 5 0,1 0-1 16,0 0 29-16,2-2-10 0,3 1 19 0,12-8-3 0,3-1-27 16,2 1 5-16,4 2-14 0,4 2-12 0,-3 1-17 15,1 2 2-15,2 1-7 0,-1 1 1 0,-5 2 7 16,8 0-5-16,-8 0 5 0,1 0-9 0,1 2 9 15,-11-1 5-15,5 3 0 0,-7-2 2 0,-4 0 1 16,4 2-8-16,-6-3 6 0,1 1-15 0,-7-2 10 16,1 2-3-16,0 0 6 0,-2 2-9 0,0-1 1 15,-1 3 0-15,-1 13 0 0,-1-1 2 0,-9 4-8 16,-8 6-2-16,10-4-3 0,-23 6 6 0,-3 4-5 0,3-3 3 16,1 8-6-16,-1-6-7 0,3 3 15 0,-2-1-9 15,2-5 9-15,4 3-10 0,2-5-2 0,1-6 4 16,5-1-3-16,3-3 4 0,0 1-1 0,3-1 6 15,1-3-5-15,0-4-2 0,3-1 0 0,2-1-3 0,1 0 4 16,-3-1 8-16,1-1-1 0,1-1 3 0,4-3-1 16,-2 3 8-16,2-2 1 0,0-1 1 0,0-1-2 15,0 0-3-15,4 2-1 0,11 5-5 0,9 2 2 16,-2-3-6-16,0-3-2 0,2 1 4 0,2-4-4 16,0 0 4-16,-1-2 2 0,-3 0-5 0,4 0 3 15,-4 0-6-15,0 0 3 0,2 0-4 0,-9 0 2 16,0 0-3-16,-2 0 5 0,-5 0 3 0,5 0-2 0,0 0-18 15,-8 0-33-15,-1-2 0 0,0 0-11 0,-3 0-23 16,1 0-60-16,-2 0 2 0,0 0-23 0,-2 1-21 16,1-1-95-16</inkml:trace>
  <inkml:trace contextRef="#ctx1" brushRef="#br0" timeOffset="46906.55">21237 9647 729 0,'-1'-2'54'0,"-1"0"41"0,0 0 7 0,0 0-76 16,2 1 3-16,0-1-25 0,2 0-5 0,2 0 10 0,23-13-1 15,9 4 7-15,3 0 5 0,5 3-16 0,-7 3 5 16,4 1-9-16,0 0 6 0,-4 1-1 0,2-1-3 16,0 0 2-16,2 2 0 0,-4 1-4 0,0-3 2 15,4 2-2-15,0 0 0 0,-2-2 0 0,4 1 4 0,-12 1-4 16,-3 0 0-16,-2 0 10 0,-7 0 4 0,1 0 5 15,1 1 17-15,-3 1-13 0,-3 0-8 0,0 1 1 16,-8-1-10-16,-1 0-4 0,-2 0 9 0,-1 2-6 16,1 2 18-16,0 2-12 0,1 8 6 0,-3 5-7 15,-4 0 4-15,-3-1-4 0,-3 4-2 0,-1-3 1 16,-2-2 3-16,3-1-3 0,-16-3-2 0,2 0 0 0,2-1 0 16,-3-1 6-16,8 0 1 0,4-2 2 0,4 0 12 15,3-3-5-15,-1 1 9 0,1-1-8 0,2-2 7 16,0 1 4-16,2-3-6 0,0 2 4 0,0 0-11 0,2-1-12 15,2 1 1-15,9 3-4 0,20 5 4 0,-5-9-2 16,5-3 0-16,-1-2-2 0,-6-3 1 0,-4-3 2 16,1 1 0-16,-7 0 0 0,-1-3 1 0,-2 3-4 15,-5 1 1-15,-5-3-1 0,1-10 5 0,11-1-10 16,-4 0 6-16,-4-1-8 0,-3 1 8 0,-2 3-3 16,-2-2 1-16,-2 3-2 0,-3-1-2 0,-3 0 3 15,1 6-5-15,3 4 4 0,-18 1-9 0,-4-11 3 16,-2 6 1-16,-2 4 1 0,2 5-5 0,10 2-29 0,-1 2 0 15,2 3-11-15,3 1-11 0,1 0-13 0,7-3 2 16,2 1-3-16,1 0 13 0,1-1 29 0,2 1-2 16,0-2 11-16,2 0 5 0,14 7 7 0,23 4-3 15,-3-7 5-15,6-1-2 0,-3-5 6 0,-3 0-3 0,3-3 2 16,-2-5-6-16,0 1 5 0,0-4 2 0,0-1 0 16,0 3 2-16,-2 0 1 0,-3 0 0 0,-2-1 0 15,-1-1 0-15,-4 0-5 0,-3 0 3 0,-7 3-2 16,-6 3 11-16,-3 1-8 0,-5-3 6 0,7-4-4 15,-4 3 23-15,-1-3 5 0,-3 5-1 0,0-3 2 16,0 0-4-16,0 5 2 0,-2-1-1 0,-1 1 0 16,-3 0-16-16,-12-7 2 0,3 4-3 0,0 3 5 0,0 2 0 15,0 2-14-15,0 0 7 0,4 2-9 0,-2 3 2 16,6-1 2-16,1 2-5 0,-1 10 5 0,3 7-5 16,2-1 0-16,0-3 0 0,-16 8 2 0,7-1 3 15,3 4-2-15,4 0-2 0,3-2 1 0,-1 0-3 0,2-1 1 16,0 1 0-16,0 4 2 0,2 1-1 0,-1 4 1 15,1 1 0-15,0 2 0 0,-2 1-2 0,2 4-4 16,-2 1 4-16,2 1-2 0,0 1 6 0,-2-5-4 16,0-1-1-16,0-6 0 0,0-1 2 0,0-4 3 15,-2-1 2-15,2-2-1 0,0-6 3 0,-2-3 7 16,0-1 0-16,0-3 1 0,0 0-10 0,1-4 7 16,-1-1 0-16,2-7 4 0,-2 3 1 0,-2 1-7 0,2-3-6 15,-1 2 2-15,1-3-2 0,-4-1-1 0,-5 7 6 16,2-3-5-16,-2 0 3 0,1-3-3 0,1 1-5 15,-4 0 2-15,2-2-9 0,2-2-44 0,1 0 3 16,3 0-19-16,-1-2-21 0,1-2-19 0,-1 0-22 16,4-9-1-16,-2-11-109 0,-10 2-68 0</inkml:trace>
  <inkml:trace contextRef="#ctx1" brushRef="#br0" timeOffset="47129.75">22242 10111 657 0,'-2'0'72'0,"0"-2"84"0,0 0-14 16,1 0-69-16,-1 1 5 0,0-1-29 0,0 0-20 16,0 0-6-16,0 0 12 0,2 0-5 0,0 0 44 15,2-1-16-15,0-1 3 0,7 0-9 0,17-9-4 0,2 2-16 16,2 0-4-16,-2 2-3 0,0 1-20 0,-2 3 2 16,-2 1-1-16,0 0 1 0,-4 2-3 0,-3 1-1 15,-2-1 6-15,-4-8-3 0,2 3 3 0,-6 3-9 16,6-1-17-16,-2-1 1 0,-1 2-77 0,6-1-70 15,-1 1-35-15,4-1-24 0,3-1-229 0</inkml:trace>
  <inkml:trace contextRef="#ctx1" brushRef="#br0" timeOffset="47919.24">24704 9164 60 0,'0'0'35'0,"0"0"-8"0,-2-2 38 15,0 0-8-15,0 1-6 0,1-1 2 0,-3 0-5 16,2 2 5-16,-11-2 1 0,0-5-3 0,0 1-1 0,2 0-2 16,-4 3-3-16,2-1 17 0,4 0 1 0,1 2 2 15,6-1-17-15,1 3-12 0,-3-4-13 0,0 0 3 16,0 1-31-16,3 1 0 0,-1 0 7 0,0 0-1 15,0 0 26-15,2 0 6 0,0 0-3 0,2 1 5 16,0-1 2-16,1 0-13 0,1 0 1 0,7-4-9 16,2 3-17-16,0-1 4 0,-2 2-3 0,-1 2 4 15,-3 0-7-15,-1 0 18 0,-3 0-8 0,1 0 13 0,0 2-5 16,0 2 6-16,-4-2 2 0,9 14-1 0,-4 3 4 16,-5 1-9-16,-1 3 1 0,-5-1-6 0,-3-2-3 15,-2 3-5-15,-2-3 2 0,1 2-1 0,-10 4 7 16,-4 0-10-16,-2-2 7 0,4 0-8 0,-2-1 8 0,-4-5 4 15,1 6-3-15,-3-5 3 0,2-2-6 0,4 1 3 16,-1 3-6-16,3-3 5 0,-1-5-1 0,5 4-5 16,7-6 2-16,2 2-4 0,3 2 4 0,3-4 8 15,1-2 4-15,-5 4 0 0,3-3-2 0,4-5 4 16,1 5-4-16,1-3 4 0,0-1 0 0,1 1-9 16,-1-5 7-16,0 0-8 0,30 1-1 0,0-1-2 15,0 17-8-15,-1-8 4 0,-1-4-10 0,4-3 13 0,3-2 1 16,-4 0 2-16,-3-2-9 0,-2 0-1 0,-5-2 3 15,-1 0-1-15,-1 0 9 0,-3-1-8 0,-1-1 1 16,-2 0-2-16,-3 0 6 0,-1 1-2 0,-4 1-10 16,-1 0-1-16,2-2-56 0,-3 2-52 0,1 1-15 15,0-3-23-15,-2 0-160 0</inkml:trace>
  <inkml:trace contextRef="#ctx1" brushRef="#br0" timeOffset="48385.48">24143 9563 1361 0,'0'-2'-4'0,"2"1"1"0,0-1 1 16,2 0-4-16,25-9 4 0,14 0-3 0,2 3 6 15,5 4 4-15,-6 3 0 0,-3 1-3 0,0 3-105 16,-4 1 10-16,-5 0-42 0,-4 1 6 0,-2-1 72 15,0-2-1-15,-4 0 28 0,2-2 25 0,0 0 4 16,-3 0-2-16,-3 0 2 0,3 0-4 0,-5-2 10 16,1 2-1-16,-2-4 4 0,0 0-3 0,1 3 32 15,-1-1-11-15,4 0 15 0,-4 2-33 0,1 0 0 0,1 2-6 16,-8 0 5-16,4-1-7 0,-3 3 6 0,-5 0-2 16,3 1 5-16,-5 1 0 0,9 11 4 0,-1 3 3 15,-6 1 0-15,-3-5 15 0,-2 3 20 0,-2-4-6 16,-1 0 9-16,-3-1-12 0,0-2 4 0,1-3 1 0,-1 0-1 15,1 0 6-15,-1 1-19 0,2-3 4 0,1 1-9 16,-1-1 6-16,0 0 7 0,2-1 0 0,2-2 2 16,0 1-2-16,0-1-10 0,0-2-2 0,0 0-3 15,4 0-8-15,20 12-6 0,0-2-1 0,1-7 0 16,-1-3 12-16,-4-2 0 0,4-2 7 0,0-2-8 16,-3-1-5-16,-3-3-7 0,-1 1-3 0,-8 1 2 15,-1 3 1-15,-3-1 4 0,8-15-5 0,-3 3 3 0,-3-5-10 16,-3 3 2-16,-4-1-7 0,-6-3 0 0,-3 1-50 15,-4 3-42-15,-4-3-11 0,-18 8-12 0,-10 6-73 16,-3-17-231-16</inkml:trace>
  <inkml:trace contextRef="#ctx1" brushRef="#br0" timeOffset="48745.71">23176 9762 1352 0,'0'0'7'15,"0"-2"-2"-15,0 0 20 0,2 0-3 0,0-1 3 16,3-1-25-16,21-9 4 0,6 2-4 0,1 3 5 0,1 3 3 16,-3 3-7-16,-1 2 4 0,1 0-9 0,-5 0-29 15,-5 2-18-15,-6-2-10 0,-10 0 1 0,5 0-25 0,-7 2-18 16,1-2-10-16,0 2-5 0,-2-2-63 0,-2 1-42 15</inkml:trace>
  <inkml:trace contextRef="#ctx1" brushRef="#br0" timeOffset="48891.11">23185 9769 81 0,'-2'0'19'0,"0"0"19"0,-1 2 14 0,-1 0-2 16,2-2 3-16,-2 2-1 0,3-2 10 0,-3 4 2 16,0-1-3-16,2 1 4 0,2-2 15 0,-2 7 1 15,2-3 22-15,0-1-14 0,0-3 17 0,12 8-25 16,19 4-12-16,3-4-2 0,3-7-49 0,4-3 3 0,5 0-9 15,2-1 8-15,4-3-5 0,2-2-102 0,0 1-28 16,-4-3-47-16,2 1-276 0</inkml:trace>
  <inkml:trace contextRef="#ctx1" brushRef="#br0" timeOffset="49382.93">26145 8817 166 0,'-2'-2'19'0,"0"0"2"0,0-2 30 0,-1 1-19 15,-1-1 3-15,-11-7-4 0,0 2 27 0,4 1-2 16,-4 1 14-16,10 3-9 0,-5-3 22 0,3 1-14 16,-1 0-8-16,1 1-1 0,-2-1-13 0,-2 1-12 15,-2-1 6-15,0 2-9 0,0 3-6 0,3 1-12 16,3 0 4-16,-4 3-6 0,1 3 4 0,-3 3-5 0,-3-1-2 16,-1 16 1-16,2 2-7 0,-5 3 4 0,1 5-3 15,-1-4 3-15,-1 3-8 0,1 4 5 0,-2 2-7 16,1 4 7-16,-3 5-4 0,4 2 0 0,3 2 4 15,2-3 1-15,6-1 47 0,3-4 4 0,4-5 11 16,-20 6-11-16,13-12-12 0,5 1-15 0,4-3 1 0,2-7-6 16,4 4-2-16,3 0-12 0,0-6-2 0,4 3-3 15,2-3 1-15,-2-4 3 0,-8 3-4 0,12-3 3 16,-2-1-5-16,2 0 0 0,-2 0 4 0,1-4-4 16,-5 0-3-16,-1-2 9 0,-3-2-3 0,-1-2 4 15,-1-1-8-15,3-4 3 0,3 0-1 0,-6 1-1 16,8 7-12-16,0-5-51 0,-3-1-7 0,5-2-18 0,-4-2-62 15,4 0-43-15,1-4-18 0,-3 0-15 0,6-5-127 16</inkml:trace>
  <inkml:trace contextRef="#ctx1" brushRef="#br0" timeOffset="49653.25">26596 9079 878 0,'0'0'32'0,"-2"-2"-6"0,0 0 65 16,0 0-15-16,1 0 13 0,-1 0-65 0,0 1-25 16,0-1 0-16,0 0-10 0,0 2 3 0,0 0 15 0,1 2-4 15,-1 1 8-15,-2 7-7 0,-9 16 4 0,-2 3-2 16,0 3 1-16,2 1-9 0,0 5 14 0,2-7-7 16,-2 2 9-16,0-1-9 0,0-4 5 0,-2 3-1 15,0 3 2-15,2-6 2 0,2 0-9 0,0-1 6 0,2-8-7 16,0 3 8-16,1-7-5 0,3-2 3 0,1-2-8 15,2-3-32-15,2-5-39 0,-2 1-7 0,0 0-4 16,2 0 1-16,0-3-47 0,2 1 0 0,0 0-23 16,2-2-60-16</inkml:trace>
  <inkml:trace contextRef="#ctx1" brushRef="#br0" timeOffset="49825.01">26661 9476 264 0,'0'0'78'0,"0"0"-8"15,0 0 54-15,0 0 4 0,2 0-13 0,0 0-3 16,1 0-23-16,9-2 2 0,15-5-9 0,5-3-2 0,0 1-22 15,1-2-5-15,2 0-7 0,1 0-27 0,-5 1-8 16,1 3 3-16,-6 3-5 0,0-1-2 0,1-1-1 16,-4 2 1-16,-3 1 0 0,1 1-6 0,-3-2-2 15,1 2-3-15,-3 0-3 0,-3 1-44 0,0-1-36 16,0 0-16-16,-3 0-5 0,3 0-64 0,-6 0-55 16,-3 0-28-16</inkml:trace>
  <inkml:trace contextRef="#ctx1" brushRef="#br0" timeOffset="50033.58">26984 9168 448 0,'0'0'70'0,"0"0"-2"0,0 0-6 0,0 0-6 16,0 0-26-16,0 0-31 0,0 0 26 0,0 2 10 0,0 0 10 16,0 1 34-16,2 8-24 0,2 14-3 0,-1 4-6 15,-1-1-8-15,0 9-14 0,0-2-1 0,-2 4-5 16,0 2-9-16,-2-4-4 0,-2 2 5 0,2-5-3 15,-1-3 14-15,-1-1-12 0,0-4 0 0,-1 0-2 16,1-5 10-16,0-7-20 0,2 1-12 0,2-5-9 16,0-3-77-16,0-1-83 0,0-5-18 0</inkml:trace>
  <inkml:trace contextRef="#ctx1" brushRef="#br0" timeOffset="50331.21">27690 9164 1139 0,'-2'-2'6'0,"0"0"0"0,0 1 30 16,-2-3-16-16,-3-2 14 0,-2 1-40 0,-1 1-1 16,1 0 0-16,2 4 0 0,-1 0 7 0,-1 4-10 0,1 0 9 15,1 11-10-15,0 12 7 0,-3 9-1 0,3 3-3 16,-2 0 4-16,-3 7 4 0,5 2 3 0,-4 1 7 15,-4 1-3-15,8-2 11 0,-10-7-16 0,4 2 5 16,-2-4-6-16,0-2 5 0,2-2 1 0,2 2-5 0,2-3 6 16,-8-3 0-16,4-1-2 0,0-4 6 0,-2-4-3 15,6 2 9-15,-2-3-11 0,3-5 0 0,3-1-3 16,1-2 5-16,2-7-71 0,-1-3 4 0,-1 1-30 16,0 0-10-16,2-2-112 0,0 0-26 0</inkml:trace>
  <inkml:trace contextRef="#ctx1" brushRef="#br0" timeOffset="50771.8">27632 9218 853 0,'0'-2'23'0,"0"0"-3"0,-2-1 24 16,2-1-8-16,0-5 1 0,0 3-38 0,0 0 0 15,0 3-3-15,2-3 2 0,0 2-3 0,7 3 20 16,15-1 1-16,0-15 7 0,1 6-2 0,-3 5-17 16,-4 4 4-16,-1 2-6 0,0 4 1 0,-4 0 1 15,-4 1-2-15,-3-1 3 0,-1 9 5 0,6 4 4 0,-1 0-3 16,-5 1 4-16,-3-1 2 0,-2 0-2 0,-4-1 3 16,-3-1-4-16,-4 2 8 0,5-6-14 0,-16 2 4 15,0 0-9-15,-1-4 2 0,7 2-1 0,1-3 0 16,2-1 0-16,5-3-2 0,3 0-8 0,3-1-2 15,-4 5-2-15,3-1 6 0,-1 1 1 0,2-1 4 0,2-1-1 16,0 5 11-16,0 0-9 0,4 2 6 0,3 2-6 16,4 5 10-16,1 1 12 0,1-1-5 0,0-1 7 15,-4-5-5-15,0 1 2 0,-1-4 3 0,-3 1-2 16,1-1-1-16,-4-4 2 0,-1 1-5 0,-1-1 5 16,0-3 3-16,0-1-15 0,-1 3 3 0,-1-4-8 15,-21 0 8-15,-1 0-10 0,-2 14 7 0,-3-3-9 0,1-5-4 16,4-5 3-16,3-3-6 0,6 0 4 0,-1 0-21 15,1-1-32-15,9 1-3 0,2-2-12 0,1 0-27 16,1 0-46-16,0 0-2 0,2 0-18 0,2 0-38 0</inkml:trace>
  <inkml:trace contextRef="#ctx1" brushRef="#br0" timeOffset="51237.28">28419 9136 917 0,'0'-2'38'0,"-2"1"48"0,1-1-10 0,-1 0-57 0,0 0 3 16,0 0-22-16,0 0-8 0,-2 2 0 0,-12 4 10 15,-3 7-5-15,-5-2 6 0,-4 27-2 0,0 1-1 16,-3 0 0-16,7 4 15 0,-1 5-7 0,-1-5 0 16,2 2-4-16,-3-2-1 0,4-12 13 0,3 1 20 0,5-10-2 15,6-5 66-15,1-7-32 0,3-6-1 0,1 3-12 16,4-3-22-16,-2 2-15 0,2-2 8 0,-4 1-9 15,3 1 15-15,-1 0 4 0,0-2-8 0,2-1 4 16,0 1-28-16,0-2 5 0,2 0-7 0,0-2 5 16,1 1-7-16,18-25 0 0,1-2 7 0,-2-6-3 15,1-5 3-15,3 0-6 0,4-3-4 0,-2-1 1 16,0 0 2-16,-6 2 4 0,2 2 0 0,-3 4 0 0,1 4-7 16,-1 5-1-16,-6 3 1 0,2 7 0 0,-6 1 10 15,-1 5-6-15,-1 5-1 0,-5 1-2 0,0 4-12 16,1-2 4-16,-1 2 0 0,0 0 2 0,0 0 4 0,0 0 3 15,2 0 0-15,-1 2 1 0,1 2-1 0,3 7 1 16,6 17 0-16,-1 0 0 0,-3 1-2 0,0 3 2 16,-1-2 2-16,1 1 0 0,0 1 2 0,0-4-3 15,1 5 2-15,-3-1-2 0,-1-6 3 0,-1 0 2 16,-1-4-6-16,0-5 4 0,-2-1-4 0,-1 1 2 16,1-6-2-16,-2 4-5 0,0-4-70 0,0-5-21 15,-2 3-17-15,2-5 3 0,-1-1-47 0,-3 1-21 0,-4 0-10 16,-10 5-1-16,5-5-14 0,0-4 26 0</inkml:trace>
  <inkml:trace contextRef="#ctx1" brushRef="#br0" timeOffset="51399.03">28228 9385 113 0,'0'0'55'0,"0"-2"-27"0,0 0 60 0,0 0-18 15,-2 1-26-15,0-1-31 0,2 0 10 0,-2 0-7 16,2 2 76-16,-1 0-8 0,1 0 18 0,0 0-16 16,0 0 13-16,1 0-3 0,1 0-10 0,0 0 5 15,26-4-21-15,2-1-34 0,5-1 4 0,2-1-15 16,0 1-11-16,-3 2-8 0,-3 1-1 0,1-1 0 15,-2 0 9-15,-3 1-30 0,3-1-8 0,-4 2-15 16,2-4-68-16,0-1-60 0,-2 0-11 0,5-3-23 16,3-1-103-16</inkml:trace>
  <inkml:trace contextRef="#ctx1" brushRef="#br0" timeOffset="51700.95">28735 8878 734 0,'0'0'73'0,"0"0"-4"0,0-2 1 16,0 0-1-16,0 1-27 0,0-1-21 0,0 0-25 16,0 0 8-16,0 0-12 0,2 0 15 0,0 0 5 15,9-1 7-15,17-5-1 0,-4 5 24 0,5 1 2 16,-1 2-12-16,-2 3 8 0,8 5-11 0,1 3-1 16,2 2 7-16,2 4-6 0,-7-2 4 0,-1 1-18 0,-5-14 2 15,-2 28-7-15,-3 3-3 0,-6 4 1 0,-4 6 1 16,-7 2 1-16,-3 1 0 0,25 4-1 0,-14 4 3 15,-11 2-2-15,-2-2 6 0,-7-1-5 0,-3-8-4 16,-4-4 2-16,-2-4 4 0,1-9 2 0,-1-2 2 0,15-4-3 16,-22-3-3-16,-4-6 1 0,6 2-3 0,-6-4 1 15,2-2-4-15,6 0 2 0,-10-1 2 0,8-1-1 16,-4 1-2-16,-2-3-8 0,9 3-34 0,1-3 3 16,3-1-152-16,2 0-194 0</inkml:trace>
  <inkml:trace contextRef="#ctx1" brushRef="#br0" timeOffset="52295.4">30775 8622 590 0,'2'-2'5'0,"2"-11"12"16,3-9 12-16,-1 5-14 0,-4 10 0 0,0-1-9 15,0 1-6-15,-1 1 11 0,-1 1 1 0,0 1 2 16,0 0-8-16,-1 2-3 0,-9 1 1 0,-25 1 0 0,-11 5 11 16,-6 8-7-16,2 4 7 0,-1 3-5 0,7 1 21 15,-1-3 34-15,1-1-9 0,7 0 15 0,9-3-24 16,7-2-27-16,6-1 3 0,6-2-11 0,0 6 4 15,5 3 12-15,2-5-4 0,-9 4 6 0,2 2-6 0,5-1-2 16,4 3 5-16,2-6-5 0,5 1-5 0,5 1 2 16,2 0-5-16,16 1 4 0,4-1-15 0,-7 2 6 15,-4 1-1-15,1-3 4 0,-7 3 8 0,3 1-2 16,-7-3-3-16,-2 3 3 0,-2-3 0 0,-1 1-8 16,-1-1 7-16,4-1-8 0,-1 0 14 0,-8-4 0 15,-2 2 2-15,-2-6 1 0,0-4 11 0,-2 1-16 16,-11 5 3-16,-3 0-7 0,-5-1 5 0,-4-3-15 0,4-3 7 15,-6-2-10-15,1-2 3 0,4 0-2 0,1 0-2 16,5-2 2-16,5 0 5 0,0 0-9 0,0 0 4 16,3 0-5-16,3 0-3 0,3 2-74 0,2 0 0 15,1 0-38-15,-3-1-123 0</inkml:trace>
  <inkml:trace contextRef="#ctx1" brushRef="#br0" timeOffset="53654.71">30540 9157 1139 0,'0'-2'29'0,"0"0"-5"0,-2 0 11 15,0 0-6-15,2 0-8 0,0 1-31 0,0-1-1 16,2 0 5-16,0 0-4 0,0 0 12 0,1 2-3 15,14-4 1-15,11-1 0 0,-2 1 21 0,2 0 13 16,1 1 4-16,-3-1 3 0,0-2 6 0,2-1 7 16,2 0-12-16,-4-3 8 0,2-1-30 0,-6 2-9 15,-2 0 4-15,1-1-6 0,-3-1 5 0,-3 2-4 16,2-2 0-16,-6 1-1 0,0 5 8 0,-1-6-6 16,-3-4 3-16,0 7-3 0,-5-3 5 0,6 2-6 0,-5 3 0 15,1-1-4-15,-4 3-3 0,0 1-5 0,0-1 3 16,0 0-3-16,-2 0 8 0,-1 1-6 0,-10-5 1 15,-12-1-3-15,5 3-7 0,-2 5 11 0,-1 1-7 16,1 3 8-16,0 3-3 0,0 1-6 0,1 1 7 0,1 1-6 16,3 0 4-16,0 1-2 0,4-1-4 0,-3-7 3 15,1 13 2-15,4-1 2 0,0 3 0 0,5 2-1 16,4-1-10-16,-9-1 8 0,2 0 1 0,3-2 2 16,4-1 1-16,2-2 1 0,2 1 2 0,0-2-1 15,2-2 3-15,-1-2-2 0,5-1-2 0,14-2 1 16,2-2 3-16,2 14-7 0,2-3 1 0,2-5-5 15,1-5 5-15,1-3 2 0,3-1-1 0,6-5 2 0,-2-3-3 16,0-2-4-16,2-2 7 0,-4 0-5 0,2 0 6 16,-2-2 3-16,-5 2-7 0,-4 0 3 0,-1 0-8 15,-4 2 7-15,1-1 0 0,-7 3 3 0,1 0-6 0,-1 1 6 16,-10 5-10-16,2-1 8 0,-5 2-5 0,0 0-10 16,0 0 10-16,-1 1-10 0,-1 1 8 0,0 0 4 15,0 0-1-15,-2 1 1 0,0 1-1 0,0 2 6 16,-9 13-3-16,-1-2 4 0,1-1-9 0,0-2 9 15,5-1-6-15,-14-4 6 0,8-1-6 0,1-4 1 16,2-1 7-16,5 1-3 0,-4 2 3 0,2-2-2 16,1 0 2-16,1-2-1 0,-2 2 3 0,0-1-8 15,3-1 2-15,-1 0-4 0,0 0-2 0,2-1 7 0,0-1-10 16,0 0 8-16,2-2-11 0,-2 2 9 0,9-7-1 16,19-2 3-16,-4 0-6 0,2 0-4 0,0-1 7 15,-2 3-4-15,2 0 8 0,-2 0-4 0,0-1-3 16,0 3 0-16,-1 1 6 0,-1 1-8 0,-2-1 8 0,-1 1-9 15,-2-1 6-15,-1 2 1 0,-1 1-1 0,-2 1 0 16,-3-4 10-16,-1 2-6 0,-2-3 1 0,-3 1-3 16,-2 3-5-16,0-1-2 0,0 0 5 0,1 1 0 15,1-1 12-15,-2 0-18 0,0 0 5 0,0 3-9 16,-1-1 5-16,-1 0 4 0,0 0-4 0,0 2 4 16,-1 0-7-16,-1 2 2 0,0 0 3 0,-2 1-1 0,-3 7 1 15,-8 12 9-15,4-2-10 0,0 1 9 16,1-1-7-16,1 1 2 0,2-1 3 0,3 1-2 0,0-1-7 15,2-3 5-15,2-1 2 0,0-3 2 0,0-3 5 16,0-1 0-16,0-2-2 0,0 1 1 0,0-4-3 0,2-1-8 16,0 1-1-16,0 0-4 0,0-2-16 0,0-1-16 15,-1 1-2-15,1-2-2 0,0 0 5 0,0-2 4 16,0 1 3-16,0-3 0 0,5-7-2 0,4-8-13 16,-1 1-7-16,-1-1-1 0,0-1-11 0,-1-1 11 15,-1 3 2-15,-1-3-1 0,-1 3-19 0,1-1 18 16,-1 2-8-16,1-1 12 0,-1 1-7 0,-1 4 12 15,2-2 1-15,-1 2 2 0,-1 6-12 0,-2 1-54 16,2 2 12-16,-1 1-20 0,1 1 44 0,3-2 46 0,3 0 0 16,3 1 18-16,-6 1 18 0,6 0 15 0,0 2 11 15,-4 0 3-15,8 0 56 0,-2 0 5 0,5 0-8 16,5 0 4-16,-3 0-23 0,-5 0 5 0,-6 0-6 16,3 0 1-16,-4 0-36 0,1 0-15 0,-2 0-2 15,-3 0-3-15,-1 0-7 0,-1 0 4 0,2 0-2 0,-3 0 5 16,1 0 19-16,0 0-7 0,-2 0 7 0,-1 0-9 15,1 0 0-15,0 0-10 0,-2 0 4 0,0 0-5 16,-2 0 6-16,0 0-7 0,-1 0 0 0,-1 0-2 16,-24 7-4-16,4 1-3 0,0 1-1 0,2 0-2 15,3 1-1-15,-3 1 0 0,3 0 1 0,3-2-1 0,4-1 4 16,3-1 0-16,4-3 5 0,-1 5-1 16,-1 0 19-16,1 1-7 0,2-3 4 0,2 1-3 0,2-3 12 15,0-1-3-15,0 0-1 0,2-1-2 0,2-1-10 16,24 13-5-16,0-8 0 0,0-5-2 0,1-4-7 0,3-1-2 15,3-5 2-15,-3-1 0 0,1-2 4 0,2 0-7 16,1-2 0-16,-1 2-1 0,-2-1 13 0,-1 3-9 16,-2 2 7-16,-1-1-7 0,-1 1 13 0,-2 3 4 15,0 2-5-15,-2 2 5 0,0 0-9 0,2 2 5 16,0 4-4-16,-1 1 3 0,-1 1-11 0,2 3 0 16,0 2 3-16,-4-2-1 0,0 2 8 0,0 0 5 15,-9-4-4-15,4 2 4 0,-6-3-14 0,-7-6 12 16,2 1-5-16,-3-1 7 0,-1-2-5 0,2 4-4 0,-2 0 2 15,-2-1-2-15,-2 1 0 0,-2-2-6 0,-22 7 1 16,-13-1-2-16,0-7 0 0,-2-1-69 0,1-1-1 16,-1-1-33-16,0-2-91 0</inkml:trace>
  <inkml:trace contextRef="#ctx1" brushRef="#br0" timeOffset="54327.81">28607 9567 674 0,'0'-2'23'0,"0"0"16"16,-2 0 10-16,0 1-36 0,0-1-5 0,0 0-8 15,1 0-9-15,-1 0 9 0,-2 2 4 0,0 0 1 0,2 0 2 16,-7 0-1-16,2 2 1 0,-1 2 2 0,-1-1 34 0,0 3-3 16,1 0 6-16,3-3-6 0,-1 5 2 0,1 3-10 15,-1-6-1-15,4 7-4 0,0-3 0 0,-1-4 13 16,-3 3 6-16,4-4-1 0,2-3-1 0,0 1 15 16,0 0-12-16,-2 2 11 0,2-2-20 0,0 0-8 15,0 1-2-15,0 1-3 0,0 0-13 0,2-2-2 16,0-1 0-16,0 1 0 0,2-2 6 0,3 0 2 15,10-2 5-15,-2-1-3 0,3-5-5 0,-3 1 2 16,0-2-8-16,-4 1 6 0,-2 1-11 0,1-3 0 16,-5-4 1-16,-1-3-1 0,0 2-2 0,5 4 4 15,0-4 1-15,-5 6 2 0,0-1-2 0,-3-1-26 0,-1 8-20 16,0 1-4-16,0-2-66 0,0 0-57 0,-1 2-13 16,-1 1-21-16,-2-1-104 0</inkml:trace>
  <inkml:trace contextRef="#ctx1" brushRef="#br0" timeOffset="54617.33">28843 9532 909 0,'-2'-2'73'0,"0"0"1"15,0 0 10-15,0-2-15 0,2 3-14 0,-2-7-34 16,0 3-15-16,2 3-6 0,-1-2 0 0,-1 0-17 15,0 1 6-15,0 1 0 0,0 0 3 0,0 2 11 0,2 0 5 16,0 2 1-16,0 0 0 0,-2-1-3 0,2 1 11 16,-5 15 2-16,-1-2 3 0,1 2 8 0,1-6 13 15,0-2-6-15,1 0 10 0,1-3 8 0,2-2-13 16,-2 3 8-16,2-5-11 0,-2 3-2 0,2 1-2 16,0-2-3-16,0 1 0 0,2-1-18 0,2 0-9 15,20 12-1-15,5-3-1 0,-3-5 4 0,8-3-3 16,5-1-2-16,4-2-5 0,7-2-54 0,0 0-143 15,2-4-52-15</inkml:trace>
  <inkml:trace contextRef="#ctx1" brushRef="#br0" timeOffset="56440.94">21380 11396 232 0,'-1'0'11'16,"-1"0"2"-16,-2 0 10 0,-3 0-11 0,-18-2 7 15,11 2-7-15,-5-2 27 0,6 2-5 0,4 0 13 16,-15-2 14-16,5 2 14 0,-1-2-7 0,1 1 5 0,12 1-25 15,1 0 18-15,2 0-5 0,1 0 7 0,-1-2-22 16,0 0-24-16,1 0-4 0,1 0-6 0,0 0-12 16,2 0 4-16,2 1 5 0,1 1-2 0,23-10 5 15,10 1-8-15,-1 3-1 0,0 3-1 0,0-1 7 0,-1 2-7 16,-4 0 4-16,-6 2-6 0,2 0-3 0,-6 0 28 16,1 0 2-16,1 2 11 0,-2 0 2 0,1 0-5 15,-3 0-9-15,-1 0 5 0,-2-1-9 0,-2 1 3 16,-2 0-2-16,0 2 2 0,-2-2-6 0,-1 0-5 15,-1 1 9-15,-5-3-8 0,0 0 9 0,2 4-2 16,-1 0-5-16,1-1 4 0,-2 1-12 0,-2 0 4 16,0 1-3-16,0 5 3 0,-2-3-5 0,-2 4 7 15,-1-1-7-15,-3-1 4 0,-3 4-17 0,-9 0 8 0,-2 4 2 16,-1 1 3-16,-1 4 1 0,-2 6-9 0,-5 2 1 16,1 3-1-16,-5 5 3 0,-3 4 0 0,1-1-4 15,-2 0 2-15,6 2 2 0,1-8-3 0,6-2 3 16,4-3-4-16,-2-2 3 0,5-4 1 0,-1-5-3 0,1-1 2 15,6-5-2-15,2-4-3 0,6 3 4 0,1-5-2 16,0 0 8-16,2 3-1 0,-3-3 2 0,1-1 0 16,2-1 2-16,2-3-3 0,0 0 0 0,0 2 0 15,2-1 7-15,0 1-9 0,9 4 2 0,24 5-6 16,3-8-6-16,4-5 13 0,6-2-4 0,-10-5 9 16,8-1-6-16,-7 1-2 0,-4-2-3 0,-1 1 1 15,-6 1-1-15,1-1 0 0,-3 3 3 0,-2 1-2 0,-3 2 2 16,-8 0-5-16,-2 1 3 0,-2-1-3 0,-1 2 5 15,-3 0 3-15,1 0-5 0,-4 0 4 0,1 0-8 0,1 0 7 16,0 0 2-16,-2-2 2 0,0 2-1 0,-1 0-19 16,1 0-12-16,0 0-4 0,-2 0-44 0,0 0-23 15,0 0-3-15,-2 0-12 0,0 0-44 0,1 0-29 16,-1 0-4-16,0 0-7 0,0-2-9 0</inkml:trace>
  <inkml:trace contextRef="#ctx1" brushRef="#br0" timeOffset="57098.27">21835 11994 132 0,'0'0'63'0,"0"0"-8"0,0 0 63 0,0 0-15 15,0 0 2-15,0 0-68 0,0 0-11 0,0 0 13 16,0 0-9-16,-2 2 37 0,1-1-19 0,-1 1-5 16,2 0-3-16,-13 17-1 0,2-4-1 0,1-1 10 0,-1 3-10 15,2 0-2-15,0 0-1 0,3-4-5 0,2-4 6 16,1 2 14-16,1-2-3 0,0 1 8 0,2-5-6 15,0-1 9-15,0 0-17 0,0-3 0 0,2 3-5 16,0 0-2-16,1 0-9 0,9 1 2 0,6 1-5 16,3-3-11-16,-1-3-1 0,0-1 0 0,-7-1 1 15,-2-2 8-15,1 0-9 0,-3-1 0 0,-5 3-4 0,-1-4-3 16,7-7 6-16,-5 0-3 0,1-2 4 0,-4 2-8 16,-2-3 2-16,-2 1 4 0,-2 2-2 0,-2-2 1 0,-1 2-7 15,-2-2-1-15,1 6-1 0,-7 1-1 0,1 3 2 16,1-1-7-16,5 1 5 0,1 1-14 0,5 0-2 15,0 2 0-15,0-1-2 0,2 1-7 0,-2-2 17 16,0 0-6-16,1 1 11 0,1 1 0 0,1-2-4 16,11-1 5-16,25-1-6 0,0-1 9 0,9-3 2 15,-3-1 0-15,0 2 1 0,-4-2-4 0,-2 1-1 16,-6 1-1-16,-6 2 2 0,-1 3 8 0,-9 2-4 16,-4-2-1-16,-4 1-1 0,-1-1-3 0,-4-3 5 15,1 1 4-15,1 0-1 0,2-3-1 0,-3 2 5 0,1-1-10 16,-2 1 7-16,-2 1-4 0,0 1-1 0,0 3 7 15,0-2-7-15,-2 1 7 0,0 1-9 0,0 0 2 16,-1 0-5-16,-16-4 6 0,2 5 3 0,-1 1 2 16,5 3 0-16,0 3 5 0,0 1-11 0,5 4 1 0,-3 10-3 15,4 3 7-15,1 0-2 0,-1 0 2 0,-3 6-3 16,5 0 3-16,1-1 1 0,0-1-4 0,-14 0 2 16,7-2-7-16,3 2 8 0,5 0 2 0,1 0 2 15,2-2 3-15,0-2 1 0,0 0-2 0,0 2 1 16,0 2-5-16,0 3 1 0,0 1 0 0,0-1 0 15,2 1-6-15,-2-1 5 0,0 1-2 0,0 5 3 16,-2-2-2-16,-2-1 1 0,0-1 0 0,-1-3 2 0,-1-6 3 16,-1-3-8-16,-3 1 2 0,3-7-4 0,-4 1 0 15,0 1 9-15,0 0-10 0,1-4 9 0,-1 4-10 16,6-10 3-16,-1 0 2 0,-1-1-2 0,-8 5-13 0,9-7-51 16,-5 3-5-16,2-3-17 0,1-2-38 0,1-2-72 15,3 0-1-15,0 0-34 0,1 0-82 0</inkml:trace>
  <inkml:trace contextRef="#ctx1" brushRef="#br0" timeOffset="57249.02">21848 12423 223 0,'0'0'66'0,"0"0"18"0,0-2 59 16,0 0 3-16,0 0-40 0,0 0 11 0,0 0-10 16,0 1 9-16,2-3-28 0,0 0-24 0,4-1-15 15,21-7-2-15,5 1-46 0,5 4 6 0,-7-2-1 16,7 1 1-16,-4 1-3 0,-1 1-28 0,1 2-28 15,-7 3-10-15,0-3-156 0</inkml:trace>
  <inkml:trace contextRef="#ctx1" brushRef="#br0" timeOffset="57595.67">21009 11671 998 0,'0'0'72'0,"0"0"-4"0,0 0-1 0,0 0-11 16,0 0-22-16,0 0-21 0,0 0 45 0,2 0-6 15,2 0 15-15,11 2-17 0,24 1-28 0,7 3 3 16,0-2-13-16,8-3-10 0,-2 1 6 0,-4 0 2 16,1-2 1-16,-7 0 7 0,-3 0-6 0,2-4-16 0,0 1-3 15,2-3-115-15,0-3-198 0</inkml:trace>
  <inkml:trace contextRef="#ctx1" brushRef="#br0" timeOffset="58091.67">23089 11630 1182 0,'0'0'17'0,"-2"-2"27"15,0 0-26-15,2 0-22 0,0 0 2 0,0 1-10 16,2-1 4-16,0 2 8 0,-1 0 0 0,22-2 4 16,1 2 2-16,-2 2-23 0,-1 0-15 0,-5-1-6 15,-1 3-66-15,-4-2 15 0,-1 0-1 0,-3 0 9 16,-3-2 28-16,-2 0 21 0,1 2 11 0,1-1 1 15,-2 1 20-15,0 0 5 0,0 0-9 0,-2 2 7 0,0-1-3 16,0 1 15-16,-2 0 12 0,0 0 1 0,-2-3 22 16,2-1-21-16,-7 6-7 0,-2 1-5 0,5-3-14 15,1 0-6-15,1-2 5 0,2 3-6 0,-2 1-2 16,-3 3 4-16,1 0-2 0,5-3 4 0,-1 5 0 0,2-2 9 16,0-5-4-16,0 2 6 0,2-3-9 0,3 1-27 15,21 7-66-15</inkml:trace>
  <inkml:trace contextRef="#ctx1" brushRef="#br0" timeOffset="58732.21">24572 10863 694 0,'-2'0'20'0,"0"-2"-3"0,1 0 23 16,-1 0-11-16,0 1 5 0,0-1-31 0,0 0-7 16,0 0 4-16,0 0-7 0,2 0 0 0,0 0 12 15,0 1-1-15,2-1 13 0,0 0 61 0,0 0-16 16,0 2 19-16,13-6-21 0,3-1 16 0,-1 3-38 15,0 1 8-15,-1 1-20 0,-3 2-4 0,0 0 1 16,-1 0-1-16,-5 2 1 0,0-1-6 0,-3 1 1 0,2 2-1 16,-3 0 1-16,5 5-4 0,3 11-2 0,-4 1 4 15,-3 3-4-15,-4-2 0 0,-2 4-6 0,-3 0 1 16,-3-2 0-16,-3 6 7 0,-2-2-8 0,-2-2 0 16,0 0-2-16,-3 2-1 0,1-4-1 0,0 0 2 0,1 0-1 15,3-5 13-15,11-3-11 0,-13 1 6 0,6-2-7 16,-1 2 7-16,7-1-2 0,1-1 1 0,0-2-2 15,-7-2-1-15,3-1 7 0,2-1 0 0,3-2 4 16,1-1 9-16,0 0-6 0,0-3-3 0,1 1-2 16,1 0-13-16,9-2 8 0,12-1-5 0,-1 14 5 15,-2-5-14-15,3-3 3 0,-1-3 4 0,-2-2-1 16,1-2 5-16,-3 0-9 0,1 0-1 0,-2-2-2 0,-2 0 11 16,-1-2-5-16,-2 0-9 0,-1 1-3 0,-4 1-59 15,-5 2-44-15,2-2-5 0,-1-2-19 0,-1 1-67 16,0-1-52-16,-2 0-36 0</inkml:trace>
  <inkml:trace contextRef="#ctx1" brushRef="#br0" timeOffset="59142.92">24485 11270 451 0,'0'0'71'0,"-2"-2"114"0,2 0-113 0,0 0-36 0,0 0-3 16,0 0-12-16,0 0-14 0,2-1 17 0,2-1-5 15,14 0 6-15,12 2-23 0,0-3 3 0,1-3-1 16,3-12 1-16,-1 7 0 0,0 6 2 0,-1 3-7 16,1 0 5-16,1 2-1 0,-1 0-6 0,1 2 2 0,1 0-3 15,-3 0 1-15,-3 0 0 0,-1 0 5 0,-8 0-3 16,-5 0 12-16,-5 0 30 0,-1 0-8 0,-2 2 15 16,3 2-8-16,-3 0-12 0,-3 1 5 0,11 18-10 15,-6-3-6-15,-4 6-8 0,-3 0-3 0,-2-2 1 16,-2-3-9-16,-1-3 5 0,-3 1 1 0,2-3 5 15,1-1 25-15,1-2 14 0,0-3 6 0,0-1 1 16,2-2 3-16,0-3 3 0,0 0-12 0,0-1 7 16,2 1-24-16,2 0-8 0,12 5 0 0,10 0-5 0,0-5-10 15,4-4 3-15,-8 0 1 0,-1-4 1 0,1-1 1 16,-3-3-4-16,-1 1 3 0,-3 0-2 0,-4 1 7 0,-5 2-4 16,-2-1 5-16,5-8-4 0,0-2 20 0,-3 2-21 15,-3 0 3-15,-1-2-10 0,-2 2-5 0,-3-2 3 16,-5-3-3-16,1 5 2 0,1 3-9 0,-16 1-54 15,-4 5 0-15,-8 1-23 0,3-16-44 0,-12 6-87 16,2 11-31-16,-1 8-30 0,-7 3-225 0</inkml:trace>
  <inkml:trace contextRef="#ctx1" brushRef="#br0" timeOffset="59570.14">22606 11790 1094 0,'-2'-2'7'0,"0"0"66"16,0 0-19-16,0-2 32 0,1 1-80 0,1-1 4 16,0 0-7-16,1 0 8 0,20-9-5 0,33-7 25 15,3 5-8-15,1 4 12 0,-1 2-8 0,-1 1-8 16,-2 1 3-16,-8-1-7 0,-1 1-9 0,-6 3 4 15,-2 1-6-15,-2-1 6 0,-5 0-10 0,-2 2 8 16,-4 0-2-16,-5 2 2 0,-1 0-10 0,-1 0 13 0,-2 0-2 16,0 0 5-16,-6 0-8 0,-2 0 9 0,-3 0-9 15,0 0 7-15,-1 0-40 0,1 0-28 0,0 0-10 16,-2 0-8-16,0 0-61 0,-2 0-90 0,0 2-18 16</inkml:trace>
  <inkml:trace contextRef="#ctx1" brushRef="#br0" timeOffset="59711.57">23018 11821 163 0,'-2'2'55'0,"0"0"75"16,-1 0-40-16,-5 1-28 0,1 3 8 0,3-1-15 16,2 7 13-16,-5-3 14 0,3-2-4 0,2-3 7 15,0 5-15-15,2-5-1 0,0 0-2 0,2-1 0 0,2-1-19 16,26 15-25-16,-1-8 6 0,9-3-11 0,0-6 3 16,5-4-14-16,5-1-33 0,3-1-2 0,6-1-193 15</inkml:trace>
  <inkml:trace contextRef="#ctx1" brushRef="#br0" timeOffset="60174">24166 11751 409 0,'-80'7'66'16,"65"-5"-6"-16,-15 2 42 0,2-1-3 0,8-1-8 15,-1-2-13-15,8 0-18 0,2 0-4 0,2 0-5 16,5 0-25-16,1 0-32 0,-1 2 10 0,2 0-15 15,0 0 32-15,2 0 2 0,0-1-5 0,2 1 2 16,11 2-12-16,32 7 5 0,8-2 3 0,12-3-2 0,10-2-2 16,8-1 4-16,3-1-2 0,-5-2 5 0,3-2 17 15,1-3 15-15,8-1-4 0,13 2 5 0,2 1-19 16,10-1-5-16,-2 0-3 0,-9 1-1 0,3 1-7 0,-4-4 5 16,7 3-7-16,6-1 5 0,1-2-15 0,-1 3 6 15,-11-3 6-15,-8 2-2 0,-7-1 3 0,-6-1-5 16,4 1-1-16,-13 1-1 0,-9-2-7 0,-11 3 4 15,-18-1-5-15,-10 0 6 0,-6 0 2 0,-13 3 6 16,-3-1 0-16,-4 0 0 0,-1 0-5 0,-1 0-22 16,0 0-12-16,-2 0-7 0,-2 1-76 0,-29-11-62 15,-23 3-43-15,-15 7-17 0,-5 6-241 0</inkml:trace>
  <inkml:trace contextRef="#ctx1" brushRef="#br0" timeOffset="60486.56">24305 12335 1215 0,'-2'-1'10'0,"0"-1"13"0,0 0 6 0,-1-2 4 15,-1-3-22-15,2 1-14 0,0-1-1 0,2 3-3 0,0 2 8 16,0 0-8-16,0-1 5 0,0-1-8 0,0 2 1 15,0 0 3-15,0 0 2 0,0 2 1 0,0 0 21 16,-2 2 6-16,0 0 2 0,1 2 0 0,-14 20-6 0,-2 6 3 16,-3 3-14-16,-1 4 10 0,1 2-20 0,-1 4 4 15,1 3 6-15,-2 2-2 0,5-5 0 0,-2 4-6 16,6-7 1-16,4-4-2 0,0 1 4 0,3-6 1 16,2-6 4-16,3 1-3 0,-1-10 0 0,2-1-9 15,0-4-14-15,2-1 0 0,1-1-74 0,1-2-87 16,0-1-14-16,5 1-35 0,15 6-179 0</inkml:trace>
  <inkml:trace contextRef="#ctx1" brushRef="#br0" timeOffset="60681.45">24533 12629 945 0,'0'-2'62'0,"0"0"102"15,2 0-67-15,0-2-38 0,2 1 9 0,22 1-22 16,7-7-9-16,8-3-16 0,3 3 2 0,3 0-7 15,1 3-7-15,-1 3-5 0,-5 1-4 0,1 0 2 16,-2 0 7-16,-6-18-5 0,0 7 9 0,-5 5-10 16,-8 4 4-16,-1 3-42 0,-5-1-7 0,-6 2-16 15,3 0-53-15,-4 0-58 0,-7 0-7 0,5 0-18 16,-3 0-55-16</inkml:trace>
  <inkml:trace contextRef="#ctx1" brushRef="#br0" timeOffset="60906.01">24966 12343 571 0,'0'0'92'0,"0"0"144"0,0-2-110 0,-2 0-70 15,2 0 7-15,0 2-32 0,0 0-29 0,0 0 21 16,0 0 0-16,0 2 10 0,-2 0 13 0,2 0-9 16,-9 18-3-16,0 4 0 0,-1-3-4 0,-1 3-18 15,0 2 7-15,0-2-12 0,-2 6 1 0,2-1 1 16,-2 3-6-16,2 1 4 0,-1-1-7 0,1 0 2 0,0 1 0 15,4-7 0-15,-1 2-5 0,3-6-56 0,1-3 0 16,2 1-22-16,2-7-23 0,0-2-54 0,2 2-21 16,0-7-21-16,0-2-159 0</inkml:trace>
  <inkml:trace contextRef="#ctx1" brushRef="#br0" timeOffset="61218.11">25603 12350 754 0,'0'-2'60'0,"0"1"27"0,0-3 54 0,0-13 3 16,0 0-64-16,0 4-36 0,0 2-7 0,0 2-6 0,0 3-13 15,0 3 3-15,0-3 0 0,0 2 2 0,0 1 5 16,0-1-10-16,0 0-4 0,0 2-2 0,0 1-8 16,0-1 24-16,0 2-7 0,-2 0 11 0,0 2-21 0,0-1 8 15,-3 9-1-15,-12 21 2 0,2 5 0 0,0 1-10 16,-2 9 6-16,1 2-7 0,-3 8 7 0,-1 5-5 15,-1 8-8-15,-1 0 3 0,2-1-9 0,1-8 10 16,0-6-1-16,3-8 4 0,1-5-10 0,2-2 6 16,2-7-4-16,0-1 4 0,-1-1-6 0,3-2 7 15,0-1-6-15,3-2 5 0,1-3-3 0,1-5-2 16,0-4 8-16,2-2-7 0,1-2-2 0,1-5-52 16,0-2 5-16,0 1-21 0,0-1-15 0,0 0-92 0,0-2-21 15,0 0-33-15,1-2-162 0</inkml:trace>
  <inkml:trace contextRef="#ctx1" brushRef="#br0" timeOffset="61636.78">25584 12233 1290 0,'0'-2'9'0,"0"-1"2"0,0-5 11 15,0-5-12-15,0 4-4 0,4 0-2 0,0 3-6 16,16 2 2-16,8 1-2 0,1-16 1 0,-6 10 0 16,3 3-5-16,-4 6 5 0,2 2-4 0,-7 0 8 0,-10 0-5 15,1 2 4-15,-6-4-3 0,-1 0 11 0,5 7-5 16,1 4 1-16,-3 0-3 0,-2 0 10 0,-2-3-8 16,-2-1 6-16,-2 1-7 0,3-3 1 0,-3 1-1 15,0-1-5-15,0 1 3 0,1-2-2 0,-5 1-1 16,3 3 0-16,-1-1-1 0,2-1-6 0,-1 3 5 15,1 2-5-15,4 0 6 0,0 2 0 0,4 2 1 16,3 2 3-16,6 1-2 0,-9 1-8 0,15-2 11 16,1 1-3-16,0-1 7 0,-3 0-9 0,-8-3 13 0,-3 1-10 15,5 0 12-15,-5-4-4 0,-3 0 13 0,-3 2 1 16,-1 2 2-16,-7-4-8 0,-10-1-3 0,-20-1-3 16,-2-2 0-16,4-1-5 0,-3-4 2 0,4 0 0 15,3 16 0-15,5-7-4 0,3-5-2 0,3-4 2 0,4-2-2 16,6 0 2-16,6 0-12 0,-1 0-8 0,2-2-3 15,1 0-28-15,1 0-20 0,0 0-17 0,2-1-7 16,2-3-106-16</inkml:trace>
  <inkml:trace contextRef="#ctx1" brushRef="#br0" timeOffset="62100.01">26544 12098 1011 0,'-2'0'29'0,"0"-2"0"0,0 0 31 16,1 0-25-16,-1 0 11 0,-2 0-48 0,0 2 2 15,1 0 0-15,-10 2 2 0,-8 6 9 0,3 3 18 16,-3 4 0-16,1-8 5 0,-1 17 1 0,-1 0-6 16,-4 4 8-16,-2 0-7 0,0 2 8 0,2 1-3 15,0 1 6-15,-1 0 0 0,2-5 26 0,1-4-34 16,0-1 4-16,4-5-15 0,1 1-5 0,4-5-6 0,-1-2 3 15,6-3-3-15,3-5 1 0,5 1-11 0,0 0 5 16,-2 0-5-16,3-1 11 0,-1 1 2 0,0-2-7 16,2 0 5-16,0-2-6 0,2-2-6 0,0 0 0 15,5-7-2-15,10-19 2 0,7-4 4 0,4 1-3 16,3-1 1-16,-1-1-4 0,0 3 6 0,-2 0 2 0,1 1 0 16,-1 1-1-16,-4 0-9 0,2 0 4 0,-4 4-7 15,-1 7 7-15,-3 8-2 0,-8-2-1 0,-1 7-1 16,-2 0 3-16,3 1-7 0,-3-3 6 0,1 2-7 15,-1 3 9-15,-3 1 5 0,3 1-4 0,-1 3 3 16,3 7-4-16,2 10-2 0,-2 3 7 0,-3 2-5 16,-2 0 5-16,-2-2 0 0,-1 4-8 0,-1-4 5 15,2 2 1-15,0 0-2 0,0-2 2 0,2 0-3 0,-2-1-1 16,-1-7 5-16,1 3-4 0,0-6 5 0,0-2-6 16,0 0-18-16,-2-2-16 0,0-5-6 0,2 5-82 0,-2-3-75 15,0 1 23-15,0-1-40 0,0-2-3 0</inkml:trace>
  <inkml:trace contextRef="#ctx1" brushRef="#br0" timeOffset="62487.94">26204 12476 139 0,'0'0'43'0,"0"0"-4"0,0 0 27 16,0 0-1-16,0 0-8 0,0 0-28 0,0 0 41 16,0 0-10-16,0 0 24 0,0 0 11 0,2 0 29 0,0 0-7 15,4-1 10-15,23-9-34 0,6-1-47 0,1 0 0 16,5-2-17-16,-1 0-7 0,5 0-13 0,-2 2 7 15,-4 2-10-15,0-1 10 0,-2 3-5 0,0 0 5 16,-5 1-2-16,-3 2 13 0,-5 1-11 0,-3 1 3 0,-3 0-5 16,-3 2 2-16,-4 0 2 0,2 0-5 0,-5 0 6 15,-1 0 5-15,-5 0 4 0,0 0 0 0,2 4-2 16,3 5-13-16,2 9 0 0,-3 1 2 0,-4 0-1 16,-2 1-3-16,-4 2-5 0,-3 0-4 0,-1 1 1 15,-1-1-1-15,3-3-1 0,1-1 5 0,1-5-3 16,0 2 11-16,1-2 20 0,3-7-12 0,0 7 13 0,0-10-14 15,0-1 4-15,0 2 2 0,2 0-3 0,-1-3-12 16,3 1 5-16,2 0-5 0,10 2 6 0,3-4-5 16,-2-2-1-16,-1-5 3 0,3-5-5 0,-2 1-8 15,-3 8 4-15,-2-18-3 0,-1 1 4 0,-6-3-5 0,-1 3 0 16,0 0 5-16,11-3-3 0,-4-1 6 0,-6 2-2 16,-3-2-1-16,-2 5 0 0,-2 1-4 0,-1 3-29 15,-3 2-6-15,0 4-12 0,-1-1-64 0,-2 7-87 16,-10 1-18-16,2-9-33 0,3 3-163 0</inkml:trace>
  <inkml:trace contextRef="#ctx1" brushRef="#br0" timeOffset="62838.21">27389 12254 1252 0,'-2'0'48'0,"0"-2"-8"0,-3 0 3 0,-12-5 12 0,-2-1-25 16,3 3 10-16,8 3-17 0,1 0 3 0,3 0-10 16,0 0-8-16,1 0-9 0,-1 0 1 0,2 1-2 15,0 1 7-15,0 0-6 0,2 0 2 0,0 0-3 16,0 0 2-16,0 0 5 0,0 1-5 0,0 1 5 16,0 2-10-16,0 0 9 0,-2 7 1 0,-3 4 5 0,-3 3 6 15,-1 1-5-15,-2 1 0 0,0 1-2 0,0-1 3 16,0 2-10-16,-1-3 6 0,3-2-6 0,2-1 5 15,1 1 12-15,1 0-9 0,1-4 10 0,2 2 1 16,2-2 1-16,0-2 6 0,2 0-4 0,2 0 11 0,-1-4-12 16,1 1 4-16,22-3-6 0,2-1-1 0,5-2-8 15,-1 17 3-15,3-8-5 0,-1-6-6 0,5-5 4 16,-2-3 0-16,0-5 2 0,0-1-7 0,-6 0 4 16,1-3-7-16,-6-1-2 0,-2 0-80 0,-2 0-179 15,1 0-85-15</inkml:trace>
  <inkml:trace contextRef="#ctx1" brushRef="#br0" timeOffset="63734.89">29327 11286 284 0,'0'-2'8'0,"2"1"-4"0,0-3 18 16,4-15 3-16,-1-7 4 0,1 4 53 0,-3 0-40 15,-1 1 32-15,-2 3-36 0,0-3 31 0,-2 1 8 16,-3 1-9-16,-3 5 7 0,3 6-28 0,-3 6-22 15,-16-1 0-15,-2-14-8 0,-3 6-5 0,-5 7-7 16,1 6-1-16,-10 9-2 0,4 4 2 0,4 3 0 16,-2-16 6-16,9 21-3 0,2 6 1 0,3-6 7 15,5 1-3-15,7 3 6 0,3-8 9 0,-7 3 6 16,6-1 2-16,4-1 1 0,5 2 0 0,1-5-8 0,5 4-3 16,3-3-1-16,4 1-12 0,-3 3-3 0,16 0 0 15,0 2-3-15,-2 2-9 0,-6 0 10 0,1 2-2 16,-8-4 6-16,-4-1-5 0,3-5 6 0,-8-3 1 15,9 0 2-15,-6-4 14 0,-3-2-3 0,-2-1-1 0,0-4-1 16,-5 3-3-16,-18-5-7 0,-8 3-2 0,-8 1-2 16,-8-4-5-16,-3 0 0 0,-2 24 5 0,0-15-5 15,6-6-5-15,3-3 9 0,2 0-9 0,6-2 8 16,3 0-9-16,6 0-2 0,4 0 5 0,7 0-4 16,2 0 5-16,10 0-12 0,1 0-1 0,-2 0-6 15,2 0-14-15,0 0-24 0,2-2-10 0,2 0-7 0,0 2-68 16,37-20-49-16,4 3-37 0</inkml:trace>
  <inkml:trace contextRef="#ctx1" brushRef="#br0" timeOffset="65087.33">29661 10961 1001 0,'0'0'58'0,"0"-1"-3"0,-1-1 1 15,-1-2-1-15,0 0-20 0,0 1-14 0,2 1-16 16,-6-2-3-16,3 2-3 0,-3-2-9 0,1 3-1 16,-1-1 8-16,-5 0-5 0,0 2 8 0,-4 5 0 0,-2 7-1 15,2 6 1-15,0 17 0 0,1 1 4 0,-3 1 1 16,0 2 3-16,-1 2 1 0,-3-1-3 0,-1-1-1 16,0-7 1-16,1-2 3 0,3-2 7 0,1-1 6 0,0-1 0 15,1-1 12-15,3-5 4 0,3-3-4 0,3-1 3 16,3-1-19-16,2-2-6 0,-1 0-6 0,1-2 3 15,-6-1 4-15,3-3-5 0,1 1 5 0,2-5-5 16,2 1 10-16,-2 0 1 0,2-1 3 0,0 1-2 16,0-2-6-16,2 0-7 0,0-2-2 0,2 0 1 15,1 0 5-15,14-8-6 0,-1-1-1 0,3-4-2 16,1-2-1-16,0 12-2 0,4-16 2 0,-3 2-3 16,-1-1 2-16,4 1 0 0,-4 0 5 0,6 1-4 0,-2-1 3 15,-7 2-4-15,-5 0 0 0,-4 6 0 0,1 3-1 0,-2 3 1 16,0 1-6-16,-1-4 4 0,-6 6-11 0,1-2 9 15,1 0 0-15,0 1 2 0,-2 1 2 0,0 0 2 16,-1 1 1-16,-1 1 1 0,0 2-4 0,0 3 0 16,-1 10 0-16,-3 0-1 0,2-4-5 0,0-2 7 15,2-2-5-15,0-1 7 0,0-3 4 0,0 1-8 16,0-2 6-16,0-1-7 0,2 1 5 0,2 0-3 16,-1-1 2-16,7 3-2 0,5 1 8 0,5-1-4 15,2-2-4-15,-1-4 2 0,-1 0 2 0,-5-2 2 16,5-2-2-16,-1-1 0 0,0-3-3 0,1-1-1 0,-3 0 4 15,-1-1-4-15,1-1 3 0,0 0 0 0,-2 0-3 16,-4 9 2-16,2-11 3 0,-2 2-5 0,0-4 2 16,0 0-4-16,-3 4 2 0,-1 0 2 0,-1 3-2 15,-3 3 0-15,1 3 5 0,-4 0-12 0,0 0 9 0,4-1-10 16,0-1 8-16,-3 2 1 0,1 0-3 0,0 2 2 16,0 0-4-16,-2 2-1 0,0 0 5 0,0 2-1 15,-2 9 7-15,-2 3-6 0,1-1 0 0,-1-2-2 16,0-4 7-16,1 1-7 0,-1-1 1 0,2-2-4 15,0 1 7-15,2-3-3 0,0 1 2 0,0 0-2 16,0-3 3-16,0-1 5 0,2 2-9 0,0 0 6 0,2-1-6 16,-1-1 6-16,16 7-3 0,-2-3 4 0,3-4-5 15,-2-2-1-15,3 0 4 0,-1-2-3 0,1-2 3 16,-1-1 1-16,-1-3-1 0,1-1 0 0,-1 0-3 16,-3-1 1-16,-3 1 1 0,-1 0 1 0,1 3 4 0,3-9-5 15,-3 1 2-15,4-5-3 0,-4 4-3 0,2-2 5 16,-4-1-3-16,-4 3 6 0,5 4-6 0,-5 0-3 15,0 3-2-15,1 6 0 0,-4 1-4 0,-3 1 9 16,3-2-6-16,0 0 6 0,0 0-3 0,-1 0 3 16,-1 2 2-16,0 2-1 0,-2 0 1 0,0 2 0 15,-6 18-1-15,-3-2 0 0,-2-1-9 0,0-2 8 16,0-1 0-16,1-3 2 0,7 0 3 0,-8-2-7 16,1-1 1-16,5-5-3 0,1 3 13 0,2-5-11 0,-2 3 7 15,4-4-10-15,-1 2 5 0,1-3 2 0,-2 3 1 16,0 0 3-16,2 0-4 0,0-3-1 0,2 1 0 15,0 0 0-15,7 0 3 0,17-2 0 0,-2-2-5 16,-5-2 2-16,1-1-4 0,6-4 6 0,-4 1 0 16,6-3 2-16,-4 2-12 0,-3 1 7 0,-1 3-1 0,-9 1 3 15,-1 2-2-15,-5 0-2 0,-1 2 2 0,0 0-1 16,-1 0 5-16,1 0-7 0,0 0 3 0,-2 0-4 16,-1 0 3-16,1 2 2 0,0 0-1 0,-2 0 3 15,0 0-5-15,0 0 2 0,0-1-1 0,0 1 3 16,0 0 0-16,2 0-4 0,0 0 3 0,2 0-2 0,3 0 4 15,13 3 3-15,5-3-6 0,2-2 3 0,1 0-13 16,4-4 10-16,-1 1-1 0,5-3 4 0,-1 0-10 16,4 1 7-16,0-1-1 0,0 1 4 0,2-1 4 0,0 1-7 15,-2-1 1-15,-2 0-2 0,-4 1-1 0,-1 1 3 16,-4-1-1-16,-6-1 3 0,6-3 8 0,-6-1-10 16,0-1 6-16,0-4-7 0,-1 8 7 0,-1-21-2 15,-1-3-4-15,-1-8 2 0,-5 0-1 0,0-8 0 16,0 3 4-16,0-1-4 0,0 1-5 0,2 5 7 15,-4-2-6-15,1 5 7 0,-3 3-5 0,-2 1 2 16,-1 5 4-16,-4 2-4 0,0 3-4 0,-1 4 2 16,11 3 2-16,-5 4 1 0,-3 1-2 0,-2 5 4 15,-2 1-8-15,1 0 6 0,-1 1-8 0,0 1 5 0,0 0 1 16,0 2 1-16,-1 0-7 0,-1 2 5 0,-2 1-4 16,-7 23 4-16,-6 8-1 0,2 5 4 0,-1 5 0 15,3 7 1-15,-2 2-3 0,9 7 3 0,1-3-4 16,3-3 2-16,-24 0-11 0,15-7 9 0,7-5 0 0,4-5 4 15,2-5 4-15,3-6-6 0,1 0 4 0,1-2-5 16,1-5 0-16,-1-3 4 0,-1-3-6 0,1-2 5 16,-1-1-2-16,-1-3-2 0,-1-1 6 0,2-1-5 15,5-1-1-15,-2 3 4 0,2 1-3 0,-2-4 2 16,-3-3-14-16,0-1-41 0,-3 0-13 0,-1 0-10 16,2-1-61-16,0-3-38 0,-1-4 3 0,5-18-15 15,-8 0-18-15</inkml:trace>
  <inkml:trace contextRef="#ctx1" brushRef="#br0" timeOffset="65238.14">31110 10833 401 0,'-2'0'97'0,"-2"0"128"0,-1 0-104 0,-10 0-59 15,7 0-5-15,5 0-14 0,-1 0 9 0,2 2 24 16,0 0-6-16,2 0 7 0,2 2-28 0,13-3-7 16,31 7 2-16,8-3-6 0,0-3-14 0,7 0-13 15,0 26-5-15,-1-15 1 0,3-7 0 0,-4-6-18 16,1-2-59-16,-3 0-12 0,3-2-421 0</inkml:trace>
  <inkml:trace contextRef="#ctx1" brushRef="#br0" timeOffset="73316.92">2028 4994 24 0,'0'0'5'0,"0"0"0"0,0 2 7 0,0 0 0 0,0-1-8 16,0 1-3-16,0 2 0 0,-2 2 0 0,-2 8 3 15,-1 1-4-15,-1 2-5 0,1 2-1 0,-3 1 2 16,1 2 13-16,-3 2-12 0,-1 2 3 0,0 4-6 16,0-2 11-16,-2 5 0 0,0-1-4 0,-2-4 0 15,-2 5-11-15,3 1 8 0,1-5 4 0,0 1 1 16,1-2 10-16,3-8-16 0,-2 6 0 0,2-5-5 16,-1-3 10-16,1 1-5 0,2-4 11 0,-1 1-10 0,1-1 4 15,-1 0-2-15,1 2-7 0,0 0 6 0,1-1 3 16,0 1-4-16,1 2 3 0,-1 1-2 0,1 0 13 15,-1 5-12-15,2-1-1 0,1 2-6 0,-1 2 3 16,2-2 7-16,0 5-3 0,2-1 5 0,0 3 0 0,0 1-11 16,0 1 8-16,2 0-8 0,0-1 17 0,0 1-11 15,0-7 8-15,0 1-8 0,-1-4 0 0,1-1 13 16,0 0-12-16,2-2 11 0,0 2-12 0,-1 0 3 16,1 1 1-16,0-3 0 0,1 2-3 0,-1 2-2 15,2 0-4-15,-1 2 1 0,1 0 2 0,-3 3 2 16,1 3 6-16,0-1-4 0,0 4-10 0,-1-1 5 15,1 1 2-15,0 3 1 0,1 1 5 0,1 4-1 0,-1-1-7 16,1-3 4-16,0 4 0 0,-1-4-4 0,1-4 3 16,-1 0-4-16,1-5 5 0,1-5 8 0,1 1-2 15,-1-4 4-15,-1 1 5 0,1-1-10 0,-1-2 5 16,1 2-6-16,1 0 12 0,-1 2-9 0,0 2 3 0,-1 2-7 16,1 3-11-16,-1 2 7 0,0 8 0 0,-1 4 3 15,-1-5-4-15,0 5 4 0,-1 1 2 0,1 0 3 16,-2 4 4-16,0-7-13 0,-2-4 1 0,0-4-2 15,0-6 8-15,2 1-2 0,-2-6-4 0,0-4 1 16,0 0 8-16,0-1 131 0,0 1-49 0,-2 0 64 16,0 1-133-16,-2 1-19 0,0 2 0 0,-1 0-4 15,-1 0 6-15,-1 2-2 0,-2-2 6 0,-3 2-5 0,1-1 4 16,-2 3 2-16,-2 0-3 0,-1 0 2 0,-1 1-7 16,0-3 9-16,-1 2-11 0,-1-1 10 0,15-4-5 15,-16 0-3-15,-6 0 9 0,-2 1-8 0,0-2 10 0,0 0-7 16,-1 2-1-16,1-8-3 0,-4 3 0 0,-9-1-3 15,1-5 5-15,-3 4-5 0,2-8 6 0,2 0 3 16,9-2-8-16,-1-1 4 0,1 1-3 0,0 0 5 16,1-3-1-16,1-1 0 0,0 1-8 0,8 0 2 15,1-3 7-15,8 1-4 0,-2 0-1 0,-2-2 4 16,2 1-4-16,-4 8 6 0,6-3-3 0,4-4 4 16,-1-1-5-16,5-1 5 0,-3 0-2 0,2-2-9 0,2 0 9 15,-1 2-8-15,-1 0 6 0,0 0 4 0,1-1-14 16,1 1 9-16,0-2-13 0,0 0 1 0,0 0 11 15,0 0-6-15,0 0 4 0,2 0-3 0,0 0 2 16,0 0-1-16,2 0 9 0,0 0-8 0,2 2-1 16,0 0-2-16,3 0-6 0,8 0 8 0,3 1-3 15,-3 1 5-15,4 2 5 0,3 1-8 0,-1-1 8 0,5 1-7 16,0 1 2-16,-4-1 0 0,0 0-1 0,-9-3 1 16,6 4 9-16,-1-1-8 0,3 2-6 0,1 2 1 15,-2-1-3-15,-1-1 8 0,1 2 2 0,3 2 1 16,-8-4-4-16,1-7-2 0,-3 15 2 0,-2-2-3 15,6 3-10-15,-6 5 12 0,0-3-3 0,2 6 5 16,-5 4-3-16,1 1-1 0,0 8-5 0,-3-2 4 0,-1 4 4 16,1-2 5-16,0 2-6 0,-3-2 4 0,1 0-8 15,0-5 7-15,-1-5-1 0,1 3 3 0,0-1-2 16,-2 1-3-16,0 1 0 0,-1 5-3 0,22-1-3 0,-10 2 10 16,-4 0-3-16,-3 1 4 0,-3 3-10 0,-1 5 9 15,0 4-3-15,-2 2 4 0,0 4-8 0,0-4 6 16,0-2-2-16,-4-4 2 0,1-5-6 0,-1-2 3 15,-4-2 1-15,3-1 0 0,-1 3-1 0,1 4 7 16,-1 1-4-16,1 1 6 0,-3 5-5 0,-1 3-4 16,1 1 1-16,1 7-2 0,0-1 0 0,1 1 4 15,-1-2-2-15,-6-5 2 0,3-1-3 0,3-12-3 16,1 5 0-16,3-5 1 0,-1 3 13 0,0 3-13 0,1-1 6 16,3 6-8-16,-2 2 8 0,0 7-3 0,0 0 1 15,-2 5-1-15,1 3-4 0,-1-2 3 0,-2-4 3 16,-1-10-1-16,-1-3-2 0,5-1 4 0,-3 2-7 15,2 7 8-15,3 5 0 0,-3 7 0 0,2 4-1 0,-2 4-1 16,-1-2-2-16,-1-4-2 0,1-5 7 0,5-4-5 16,-2-4 4-16,-2-7-4 0,2 0-2 0,-5 2 0 15,3 1 0-15,4 8 4 0,4 0-2 0,-1 11 2 16,5 1-8-16,-1-1 10 0,-1-4-4 0,1-9 6 16,3-5 0-16,-1-8-12 0,2-2 5 0,0-1-7 15,-2-1 12-15,4 4-6 0,0 4 2 0,2 2-4 0,-2 1 1 16,2 3 10-16,0-1-5 0,-2 4 6 0,4 0-11 15,-4-11 3-15,1-3 0 0,1-10 3 0,0-6 2 16,2 2 0-16,-2-7 3 0,1-4-1 0,-12 0 3 0,18-1 2 16,1-1 0-16,-1 0 1 0,6 1 1 0,3-5 4 15,7 3 1-15,4-5 1 0,3-1 3 0,-1 0-70 16,3 4-18-16,-10-1-43 0,8 3-290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39:18.1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12184 5503 40 0,'0'-2'17'0,"0"0"22"0,-2 0 10 16,0-2 1-16,2 2-16 0,-3-7-33 0,1 4-5 15,-2-3-7-15,0 1 1 0,4 5-21 0,-1-6 4 16,-14 5 4-16,-2-8 2 0,-3-2 18 0,1 5 11 15,-1 1 2-15,-3 1 4 0,-1 1 9 0,-2-1 11 16,4 2-8-16,1 1 8 0,-1-1-7 0,5 2 2 16,-3 0-2-16,1 0-1 0,3 1-20 0,-3-1 5 0,4 2-5 15,0 0 5-15,-1 0-8 0,-1 0-7 0,2 2 8 16,-3-1-6-16,1 3 16 0,-2 2-10 0,3-1-2 0,-3 3 0 16,2-1-2-16,-1 2 4 0,1-1-2 0,2-1 3 15,-1 3-2-15,1-1-3 0,-2 2 2 0,0 0-2 16,-1 2-7-16,1-2 6 0,0 0-7 0,-1 0 9 15,1-1 9-15,-2 1-15 0,5-2 6 0,-1 2-8 16,0 0 9-16,0 1 4 0,0-9-5 0,-2 8 4 16,1 4-8-16,-1-4 3 0,-2 4 1 0,-1 0 0 15,1 2-4-15,-1 0 3 0,5-1 2 0,0 5 2 0,4-3 4 16,-7 5-4-16,3-3-3 0,2 2 0 0,-4-1-1 16,4 1 0-16,0 2 9 0,0 2-6 0,4 0 4 15,1 4 0-15,1 0-2 0,1-4 6 0,1 1 16 0,1-1-13 16,0 4 7-16,2-2-10 0,-16 3 7 0,7-3-7 15,3 2 2-15,3 0-4 0,3-4-3 0,0 0 4 16,2-2-9-16,0 0 9 0,0-4-2 0,0 1-6 16,0-1 7-16,2 1-8 0,0-1 7 0,2 1-2 15,-1-1 3-15,1 0-2 0,1 1 13 0,1 1-6 16,1 0 0-16,3 1-3 0,1 1-9 0,0-2 4 16,2 0 0-16,0-1 1 0,-9 3-4 0,16-4 8 15,6 3-8-15,2-1 9 0,-6-5-6 0,6 1 4 0,-4 1-5 16,4-3 3-16,6 7-5 0,-5-5-3 0,5-3 3 15,-5 4-5-15,3-6 1 0,0-2 7 0,-5 6-2 16,1-4 3-16,2-2-2 0,-2 5-4 0,2-1 3 16,-4-4-4-16,1-1 2 0,-1-5 8 0,-2-1-4 0,2 13 4 15,0-6-3-15,-1-6 12 0,2-1 5 0,3-2-1 16,-2-2-2-16,5-2 2 0,-1-3-5 0,-6-3 4 16,6-3-7-16,-6 0-6 0,1-4 3 0,1-2-3 15,-4 12 5-15,2-25-9 0,-3 2 4 0,3 0-5 16,-4-3 3-16,0-1 1 0,1 1 0 0,-3-1 1 15,4 0 8-15,-5-1-4 0,3 0 1 0,-4-1-1 0,3 1 1 16,-4-1-5-16,-1 1 7 0,1-2-5 0,-2-2 6 16,0-6 4-16,-2-2-8 0,-4-10 7 0,2-1-6 0,-5-9 16 15,-1-4-3-15,1 4 7 0,24-3 3 0,-17 8-8 16,-10 3 5-16,-3 1-6 0,-5 2 6 0,-6 4-2 16,-4 0-4-16,-4 0 1 0,-7-6-1 0,19-2-16 15,-32-3 10-15,-8-2-12 0,-8 4 6 0,-10 5-18 16,-13 5-5-16,-11 12-6 0,-12 8-27 0,-10 10-46 15,-12 12-20-15,-23-29-21 0,-25 40-181 0</inkml:trace>
  <inkml:trace contextRef="#ctx0" brushRef="#br0" timeOffset="4736.64">17006 5809 33 0,'0'-2'0'16,"0"0"9"-16,0 0 92 0,0 1-26 0,0-1 1 0,0-2-47 16,0 0-11-16,0 1 2 0,0 1-1 0,0 0 5 15,0 0 2-15,0 0-10 0,0 0 5 0,0 0-6 16,0 1 16-16,0-1-10 0,0 0 1 0,0 0-4 16,0 0 8-16,0 0-19 0,0 0 9 0,0 1-12 15,2 1 7-15,0 0-2 0,0 0-1 0,-1 0 1 16,1 0 5-16,0 1-10 0,0 1 4 0,0 0-6 0,0 0 9 15,0 2-6-15,-2 1-2 0,1 8 0 0,1-2-1 16,2 2 3-16,0-1 2 0,-1 1-3 0,1-2-5 0,0 2 5 16,0 0 0-16,-1 0 3 0,1 0-3 0,0 2-2 15,-1 1 5-15,-1 1-5 0,0 0 5 0,0-1-2 16,0-3-5-16,0 2 4 0,-2-5 1 0,2 3-3 16,-1-4 7-16,1 0-4 0,0 2 13 0,-2-7-1 15,2 2 0-15,0-3 1 0,0 1 15 0,0 0 0 16,-1-3 0-16,3 1-1 0,0 0-14 0,1 0-5 15,10-2-2-15,2 0 0 0,7-4 6 0,0-3-12 16,0-2 5-16,2-4-8 0,2-4 9 0,6 15-6 16,1-22 6-16,2-2-6 0,4-4 7 0,3 2-4 0,7-5 2 15,1 0-1-15,-2-3-1 0,2 1-3 0,2-4 0 16,1 0 0-16,3-2 3 0,7-3 0 0,7-3-8 16,-3-9 4-16,0 3-2 0,-6 1-6 0,-13 0 9 15,-4 16-9-15,-9 1 7 0,-9 5 2 0,-2 6-7 0,-5 4 1 16,-3 7-36-16,-5 5-71 0,0 3-36 0</inkml:trace>
  <inkml:trace contextRef="#ctx0" brushRef="#br0" timeOffset="8155.85">26295 3154 92 0,'0'0'0'0,"0"0"49"0,0 0 6 0,-2 0 12 16,0 0-4-16,1 0-44 0,-1 0-7 0,-2 0-3 15,-2 0 0-15,-6 5 1 0,-1 1-1 0,-2 3-5 16,0 1 2-16,0-7-5 0,2 14-4 0,-2 3 2 15,2 1 0-15,-2 1 1 0,0 2 9 0,1 4-11 0,-5 0 3 16,2 4-4-16,1 3 11 0,-3 4-10 0,0 4 5 16,-1 1-5-16,-2-1 11 0,1 3-9 0,6-3 6 15,-3-4-6-15,3 0 8 0,0-6 0 0,-2-7-1 16,12 0 2-16,-6-11 4 0,3-2-4 0,-1 0 0 0,5-7 0 16,1-1 13-16,3-3 36 0,-2 2 13 0,0 0 2 15,0-3-15-15,0 1-44 0,0 0-16 0,2-2-1 16,0-2-15-16,2-1 17 0,13-33-1 0,7-14 5 15,2-6-3-15,1-3 8 0,-1 0-3 0,2 1 6 16,-2 2-11-16,0 3 9 0,0 1-10 0,0 3 9 16,-20 3-7-16,26-1-3 0,-4-1 4 0,0-6-6 0,0-7-2 15,-4-4 6-15,2-4-5 0,-2 2 5 0,-1 4 5 16,-1 10-4-16,-3 8 1 0,-2 10-2 0,-2 9 2 0,-4 9 0 16,2 2 4-16,-5 8-3 0,-1 1 1 0,-1 2-17 15,0 3 9-15,-2 1-11 0,3-2 18 0,-1 2-2 16,0 0-5-16,-1 2 2 0,1 1-5 0,13 34 6 15,-6 12 2-15,-7 5 2 0,-4 1 1 0,-2 7-4 16,-2-5-1-16,0-1-1 0,1-6-2 0,-1-9 3 16,0 1-1-16,0-3 2 0,1-1 3 0,-1 2-2 15,2-1-1-15,2 2-2 0,0-2 1 0,0 0 8 0,0 0 1 16,0 0 2-16,0 0-6 0,0-4 1 0,2-1 3 16,2-6-2-16,-2-4 3 0,-1-4-1 0,1-3-3 15,0-6 1-15,0 0 3 0,0-3 5 0,-2-6 0 16,2 1 1-16,0 1-4 0,-1-2-10 0,1 0 4 15,0 0-6-15,0-2-5 0,0 0-8 0,0-2-6 0,-2 0 0 16,11-28-28-16,-6 0-105 0,-3-1 20 0,-2 7-48 16,-3-2 2-16</inkml:trace>
  <inkml:trace contextRef="#ctx0" brushRef="#br0" timeOffset="8702.59">25864 3377 158 0,'-1'0'50'0,"-1"0"57"0,0 0-7 15,0 0-50-15,0 0-1 0,0 0-19 0,0 0-28 16,2 0 13-16,0 0 5 0,2 0 3 0,2 0 11 0,31 0-17 16,1 0-2-16,10 0-5 0,-3 0-10 0,3 0-6 15,-1-2 0-15,-3 2-2 0,-3 0-1 0,0 0-11 16,0 0 2-16,-3 0-3 0,-1 2 18 0,0 0-9 16,6-1 6-16,2-1-6 0,-1 0 14 0,-1 0-4 15,-5 0-1-15,3 0-3 0,0 0-4 0,0 0 10 16,-2 2 1-16,-8 0 3 0,1 0-6 0,-8 0 0 15,1 2-2-15,-8-3 1 0,-1 3-5 0,-4-2 3 16,-1 0 3-16,-3 0 1 0,-3-2 8 0,-1 0-4 0,2 2 2 16,-1-1-1-16,1 1 13 0,0 0 10 0,-2 0 2 15,0 0 3-15,-1 0 8 0,-1 1-5 0,0 1-2 16,0 0-2-16,-1 0-21 0,1-3 8 0,-6 9-9 0,0-1 8 16,-3 2-20-16,0 0 4 0,7 2 1 0,-5 2 2 15,1 0-3-15,-3 2 4 0,5-3-4 0,-1 3 4 16,-1 0-5-16,-7 1 0 0,0 1 3 0,4-2-3 15,3-1 1-15,2-4 16 0,3-1-8 0,1 0 12 16,0-4-2-16,0 1-4 0,1-1 11 0,-1-5-9 0,2 2 15 16,4-1-5-16,12 10-5 0,-3-5 3 0,6-3 2 15,-3-5-6-15,4-1 1 0,4-5-4 0,-5-3 0 16,-1-4-2-16,1 7 3 0,-5-24-3 0,1 3-7 16,-4-5 8-16,0 0-6 0,-2 3 7 0,-3-1-16 0,-5 4 12 15,1 0-5-15,11 4 7 0,-4-2-7 0,-5 3-5 16,-4 1 3-16,-2 3-4 0,-2 2-6 0,-2 4-4 15,-3 0-1-15,3 4 1 0,-15-1 3 0,-5 4-6 16,2-10-2-16,-4 2 0 0,0 7-9 0,5 3-12 16,-6 2-4-16,2 0-6 0,5 2-37 0,-2 3-36 15,7-1 5-15,4 0-12 0,3 0 31 0,5-3 16 16,-1 3 4-16,2 0 5 0,0 0 25 0,2-1 4 0,2 1-6 16,0 0-2-16,15 5-60 0</inkml:trace>
  <inkml:trace contextRef="#ctx0" brushRef="#br0" timeOffset="9126.89">27543 3345 310 0,'0'0'64'15,"0"-2"1"-15,0 0 39 0,0 1-22 0,0-1 2 16,0-2-51-16,0 0-9 0,0 1-6 0,0-1 0 16,0 0-13-16,0 0-5 0,0 1 4 0,0 1-4 15,2 0 8-15,-2 0-8 0,0 0 6 0,0 0-6 16,0 1 11-16,0-1-1 0,0 0-5 0,0 0 2 0,0 0-7 15,0 0-1-15,0 0 4 0,0 2-2 0,0 0 5 0,-2 0-1 16,0 2-3-16,0 0 2 0,0 0-6 0,-1 2 2 16,1 9 0-16,-11 5 2 0,5 5-2 0,-3-3 5 15,2 0-5-15,-2 1 4 0,0 3-4 0,5-2 2 16,1 1 0-16,-1 1-1 0,0-4-1 0,3 2 0 16,-7 4 0-16,5-3-1 0,-1-3 4 0,3 2-4 15,-9-5 1-15,1 2-3 0,4-5 1 0,1-1 7 16,1 6-5-16,1-8 4 0,0 4-10 0,2-6 6 15,1 2 4-15,1-1 1 0,0-3 2 0,1 1 6 0,1-1 2 16,2 2 3-16,0-1 8 0,-1-3-13 16,23-3 3-16,4 17-5 0,4-6-1 0,3-6-4 0,5-3 0 15,-1-4-1-15,0-4 6 0,2-3-8 0,1-3 3 16,5-1-4-16,-1-2 14 0,6 0-3 0,0 0-1 16,5-2-1-16,2 2-3 0,2 0 10 0,0 0-7 0,-5 2 5 15,-10 2-14-15,-5 2 3 0,-8 1-2 0,-7 0 1 16,2 3-1-16,-10 1-8 0,-1 0 6 0,-4 2-8 15,-4-2-1-15,0 2-63 0,-5 0-67 0</inkml:trace>
  <inkml:trace contextRef="#ctx0" brushRef="#br0" timeOffset="10502.95">26633 4481 21 0,'0'0'14'16,"0"0"2"-16,0 0 22 0,0-1 5 0,0-1 0 16,0 0-1-16,0 0 1 0,0 0-3 0,0 0 5 15,0 0-5-15,0 1 4 0,0-1 1 0,0 0 0 16,0 0-7-16,0 0-6 0,0 0-12 0,0 0 1 16,0 1-42-16,0-1 11 0,0 2-2 0,0 0 5 0,0 2 4 15,0-1-2-15,-2 5 2 0,-5 26-1 0,-2 8 9 16,-1 1-3-16,-1 6 1 0,-4-3-3 0,0-3-8 15,-1-2 12-15,-1 0-8 0,2-4 9 0,0-1-4 0,-1 1-2 16,-1 2 3-16,2 0-6 0,2 2-2 0,0 2 8 16,2 2-5-16,2 0 5 0,1 1-7 0,1 3 9 15,1-5 1-15,1-3 2 0,-1 0-7 0,0-3 0 16,1-3 0-16,-1 0 0 0,3-5 11 0,-1-6-6 16,0 1-2-16,0-5-1 0,3-5-1 0,-1 0 7 15,0-3 1-15,0-3 0 0,2-3-2 0,0-1-5 16,0-1 1-16,0 0-3 0,0 2-2 0,0 0-16 15,0-3-2-15,0 1-10 0,0 0-56 0</inkml:trace>
  <inkml:trace contextRef="#ctx0" brushRef="#br0" timeOffset="11187.56">26542 4359 858 0,'-2'-6'9'0,"-11"-29"4"0,6 9 14 15,1 7-18-15,3 6 3 0,1 6-8 0,2 1-8 16,0 3-35-16,0-1 7 0,0 0-14 0,2 1 19 0,-1 1 13 16,11-4 5-16,19-7 1 0,-1 4 0 0,3 3 19 15,-3 3-8-15,3-1 14 0,3 0 1 0,1 0 7 16,0 3-6-16,-4-1 5 0,1 2-18 0,-6 0-1 15,-2 0-2-15,-4 3-1 0,0 1 1 0,-5 2-1 16,0-1 2-16,-3 3-3 0,1 1-6 0,-2 0 3 16,0-1-1-16,-3 10 3 0,-1 3 8 0,-5-1-7 15,1-3 5-15,-3 3-6 0,0-1-3 0,11-1 6 0,-4 1-2 16,-3 3 7-16,-6-3 8 0,0 1 7 0,-6 4-6 16,1-5 6-16,-5 1 2 0,-1-3-10 0,6-4 13 15,-20 2-14-15,1-4 11 0,-2 4-15 0,0-4 4 0,4 0-7 16,-8 0 9-16,4-9-6 0,4 2-2 15,-2-2-1-15,5 11-2 0,3-4 2 0,-3-1-5 0,2-3 4 16,10-3-4-16,-4 0-1 0,0 0 5 0,7-2-5 16,-3 0-1-16,3 0 0 0,0 0-5 0,0 0 3 15,3 0-11-15,-1 0-5 0,0 0 6 0,2 0-4 16,0 0 20-16,2 0-5 0,1 0-3 0,27 0-2 16,5 0-1-16,-1-2 2 0,-6 0 5 0,1 0-3 0,-1 2-2 15,0-2 7-15,2 2-5 0,-2-2 5 0,-1 2-3 16,-1 0-3-16,-1 2 5 0,-5 2-2 0,0 0-2 15,-3 1 2-15,2 5-4 0,-4-1 4 0,-1 0 1 0,-1 0 3 16,0-3 2-16,-3 3-2 0,-1 6-8 0,-5-2 5 16,5-2-4-16,-3 0 6 0,-1 1 5 0,-1-3 0 15,-2 2 0-15,-2-2-1 0,0 0 6 0,-2 1 6 16,-4-1 3-16,-1 0-1 0,-8 1-6 0,-11-5 2 16,-4 3-5-16,-5-1 5 0,3-1 4 0,-1-3-10 15,1 1 6-15,3 15-7 0,-1-8 14 0,2-4-7 16,0-3 3-16,1-2-4 0,-1-2 11 0,5 0 23 15,-1-2-6-15,4 0 10 0,3-2-21 0,-3 1-15 0,10 1-1 16,-3-2-5-16,4 2-7 0,5 2-18 0,-1-2-4 16,3 2-6-16,-4 0-22 0,-8-2-140 0,-12 4-167 15</inkml:trace>
  <inkml:trace contextRef="#ctx0" brushRef="#br0" timeOffset="12831.52">15465 4706 359 0,'-2'-2'0'0,"0"-1"9"0,-9-22 9 0,-6-6 1 15,8 14 5-15,7 0-7 0,-18 8-20 0,-4 0 5 16,-8 3-7-16,-3-1 13 0,1 5-11 0,-3 0 5 0,-2-20-5 16,2 9 13-16,-6 5-10 0,1 3 0 0,3 3-4 15,-4 2 4-15,4 0 3 0,0 2 1 0,0 2 1 16,-2-1-1-16,0 3-4 0,-3 1 3 0,3 4-3 15,-2 2 0-15,-3 2 9 0,-4 2-9 0,-2 0 11 16,-6 1-11-16,-1 1 2 0,5-1-2 0,-2 3 0 16,4-1-7-16,4 1 10 0,2-1-1 0,5 1 4 15,2-1-9-15,5-2-1 0,3-16 4 0,-1 24-1 16,6 0 0-16,0 0-2 0,4 4 1 0,-2 0 0 0,-2 3-4 16,2 6 7-16,-4 4-8 0,-2 5 9 0,-2 4 3 15,1 8-5-15,-6 1 2 0,0 4-3 0,1-2 3 0,-3-6-4 16,6-5 1-16,0-7-2 0,-1 0 8 0,3-3-5 15,1 1 0-15,0 0-4 0,2 3 0 0,2 6 4 16,0 0 0-16,2 8-1 0,2 3 0 0,1 2-7 16,3 0 5-16,1 0-4 0,2-8 7 0,4-1 3 15,-2-6-5-15,2-4 2 0,5-1-8 0,1-2 3 16,3 3 5-16,0 2-1 0,-22 1 4 0,11-3-12 16,9 6-2-16,4 4-4 0,4-2 4 0,7 5-13 15,0-5 9-15,4-6-9 0,4 2 21 0,-1-5 3 0,3-4-5 16,-18-6 3-16,27-3-2 0,4-1 4 0,-3-1 5 15,10-4-2-15,-4 0 7 0,13-2 7 0,8-2 7 16,-4-5-1-16,11 0 10 0,-4-8-18 0,0-2-2 16,4-1-3-16,-2-2 2 0,-1 23-1 0,3-12-6 15,5-9 2-15,6-4-4 0,12-2 0 0,1 0 5 0,-2-2-4 16,-2-2-2-16,-10 0 3 0,-1-3 2 0,-5 1 1 16,3 3 9-16,6-3-7 0,9 1 2 0,4-1-3 15,4 0 4-15,0 1-7 0,-10-3 0 0,-5-1-3 16,-2 0 6-16,-2-2-5 0,6-2 5 0,7-4-5 15,4-3 19-15,11-3-4 0,-10-1 4 0,-5-5-5 0,-3-3 10 16,-10 23-10-16,4-40-4 0,3-1-1 0,6-5-5 16,4 1-5-16,-5 0 4 0,-7 2-5 0,-10 2 9 0,-10 3-5 15,-5 3-1-15,-10 3-2 0,-1 2-4 0,-8 2 7 16,0 2 2-16,-5-3 2 0,1 5 5 0,-5-6-4 16,-6-2 7-16,6-7-5 0,-6-10 12 0,2-5 7 15,4-6-2-15,-13-5 4 0,0-2-9 0,-4 2 2 16,-2 1 0-16,4 7 2 0,-2 1 0 0,6 1-10 15,-9-1 6-15,-7-7-6 0,1-12 7 0,26-5-5 16,-24-3-7-16,-12 1 4 0,-6 9-6 0,-11 6 8 16,1 9-4-16,19 7 4 0,-42 1-1 0,-1-2-13 0,-11-8 10 15,-3-3-13-15,-4-6 0 0,-16 2-3 0,-7 9-4 16,-26 5 1-16,-10 10-6 0,-7 10-37 0,-7 8-5 16,-8 12-14-16,-18 9-53 0,-20-30-85 0,-14 40-7 15</inkml:trace>
  <inkml:trace contextRef="#ctx0" brushRef="#br0" timeOffset="13644.84">12362 4723 146 0,'0'0'6'16,"0"0"1"-16,0 2 9 0,0 0-6 0,0 1 5 15,2 12 3-15,2 7-14 0,-2 1 10 0,0 3-11 16,-1 0 18-16,-1 0-15 0,0 1 5 0,0-1-7 16,0-1 10-16,2-5 43 0,0-1-6 0,2-3 18 0,0-1-17 15,-1-4-13-15,1-1 2 0,0-1-3 0,-1-2 26 16,1-1-12-16,4-1 4 0,8-3-8 0,5 13-2 16,3-4-18-16,4-5 0 0,5-6-5 0,4-6 2 0,10-7 9 15,5-7 5-15,9-6 0 0,10 22 2 0,5-35-7 16,5-5-2-16,3-14-1 0,7-13-9 0,7-18-9 15,17-13-6-15,15-13 0 0,10 4-12 0,-3 7-4 16,-1 7-9-16,8 14-1 0,9-1-40 0,1-9-115 16</inkml:trace>
  <inkml:trace contextRef="#ctx0" brushRef="#br0" timeOffset="18939.5">8001 10455 8 0,'0'0'0'0,"0"0"37"0,0 0 12 0,0 0 22 16,0 0 10-16,0 0-28 0,0 0-4 0,0 0-22 16,0 0-3-16,0 0 0 0,-2 0 7 0,2 0-21 15,-2 0 9-15,0 0-12 0,0 0 15 0,1 0 17 16,-1 0-5-16,0 0 7 0,0 0-15 0,0 0 12 16,0 0-3-16,0 0 5 0,1 0-11 0,-1 0 2 0,0 0-3 15,-2 0 3-15,0 0 0 0,3 0-11 0,-3 0 5 16,2 0-9-16,0 0-4 0,-2 0 7 0,3 0-11 15,-1 0 10-15,0 0-9 0,0 0-6 0,0 0 7 16,0 0-7-16,0 0-1 0,1 0-3 0,-1 0-3 0,0 0 1 16,2 0-7-16,0 0 10 0,0 0-1 0,0 0 3 15,2-2 0-15,0 2-1 0,1 0-1 0,14-2 0 16,5 0 1-16,4 0 0 0,2 0 2 0,0 0-3 16,9 2-1-16,-2 0 4 0,3 0-4 0,1 0 4 15,-4-1-4-15,2-3 2 0,0 0 1 0,-2 2 0 16,-3-1 9-16,0-1-7 0,-5 0 1 0,-3 0-3 0,1 1-1 15,-3-1-3-15,0 2 4 0,-3 0-2 0,-3 0 9 16,-4 1-7-16,-1-1 0 0,-2 2-2 0,-2 0 4 16,-3 0 2-16,-2 0 1 0,0 0 0 0,2 0 12 15,-1 0 8-15,1 0-8 0,-2-2 6 0,0 0-16 0,0 0-4 16,-1 0 4-16,-1 0-5 0,0 1 1 0,0-1-5 16,-1 0 7-16,-1 0-5 0,-2 0 5 0,-15-5 5 15,1 1-6-15,-3 2 5 0,1 3-9 0,1-1 3 16,-3 2-2-16,-2 0 1 0,-4 0-7 0,-1 0 10 15,-3 2-6-15,0-1 9 0,-1 5-9 0,0-2 3 0,1-2 2 16,6 1-1-16,0-1-1 0,6 2-2 0,-3 0 0 16,5-1 0-16,7-1 0 0,1 0-5 0,3 0 3 15,5-2-4-15,-2 0 4 0,2 0-4 0,-1 2-4 16,-1 0 2-16,2-1 2 0,0 1 4 0,0 0 0 0,1 0 2 16,1 0 0-16,0 0-12 0,1 0 7 0,3-1-8 15,2 1 14-15,23 6-3 0,-1-3-4 0,4-1 1 16,-2-4-3-16,-1 0 10 0,1 0-4 0,2-2 5 15,-6-2-10-15,-2 1 5 0,-2-1 0 0,-3 2 1 16,-3 0-1-16,-1 0 0 0,0 2 3 0,-4 0-2 16,0 0 3-16,-5 0-11 0,-1 0 2 0,-1 0-5 15,-2 0 0-15,0 0-15 0,1 2-30 0,1 0-15 0,-2 0-297 16</inkml:trace>
  <inkml:trace contextRef="#ctx0" brushRef="#br0" timeOffset="30252.89">13146 13958 20 0,'0'0'22'16,"0"0"0"-16,0-2 17 0,2 0-2 0,0 1-7 0,-1-1-10 15,1 0 0-15,0 0 9 0,0-2-4 0,0 1 12 16,0-1 5-16,-2 0-2 0,2-3 4 0,-1-1 11 16,-1 5-6-16,0-1 9 0,0 0-10 0,0 0 3 0,0 1-20 15,0-1 0-15,0 2-5 0,0-2-4 0,2 1 0 16,-2-1-2-16,0 0 1 0,0 2-6 0,0 1 6 16,0-1-6-16,-2 0 6 0,1 0-6 0,-1 0 5 15,0 0-3-15,-2 2 2 0,0 0-10 0,-1 0 5 16,-8 2 1-16,2 0 0 0,-2 2 0 0,2-1-3 15,-1 1-2-15,1 2 1 0,-2 1-3 0,-2 2 2 0,4-1 1 16,-2-3-1-16,-3 14-4 0,3 0-6 0,-6 3-2 16,4 4 1-16,6 0 7 0,-2 2-5 0,3 0 5 15,-1 1-5-15,4 3 1 0,1 1-2 0,0 1-1 16,0 3-1-16,-1-6-5 0,1 1 9 0,-14-1-6 16,8-3 7-16,7 6-3 0,1-5 0 0,2 1 2 0,0-2-1 15,0 0 3-15,2 2-4 0,-1-3 2 0,1 3-2 16,0 0 3-16,0 1-2 0,0 3 1 0,-2 1-2 15,0 0 5-15,-2 3-5 0,-2 2 1 0,-1-2-2 16,-3 2-1-16,3 3 5 0,-3 2 3 0,1-1 0 16,-2-5-2-16,-3-2 2 0,1-5-2 0,-2-6 4 15,-3 2 11-15,1-6 3 0,13-2 1 0,-19-1 1 0,5 0 4 16,-5-5-3-16,5-2 1 0,-3-3-4 0,0-4-10 16,3 1-4-16,1-2-3 0,2-2 0 0,0 7-1 0,0-2-5 15,-2-1 1-15,4-2-3 0,-2-3-2 0,4-1-12 16,-1 0-2-16,-1-1-6 0,4-1-25 0,-1-2-28 15,3 0-18-15,-1-3-10 0,2-17-118 0</inkml:trace>
  <inkml:trace contextRef="#ctx0" brushRef="#br0" timeOffset="30525.43">12565 14705 1138 0,'0'0'32'0,"0"0"-4"0,-2 0-9 0,0 0 1 0,0 0-18 15,2 0-20-15,0 0 19 0,0 0 2 0,0 0 6 16,2 0-4-16,2 0 11 0,5 0-11 0,23-2 10 16,-1 2-14-16,10-2 18 0,2-2-1 0,-1 0 4 15,9-1-11-15,-11-1 5 0,5-1-9 0,-4 1 6 0,-10 1-16 16,1-1-1-16,-8 2 2 0,-4 3-1 0,-1-3-4 15,-4 2-15-15,0 0 3 0,-6 2-9 0,0 0-23 16,-3 0-51-16,1 0-41 0,-1 0-8 0,-2 0-191 0</inkml:trace>
  <inkml:trace contextRef="#ctx0" brushRef="#br0" timeOffset="30891.05">13150 15202 953 0,'0'0'69'0,"0"-2"-75"0,0 0 72 16,-2 1-36-16,0-1-26 0,0-2-6 0,2 0 4 0,0 1-4 16,0-5 4-16,0 4-2 0,0-5-3 0,0 5 2 15,0 1 2-15,0 1 4 0,2-2-5 0,0 0 5 16,0 1-1-16,-1-1 1 0,1 2 8 0,0 0-5 15,0 0 14-15,0 1 1 0,0-1 6 0,-2 2-2 16,0 0 16-16,0 2-18 0,0-1-1 0,0 5-6 16,-8 16-5-16,-1 6 2 0,-2 0-6 0,0 2 5 15,-2 1-7-15,2-1-1 0,1-6 1 0,3-2-3 0,-1-1-5 16,3-6 1-16,-1 1 0 0,3-3 0 0,1 0 0 16,0 2 3-16,2-4-3 0,0-1 5 0,0-3-4 15,0 1-7-15,2-1 5 0,-2-3-6 0,3 1 2 0,-1-1-6 16,8-2-5-16,6 9 1 0,-1-4-10 0,2-1-25 15,0-2 11-15,-3-2-16 0,5-2 0 0,-2-2-107 16,-1-2-34-16</inkml:trace>
  <inkml:trace contextRef="#ctx0" brushRef="#br0" timeOffset="31096.69">13413 14790 1298 0,'0'0'19'0,"0"0"0"0,0-2-1 0,-2 0-2 0,1 0-5 15,-1 1-4-15,0-1-14 0,0 0-6 0,0 0-8 16,0 0-46-16,2 0-44 0,0 0-42 0</inkml:trace>
  <inkml:trace contextRef="#ctx0" brushRef="#br0" timeOffset="33830.78">13339 15057 18 0,'0'0'3'0,"0"0"9"16,0 0-16-16,0-2 1 0,0 1-3 0</inkml:trace>
  <inkml:trace contextRef="#ctx0" brushRef="#br0" timeOffset="34438.44">13322 15035 14 0,'0'0'0'0,"0"0"4"0,0 0 7 16,0 0-1-16,0 0 5 0,0 0 1 0,0 0 3 15,0 0 1-15,0 0 2 0,0 0 4 0,0 0-5 16,0 0-6-16,0 0 1 0,0 0-19 0,0 0 11 16,0 0-7-16,0 0 9 0,0-2-15 0,0 0 5 0,0 0 2 15,0 1 0-15,0-1-3 0,0 2 4 0,0-2-6 16,0 0 5-16,0 2-11 0,0 0 10 0,0 0-4 15,0 0 6-15,0-2 0 0,0 2-4 0,0 0 1 0,0 0-4 16,0 0 5-16,0 0 1 0,0 0-2 0,0 0 0 16,0 0 4-16,0 0-4 0,0 0 13 0,0 0-10 15,0 0 18-15,0 0 3 0,0 0-4 0,0 0 5 16,0 0 5-16,0 0 20 0,0 0 1 0,0 0 6 16,0-2 2-16,0 0-17 0,0 1-4 0,0-1-5 15,0 0-14-15,0 0 4 0,0 0 6 0,0-2-3 0,0 1 4 16,0-1-5-16,0 2 0 0,0-2-1 0,0-1 3 15,0-1-12-15,0 1 3 0,0 1-5 0,0 0 4 16,0 1-5-16,0-1 2 0,0 2-2 0,0 0 5 16,0-1-9-16,2-1 8 0,-2 0-6 0,0 0 14 0,0 1-3 15,0-1-5-15,0 2 3 0,0 0-2 0,0 0 1 16,0 1 0-16,0-1-1 0,0 0-5 0,0 0 5 16,0 2-8-16,0 0 7 0,0 0-10 0,-2 2 3 15,0 0-3-15,1 1 3 0,-1 3 2 0,-9 14-7 16,-2 6 10-16,1-3-9 0,1 3 9 0,-2 3-13 15,2-3 5-15,0 2-6 0,0 2 9 0,2-4-6 16,-3 4-1-16,3-3 0 0,0 3-5 0,0-2 4 16,1-4 0-16,-1 2 4 0,1-4 7 0,3-1-9 0,-3-1-1 15,3-3-2-15,-1 0 4 0,3-4-3 0,-1 0 6 16,0-2-6-16,0-2 10 0,1 0-11 0,-1 1 8 16,0-3-8-16,1 1 6 0,1-3-9 0,0-1 3 0,0 0-5 15,0-1 6-15,2-1-4 0,0 0 3 0,-2 2-3 16,2-2 1-16,0-1-4 0,0 1-7 0,-2 2 4 15,1 0-20-15,-1-1-11 0,0 1-7 0,2 0 1 16,0-2-11-16,0 0-8 0,0-1 0 0,2 1-5 16,0-2-9-16,1-2-7 0,12-5-5 0,6-4-4 15,1 9-41-15,0-18 1 0,2-6 7 0,2 1 5 0,-3-2 67 16</inkml:trace>
  <inkml:trace contextRef="#ctx0" brushRef="#br0" timeOffset="34783.72">13584 15011 41 0,'2'-2'21'0,"0"0"-2"0,0-2 55 16,11-16-3-16,-2 0 13 0,0-1 5 0,-2 5-6 15,-1 1 5-15,-3 2-6 0,1 0-7 0,-3 2-1 16,1 1-11-16,-2 3 5 0,0-1-27 0,-2 3 4 16,0-1 1-16,0 3 1 0,0-1-9 0,0 2-6 15,0 0-5-15,-2-2 2 0,0 1-4 0,0-1-7 16,0 2 1-16,-1 0-4 0,-1 0-8 0,0 1 0 0,1-1-5 16,-1 2 3-16,0 0-8 0,0 0 4 15,1 2 2-15,-1-1 1 0,0 1 2 0,1 0-4 0,-1 2 1 16,0 1-1-16,-3 8 3 0,-3 4-5 0,3 0 2 15,0 1-2-15,-3 5 8 0,3 1 2 0,0 2-3 16,-1 3 2-16,3 3-4 0,-3 1 2 0,3 1-2 16,-3-3 1-16,3-1-6 0,-3 0 1 0,-1 0 0 0,0-1 2 15,-4 5 7-15,3-6-7 0,1-4 0 0,0 0-2 16,1-4 1-16,1 1 2 0,-1-1-3 0,-1-3 1 16,0 0-1-16,1-4 0 0,1 0 1 0,0 0-1 15,-1-2 2-15,3-2-4 0,1-2 1 0,0 1-5 16,2-4 0-16,2-3 3 0,-2 3-1 0,1 0 1 15,-1 0-13-15,0-1-44 0,0-1 5 0,0 0-21 0,0 0-14 16,0-2-26-16,1 0 1 0,-1 0-10 0,0-2-17 16,0 0-37-16</inkml:trace>
  <inkml:trace contextRef="#ctx0" brushRef="#br0" timeOffset="35015.78">13176 15256 785 0,'0'0'71'0,"-2"0"-4"0,0 0-14 16,0 0 2-16,0 0-32 0,0 0-2 0,0 0-12 0,1 0 1 15,-1 0-4-15,0 0 1 0,0 0-3 0,0 0 4 16,0 0-4-16,2 0 9 0,0 0 14 0,0 0-5 16,2 0 6-16,0 0-16 0,2 0 1 0,18 2 1 0,4 0 1 15,4-2 1-15,1 0-9 0,3 0-5 0,1-4-1 16,6 0-10-16,-2-1-17 0,0-5-2 0,-2 1-7 15,0-2-26-15,2-4-20 0,0 2-20 0,0-4-7 16,-6 1-126-16</inkml:trace>
  <inkml:trace contextRef="#ctx0" brushRef="#br0" timeOffset="35456.97">14110 14822 648 0,'0'0'56'0,"-2"0"-4"0,0 0 10 15,0-2 10-15,0 0-22 0,-2 0 8 0,-3 2-13 16,-8-2-3-16,0 0-2 0,0 2-1 0,1 0-10 16,-1 0 4-16,2 0-7 0,0 0-1 0,0 0-6 15,0 2 2-15,3 0-2 0,1 0 4 0,2 0-5 16,1 0-5-16,1-1 1 0,-1 1-9 0,2 0 1 16,1 0-2-16,-1 0 0 0,2-2-4 0,0 7 8 15,0 6-4-15,0 4 4 0,-9-2-13 0,2 2 5 0,0 3 0 16,3 0 3-16,2 3 1 0,1-1-4 0,1 2 2 15,2-2-2-15,0 2 5 0,0 4-3 0,0 0-1 16,0 2 0-16,0 0 3 0,0-1-7 0,0 3 3 0,-2-1-2 16,0 5 10-16,0-5-8 0,-1 1 0 0,-1-4-2 15,0-2 6-15,0-2-4 0,3-4 7 0,-3 3-7 16,0-1 7-16,0-2-3 0,1 1-1 0,-3-3-1 16,1 3 1-16,-1-5 19 0,-1 3-3 0,-1-1 9 15,1-1-3-15,-1-2-5 0,-1 2-1 0,0-1-3 16,-1-1-11-16,1 0 13 0,0-2-7 0,5-2 8 15,-14-1-3-15,5-1-4 0,-2-4 4 0,0-1-4 0,4-2 0 16,0 7-9-16,-1-1 0 0,5-5-1 0,-2 1 6 16,-2 0-8-16,-1-2 2 0,1-2-4 0,2 0 6 15,0-2-28-15,7 2 1 0,-7-4-11 0,1 0-11 0,3 1-22 16,-5-5 0-16,7-5-8 0,-8-2-18 0,1 1-34 16,5-1-15-16,1 2-11 0,2 0-90 0</inkml:trace>
  <inkml:trace contextRef="#ctx0" brushRef="#br0" timeOffset="35710.71">13666 15327 847 0,'-2'0'34'15,"0"-2"62"-15,0 0-70 0,-2 0-5 0,1 2 4 0,-1-2-4 16,0 2-3-16,1 0-11 0,-1 0-6 0,2 0 1 15,0 0-4-15,0 0 20 0,2 0-5 0,0 0 11 16,2 0 1-16,2 0 1 0,9 0 3 0,15 0-2 16,0 0 3-16,1-2 15 0,5 0-6 0,-1-1 6 15,-1-1-11-15,1-2-17 0,1 1 0 0,-3-3-8 0,3-3-3 16,-5 0-9-16,1 2-1 0,-2 1-5 0,-2 1-18 16,4-2-38-16,-3-2-9 0,3-2-19 0,-2 0-113 15</inkml:trace>
  <inkml:trace contextRef="#ctx0" brushRef="#br0" timeOffset="36266.51">14952 14504 757 0,'0'0'4'0,"0"0"3"0,0 0-2 16,0 0-12-16,0 0 6 0,0 0-14 0,-1 0-15 15,-1 0 6-15,0 0-9 0,0 2 13 0,-2 0-4 16,1 0 10-16,-12 7-5 0,-2 2 25 0,2-2 13 16,0 1 7-16,0-3 3 0,4-1 40 0,2-3 8 15,0 1-4-15,1-2 5 0,5 0-6 0,1-2-14 16,0 0-6-16,-2 2-6 0,1-1-27 0,1 1-2 15,0 0 3-15,0-2-3 0,2 0 8 0,0 0-8 16,2 0 5-16,0 0-6 0,11 0-6 0,16 2 5 0,7-2-5 16,4 0 5-16,-2-2-4 0,4-2-5 0,-3 1 3 15,0-1-2-15,2 0 8 0,-2 1-15 0,0-1-1 16,-9 0-4-16,-4 2 3 0,-2 0 0 0,-9 1 2 16,-2 1 0-16,-4-2-2 0,-5 2-5 0,-2 0 3 0,1-2-4 15,1 0-9-15,0 2-28 0,-2-2 0 0,0 0-9 16,-1 0-11-16,-1 1-6 0,0-1-8 0,0 2 4 15,-1 0-2-15,-1 0-24 0,-2 0 0 0,-9 0-18 16,-2 2-87-16</inkml:trace>
  <inkml:trace contextRef="#ctx0" brushRef="#br0" timeOffset="36472.51">14693 14805 341 0,'-2'0'79'0,"0"0"1"0,0 0 7 16,0 0-17-16,0 0-16 0,0 0-40 0,1 0 24 15,-1 0-7-15,0 2 13 0,0 0-3 0,2-1-11 16,0 1 7-16,2 0-9 0,0-2 0 0,7 2-4 16,19 0 1-16,3 0-1 0,3-2 1 0,5 0 1 15,2-4-2-15,9 0 3 0,2 1 5 0,2-1-4 16,1-2-1-16,-3 3-3 0,2-3-11 0,-7 2-4 16,-3 1-4-16,-5-1 0 0,-4 0-8 0,-5 2-14 15,-2 0-29-15,-6 1-14 0,-3-1-282 0</inkml:trace>
  <inkml:trace contextRef="#ctx0" brushRef="#br0" timeOffset="41664.78">16735 13737 582 0,'0'0'31'0,"0"-2"-4"0,-2 0 7 15,0 1-3-15,0-3-24 0,1 0-13 0,-1-1 7 0,0-5 0 16,0 3 4-16,0 0 8 0,0 1-7 0,0-3 6 15,1 3-5-15,-5-7 25 0,2 6 7 0,2 1 10 0,1 2-5 16,-1 1 15-16,2 1-9 0,-2-2 1 0,-4 2-5 16,-3-5-9-16,-4-1 0 0,0 3-5 0,-7 1 5 15,1 2-8-15,-5 4-15 0,-2 4-1 0,2 5-4 16,-2 6 4-16,-2-10-7 0,0 25 4 0,4-3-5 16,-2 1 8-16,5 3-7 0,1-1 2 0,3-1-5 15,4 1-4-15,4-2-1 0,2 1 2 0,-1 3 0 0,4-3 1 16,3 1-1-16,-18-1 0 0,8 3 0 0,7-3 5 15,4 3-9-15,2-3 2 0,4 1-6 0,3 5 8 16,0-5 0-16,2 3 0 0,0-4-1 0,2-3 0 16,-1 0 0-16,1 2 0 0,-2-4 1 0,0 2 1 15,-2-4 1-15,-1-4 5 0,-1 1-3 0,-1-5-1 16,-3 1 10-16,-1-2-7 0,-2 2 10 0,0-1 0 0,-4-1 12 16,-1 0-3-16,-3-2 5 0,5 0-8 0,-21 0-8 15,-2 0 2-15,-2 0-6 0,-2 0 1 0,2 0-7 16,0-4 2-16,4 1-5 0,0-3-4 0,4-3-1 15,1-2 1-15,2 0-2 0,2 9-4 0,2-6-60 16,-1 1-3-16,6-6-25 0,-1 0-59 0,5 0-101 0,1-2-25 16</inkml:trace>
  <inkml:trace contextRef="#ctx0" brushRef="#br0" timeOffset="41862.87">16118 14417 1201 0,'-1'0'82'0,"-1"-2"150"15,0 0-198-15,-2 0-32 0,2 0-4 0,0 0-8 0,1 1-13 16,-1-1 16-16,2 0 0 0,2 0 6 16,1 0 1-16,18-5-2 0,12-4-6 0,6 1 3 0,2 1-18 0,-2 0-18 15,4 1-12-15,-1 1-8 0,-3 3-100 0,2 1-191 16</inkml:trace>
  <inkml:trace contextRef="#ctx0" brushRef="#br0" timeOffset="42344">16800 14768 1119 0,'0'0'27'0,"0"0"-1"0,0 0 6 0,-2 0-9 0,0 0-2 16,0 0-7-16,0 2-5 0,1-1 7 0,-1 3-5 16,-6 17 8-16,-1 8-10 0,3 3 3 0,3-1-5 15,-3 5 0-15,1-1 8 0,-3 0-7 0,1-1 6 16,-2 3-8-16,-1 0 3 0,5-6 1 0,-1 1-1 16,1-6-13-16,1-7 4 0,-2 3-3 0,3-4 4 15,1 1-6-15,0-8-4 0,2-2-5 0,0-5-3 0,0 0-33 16,0-2-38-16,0 1 11 0,0 1-15 0,0-2 34 15,0 0 13-15,2-2-8 0,0-2 8 0,-1-2-10 16,18-37 15-16,7 2-12 0,0-5 7 0,0-3-43 16,0 1 22-16,0-2-3 0,0 3 7 0,-2 1-8 0,0 1 11 15,0 0 6-15,0 2 4 0,1 4 34 0,-3 4 22 16,-2 3-5-16,1 8 11 0,-5 0 6 0,-3 7 11 16,-1 5 6-16,-5 1 2 0,-1 7 31 0,-5 0 50 15,3-1-4-15,0-1 17 0,0 2-25 0,-3 0-31 16,1 2 1-16,0 0-11 0,0 2-15 0,-2 0-14 15,0 2-4-15,-2 16-1 0,-3 4-3 0,-3 4-4 16,-1 2-2-16,0 0-1 0,-3 1 1 0,1 1-10 16,0-1 8-16,2 1-9 0,0 1 9 0,1-3-11 15,1-2 0-15,1 0-3 0,2-4-6 0,3-2 2 0,-1 2-2 16,2-7-1-16,0 1-9 0,0 1-7 0,0-10-12 16,0 2 0-16,0-5-48 0,0-2-17 0,0-1-4 0,0 1-8 15,0 0-48-15,0-2-112 0</inkml:trace>
  <inkml:trace contextRef="#ctx0" brushRef="#br0" timeOffset="42519.2">16772 14977 764 0,'-2'0'47'0,"0"0"-4"16,0 0-6-16,1 0 5 0,-1 2-22 0,0 0-4 16,0 0 9-16,0 0-3 0,2 0 5 0,0 0 7 0,2-1-19 15,0 1 7-15,2 0-11 0,16 7 14 0,6-1-10 16,4-3 8-16,3-3-9 0,2-2-1 0,3-3-4 15,1-3-9-15,0-1 4 0,1-1-29 0,1-1-179 16</inkml:trace>
  <inkml:trace contextRef="#ctx0" brushRef="#br0" timeOffset="42954.28">18484 13407 252 0,'0'-2'157'0,"0"0"-205"0,-2 0 181 0,0-2-99 0,-1-5-26 15,-1 2 31-15,-2-3 0 0,3 5 12 0,1 1 10 16,2 2 0-16,-10-5 0 0,1 1-1 0,-4 1 0 16,0 1-5-16,-5 4-2 0,-10 4-1 0,5 3-9 0,-4 8-15 15,-3-9 4-15,6 29-7 0,-8 9-3 16,2 3-10-16,-3 3-3 0,0 4 0 0,1 3-5 0,-1 1 0 16,5 3 1-16,0-3-1 0,2-3 4 0,2 5-7 15,3-1 6-15,5 4-6 0,-1-1 5 0,6 1-2 16,0 4-1-16,1-4 1 0,7-2 9 0,1-2 3 15,-24-8 1-15,15-5 1 0,7-3 5 0,4-6-13 16,4-4 4-16,3-1-8 0,2-2-6 0,4-3-8 0,0-1 5 16,2-3-6-16,-5-3 1 0,12-3-10 15,4-2-6-15,-6-4 1 0,3-4-15 0,4-3-20 0,-1-2 0 16,0 15-7-16,2-8 10 0,-4-9-71 0,4-4-27 16,2-5-29-16,1-6-191 0</inkml:trace>
  <inkml:trace contextRef="#ctx0" brushRef="#br0" timeOffset="43208.98">18697 13940 724 0,'0'-2'140'0,"-1"0"287"0,-1 0-389 15,0 0-29-15,0 0 2 0,0 0-10 0,0 1 2 0,0-1-2 16,1 0-2-16,1 2 1 0,0 0 4 0,0 0-7 15,0 2 2-15,0 1-4 0,0 12 9 0,1 15 0 16,1 2 8-16,0 3-4 0,-2 6 7 0,0 1 3 16,-2 3-5-16,-3 1 4 0,-5 5 1 0,-1-3 2 15,0 0-6-15,-2 0 1 0,-2-5-21 0,2-4 0 16,0-6-3-16,2-3-2 0,-2-4-30 0,4-5-58 16,2-5-10-16,1-5-25 0,2-1-113 0</inkml:trace>
  <inkml:trace contextRef="#ctx0" brushRef="#br0" timeOffset="43441.31">19162 14276 1484 0,'0'0'19'0,"0"0"45"15,0-2-56-15,0 0-7 0,2 0 8 0,-1 0-7 16,3 0 11-16,15-9 0 0,7-2-8 0,0 2 5 0,2 2 1 15,-1 0-10-15,1-1 8 0,0 3-11 0,-2-1-2 16,-4 3-8-16,1 1 0 0,-5 0-1 0,-3 3 1 0,-2-1-41 16,-6 2 1-16,-1 0-18 0,-2 0-44 0,-1-2-3 15,1 0-5-15,0 0 2 0,0 0-30 0,-1 0-74 16</inkml:trace>
  <inkml:trace contextRef="#ctx0" brushRef="#br0" timeOffset="43654.6">19522 13910 1100 0,'-2'0'48'16,"0"0"103"-16,0 0-140 0,-1 0-6 0,-1 2-1 0,0 0-1 16,-5 3-4-16,3-1 3 0,3 16 0 0,-3 4 2 15,4 6-2-15,-2 2-1 0,1 3 3 0,-3 0-2 16,2 4 1-16,3-2 3 0,-3 2-5 0,2 2 5 15,-2-4-5-15,2 1-7 0,1-3 2 0,-3-4-5 16,2 1 5-16,0-1-81 0,0-3-12 0,0-4-36 16,1-1-152-16</inkml:trace>
  <inkml:trace contextRef="#ctx0" brushRef="#br0" timeOffset="43985.77">20151 13797 1018 0,'0'-2'74'0,"0"0"7"0,-2 0-38 16,1 0-11-16,-1 0-28 0,0 0 0 0,0 1-6 0,0-1-2 15,0 0-2-15,0 0-4 0,1 2 2 0,-1 2-4 16,0 2 5-16,-9 18 6 0,-4 19 8 0,2 1 1 15,0 7 1-15,-2 5-3 0,-2 5 8 0,1 4 3 0,-5 10 3 16,1-1 11-16,-3 8-11 0,-1-4 5 0,-2-7-7 16,0-3 4-16,0-14-10 0,2-3 3 0,22-7-4 15,-27-3 3-15,3-3-10 0,7-3 3 0,1-1-5 16,1-4 0-16,8-2 4 0,-3-6-4 0,1-1 4 16,6-5-11-16,-3-6-27 0,-1-1-20 0,9-5-5 15,-2-2-92-15,-2 4 71 0,3-2-58 0,-1 0 37 0,2-2-256 16</inkml:trace>
  <inkml:trace contextRef="#ctx0" brushRef="#br0" timeOffset="44874.99">20032 13899 1022 0,'0'0'33'0,"0"-2"-1"0,-1 0-4 16,-1 0 2-16,0 0-13 0,0-1 4 0,2-1-12 0,0-2 0 15,0-3-4-15,2-4-3 0,3 0-4 0,5-2 7 16,-5 2-5-16,21 2 11 0,2 2-6 0,0 3 0 16,0 2-1-16,0-14 9 0,3 9-7 0,1 5 4 15,-4 6-5-15,-2 3 15 0,-6 5 4 0,-5 1-2 16,-2 2 2-16,-6 11-15 0,10 0 9 0,-8 0-6 0,-5-2 8 16,-4 1-1-16,-4-3 2 0,-3 1 2 0,-4-3-3 15,9 1 2-15,-26-4 4 0,2-1-3 0,6-1 2 16,-1-1-17-16,6-5-1 0,2 0-1 0,4-1 0 15,2 0-9-15,5-3-13 0,2-1-11 0,0 0 0 16,-2 2-14-16,-2-1 26 0,2 1-2 0,1 0 8 16,1 0 1-16,0-1 5 0,0-1 4 0,1 0-1 0,3 0 0 15,0 0 2-15,14 9-1 0,-1-4 0 0,0 1-1 16,0-1 3-16,1 2-3 0,-5-3 4 0,2 3-7 0,-6-3 11 16,-5-2-2-16,0-1 8 0,1 5 8 0,1 3 8 15,-2-4 7-15,-3 3-4 0,-1-5 2 0,0 1-15 16,-5 5-5-16,-3 0-4 0,-12-2-22 0,-8 1 7 15,0 1-5-15,2-2 6 0,4 2-6 0,3-2-2 16,3-5-6-16,3 0 1 0,5-2-25 0,5 0-47 16,-1-1 8-16,0 3-19 0,0-2 35 0,3 0 43 15,-1-2 0-15,2 0 13 0,2-2-3 0,1-5 8 16,12-19-4-16,24-2 5 0,2 2-10 0,7-2 6 0,4 0-3 16,-2 0 3-16,2 0-3 0,0-1 5 15,-3 1 5-15,-1 0 0 0,0 2 6 0,-5 0-1 0,-2 2-4 16,-4 1 3-16,-4 1-7 0,-1 2 2 0,-2 5 2 15,-6 0 1-15,-2 4 8 0,-5 3-3 0,-8 1 3 16,-2 5-1-16,-1 0 16 0,-4 0 12 0,0 2 4 0,1-3 0 16,1 1-12-16,0 0-6 0,-2 0-5 0,0 2 3 15,-2 2 2-15,0 0-2 0,0 2-3 0,-10 22 1 16,-1 3-12-16,-4 3 11 0,-3 3-5 0,-3 4 5 16,-1 0-11-16,0 2 5 0,-1-4-6 0,3 0 4 15,3-3-12-15,4-8 1 0,2-2 1 0,2-4 1 16,1-5-2-16,3 0 4 0,1-4-10 0,2-5 5 0,2-3-30 15,0 1 22-15,-2 0-5 0,1 0 11 0,1-1 3 16,0-1 4-16,0 0 2 0,0-2 0 0,1-2-4 0,1-2 4 16,11-16-4-16,-11-13 2 0,19-1-7 0,-3 1 0 15,3-1 2-15,1-1 0 0,-2 0 1 0,1-1-1 16,-1 3-5-16,2-2 3 0,-1-1-3 0,1 3 4 16,0 1 3-16,4 1 0 0,0-1 4 0,6 3-4 15,-10 1-3-15,4 2-1 0,-5 3 3 0,-8 9 0 16,9 3 6-16,-13 3-5 0,4 4 0 0,-2-5 4 15,-5 5 0-15,-1 3 1 0,-3 1 0 0,2 0-2 16,0 0 1-16,-2 0 0 0,12 20 8 0,1 15-5 0,-7 0 6 16,-6 3-6-16,-2 1 6 0,-4-2 0 0,-4 4-5 15,1-2 3-15,1 3-11 0,1-1 4 0,-3-2-5 16,1 0 5-16,-2-2-2 0,1-1-3 0,5-5 2 16,1 1-3-16,2-3-5 0,0-6 2 0,0-3 0 0,0-1 1 15,0-10 1-15,0 2-36 0,0 0-8 0,0-9-11 16,0 2-41-16,0-1-20 0,0 1 5 0,0 0-16 15,0-2-41-15,0 0-72 0</inkml:trace>
  <inkml:trace contextRef="#ctx0" brushRef="#br0" timeOffset="45560.27">20940 14216 855 0,'0'0'29'0,"0"0"0"0,0 0-13 15,0 0 6-15,0 0-14 0,-1 0 31 0,1 0-27 16,0-2 6-16,0 1-15 0,0-1 2 0,1 0 5 15,3 0-5-15,7-7 5 0,21 3-4 0,5-11 5 16,0-1 1-16,10 1 0 0,-1 2-1 0,-2 0-3 16,1 4-1-16,-4 0 0 0,-4 2-10 0,-4 3 1 15,-1 1 5-15,-10 3-1 0,1-13 3 0,-7 8 0 16,-3 3-1-16,-2 2 4 0,-5 2 11 0,0 0 2 16,-3 2-1-16,1 0 1 0,0 1-6 0,1 9 8 0,-1 8-3 15,-4 6 5-15,-4 0 2 0,-5 4-7 0,-6-1 4 16,-2-1-5-16,1 0-1 0,12-4-10 0,-11-3 2 15,4 1-3-15,0-3 5 0,5-3-4 0,1 1-1 16,1-10-1-16,-3 3-2 0,3-5 10 0,0-1-9 0,2 0 9 16,2-1-5-16,0 1 4 0,0 2-1 0,0-5 0 15,2 3-3-15,0-2 7 0,4 0 5 0,12 3-2 16,6-3-7-16,-1-4 5 0,-7-1-12 0,7-7 10 16,-7 1-7-16,1-2 5 0,0 4 1 0,-4-18-1 15,-2 0-11-15,-4-3 4 0,-1 0-2 0,-4 0 2 16,16 0-3-16,-8 0-1 0,-7 2 0 0,-3 4-2 15,-3 2-23-15,-3 3-16 0,-1 2-3 0,-3 2-2 0,7 2-5 16,-16 3 1-16,4 1 1 0,-3 3 0 0,5 1-6 0,1-7-28 16,3 5-5-16,7 5-10 0,0 0-39 0,-1-2-40 15,1 0 20-15,0 0-15 0,0 0 97 0,2 0 34 16,0 1 8-16,2-1 7 0,2 0 16 0,5-2 8 16,11-5-4-16,5 0 5 0,1 1-1 0,-2 3 15 15,0 1-5-15,0 0 7 0,-2 2 2 0,1 0 14 16,-3 1 8-16,-1 1-1 0,-1 0 25 0,-3 0-1 15,4 0-4-15,-3 0 2 0,-1 0-3 0,-2 0 2 16,-2 1 11-16,-2 1-7 0,10 2 15 0,-6 0-15 0,-2-1 1 16,0 3-5-16,-3-2-12 0,-1 1-6 0,-5 1-3 15,11 12 1-15,-4 3-1 0,-5 1-11 0,-2 2 4 16,-4 4-6-16,-4 0 4 0,-5 4-10 0,-2-1-2 16,-3 1-2-16,-3-4-5 0,2-2-6 0,1-2 5 0,4-8-6 15,0 5 3-15,6-10-3 0,0 2-5 0,1 0 3 16,1-2-6-16,0 0 5 0,3-2-2 0,1-1 5 15,0-3-5-15,0 3 7 0,1-3 3 0,-1-3-2 16,17 2-7-16,11 15 7 0,-4-10-6 0,8-4 7 16,-5-5-6-16,5-3-9 0,3-7 4 0,6-4-7 15,0-7-8-15,2 14-46 0,-1-29 0 0,-6-4-19 16,-1-1-39-16,2 0-72 0,-3 4-42 0</inkml:trace>
  <inkml:trace contextRef="#ctx0" brushRef="#br0" timeOffset="45890.23">22279 13176 1606 0,'-2'-1'8'0,"0"-1"3"16,1 0-5-16,-1-2-7 0,0 0 0 0,0 1-14 0,0-1 9 0,0 2-7 15,2 0 8-15,0 0-6 0,0 1 3 0,2-1 2 16,0 0 0-16,0 0 10 0,2 2-5 0,3 0 1 0,12 2-2 16,-1 2 7-16,3 3-1 0,3 4 2 0,0 4-3 15,4-9 1-15,1 18-1 0,5 7 0 0,1 3 0 16,2-1 4-16,6 15-1 0,0 1 6 0,-1 5-5 16,5 9 11-16,-6-2-1 0,-4 2 0 0,-6 2 0 15,-3-6 5-15,-6 1 0 0,-5 1 0 0,0 4 0 16,-6 0 5-16,-5 6-8 0,-3-1 1 0,27 3-4 15,-23 1 11-15,-8 0-15 0,-14 0 5 0,-9-7-14 0,9 0-36 16,-43-6-123-16,-14 1-67 0</inkml:trace>
  <inkml:trace contextRef="#ctx0" brushRef="#br0" timeOffset="46796.56">17077 13539 311 0,'0'-2'28'0,"0"0"-2"0,0 0 23 16,-2-4-2-16,-4-12 0 0,-1-4 5 0,-1-1-15 0,1 1 2 15,-1 0-8-15,1 3-17 0,0 1-1 0,1 1 1 16,0 0 1-16,-1 0 0 0,1 4 9 0,1 0-2 15,-1 4 5-15,1 0-3 0,1 3 2 0,0 1 0 16,2-1 1-16,-7 2-1 0,-4 1-17 0,0-7-7 0,0 3-1 16,-7-2-15-16,-1 5 3 0,-5 2 4 0,-5 2-2 15,-1 4 9-15,-3 5-1 0,2 0 1 0,-5 4-1 16,-2 2 9-16,2 2-6 0,-1 0-1 0,4-1-1 16,4 3 2-16,-5-12 3 0,1 19 3 0,3 8-1 15,-1 3 1-15,1 0-3 0,3 6 3 0,1 1-3 16,-2 3-2-16,6 3 3 0,0-2-6 0,2 0 6 0,1-1-5 15,-1 3 0-15,1 2-1 0,1 6 0 16,2 3-8-16,-1 6 9 0,-3 3-4 0,1 8 5 0,3 8-9 16,1-3 5-16,0 1 4 0,2-6 0 0,-5-6 3 0,-2-3-2 15,1 1-3-15,3 1 0 0,-3 7 1 0,5 2 1 16,4-6-1-16,1 8 0 0,2-10-1 0,3-7 1 16,-23 0-2-16,18-13 1 0,9 0-10 0,7-4 11 15,5-3-1-15,4-1 5 0,9 1-5 0,-16 0 0 16,40-1 0-16,1-1 1 0,4-4-2 0,2 0-5 15,-2-8 3-15,3-5-2 0,3-7 5 0,1-6 8 16,4 15-4-16,6-15 5 0,7-11-3 0,-1-6 14 16,4-9-1-16,-4-6 6 0,-9-7 3 0,-2 21-4 0,-9-32 6 15,1-6-5-15,3 0 18 0,-1-3-19 0,3-1-2 16,2 1-6-16,4-2-8 0,4 0 0 0,-2-6-1 16,-5-8 0-16,-2-10-5 0,-12-8 9 0,-7-7-5 0,-8-6 7 15,-7 2 2-15,-4-4-8 0,0-3 10 16,-7-12-11-16,-1-10 1 0,-4-21 2 0,-7-8-8 0,34 4 6 15,-31 4 3-15,-14 11-2 0,-11 4 10 0,-9-2-7 16,-7 5 22-16,20 17 7 0,-47 15-4 0,-19 23 3 16,-11 10-19-16,-10 12-37 0,-7 12 1 0,3 16-19 15,-6 10-43-15,-18-23-268 0</inkml:trace>
  <inkml:trace contextRef="#ctx0" brushRef="#br0" timeOffset="48161.74">18675 15317 558 0,'-2'-2'0'0,"0"1"32"0,1-1 6 0,-3 0-1 16,-13-7 4-16,1-3-27 0,-5 9-1 0,3-7 2 16,-3 1-4-16,1 4 0 0,1-7-1 0,1 7 11 15,-1-1 2-15,0-3 1 0,-3-6-7 0,-2 2 19 16,2 4-5-16,-2 1 11 0,-2-1 5 0,3 4-4 0,1-1 8 16,0 2-7-16,5 1 7 0,2-1-14 0,2 2 0 15,8 2-5-15,-3-2-13 0,4 2-17 0,1 0-2 16,-1 0-4-16,0 0-13 0,1 0-3 0,1 0 4 15,0 0-2-15,0 2 13 0,2 0 7 0,0 0-2 0,2 1 5 16,11 7 1-16,22 1 0 0,2 2-2 0,4 0 3 16,6 2 12-16,6-2-4 0,12-2 1 0,13 4-3 15,17-10 2-15,16 1 2 0,12-4 5 0,9 37-4 16,-4-32-3-16,11-7 4 0,12-5-4 0,14-7 3 16,6 1-7-16,3 4 8 0,10 1-8 0,2 4 7 15,3 1-9-15,0-1-1 0,1 2 5 0,3-2-3 0,0 2 1 16,-4 5-11-16,-1 3 2 0,-1 3-5 0,-3 0-5 15,-9 0-55-15,-8 6-48 0,0 3-29 0,-2 1-402 16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41:30.43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22974 8407 97 0,'0'0'15'0,"0"0"1"16,0-2 8-16,1 0-4 0,1 0 1 0,0-2 0 0,0 1-18 15,0-1 12-15,0 0-13 0,-2 0 12 0,2-1-6 16,-1-3-1-16,1 3-1 0,0-1-1 0,-2 3-2 15,2-3 1-15,-2 4-1 0,0-2 10 0,0 3-12 16,0-1 6-16,2-2-8 0,0 0 1 0,0 1 9 16,-1-1-1-16,1 2 6 0,0 0 6 0,0 0-4 15,0 0 2-15,0 1-3 0,0-1-3 0,-1 0 15 16,-1 0-10-16,0 0 10 0,0 0-19 0,2 0 7 16,0 1 1-16,-2-1 1 0,0 0 8 0,0 0-13 15,0 0 8-15,0 0-9 0,0 0 16 0,0 1-16 0,0-1-3 16,0 0-3-16,0 2 2 0,0 0-5 0,0 0 7 15,0 0-8-15,0 0 1 0,0 0-3 0,0 0-1 16,0 0 0-16,0 0 2 0,0 0 5 0,0 0-4 16,0 0 4-16,0 0-6 0,0 0 3 0,0 0-2 0,0 0 3 15,0 0 2-15,0 0-9 0,0 0 11 0,0 0-11 16,0 0 9-16,0 0-4 0,0 0 0 0,0 0 0 16,0 0 0-16,0 0 3 0,0 0-4 0,0 0 3 15,0 0-9-15,0 0 5 0,0 0-1 0,0 0 2 16,0 0 5-16,0 0-11 0,0 0 3 0,0 0-6 0,0 0 1 15,0 0-17-15,2 0-39 0</inkml:trace>
  <inkml:trace contextRef="#ctx0" brushRef="#br0" timeOffset="1744.09">9299 6015 223 0,'0'-2'104'0,"0"0"-97"0,0-1 121 0,-4-18-52 0,0 3-15 16,2 1-36-16,1 4-5 0,1 4-8 0,0-1-9 0,0 3-1 15,1 0 8-15,3-3-7 0,0 3 5 0,1-1-8 16,-1 1-2-16,18 1-1 0,1 1 11 0,1-1-4 15,2 3 5-15,4-5-5 0,5 3 6 0,4-3 1 16,5 1 0-16,5 1 0 0,-5 4-6 0,-1 0 5 16,-10-18-9-16,-1 9 7 0,-4 3-8 0,1 5 0 15,-4 3 7-15,-5 0-6 0,-5 0-1 0,2 0 2 0,-3 0-2 16,-4 0 3-16,3 0-1 0,-2 0-1 0,-2 0 2 16,2 0-3-16,-1 0-4 0,-3 0 4 0,0-2-10 15,-3 2 8-15,-2 0-15 0,0 0-62 0,2-2-38 16</inkml:trace>
  <inkml:trace contextRef="#ctx0" brushRef="#br0" timeOffset="6603.56">17342 4769 696 0,'0'0'16'0,"-2"0"-2"16,0-2 1-16,-14-1 0 0,-16 1-7 0,4 4-3 16,-5 5-33-16,-1 10-37 0,-1-15-17 0,4 31-276 15</inkml:trace>
  <inkml:trace contextRef="#ctx0" brushRef="#br0" timeOffset="90933.43">15430 4944 256 0,'0'0'-28'0,"0"0"29"0,0-2 12 0,0 0 8 16,0 0 26-16,-2 0-11 0,0 0-13 0,0 1-2 0,0-1 1 15,0 0-9-15,1-2-9 0,-3 0 2 0,0 1-4 16,2 3 5-16,-9-8 7 0,0 1-6 0,-4-2 6 15,2 3-10-15,0 0 7 0,-4-1 4 0,4 1 1 16,-5-1 5-16,-3 0-11 0,5 1 3 0,-3-1-3 16,4 1 8-16,0 0-7 0,2 1-1 0,-3-3-3 15,-1 1-9-15,2 2 2 0,-3-3-3 0,-1 3 4 16,-3-3 4-16,3 3-3 0,-3-3 6 0,-2 1-6 16,1-1-3-16,-1 1 2 0,4 3-1 0,1 0 3 0,1-1 4 15,-1 1-4-15,1-1 4 0,-3-1-3 0,4 0 8 16,-1 1-2-16,-2-3-2 0,-1 1 1 0,4 0 2 0,-1-1-7 15,1 4-2-15,2 1-1 0,-1-1-1 0,-1 2 0 16,0-2 4-16,2 3-4 0,0-3 6 0,-1 0-5 16,-1 2 5-16,-2-1-5 0,3 1 0 0,-1 0 7 15,-3 0-8-15,-3-2 8 0,-3-1-5 0,2 1 10 16,0-2-6-16,4 3 5 0,-1 1-12 0,-5-2 5 16,-2 0 2-16,2 1-1 0,4 1-6 0,-4 0 3 15,6 0-2-15,-5 2 3 0,-2 0-2 0,4 0 7 0,1 0-7 16,0 0 7-16,0 0-8 0,-1 4 5 0,1 0 2 15,2 1-1-15,-1 3-7 0,1-1 4 0,-3 2-4 16,3 1 5-16,-2 1-5 0,-1 0 4 0,-1 2-4 16,0 0 2-16,0 2-5 0,-2 0 3 0,0-1 2 0,-4 3 0 15,2-2 0-15,-3-2 0 0,7-2 1 0,1-2-1 16,1 1-2-16,7-5 1 0,-9 6-2 0,7-5 3 16,1 1 4-16,-1 1-11 0,8-5 6 0,-4 5-6 15,2-3 4-15,-2 3 7 0,0-1-7 0,-2 3 7 16,2-1-6-16,2-2 0 0,0 3-2 0,5-7 2 15,0 10-1-15,-3 0 1 0,0 2 3 0,1 2-2 16,3 0-1-16,-1 1 0 0,1 1-1 0,-1-1 0 0,1 3-3 16,-1 3 5-16,0 2-1 0,5 0 0 0,-5 2-4 15,2 0 4-15,1-2 2 0,-1 7 0 0,2-3-3 16,-17 1-2-16,6 1 3 0,6-2 0 0,1-1 6 0,5-3-8 16,-1 0 3-16,2-4-4 0,0 1 2 0,0-5 1 15,0 1-1-15,2-2 3 0,-1-1 5 0,3 1-7 16,0 0-3-16,0-4 0 0,1 2 11 0,3-1 1 15,-3-1 0-15,3 0-2 0,1 2-3 0,0-2-2 16,-3 0 1-16,16 2-2 0,2-2 0 0,2 0 7 16,-4 0-6-16,3 0 6 0,-5-4-7 0,2 3 0 0,-1-1 5 15,5 0-3-15,-2 0 2 0,4-4-1 0,1 3 6 16,-1-5-4-16,4 3 8 0,-3-5-14 0,1 5 1 0,-2-3-2 16,0 1 1-16,0 1 3 0,0-3-2 15,1 2 3-15,-1-4 10 0,2 16-11 0,1-5 4 0,1-5-7 16,0-3 4-16,1-1 3 0,4-2-3 0,4 0 2 15,-6-2-3-15,0 0 0 0,-1 0-1 0,-6-2-1 16,3 2-2-16,-5 0-1 0,6-2 4 0,-4 0-2 16,-2 0 7-16,2 0-8 0,-4 0 2 0,2 1-2 15,-2-1 6-15,-2-2-3 0,0 0 1 0,1 1-1 16,1-3 4-16,2-1 0 0,0-3-1 0,2 1 1 16,-2 0-6-16,2-2 0 0,-1-1 6 0,3-1-4 0,0 0 11 15,1-1-11-15,1-1-4 0,-1 0 1 0,1 0 4 16,-4 2-2-16,-2 0 5 0,-2 0-5 0,0 0 3 0,-2 2-3 15,3-2 2-15,-5 2-1 0,0-2 8 0,-3 2-5 16,-4 3 2-16,4-9-3 0,-8-3-2 0,6-2 1 16,-2-4 0-16,-2-2 2 0,-2 0-1 0,-3-5-1 15,1-1 0-15,1-3 1 0,-3 2 0 0,-1-2-2 16,0 3-1-16,-2-1 0 0,1 2 8 0,1 3-9 16,15 0 8-16,-8 4-8 0,-6-2 3 0,-3 2 1 15,-2 0-1-15,0 2 2 0,0 0-4 0,0 2 4 16,-2 1-3-16,-1 1 4 0,-1-1 11 0,-3 1-9 15,-1 1 7-15,-1-1-9 0,-2 1 6 0,9-1-3 0,-19 3-3 16,-5-1 1-16,-3-3 9 0,-3 1-15 0,-3 1 4 0,-2 3-8 16,0-1 1-16,-8 4-1 0,-1 2 1 15,-3 2-3-15,-1 3-8 0,2-18-24 0,-4 9-1 0,-2 13-10 16,-2 8-20-16,-5 7-180 0</inkml:trace>
  <inkml:trace contextRef="#ctx0" brushRef="#br0" timeOffset="94248.88">16386 5558 12 0,'0'0'0'0,"0"0"3"16,2 0 40-16,0 0-2 0,-1 0 6 0,1-2-6 15,0 1-4-15,0-1-8 0,0 0 11 0,2 0-10 16,-1 0 11-16,-1-2 7 0,0 1-6 0,0-1 8 0,0 0-6 16,1-5-2-16,1 0 0 0,-2 3 0 0,-2 1-1 15,0-1-21-15,0 2 3 0,0-3-8 0,0 1 8 16,0 3-16-16,0-3 4 0,0 4-7 0,0-2 9 0,0 1-2 16,-2-1-1-16,0 0 0 0,0 1-2 0,-1-1 3 15,-1 0 3-15,0 2-2 0,-3-3 2 0,-1-1 7 16,-1 1-4-16,2 1 3 0,-3 0-12 0,1 2 1 15,0 1-1-15,-2 1 1 0,1 0-3 0,-1 0 1 16,-2 1-4-16,2 3 3 0,-4 4 7 0,4-1-10 16,2 0 3-16,-4-3-6 0,4 9 9 0,-1-4-3 15,1 2 5-15,3 4-6 0,-1 0-4 0,0 0 1 0,-1-2-1 16,3 0 2-16,-3-2 2 0,6 2 2 16,-7 0-6-16,2-2 4 0,-1 2-5 0,3-2 4 0,1 1 1 15,0-3 0-15,2 0-10 0,0 0 7 0,2-1 0 16,0-1 4-16,0-1 2 0,0-2 2 0,0 1-5 0,0-1 4 15,0 0 5-15,0-3-5 0,2 3 8 0,0 0-8 16,0 0 5-16,0-1 0 0,0-1 0 0,0 0 0 16,1 0 5-16,1 0-9 0,0 0 6 0,1-2-7 15,5 0 8-15,-1 0-11 0,2-2 4 0,-4 0-5 16,3-2 4-16,-3 0-6 0,1 1 1 0,-3-1-1 16,3-3 12-16,-5-8-13 0,3 2 7 0,-2 0-9 15,-1 0 3-15,-1-2-1 0,2 0 3 0,-2 2-2 0,7 0 3 16,-2 0 2-16,-1 2-4 0,0-4 5 0,-5 6-5 15,1-1-1-15,-2 3-2 0,0-2 0 0,0 1-3 16,0 5 5-16,-2-1-2 0,1 0 3 0,-1 2-6 16,-2 0 1-16,0 2 2 0,-12-3 0 0,-1 3 1 0,2 0 3 15,-2 3-7-15,1 3 4 0,-1 1-6 0,4 1 2 16,-4 3 2-16,4-2 0 0,-4 2-6 0,6-9 6 16,2 11-3-16,-2-2 3 0,4 1-7 0,-1-3 5 15,-1 0-1-15,1 0 2 0,5 3 0 0,-1-3-1 16,-3 0 2-16,3-1 0 0,0-1-5 0,0 2 5 0,3-1-1 15,1 1 3-15,0-2 2 0,0 1-2 0,0-3-1 16,0-1 2-16,1 0 3 0,-1-2-6 0,4 0 3 16,11 9-3-16,0-2 14 0,0-3-11 0,0-3 1 15,-1-1-4-15,3 0 11 0,3-2-10 0,-1-2 8 16,0 0-8-16,-1-1 5 0,-1-3-4 0,0 0 4 0,-3 1-3 16,-1-1-2-16,-1 1 6 0,-3-1-8 0,0 1 8 15,0-3 2-15,-1 6-5 0,-1-11 6 0,-3 0-7 16,0-2-4-16,-2 2 8 0,9-1-7 0,-4 1 8 15,1-2-8-15,-3-2 1 0,-1 0 3 0,-2 4-1 16,0-2-6-16,-2 6 7 0,0-4-2 0,-2 2 4 16,2 4-2-16,-2 1 0 0,0 0-2 0,0 1 0 15,0 1-11-15,0 0 6 0,-1 1-1 0,-1 1 3 0,2 2-3 16,-9-4 4-16,-2 2-3 0,2 2 3 0,0 2-6 16,-2 4 3-16,3-1-4 0,-3-3 4 0,4 15 2 0,0 1-1 15,1-1 2-15,5-2-1 0,-3 0-8 0,4-4 5 16,-1 0 0-16,1 0 3 0,0-1-2 0,-7 1 3 15,1 0 1-15,3 0 0 0,3-2-1 0,0 1 0 16,2-3-6-16,0 2 5 0,0 1 0 0,0-3 0 16,0 0 3-16,2 1-1 0,0 1 5 0,-1-1-4 15,3-1-2-15,-2-1 0 0,0-3-6 0,0 1 11 16,0 0-1-16,1-2 3 0,5 3-13 0,-3-1 12 0,3 0-2 16,-1-1 6-16,1 1-2 0,-1-2-5 0,2 0 2 15,-1-2-2-15,-1 0 6 0,2 0-3 0,1-2 2 16,-3-2-3-16,1 0-6 0,-1-1 9 0,-1 1-8 15,1-5 9-15,-1-4-13 0,-3 0 5 0,3-2 2 0,-4 0 1 16,0 2-4-16,9-4 6 0,-2 3-2 0,-3 1 4 16,-1-2-9-16,-3 5 1 0,0-3 1 0,0 4 1 15,-2 4-5-15,0-7 5 0,0 5-2 0,0 0 3 16,0-1-3-16,0 6-3 0,-2-1 1 0,0-1-2 16,0 2 5-16,-2 0-4 0,-3 2-1 0,-10 0-1 15,1 2 3-15,-1 4-2 0,0 1 1 0,2 2 0 0,0 1 6 16,2-1-3-16,0-5 1 0,4 9-2 0,0-2 1 15,1 0-4-15,5 0 1 0,-1-2-3 0,2 1-5 16,-7 1 14-16,3-2-5 0,1 0 7 0,-1 2-5 0,2-1-3 16,3 1 1-16,1-2-1 0,0 0-2 0,0-1 4 15,0-1 1-15,0-1 2 0,0-1 2 0,0-1-4 16,1 0 3-16,3 0-3 0,0-1 8 0,3 3-3 16,6-1-3-16,0 1 0 0,2-2 1 0,-2-4 2 15,4 0 0-15,-4 0 0 0,2-2-11 0,0-2 6 16,-2 0 3-16,0-1 2 0,-2-1 5 0,-4 3-8 15,2-3 5-15,-3 2-3 0,1-1 7 0,-1-10-5 16,-2 0-5-16,-2-2 1 0,1-1 1 0,8 1 2 0,1-3-1 16,-5 1 0-16,-1 0-7 0,-3 1 9 0,-1 1-3 15,-2 0 5-15,-2 1-8 0,0 1 6 0,-1 0 1 16,-3 4 2-16,1 2-5 0,-3-1-3 0,1 5-1 0,-14-1 0 16,1 2-1-16,-2 3-3 0,-3-14 3 0,-1 6-2 15,2 3 6-15,0 4-1 0,0 2-5 0,0 4 1 16,2 1-14-16,-4 5-37 0,3-1-7 0,-3 4-17 15,-1 2-75-15,6-4-152 0</inkml:trace>
  <inkml:trace contextRef="#ctx0" brushRef="#br0" timeOffset="96164.65">13283 6726 272 0,'0'0'37'0,"0"-2"50"16,-2 0-36-16,2 1-7 0,0-1-10 0,0-2 3 16,0 0-24-16,0 1-3 0,0-1 2 0,0 0-3 15,0 1-7-15,0-1-4 0,0 0 5 0,0 0-3 16,0 1 15-16,2-1 9 0,0 0-7 0,-2 1 7 15,0-1-1-15,0 2 6 0,0-2 1 0,0 1 0 16,0 1-11-16,0 0 9 0,0 0-8 0,0 0 8 0,0 0 1 16,0 0-14-16,0 1 11 0,-2-1-12 0,0 0 11 15,1 0-9-15,-3 0-1 0,-4 2-1 0,-5 0 1 0,0 0-3 16,-1 0 4-16,-1 0-3 0,-2 2-4 0,0 2 3 16,1-1-2-16,3 1 2 0,-2 2-8 0,4-1 2 15,-2 3-4-15,1-1 6 0,3-1-2 0,0 1-7 16,1-3 1-16,1 9-3 0,-2 0 8 0,5 0-5 15,-3 2 2-15,3-1-4 0,0 1 2 0,2 2 0 16,0 0 1-16,1-2 1 0,-9-2-2 0,3-2 10 16,1-2-1-16,4-3 3 0,-1 1-14 0,-1 0 11 0,2-1 0 15,2-2 7-15,-2 1 6 0,0-1-7 16,2 0 0-16,0-1-2 0,0 1 3 0,2 0-4 0,0-2-3 16,2 0 1-16,0-2 6 0,10 1-5 0,5-1 0 15,0-1-2-15,1-3-9 0,0-4 9 0,1-1-4 16,-1-2 6-16,-1 9-3 0,-1-15-6 0,1 3 3 0,-2 1-4 15,-1 0 7-15,-3-2-1 0,-1-2 1 0,-1 0-2 16,0 2 2-16,-4-1-1 0,1-1 4 0,-5 0-4 16,-1-1 4-16,2 1-6 0,9-1 0 0,-6 3 0 15,1 0 5-15,-4 2 1 0,-3 2-3 0,-1 0 1 16,0 1-10-16,0 3 6 0,0-1 0 0,0 5 3 16,-1-1 1-16,1 2-9 0,-2 0 0 0,-15-9-3 0,0 2 1 15,-1 1 2-15,1 5 1 0,0 3-1 0,-1 0 0 0,-1 2 1 16,1 3-3-16,-1 3 2 0,4-3-3 0,0 3-4 15,2-1 8-15,2 0-5 0,0 1-1 0,4-3-1 16,-3 3-1-16,3 5 2 0,-1 0 5 0,5 2-6 16,-1 0 1-16,0-1-1 0,-7 1 4 0,2 0 1 15,3-2-3-15,3 0 3 0,-1 2 5 0,2 0-5 16,2-4 3-16,0 2-4 0,2-4 5 0,0 0 2 16,1 3-1-16,1-5 2 0,2 4-4 0,-3-3 2 15,3-1-5-15,-4-3 1 0,7-1 0 0,4-1 2 16,0 8 7-16,0-3-5 0,0-1-8 0,0-3 8 0,0-1-5 15,2-2 6-15,-2 0-5 0,2-2 4 0,0-1-2 16,1-3 3-16,-1-1-2 0,-4 1 1 0,2-1 6 16,-3-1-3-16,-1 6 7 0,-3-13-8 0,1 1-3 15,-3-1 1-15,-1-2 2 0,1 2 0 0,7-2-4 0,-1 1 1 16,-5-1-2-16,-1 0 1 0,-2 3 5 0,0-1-5 16,-2 2 4-16,0 0-5 0,0 2 3 0,-2 1-4 15,0 1 3-15,0 2-4 0,-2-1-2 0,2 4-1 16,-1-1-1-16,-3 3 5 0,-7 0-1 0,-2-9 1 15,0 4-3-15,1 1-1 0,-3 2 0 0,0 2 0 16,-3 2 2-16,1 4-5 0,-1 2 6 0,-1 3-5 0,3 2-1 16,-1 2 5-16,1-7-4 0,-1 16 5 0,4 0-1 15,2-1 2-15,2-1-2 0,7-1 0 0,-3-3-3 16,5 1 2-16,-11 2 1 0,6-6 0 0,-1 1 2 0,4-2 0 16,3 2-3-16,1-1 3 0,0-1 0 0,0-1 0 15,1-2 2-15,3-2-2 0,0-1-6 0,1 1 8 16,3-3-2-16,10-2 3 0,5 0-4 0,-3 13-2 15,4-4 1-15,0-6-2 0,1-1 3 0,1-4 2 16,0 0 0-16,1-2 2 0,1-1-4 0,0-3 5 16,-4 0-2-16,4-5 5 0,0-2-7 0,-2 0 2 15,0 2 0-15,2-2 1 0,-11 6 1 0,1-3 3 16,-3 1-1-16,-9 5 1 0,10 3-2 0,-12-12-2 0,2-2 2 16,-1 2-1-16,-3-2 5 0,0 2-3 0,7 0 2 15,-1 0-3-15,-5 0-6 0,-1 2 1 0,-2 0 2 0,-2 1 0 16,-1 1 2-16,-1 4 0 0,0-1-8 0,-9 2 5 15,-7 1-6-15,-3 1 7 0,3 0 0 0,-4-15 3 16,2 6-9-16,-1 4 4 0,1 3 0 0,-2 4 2 16,-4 0-1-16,2 2-1 0,-2 3-2 0,0 1 1 15,2 1 0-15,0 3 0 0,0 1-1 0,4-2-1 16,-2 2 0-16,2 2 4 0,-1 0-1 0,3-2 1 0,-1 2-6 16,1 2 0-16,3-13 1 0,1 16-1 15,-1-3 4-15,6 0 3 0,0 6-2 0,0-1 3 0,5 0-4 16,-1 1-3-16,5-4 4 0,-4-1-2 0,-5 1 0 15,2 2 6-15,3-5-6 0,1 5 6 0,3 0-3 0,2-6-1 16,0-2 4-16,0-4-4 0,0-1 3 0,0-3 0 16,3 3 2-16,1 0-2 0,7-1-5 0,4 6-1 15,6 0-1-15,-3-3 2 0,4-1 6 0,1-3 2 16,-3-4-4-16,2-2 2 0,-1-2-11 0,1-1 7 16,4-3 0-16,-2-3 3 0,4-2 4 0,-4-2-7 15,2 14 2-15,-2-16-4 0,0-2 9 0,-3 3-6 0,-1-1 4 16,-5 0-5-16,0-1 7 0,-2 1-2 15,-2 2 4-15,-3 0-3 0,1 2 4 0,-7 0-3 0,7 0-3 16,-3 4 1-16,-1 0 2 0,-1-1-3 0,-4 5 3 16,0-1-4-16,0 2-3 0,0 3-1 0,0-1 0 15,-6-2-1-15,-18-9 3 0,-4 6-1 0,2 5-1 16,0 2-2-16,0 3 3 0,0 7-2 0,0 3 1 0,2 2-3 16,0-10-3-16,5 19 6 0,1 2-1 0,3-3 2 15,-2-3-6-15,8-1 1 0,5-5 0 0,2-1 1 16,-7 0-2-16,5-5 7 0,-1 1-2 0,3-1 2 15,0-1-4-15,2-5 5 0,0 2 3 0,2-1 2 16,0-1-2-16,0 0-1 0,1 0 2 0,1-2-1 16,4 0 4-16,1 0-20 0,-4-2-12 0,-1 0-6 0,0 0-73 15,-2 0-114-15,0 1-48 0</inkml:trace>
  <inkml:trace contextRef="#ctx0" brushRef="#br1" timeOffset="106929.73">11800 6646 41 0,'0'0'0'0,"0"0"3"0,2-1 55 16,-1-1 1-16,1 0 12 0,0 0-3 0,0 0-11 16,0 0-1-16,0-1-2 0,0-1 0 0,-1 0-7 15,-1 0-10-15,0 1 1 0,0-1-5 0,0 0-1 0,0 1 4 16,0 1-2-16,0 0 1 0,0 0-7 0,0 0-8 15,0 0-3-15,0 0-1 0,0 1-3 0,0-1-5 16,0 0 6-16,-1 0-5 0,-1 0 11 0,0 0-8 16,0 0 1-16,-2 2-4 0,1 0-2 0,-3 0 5 15,-9 4-4-15,0 2 3 0,-3 3-9 0,1 0 5 16,2 1 3-16,0 1 0 0,0-6 0 0,2 10-1 16,2-2-8-16,-2 0 5 0,4 2-6 0,2-2 3 0,-1 0 4 15,5 0-3-15,-3 2 3 0,2 1-9 0,2 3 1 16,1-2-3-16,-12 1 12 0,3-1-7 0,3 2 3 15,3 3-4-15,2-4 6 0,2 3-5 0,0-4 5 16,2-4-5-16,0-6 14 0,0-1-5 0,0-1 6 0,0-1-6 16,1 1-1-16,1-1 2 0,0 0-4 0,-2-4 4 15,7 5 1-15,0-1-4 0,2 0 1 0,-1-2-1 16,-1 0 11-16,2-2-13 0,-2 0 9 0,0-4-10 16,1-2 4-16,-3 1-4 0,1-6 1 0,-1-6-1 15,0-2-1-15,-1-3-4 0,1 3 2 0,-3-5-1 16,0 4 1-16,0 3 6 0,-1-3-5 0,1 3 6 0,0-2-5 15,-2 1 2-15,-1 1-2 0,11 0 0 0,-3 3-10 16,-4 1 13-16,-1 0-10 0,0 0 11 0,-2 3-8 16,0-1-2-16,-2 4 8 0,0-1-6 0,0 3 5 0,0 1-6 15,0 2 3-15,0 0-3 0,0-1 8 16,0-1-9-16,0 0 0 0,0 2-3 0,-2 1 9 0,0-1-6 16,0 0 4-16,0 2-6 0,0 0-3 0,-1 2 11 15,-1 0-8-15,-7-1 9 0,1 18-18 0,1 0 13 16,2 1-4-16,-1-1 7 0,1 1-11 0,1-2 9 15,1 3-2-15,3-3 2 0,-2 3-8 0,-11 1 3 16,6-1-2-16,2 1 4 0,1 0-3 0,4-1 6 16,2-3-2-16,0-5 3 0,2 2-6 0,2 0 4 15,-1-2 2-15,3 0 1 0,-2-6 0 0,-4-5 1 0,0 0 0 16,5 0-1-16,5 2-6 0,1 1 4 0,0-1-1 16,-2 3 3-16,6 3 5 0,-2-5-8 0,2-1 5 15,5-4-5-15,-1-2 8 0,-2-4 2 0,3-3-9 0,-9 4 8 16,6 1-1-16,-6-18-4 0,2-4 4 0,-2 0-6 15,0 3 3-15,-1-1-3 0,-1 4 6 0,-4-3-5 16,1 3 5-16,-4 1-1 0,11 1-7 0,-6 1 4 16,-1 0-5-16,-2 3 1 0,-3 1 6 0,-1 2-3 15,0-1 9-15,-1 3-12 0,-3 0 2 0,0 1-5 16,-1 1 8-16,3 3-6 0,-4 1 1 0,-11-1-3 0,3-7 1 16,1 3 1-16,-4 1-2 0,4 3 2 0,-2 0-3 15,-2 3 0-15,4 1-6 0,2 0 4 0,2 1-10 16,0 3 9-16,-4 4 1 0,1-1 3 0,1 2 7 0,0 12-13 15,2 1 7-15,0 2-9 0,1 2 14 0,1 0-7 16,-1 0 4-16,3-2-5 0,-1 4 8 0,1 2-3 16,1-2-1-16,2 3-1 0,-15-7-5 0,8-3 8 15,3-5-4-15,3-3 4 0,1 2-11 0,0-2 15 16,2 0-5-16,0 2 7 0,0-4-8 0,2-1 4 0,0-3-3 16,-2-3 2-16,0-2 2 0,0-1-7 0,3 3 10 15,1 0-8-15,0 0 18 0,1-3-9 0,7 3-3 16,-1-2-1-16,-2-2 0 0,0-2 4 0,1-2-1 15,-1-1 2-15,2 1 4 0,0-13-13 0,0-5 6 16,0 2-7-16,-3-6 13 0,-1 0-7 0,-1-2 3 16,-2 0-5-16,1 2-2 0,14-4 4 0,-8 6-5 15,-4 2 4-15,-1 1-6 0,-4 7 4 0,0-5 2 0,-2 2 1 16,0 2-1-16,0 2-6 0,-2 2 5 0,0 2-4 16,0 2 2-16,0 1-1 0,2 4-2 0,0-1 0 15,0 1 2-15,0 0-5 0,-4-2 4 0,1 0-4 16,-1 1 7-16,0 1-10 0,1 0 0 0,-1 0-3 15,0 2 7-15,-1 0-1 0,-1 0 4 0,-1 0-5 0,-1 2-1 16,1 2 0-16,-1 1 2 0,1 5 0 16,1 10 7-16,1 0-6 0,-1 3-1 0,4-1-2 0,-1 0 7 15,1 0-1-15,0 1 1 0,0-1-1 0,-13-2 1 0,6 1 3 16,3-4-4-16,3-1 2 0,1 1-7 0,2-6 7 16,0 2-1-16,0-5 1 0,0-1-2 0,2 0 4 15,-2-5 1-15,1 4 1 0,1-2-5 0,2-1 0 16,0 1 4-16,1 0-1 0,6 1 6 0,1-1-5 15,1-2 3-15,-2-2-3 0,0 0 5 0,2-4-1 16,-4-1 0-16,4 3 0 0,-2-26-4 0,-3 2 4 16,1-2-2-16,-3-4 3 0,1 5-1 0,-1-3-5 15,1 2-2-15,-3 2 1 0,-2 0 4 0,1 2-9 0,12 2 6 16,-4-1-7-16,-5 7 13 0,-2-3-2 0,-3 4-5 16,-1 2 2-16,0 0-11 0,0 4 5 0,0 3 0 15,-1 1 2-15,-1 1 3 0,0 0-6 0,2 3 4 0,-11-9-3 16,-4 1 5-16,0 3-9 0,0 3 1 0,0 1-4 15,-1 2-1-15,1 2 8 0,2 1-4 0,-4 5 6 16,2 1-5-16,-2-7-4 0,1 20 1 0,3 1-1 16,0 1 7-16,2 2-2 0,-1-2 1 0,5 2 0 15,0 0 7-15,1-2-10 0,2-2 7 0,2 2-8 16,-14 2 3-16,5-2 4 0,3 1-8 0,5-5 8 0,1-3-8 16,2-1 6-16,0 3 1 0,0-4 0 0,2-2-3 15,1-2 5-15,1 0-1 0,0-2 3 0,1 3-7 16,-1-5 7-16,-2-3-1 0,7-1 3 0,4 7-5 0,0-3 5 15,0-1-2-15,-2-3 4 0,0 1-2 0,0-2 4 16,2-2-5-16,0 0 6 0,2-4 3 0,-2-1-6 16,0-3 6-16,-2 1-7 0,2 1 1 0,-7-12 1 15,1-5-3-15,1-1 2 0,-4-4-6 0,1 2 5 16,-1-1-6-16,-2 1 5 0,14 0-6 0,-4 0 1 16,-5 1 3-16,-3 3-1 0,-4 2 5 0,0-1-5 15,0 3 4-15,0-1-4 0,0 4 5 0,-2 2-7 0,-2-1 0 16,0 2-2-16,-1 1-2 0,1 4 3 0,0 1 1 15,1 1 0-15,-5 1 1 0,-3 2 1 0,-2-7-5 16,4 3 1-16,-2 1-12 0,1 1 11 0,1 2-4 16,0 0 5-16,-2 2-14 0,-2 2 12 0,0 2-5 15,0 1 7-15,0 5-8 0,3-5 6 0,-1 18 2 16,4-1 0-16,-2 2 0 0,3 2 1 0,0-4-4 0,1 4 4 16,1-2-5-16,-13 2 1 0,6-2 4 0,4-3-2 15,1 3 8-15,5-5-10 0,1-3 6 0,0 8-8 16,1-5 10-16,3-2-1 0,0-1-3 0,-2-8 1 15,0-3-2-15,1 1 4 0,1-2-1 0,0-2 3 16,9-1-7-16,-2 7 12 0,4 1-8 0,-2-3 9 0,0-3-11 16,0-3 5-16,0 0 4 0,1-3-2 0,-1-3 7 15,0 1-9-15,0-3 6 0,-1-1-6 0,-1-4-1 16,0-9 6-16,0 1-6 0,-4-1 7 0,1-2-4 0,-6-2-4 16,16-2 3-16,-7 4-3 0,-3 0 5 0,-3-1-3 15,-3 3-1-15,-2 0-1 0,0 1-4 0,0 3 3 16,0 1 0-16,0 2 2 0,0 2-5 0,-2 2 6 15,1 2-6-15,-1 3 4 0,0 1-9 0,2 3 7 16,-2 0 1-16,-13 0 1 0,2-7-8 0,-5 0 1 16,1 3-6-16,-2 4 6 0,1 4-8 0,-1 4 6 0,-1 3 4 15,-1 2 0-15,1-9 0 0,3 18 1 0,0 5-4 16,4-3 5-16,0 2 0 0,4 2-1 0,0-2-1 16,3 0-1-16,1-2-2 0,1-1 6 0,-11 1 0 15,6-3 0-15,2-1-7 0,1 1 5 0,4-2-3 16,2-3 4-16,0 3-3 0,0-6-5 0,2 0-1 0,2 2 0 15,-1-3 9-15,3-1 2 0,0-2 2 0,-3 1-1 16,14-3 0-16,-2-1-2 0,3 9 5 0,-1-4-4 16,2-1 8-16,-3-4-5 0,1-1-1 0,0-3-1 15,-2 0 5-15,1 0 1 0,-1-2 1 0,2-1-1 16,-2-3 7-16,0-1-7 0,-4-1 2 0,0 6-3 16,-6-20-6-16,5 0 5 0,-3-2 0 0,-3-4 2 0,3 2-3 15,-5-2 1-15,15 2-6 0,-6 2 5 0,-2 0 2 16,-3 1-10-16,-2 1 4 0,-3 2-5 0,-1-1 16 15,0 5-11-15,0-1 6 0,-1 4-9 0,-3 0-2 0,2 4 8 16,-2-1-4-16,1 3 6 0,1 1-11 0,0 3 4 16,2 1-2-16,-4 0 2 0,-11-9-10 0,2 3 4 15,-2 3-2-15,4 3 4 0,-4 2 0 0,2 0 1 16,2 2 1-16,0 3-1 0,0 3-4 0,-2-1 6 16,2 16-4-16,-2 1 5 0,2 2 3 0,1 1-7 15,1 1 2-15,2 0-4 0,1-2 2 0,4-4 5 16,0 1-3-16,-14 3 3 0,5-4-11 0,3 2 9 0,4-2-1 15,3-1 2-15,1-1 0 0,1-3 1 0,1-2 0 16,0-4 0-16,2 0-4 0,1 0 4 0,1-1 0 16,-2-3 0-16,-2-3 0 0,-1-2 6 0,11 1-3 0,-3 5 3 15,4 1-4-15,-4-3 6 0,4-1-4 0,-2-3 4 16,-1-2-3-16,4 0 4 0,1-4 4 0,-2-1-3 16,2-5 0-16,-6 9-4 0,1-22 4 0,-1 3-3 15,0-6 6-15,-1-2-6 0,-3-5-3 0,-1-1 1 16,0 3 1-16,16-3-8 0,-7 6 4 0,-4 0-4 15,-3 2 7-15,-2 2-2 0,-4 0 1 0,0 6-2 16,0-3 2-16,0 6-3 0,0 1-3 0,-2 2 0 16,0 3-1-16,0 2-1 0,0 1 6 0,0 2-4 15,1 1 0-15,-3-1 0 0,0 0-3 0,-3 1 3 0,-6-3-7 16,-4 2 1-16,-2 4-3 0,3 2 3 0,-1 4 8 0,0 5-4 16,2-9 1-16,-1 24-3 0,1 0-2 0,4 0 7 15,0 0-1-15,1 1 2 0,3-1-5 0,1-1 0 16,3-1 0-16,1-2 0 0,0-2 0 0,-13 3 5 15,6-5-2-15,3 3 2 0,4-3-5 0,2-1 4 16,0-2-1-16,2-4 0 0,2 2 2 0,-4-9 0 16,4 5 4-16,-1-3-4 0,-3-5-2 0,13 1 5 15,0 8-3-15,4-1 6 0,0-4-4 0,-1-1 3 0,1-4 2 16,-2 0-1-16,2-2 6 0,-8 0-2 0,4-3 1 16,-6 1-2-16,1-1-5 0,-3-5 6 0,3-6-3 15,-4-9 5-15,-3 3-4 0,3-4 0 0,13-2-5 16,-8 4 3-16,-1-2-1 0,-5 2-4 0,1 2 5 0,-2-1-5 15,-2 3 1-15,0 3-2 0,-2-3 0 0,0 7 0 16,0 0 0-16,0 4-4 0,-1-1 4 0,1 5-2 16,0 1 5-16,0 0-5 0,-2 3-3 0,-9-9 0 15,2 5-1-15,-4-1-9 0,4 4 7 0,-2 2-6 16,-3 4 11-16,1 2-7 0,2 3 1 0,-2 2-1 16,4 13 10-16,1 4-4 0,1 2 3 0,4-4-4 15,-3 1 5-15,6-1 0 0,0-7-3 0,1 0 3 0,-11-3-5 16,5-3 7-16,0 2-2 0,3 0 4 0,4-9-7 15,0 3 5-15,0-2 4 0,0-5 1 0,0 6 10 16,0-7-14-16,2 3 2 0,0 0-8 0,-1 0-26 0,1-1-79 16,0-3-31-16,22 11-33 0,12-3-267 0</inkml:trace>
  <inkml:trace contextRef="#ctx0" brushRef="#br1" timeOffset="110294.28">17851 5532 58 0,'0'0'14'15,"0"0"-1"-15,2 0 6 0,0 0-4 0,-1 0 1 16,1 0 8-16,0-2-7 0,0 1 9 0,0-1-8 16,0 0 17-16,0 0-7 0,-1 0 8 0,1 0-7 0,0 0 16 15,0 1-4-15,0-1-3 0,0 0 1 0,0 0 0 0,-1 0 10 16,1 0 5-16,0 0 0 0,-2 1 7 0,0-3-21 16,0 0 2-16,0 0-8 0,0 1-1 0,-2-1-6 15,0 2 1-15,1 0-4 0,-1 0-11 0,0 1-12 16,-2-1 1-16,0 0-4 0,3 2-1 0,-9 0 5 15,1 2-3-15,0 1 3 0,-2 3-4 0,1 0 8 16,-1-5-5-16,2 12 7 0,-2 2-11 0,0-4 8 16,-4 2-1-16,2 0 6 0,0 0 1 0,2 0-5 15,-2 0 2-15,0-1-4 0,0 1 0 0,0-2-2 0,0 0 4 16,3 0-4-16,3 2-8 0,-1-2 8 0,5 4-8 16,-5-2 9-16,5 0 3 0,1 0-4 0,-8 0 4 15,5-2-4-15,-1 0 2 0,3-1-3 0,1-3 7 16,2 0-7-16,0-1 10 0,0-2 3 0,0-1-1 15,0 1 4-15,0-2 5 0,0 0-10 0,2 2 3 0,-1-1-5 16,1 1 7-16,2 0-1 0,-2-4-5 0,7 3 3 16,-1-1-6-16,3 0 6 0,0-2 3 0,-2 0 0 15,4-2 1-15,-4-1-4 0,1-1-4 16,-1-2 1-16,0 1-3 0,-1-10 0 0,1-2 1 0,-3 2-1 0,-1 0 10 16,-1-1-16-16,0-1 14 0,-3-2-13 15,12 1 14-15,-3 1-5 0,-3-1-7 0,-1-3 5 0,-3 3 2 16,-1 3-7-16,-2 0 2 0,0 4-6 0,0-4 2 15,0-2 3-15,0 4 0 0,0 2 0 0,0 4-4 0,0 1 0 16,-2-3 2-16,1 3-2 0,-1 2-7 0,0 1 4 16,0-1-4-16,0 2 4 0,-2 0-7 0,1 0 3 15,-1 1-7-15,0 1 6 0,2 0-3 0,-5 0 0 16,0 1 5-16,1 1-6 0,-3 6 0 0,5-5 6 16,-2 10-6-16,3 2 6 0,-1 0-6 0,0 0 10 15,-7 0 1-15,4-2 2 0,1 0-11 0,1 0 7 16,1 2-6-16,0 0 6 0,2-2-6 0,0 0 6 0,2 0-1 15,0-2 2-15,0 4-1 0,0-2-2 0,0-2 3 16,2 2-2-16,0-2 5 0,0-2 3 0,2 2 1 16,-2-5-1-16,1 1-5 0,-1-3 1 0,-2-2-3 15,0 0 4-15,4 1 9 0,1 1-5 0,5 2 10 16,5-1-9-16,-4-3 4 0,2-2 8 0,0 0-12 0,-2-4 12 16,2-1-8-16,-4-1-10 0,0 3 10 0,1-16-12 15,-1-1 6-15,0-1 4 0,1 3-8 0,-3-3 8 16,-1 1-10-16,-3-4 0 0,1-1 2 0,-2 3-1 15,0 0 3-15,14-6-1 0,-4 4 3 0,-7 2-2 16,-1-6 3-16,-4 17-2 0,0-6-6 0,0 0 1 0,0 10-3 16,-2-4 1-16,2 7 2 0,0 0-1 0,-2 1 2 15,0-1-10-15,-1 0 6 0,-1 2-9 0,-2 0 2 16,-7 1 2-16,0 1 0 0,-2 3 3 0,1 5 7 16,1 1-8-16,0 6-1 0,1 9-2 0,1 2 6 0,4-2-2 15,-2-4 5-15,-1 1-5 0,5-3 1 0,-3-1-1 16,6 0 1-16,1-4 0 0,-11 2-2 0,5-2 6 15,1-2 0-15,3 0 2 0,1-2-7 0,0 1 5 16,2 1-3-16,0-4 3 0,0 1 6 0,0-3-4 16,0 1 2-16,0-3-4 0,0 1 2 0,2 0 0 15,-2-2 1-15,2 1-1 0,1 1 7 0,1 0 0 16,0-2 3-16,0 0-1 0,1-1 2 0,4 1 3 0,3-2-7 16,-5 0 7-16,2-2-6 0,-1-1-3 0,-1-3 3 15,2 2-5-15,-3-14-3 0,-2-3 2 0,-1-1 4 16,1 0-2-16,-2-2 3 0,0-6-9 0,0 4 3 0,16-2-3 15,-5-3 10-15,-7 6-10 0,-2-2 0 0,-3 4-2 16,-1 5 2-16,0-1-2 0,0 8 2 0,-1-4-2 16,-1 2 5-16,0 8-7 0,0-1 2 0,0 2-5 15,0 3 4-15,-1-1-2 0,-5 0-6 0,-5 0 5 16,-2 2-5-16,0 6 2 0,1 3 6 0,-3-7-5 0,0 22 3 16,2 2 3-16,2 0-5 0,-2-2 4 0,4 0-6 15,2 0 4-15,-2-3 1 0,3-3 1 0,1 1 3 16,3-3-2-16,2-1-2 0,-9 2 0 0,4-2-4 15,1-2 9-15,3 2-3 0,1 0 4 0,2-2-7 0,0 0 1 16,0-2 7-16,0 0-3 0,2 0 0 0,1-2 5 16,1-1-8-16,2 1 7 0,-3-3-3 0,-1-3 1 15,2 3 4-15,5-4-3 0,2 7-3 0,-3-5 7 16,1 1 0-16,0-1 4 0,-1-2 2 0,-1 0 3 16,2-2-7-16,3 0 5 0,-1-2-3 0,-2 0 0 15,0-2 5-15,-1 1-5 0,-3-1-7 0,1-9 3 16,1-6-4-16,-3 1 4 0,2-5-5 0,-3 3 7 0,-1-4-6 15,0 2 6-15,0-3-9 0,15-1-1 0,-4-5 5 16,-6 1-3-16,-3 0 1 0,-2 1 0 0,-2 8-2 16,0-5 3-16,0 6-1 0,-2 1-4 0,-2 3-1 15,2 5-1-15,0 3 2 0,-1 1 0 0,3 5-1 0,-2-2 0 16,-2 0-4-16,0 3-3 0,-3-1-2 16,-4 0 1-16,-2 2 0 0,3 2 1 0,-3 3 7 0,0 5-4 15,2 3-5-15,0 14 6 0,2-4 0 0,-2 5 5 16,1-4-2-16,-1-2 3 0,0 2-6 0,6-5 6 15,-1 3 0-15,0-5-5 0,1-1 2 0,3-1-4 16,-2 0 3-16,-1 0 5 0,-6 2-2 0,3-3 2 16,3 1-3-16,3-2 0 0,2 0 2 0,0 0 0 0,0-2 1 15,2 1-2-15,1-1 0 0,1 0-2 0,0-2 6 16,1 0 2-16,-1-3-2 0,2 0 0 0,3-3-3 0,4-1 3 16,0 0 0-16,0 7 3 0,-2-1 2 0,2-3 0 15,-2-1 1-15,2-2-2 0,-2 0-1 0,-1-2 0 16,1 0 4-16,-2-2-3 0,0 0 1 0,-3 0 0 15,1-2-5-15,-1 1 5 0,1-1-1 0,1-9 1 16,-3-4 3-16,5 1-3 0,-5-3-4 0,-1-3-5 16,1 1 0-16,-3 1-1 0,4-4 13 0,-4 1-6 15,1-3 2-15,14 2-5 0,-6-2-2 0,-3 4-2 16,-5 2-2-16,-3 3-1 0,0 0 1 0,0 6 5 0,0 0 0 16,0 2 2-16,0 3-8 0,-1 1 0 0,1 3 3 15,-2-2-1-15,0 0-4 0,-2 2-2 0,0 1-5 16,-1-1 4-16,-8 2 3 0,2 2 0 0,-2 3 4 15,2 3-4-15,-2 5-6 0,3 12 12 0,3 0-10 0,-1-7 10 16,3 3-3-16,-1-5-4 0,4 1 6 0,1-2-5 16,-1 2 7-16,-9-3-3 0,1 1-1 0,3 2-1 15,3-4 1-15,2 0 4 0,2-2-2 0,0 0 3 16,0 0 2-16,0 1-5 0,2-3 7 0,0 0-7 16,0-1 3-16,0-3 4 0,0 1-5 0,1-1 5 15,-1-1-3-15,-2-2 2 0,9 5 2 0,1-1-1 16,-1-1 6-16,2 1 2 0,0-2 0 0,2-2 1 0,-2-2 2 15,-1 0-8-15,-1-2 5 0,0-2-5 0,-1 0 4 16,-3 1-8-16,5-12 1 0,-3-4-2 0,0-1 2 16,-1-1-2-16,0-1 2 0,-5-4-2 0,3 4 5 0,0-2-7 15,-2 3 5-15,0 1-6 0,-1-4-1 0,16-1 2 16,-6-2-3-16,-7 6 3 0,-2 1-1 0,-2 5-1 16,0 6 0-16,0-1-1 0,0 7 5 0,0-1-13 15,0 0 7-15,-2 1-10 0,0-1 12 0,-2 2-8 16,1 0 3-16,-10 0-4 0,-4 2 4 0,0 4 3 15,2 3-4-15,-3-1 4 0,3 22-7 0,0-2 6 0,0-2-2 16,4-2 4-16,-2-1-2 0,8-1-1 0,-5-1 1 16,7-5-1-16,-1 1 0 0,2-2 3 0,-9 2-3 15,3-4 2-15,3 2-3 0,1-2 9 0,2-1-3 16,2-1 4-16,0 0-10 0,0-1 7 0,0 1-1 0,0-2 4 16,2 1-4-16,0-4 6 0,0-1-5 0,0 1 3 15,-2-2-5-15,2-2 5 0,7 7 3 0,0-1 2 16,-1-2 3-16,1-1-2 0,-2-1-1 0,3 0-1 15,1-2-1-15,-2 0 1 0,2-2 1 0,-2-2-1 16,-3 1 7-16,1-3-8 0,1 1-1 0,-3-10-2 16,3-4 0-16,-3 1-2 0,1-1 5 0,-2-1-5 0,-2-1 2 15,12 1-4-15,-4-1 1 0,-3 1-1 0,-1-1 6 16,-4 5-2-16,-1 3-4 0,-1 0 0 0,0 2-5 16,0 5-3-16,0 2 5 0,0 2-5 0,-1-1-2 0,-1-1 0 15,0 2-6-15,-2 2 4 0,-5 0-2 0,-8 8 14 16,2 1-2-16,-1 2 3 0,1 15-13 0,2-2 11 15,2 2-6-15,1-7 8 0,5-1-1 0,-1-1-3 16,1-4 5-16,-7 2-3 0,5-4 0 0,1 0 2 16,5-3-6-16,-1 1 5 0,0-2-4 0,2 1 6 15,0-3 0-15,0-1 1 0,0 0-7 0,2-1 7 16,0 1 1-16,1 0 3 0,1-2-3 0,7 3 2 0,4-1 1 16,-2-2 1-16,0-2 7 0,-2 0-8 0,-2-2 0 15,-3 0-1-15,1-2 6 0,-3 3-11 0,0-1 5 16,-2 2-6-16,0-11 10 0,7-1-10 0,-2 1 3 15,-1 0-4-15,-2 0 5 0,-3 2-3 0,-1-1-2 16,0 7 0-16,0-1 0 0,0 0 1 0,0 1 0 0,0-1 0 16,0 0-1-16,0 2-2 0,0 0-9 0,0 1-1 15,0-1-72-15,0 2-208 0,0 0-69 0</inkml:trace>
  <inkml:trace contextRef="#ctx0" brushRef="#br1" timeOffset="114447.26">11555 7833 256 0,'0'0'-17'15,"0"0"21"-15,0-2 7 0,0 0 11 0,0-2 23 16,0-5-3-16,0-4 0 0,-2 2-3 0,0 0 3 16,0 2 8-16,0-4 1 0,0 3-4 0,1-1 2 15,-1 0-9-15,0 2-16 0,0 1 8 0,2 5-11 16,0-1 6-16,0 0 0 0,0 2-6 0,0 0 3 0,-2-1-15 15,0-1-7-15,0 0 2 0,1 2-4 0,-1 1-5 16,0-1 2-16,0 0-1 0,0 2 2 0,0 0 4 0,0 2-3 16,1 1 1-16,1 1-3 0,-4 17 1 0,0 1 7 15,4 4-8-15,0-4 6 0,0-1-7 0,0 1 5 16,0-4 1-16,0 7 0 0,2-1-9 0,0-4 10 16,0-3-5-16,1 1 7 0,1-1 3 0,0-4-14 15,1 4 14-15,-1-4-13 0,2 0 10 0,-3-2-1 16,3 0-1-16,0-2 2 0,-3-1 0 0,1-1-1 0,0-1-2 15,-1-1 2-15,-1 1 5 0,6-2-2 0,-1 1 3 16,1-3-3-16,-3 0 12 0,3 0-11 0,-1 0 7 16,-1-1-9-16,1 5 0 0,-1-2 8 0,-1-1-7 15,-1-1 8-15,1 2-7 0,-1-2 11 0,0 0-4 0,-1-2 6 16,3 2-2-16,0-2-16 0,-1 0 9 0,1 0-12 16,-1 0 8-16,1-2-3 0,1-2 2 0,-1 0-2 15,1 2 5-15,1-12-8 0,-3-1 1 0,1-2-3 16,-1 0 0-16,3 2 4 0,1 1-2 0,2-5 5 15,2 1-4-15,-5-1-3 0,3-1 1 0,0 7-2 16,0-4-5-16,4 2 4 0,2 0 1 0,-2-5 1 16,3 5-6-16,4 2 10 0,3 2-9 0,-11 1 9 0,5-1-12 15,-2 0 6-15,-2 0 2 0,7 2 0 0,-4 1 2 16,-3-1-2-16,-4 2 0 0,6 1 0 0,0-1-5 16,0 1 0-16,-1 0 2 0,3-7-1 0,-2 4 2 0,-1 2 5 15,3-1-5-15,-6 5 4 0,5-3-4 0,-5 4-1 16,4 0 3-16,-4 2-2 0,0 0-4 0,-2 0 6 15,2 2-3-15,-2 0 3 0,0 2 1 0,1-1-6 16,-1 3 5-16,-2 0-3 0,2 1 10 0,-2 0-11 16,-1-3 4-16,-1 15-4 0,3-4 10 0,-3 1-4 15,2-3-1-15,-3-2-1 0,3 4 2 0,-3-2-6 16,1 2 5-16,1 6-5 0,-3-7 4 0,1 3 0 0,-1-4 0 16,1-2 2-16,-2 0 6 0,-1-3-8 0,3 3 2 15,-4-5-3-15,1-1 1 0,-1-1 4 0,0 0-3 16,0 3 3-16,2-1 0 0,-1-1-2 0,1 1-1 15,-4-4 1-15,2 1-2 0,-2-1 0 0,2 2 2 16,2 1 0-16,-4-3 5 0,0 0 0 0,3 2 0 0,1-1 1 16,-2 1 1-16,0-2-4 0,0 0 8 0,-1 0-7 15,1 0 11-15,0-1 0 0,0 1-11 0,0 0 8 16,0-2-12-16,0 0 2 0,-1 0 4 0,1 0-3 16,0 0-5-16,0-2 4 0,0 0-6 0,2 1 5 15,-4-1-3-15,9-13-1 0,2 0 1 0,0 2 0 0,6-4-4 16,-4 3 3-16,4-1 0 0,5-4 1 0,-4 8-2 15,3-6 1-15,-1 4-5 0,-1 4 5 0,-4-6 1 16,9 8-5-16,-9 3 5 0,0-3-5 0,5 1 12 0,-3 2-4 16,3-3-3-16,-3-1 1 0,1 7-6 0,-5-3-2 15,4 0 4-15,0 2-2 0,-4 0 13 0,2-9-8 16,-4 4-2-16,4-1-2 0,-4 5 4 0,-2-1-4 16,2 2 4-16,-2 0-4 0,4 2 4 0,0 0 0 15,0 0 0-15,0 0-1 0,0 2-3 0,-1 0 7 16,-1 2-4-16,2 1 4 0,-2 1-7 0,2 1 4 15,-2-1 0-15,2-1 1 0,0 1-2 0,0 1 5 0,0-1-2 16,-2 0 3-16,-2-1-10 0,1-1 2 0,-1 1 2 16,0 1 1-16,2 0-2 0,1-3 2 0,1 3-1 15,0-1 2-15,0 1-1 0,1 0 1 0,1-3 0 16,0 1 0-16,4 0 1 0,-3-4 5 0,5 0-7 0,1 0 5 16,-1-2-8-16,1-2 9 0,-4 0-1 0,1-3 3 15,5-2-5-15,-2-1-1 0,1-1-2 0,1 0 1 16,-6 0-1-16,-1 0 0 0,2 0 7 0,-5 1-6 15,3-1 13-15,0 0-12 0,-4 2-2 0,-2 0 0 16,-4 3 9-16,3 0-4 0,-3-3 2 0,-3 0-4 16,1-2-3-16,1 1 0 0,0 1 4 0,1-2-3 15,-1 4 1-15,-1-5 0 0,3 3-2 0,-3-2 1 0,-1 0-5 16,-2 0-32-16,0 1-11 0,-1 7-29 0,1-1-251 16</inkml:trace>
  <inkml:trace contextRef="#ctx0" brushRef="#br1" timeOffset="119276.03">11590 8926 256 0,'0'0'50'0,"0"-1"-25"15,0-1 14-15,0 0-1 0,0-2-42 0,0 0-3 16,0 1 5-16,0 1 2 0,0-4 2 0,2 1 4 16,0-3 0-16,0 3 2 0,-1-1 2 0,-1 1 36 15,0-1 18-15,0 0 4 0,0-3 3 0,0 4 4 0,0 1-28 16,0 0-1-16,-1 0-11 0,-1 1-19 0,-2 1-16 15,-3 0 2-15,-12 0-5 0,-7 6 10 0,0 5-4 16,-7 8-3-16,1-15 1 0,-1 26 8 0,-1-2-12 16,8 1 7-16,6-1-8 0,3 0 3 0,8-1 3 15,-1-3-10-15,5 0 8 0,-10-1-8 0,6-1 14 16,3-1-1-16,4 1 5 0,2-1 2 0,4-1 11 16,5 1-2-16,2-4 1 0,6-1-18 0,13 1 6 0,-2 4-5 15,-2-1 5-15,0 1-7 0,0-1-4 0,-2 1 7 16,-7 1-6-16,1 3 7 0,-5-3-7 0,-2-3 1 15,-3-4-2-15,-3-4 9 0,-3 6 15 0,4-8-1 16,-1 3 7-16,-3-5 1 0,0-1-3 0,-2 0 1 0,0-2-2 16,-2 1-4-16,-16 3 8 0,-20-2-12 0,-4 20 10 15,-5-11-16-15,3-8 9 0,-1-3-7 0,4-2 4 16,4 0-22-16,6 0 9 0,1-2-1 0,8 2 4 16,1 0-9-16,6 0-1 0,4-2 2 0,4 2-2 15,1 0-4-15,4 0-34 0,-1-1-13 0,-1-1-6 16,2 0-27-16,2 0 36 0,0 0-4 0,2 0 14 0,20-1 9 15,19-20-6-15,0-1 4 0,5 0-7 0,1 0-7 16,-3 0-24-16,3 1 2 0,-5 3-14 0,-4-2-36 16</inkml:trace>
  <inkml:trace contextRef="#ctx0" brushRef="#br1" timeOffset="120775.18">12166 8692 762 0,'-2'-1'7'0,"0"-1"40"16,-4-8-3-16,-7-8 19 0,2 3-24 0,9 6-14 0,-7 1-3 15,5 3-4-15,-3-1-13 0,3 4-14 0,0 1 6 16,-1-1-9-16,1 0 8 0,0 2 2 0,-1 0-8 16,1 0 7-16,-11 5-1 0,8-1-3 0,-1 2 8 0,-1 12-6 15,4 1 3-15,-1 3 6 0,0 4-4 0,-1 2 4 16,-6 0-4-16,2-2 0 0,0-2 1 0,3 6 0 15,3-3-6-15,-1 1 8 0,-1 0-3 0,-4 2 5 16,1 0-5-16,1 3 1 0,0 0 1 0,1 3-1 16,1-1-4-16,1 2 5 0,3 0 0 0,-1 0 4 15,2-1 0-15,0-1-6 0,0 2 0 0,0-5-2 16,-18 3 12-16,9-7-3 0,5-4 12 0,3-4-9 0,1-3 16 16,2-2 13-16,0-2-13 0,0-6 12 0,0 3-19 15,0-7-1-15,0-1 1 0,0 0-2 0,2 2-5 0,-1-1 15 16,1-1-6-16,2 0 7 0,-2 0-13 0,2-2-1 15,-1 0 1-15,1-2-1 0,0 0-1 0,-1-1-11 16,5-7 7-16,-6-10-6 0,3-4 7 0,8-4-5 16,-3 4-5-16,6 1 2 0,-1-1 2 0,0 2-9 15,2-4 7-15,-6-2-7 0,-2 4 7 0,0 4-3 16,4 1-1-16,0 6-1 0,4 2 3 0,-8 2 0 0,6 1-2 16,-7 6 1-16,-1-1-6 0,1-3-6 0,-7 6 7 15,5-4-5-15,0 3 8 0,-3 1 3 0,1 0 0 16,-2 0 1-16,2 1 5 0,-1 1-10 0,1 2 5 15,3 9-6-15,3 9 5 0,-5-1 0 0,-1 3-1 16,0-2 2-16,-2 0 0 0,-1 2-1 0,1-3 4 0,0-3-3 16,2-1 9-16,0 2-11 0,-1-3 0 0,1-1-4 15,2 4 2-15,-1-6 6 0,1-2 0 0,-1-2 4 16,-1-3 3-16,-2-4-5 0,11 5 0 0,2-5-2 16,-2 7 0-16,2 1 5 0,-1-7 0 0,1-3 1 15,2-2-7-15,0-3 1 0,1-6-2 0,1 7 2 16,-1-20-1-16,-3-6-1 0,2 0 2 0,-2-3-2 0,0 0-1 15,-1 3 4-15,1 2-3 0,-2 2 4 0,-2 0-6 16,1 2 5-16,-1 2-6 0,-4 3 5 0,1 2-3 16,-3 6 0-16,-1 0 5 0,-2 2-4 0,3 1-6 0,-3 5 8 15,0-1-4-15,2 0 5 0,-2 1-8 0,-1-1-5 16,1 2-1-16,0 0 0 0,0 0-4 0,0 0 9 16,0 2 3-16,0 0 1 0,-2 2 2 0,0 2 0 15,0 13-3-15,-4 9 2 0,-2 2 5 0,1 1-7 16,-1 1 4-16,1-2-5 0,1 0 8 0,2-2-8 15,0 0 4-15,2-2-5 0,0-6 9 0,2 3-5 16,0-6 1-16,0-4-1 0,1 2 4 0,1-6-2 0,2 2 1 16,-3-1 0-16,-1-4 5 0,9-1-10 0,10 5 7 15,-3-6-7-15,5 12 6 0,-3-4 1 0,-3-7-5 0,3-1 4 16,3-4 1-16,-3-1-1 0,8-7 0 16,-10 1-1-16,-3 2-2 0,8-8 2 0,-3 11 0 15,0-16 0-15,3-3-1 0,-8 1-3 0,-2-2 1 0,0 2-1 16,-6-2 4-16,2 5-3 0,0 4 4 0,-5 0-3 15,2 4 6-15,-3 2-7 0,-1 0 3 0,2 3-3 16,0 2 7-16,-4 2-11 0,0 1-5 0,3-3-1 16,1 0-4-16,-2 2 6 0,0 0 6 0,0 1-1 15,0 1 5-15,-1 0-1 0,-1 1-4 0,0 3 2 0,0 7-1 16,-1 12 2-16,-3-1-2 0,0 0 1 0,0-3 5 16,3 1-7-16,-1-3 8 0,2-6-8 0,0 2 8 15,0-6-8-15,0 1 0 0,0-3-3 0,2 3 7 0,-2-6 6 16,0 0-3-16,3 1 1 0,8 3-16 0,6-1 0 15,0-3 2-15,1-4 1 0,3-3 8 0,-1-4-7 16,3-6 0-16,1 5-2 0,0-14 5 0,-2 0 1 16,2 2-2-16,0 3 1 0,-1-1 0 0,-3 7-6 15,-3 0 10-15,-4 5-9 0,-4 7 4 0,-3-3-2 16,-3 2-5-16,1 0 5 0,-2 2 7 0,2 0 4 16,-1 2 2-16,-1 2 0 0,8 25-4 0,-7 12 4 15,-3 0-6-15,-3 4 5 0,-3-4-8 0,0-6 8 0,-1-2-1 16,1-9 3-16,1-1-3 0,3-10-1 0,2-10 1 15,0 3 0-15,-2-2 19 0,2-1 1 0,0 1 1 16,0 0-2-16,0-2-11 0,0 0-7 0,2-2 0 16,0-2-2-16,0-2 2 0,18-26-1 0,4-7 1 0,0-2-2 15,1 0-4-15,2-4-4 0,1 1 3 0,4 1-2 16,-2 0 5-16,1 2-6 0,1 2 1 0,-5 4-3 16,5 3 6-16,-6 6-7 0,-2 1 8 0,-2 9-7 15,-1 1 8-15,-4 5-5 0,-3 4-5 0,-2-5 2 16,-1 2-5-16,-2 3 5 0,-2 2 1 0,3 0 1 0,-3 2 5 15,-1 0 0-15,-3 0-2 0,1 0 2 0,0 0 1 16,-2 0 4-16,0 0 4 0,-1 0-4 0,3 2-9 16,0 0 9-16,0 0-2 0,-1 0 7 0,1 0 5 0,-2-1-10 15,2 1-2-15,-1-2-2 0,1 0-2 0,0 0-1 16,-1-2 3-16,1 2-2 0,4-3 3 0,-1-3 3 16,0 4-5-16,3-11 3 0,-3 0-2 0,1-2 0 15,-1 2 4-15,0 0-5 0,1 2-3 0,-3 4 2 16,-1-1 1-16,0 3 0 0,-2 3-8 0,-2 0 1 15,3-2-6-15,1 1 5 0,0 1 3 0,0 0 0 16,-3 0 7-16,1 2-3 0,0 2 4 0,0 2-3 0,0 5 0 16,2 21-1-16,-4-1 13 0,-2 3-9 0,0 1 1 15,-2 3-4-15,0-1-7 0,3 0 4 0,-1-1 0 16,2-5 1-16,2-1 2 0,-1-4 3 0,3-1 3 16,2-3-1-16,1-1 3 0,-1-5-3 0,1-1-3 15,1-1 1-15,-3-5 2 0,3-5-12 0,6 2 3 0,-1 5-8 16,4 0 2-16,4 0-16 0,-1-5 5 0,2-4-7 15,-1 0 16-15,-6-4-20 0,-2-3 3 0,-1-2-10 16,-2 3-3-16,3-12-87 0,-6-1 0 0,1-3-37 16,-1 1-66-16</inkml:trace>
  <inkml:trace contextRef="#ctx0" brushRef="#br1" timeOffset="120966.76">13621 8964 1104 0,'-2'0'98'16,"-1"0"-100"-16,-14-4 97 0,4 2-46 0,5 0-66 0,5 2 6 16,-1 0 3-16,2 0 3 0,2 2 11 0,2 0-8 15,2 0 2-15,37 20-4 0,11-3 4 0,3-6 1 16,-3-8-8-16,6-3 5 0,-2-2-14 0,3-4-9 16,2-1 3-16,10-5-7 0,5 1-10 0,2-2-19 0,5 0-79 15</inkml:trace>
  <inkml:trace contextRef="#ctx0" brushRef="#br1" timeOffset="124529.38">17379 8067 114 0,'0'-2'43'0,"0"0"0"0,-2 0 22 15,0-2-10-15,2 1-2 0,-3-7-22 0,-1 1-7 16,0-2 2-16,4 7-4 0,0 2-4 0,-1-5 9 16,1 5-5-16,0-3 4 0,0 1-16 0,-2 0 9 15,0 0-6-15,2 3 5 0,0-1-24 0,-2 0 14 0,0 2-5 16,0 0 10-16,0 2-7 0,1 0 6 0,-3 7-8 16,-7 15 5-16,3-2-12 0,3 2 8 0,-1-1-4 15,2-1 4-15,3 0-2 0,1 1-2 0,0-3 3 16,0-1-4-16,1-3 9 0,3-1 0 0,0-2 5 15,1 0-4-15,1-2 3 0,1 0 16 0,-1-3-8 16,1-1 10-16,5 1-5 0,-1-5 2 0,2 1 0 0,3 0 0 16,3-2-1-16,-1 0-11 0,1 11 6 0,0-4-9 15,-1-5 5-15,4-3-1 0,3-1 1 0,-7-3-1 16,1-3 1-16,-1-1-9 0,-1-1 1 0,0-3-4 0,-1 0-1 16,1 7 7-16,0-12-5 0,0-3 5 0,1 0-12 15,-1 3 3-15,1-3 3 0,3 1 0 0,-1 1 3 16,3-2-10-16,3 1-4 0,3-1 0 0,-1 2 5 15,4 1 0-15,-3-1 0 0,1 2-2 0,7 0-2 16,-9 0 0-16,4 1 5 0,-6 1-3 0,-4 0 3 0,-2 9-1 16,3 0-4-16,-7 2 2 0,3-11 0 0,-1 4-7 15,-1 4 6-15,2 3-7 0,-8 2 8 16,2 2 1-16,-4-1 0 0,-1 3 1 0,1 2-3 0,-2-1 3 16,3 3-2-16,-3 8 2 0,2 1 0 0,-1 0 0 15,1-1 1-15,-2-3-2 0,3-1-4 0,-3-1 13 16,2 0-7-16,3-2 9 0,-3-1-10 0,2-1-2 15,0 0 3-15,4-1-3 0,-2 1 3 0,4-3 3 0,-4 2-1 16,2-3 2-16,-1 1-2 0,-1-2 1 0,0 0-1 16,2 9 1-16,0-2-3 0,2-1 3 0,1-3-3 15,1-1 3-15,1-2 3 0,1-2-2 0,3-2 4 16,0-2-5-16,6-3 2 0,5-4-2 0,-2 0-4 0,10-4 2 16,-2-2 8-16,4 0-11 0,-6 1 8 0,0-5-9 15,-2 3-1-15,-4-3 2 0,4-1 1 0,-5 3 0 16,-2 3 0-16,-1-1-2 0,-5 4-3 0,-1 2 4 15,-3 2 1-15,-1 3-2 0,-1 0-1 0,3 5-2 16,-3 1 1-16,-1 0-4 0,0 3 7 0,3 5-5 16,-1-1 8-16,3 2 1 0,-2 1-3 0,1-3 3 0,5 2-1 15,-2-1-2-15,9-1 0 0,-5-1 0 0,4-2-1 16,1-1 1-16,-3-1 3 0,7 0-2 0,0-2 10 0,0-2-13 16,2-2 5-16,-3-1-5 0,-3-1 18 0,0-1-14 15,-3-2 7-15,2-1-6 0,-3 1 23 0,-1 0-15 16,-2-1 6-16,-4 3-10 0,-1 0 5 0,-3 1-8 15,1 0 0-15,-6 3-2 0,0-1 2 0,-2 0 4 16,-3 2-7-16,-1 1 3 0,-1 1-24 0,-3-2-57 16,1 0-7-16,-2 2-27 0,0 0-116 0</inkml:trace>
  <inkml:trace contextRef="#ctx0" brushRef="#br1" timeOffset="126432.16">18480 8817 865 0,'-2'-2'14'0,"1"0"-1"0,-3-2-8 0,-15 3 4 15,-9-3-9-15,4-13 3 0,-7 8-1 0,-5 9-3 16,3 7 1-16,-12 8-8 0,3 6 12 0,-1-16-4 16,-2 23 4-16,6 2-13 0,4-2 10 0,4-2-8 15,7-2 7-15,3-2-9 0,10-3 5 0,2-1 2 16,5-3-1-16,2 0 4 0,-7-2-1 0,1 0 12 0,5-2-7 16,1-2 15-16,2 4 3 0,2-2-2 0,1-1 5 15,5 3 9-15,3-2-15 0,17 2-3 0,7 2-4 16,0-2-7-16,4 3 3 0,0 5-1 0,-9-1 0 15,5 2-13-15,-7 3 3 0,-4 1 0 0,-3 3 2 16,-10 1 6-16,0-4 0 0,-5-2 6 0,-5-2-4 16,14 1 5-16,-5-1 2 0,-10 0 3 0,-4-3 1 0,-5-4 7 15,-14-4-9-15,-19-4 1 0,-3-1-3 0,-5 1-1 16,-2-5 1-16,4 2 0 0,1 20 0 0,6-13-6 0,6-5 1 16,2-4-4-16,5-2 4 0,2 0-4 0,5 0-2 15,3-2-3-15,3 0 0 0,4 0-10 0,2 0-1 16,3 0-6-16,2 0 0 0,1 1-46 0,-1-3-18 15,2 0-1-15,-4-11-1 0,6-5 30 0,6-4 20 16,9-10 11-16,-11-1-1 0,33-2 16 0,0-6-5 16,4 6 0-16,3-2 2 0,10-2 14 0,2 4-10 15,5-4 5-15,-2 2-7 0,-7 0 9 0,4 4-6 0,-11 0-3 16,-3 3 0-16,-3 2 9 0,-7 3-7 16,3-1 6-16,-9 4-6 0,-3 3 13 0,-9 3-2 0,-2 5 0 15,-3 3-2-15,-2 1 12 0,-5 7 16 0,2 0 4 16,-4 0 3-16,4-1 3 0,-1-1-10 0,1 0-1 0,-2 1-5 15,0 1-12-15,0 0 7 0,-1 0-7 0,1 0 7 16,0 0-11-16,-2 0-3 0,0 2 4 0,0 0-5 16,0 2-2-16,-2 0 8 0,0 2-5 0,-9 14 6 15,-4 7-9-15,-1 2-3 0,1 1 3 0,0 2-1 16,2 0 6-16,0 1-10 0,-2 3-3 0,2-1-1 16,4-1 3-16,1 1 6 0,3 1-2 0,1-5 3 15,0 3-6-15,3-6 0 0,-1 2 2 0,2-8-1 0,0 2-3 16,0-3 7-16,0-4 0 0,2-2 3 0,-1-4-7 15,1-2 6-15,0 1-3 0,-2-4 6 0,0-3 7 16,2 3 26-16,0 0-7 0,0-2 9 0,0 0-30 0,1-1 0 16,1-1-4-16,0 0 3 0,5-3-7 0,4-7-6 15,2-4-3-15,0-12 0 0,1-2-1 0,1-2 2 16,2-2-1-16,-3 1 0 0,5-1-1 0,-1 3 3 16,1 3 1-16,-5 3-1 0,3 3-2 0,-4 3-1 15,-2 4 4-15,-2 6 0 0,-4-1 6 0,-3 7-19 16,0-1 5-16,1-2-10 0,-1 2 16 0,2-2-5 15,-3 3 2-15,1-1-2 0,0 2 4 0,-2 2 3 0,-1-1 0 16,1 3 3-16,2 17 1 0,-4 3-4 0,0 0 0 16,-2 0-2-16,-2-2 1 0,1-3 1 0,-1-2 2 15,2-3-1-15,0 3-1 0,0-6-2 0,2 2 1 16,0-4-2-16,0-1 4 0,0-1-1 0,2 1 7 0,0-3-5 16,0 1 6-16,2-2 5 0,-2-4-6 0,14 9 7 15,1-4-12-15,9-1 1 0,-2-4-1 0,4-2 2 16,0-5-2-16,-2-2-1 0,0-4-3 0,2-4 0 15,0 13-2-15,-2-18 3 0,0 0 2 0,-8-1 0 16,6 3 1-16,-3-2-1 0,-1 1-1 0,-1 5 0 16,-4-1-3-16,-6 2 3 0,0 4 0 0,-3 2 0 0,-3 1 1 15,-1 3 3-15,0 3 1 0,2-2-1 0,0 0-12 16,-1 1-7-16,1 1 7 0,-2 0-5 0,0 0 9 16,0 2 10-16,-2 0-6 0,0 2 9 0,0 0-3 0,-4 7-3 15,-7 15-3-15,-2 2 0 0,0-2-3 0,0 2 1 16,3 0 6-16,3-3-4 0,1-1 4 0,1-4-6 15,1 1 0-15,4-6 0 0,0 0 8 0,0-2-6 16,0-2-1-16,0 1-1 0,0-3 3 0,2 0-4 16,-2-5 9-16,2 2-7 0,3 0 9 0,8 5-4 15,4 0-4-15,0-3 2 0,1-2-5 0,3-4 3 16,-1 0-1-16,-1-4 2 0,-1-2-3 0,-1-1-1 0,0-2 2 16,-1-3 0-16,1 5 4 0,-2-10-1 0,4-1-1 15,-5-5-1-15,3 3 2 0,-2 2-5 0,0-1 4 16,-2 2-3-16,-2 2 12 0,-4 2-9 0,-5 4-1 15,4 2 0-15,-2 1 7 0,-3 2-3 0,1 1 2 0,-2 1-4 16,0 0-2-16,2-2-8 0,0 1 3 0,0 1-5 16,0 0 5-16,0 0 3 0,-2 2-1 0,0 2 2 15,-2 0 2-15,2 0 1 0,-11 22 0 0,1-2 0 16,1 2 2-16,2-3-4 0,-1-1 2 0,4-3-2 16,3-4-1-16,-1-4 1 0,2-2 0 0,0-3 1 15,0 0 9-15,2-1-6 0,-1 1 1 0,3-2-3 16,9 2-5-16,17-4-4 0,1-4-2 0,10-9 1 0,-2-4 4 15,4-3-1-15,3 18 5 0,-3-22-4 0,2 2-1 16,-3 1 7-16,-8 6-10 0,-6 6 9 0,-10 2-7 16,-1 5 1-16,-2-9 3 0,-4 5-2 0,2 2 4 0,-8 4 1 15,3 0 3-15,-4 0-3 0,-3 0-1 0,1 8 3 16,0 16 1-16,15 0 1 0,-6 2 4 0,-4 0-3 16,-1-2-2-16,-2-2-1 0,-1-1 4 0,-1-6-4 15,0-2 14-15,0-4-8 0,0-3 32 0,0-3-14 16,1-1 2-16,20 9-7 0,6-7-14 0,5-8 2 15,5-11-6-15,9-7 5 0,-3 20-8 0,9-33 3 16,-4-2-4-16,-2 0 2 0,6 2 1 0,-2-3-3 0,-4 1 5 16,2-4-5-16,-5 2 4 0,-1-3-5 0,-1-1-2 15,-2-9 0-15,0-6-2 0,-2-8 3 0,-2-7-1 16,0-7 1-16,4 2-2 0,-4 4 4 0,0 5 0 0,-2 12 1 16,-12 3 6-16,1 11-7 0,-4 4 3 0,-9 10-4 15,1 1 4-15,-9 5 1 0,10 5 1 0,-7 5-1 16,-4 5 0-16,-2 3 4 0,0 3-1 0,0-2-1 15,-2 2-10-15,-2 1 4 0,-16-1-1 0,-10 7 2 16,-7 12 1-16,2 3-6 0,-3-7 1 0,5 23-3 16,1 3 0-16,6 2-2 0,4 1-1 0,2 3-1 0,1 5-1 15,4 0 0-15,2 6-2 0,4-2 1 0,0 0-3 16,5-1 11-16,2-6-2 0,-22-1 4 0,15-3 0 0,7-4 8 16,6 0 2-16,3-6 2 0,2-1-7 0,4-1 3 15,4 1-7-15,2-2 4 0,-14-4-2 0,21-2 2 16,-2-2 2-16,4-3-1 0,0-3 7 0,2-3-5 15,-2-1 6-15,1-5-7 0,7-1-3 0,-7-5-3 16,3 18-5-16,-4-8 2 0,-10-7-7 0,4-4 5 16,1-2-1-16,-1-4 0 0,6-5-16 0,-2-2-12 15,-6 0-10-15,-1 4-6 0,-4-17-84 0,0-4-21 16,-2 2-26-16,-4-1 10 0,-4-3-43 0</inkml:trace>
  <inkml:trace contextRef="#ctx0" brushRef="#br1" timeOffset="126652.88">20753 8537 779 0,'-2'0'76'0,"0"-2"-15"0,0 2 38 0,-14-11 11 0,6 5-26 16,5 2-15-16,3 4-39 0,-2-3 10 0,2-1-22 16,0 2-6-16,2 0 11 0,2 0-9 0,2 0 12 15,24-11-5-15,15-1 9 0,3 1 3 0,8 0 0 0,5 0-6 16,10 1-7-16,5 1-5 0,6-2 1 0,-2 4-14 15,-2-2-4-15,-3 2-5 0,-8 1 0 0,-4 1-22 16,-9 1-13-16,-2 2-2 0,-7 1-4 0,-4 1-15 0,-8 0-275 16</inkml:trace>
  <inkml:trace contextRef="#ctx0" brushRef="#br1" timeOffset="128478.2">28042 12974 225 0,'0'0'25'15,"-1"-2"21"-15,-1 0 38 0,0 1 5 0,0-3-8 16,0 0-28-16,0 0-30 0,0 1 1 0,1-1-6 0,-1 2-14 16,2 0-10-16,0 0 0 0,0 1-4 0,0-1 0 15,0 0 15-15,0 0-1 0,0 0 9 0,0 2 16 0,0 0 1 16,0 0 0-16,0 2-3 0,0 0-13 0,0 0-4 16,0 1-2-16,2 9-1 0,-1 8-7 0,1 0 10 15,-2 3-4-15,-2 1 5 0,-1 2-11 0,-7 0 5 16,-1 3 0-16,0 3 4 0,-2-4-2 0,2-2-1 15,0-4-1-15,3-5 0 0,3-4 2 0,1-4 1 16,0 0 3-16,3-3-2 0,-3 1 10 0,4-3 17 0,0 0-2 16,0 0 7-16,0-1 1 0,0 1-21 0,2-2 1 15,1 0-7-15,18 1 4 0,16-3-7 0,8-5 5 16,-6-6-8-16,16-10-2 0,5-3-3 0,1-4 3 16,11 25-3-16,-5-31-2 0,0 4-4 0,4-1-6 0,1 1 1 15,4 2-30-15,6-1-9 0,1 1-12 0,3 4 4 16,-1-4-24-16</inkml:trace>
  <inkml:trace contextRef="#ctx0" brushRef="#br1" timeOffset="133781.21">20027 6748 89 0,'0'0'14'0,"0"0"10"0,0-1 20 0,0-1 9 15,0 0-5-15,0 0-10 0,0 0-22 0,0 0-8 0,0 0 0 16,0-1-10-16,0-1 4 0,0 0 6 0,0 1-1 16,0-1 8-16,0 0-9 0,0 1 2 0,0 1-3 15,0-2 7-15,0 0 14 0,0 1-3 0,0-1 8 16,0 2 3-16,0-2-9 0,0 2 1 0,0 1-6 16,0-1-13-16,0 0-2 0,0-2-5 0,0 0 1 15,0 1-7-15,0 1 10 0,0 0-5 0,0 0 6 0,0 0-4 16,0 0-5-16,0 1 12 0,2-1-10 0,0 0 11 0,-1 0 12 15,1 0-2-15,0 0 8 0,0 2 5 0,0 0-12 16,0 0 4-16,0 0-6 0,-1 2 4 0,-1 0 1 16,0 0 0-16,0 2 1 0,0 5 0 0,0 8-12 15,0-1-3-15,0-1-2 0,0 2 2 0,0-2-7 16,0-2 6-16,0-2-7 0,0 0 3 0,0 4 3 16,0-4 1-16,0-4 0 0,0-1-3 0,0-2 2 15,0 1-6-15,2 6 4 0,-2-9-1 0,0 4 7 16,0-4 4-16,2 1-1 0,0 1 9 0,2-2-4 15,16 5-6-15,12-5 2 0,9-7-18 0,9-12-17 16,5-9-2-16,12 22-3 0,2-31-6 0,7-2-17 0,4 0 1 16,-4-2-9-16,6 2-23 0</inkml:trace>
  <inkml:trace contextRef="#ctx0" brushRef="#br1" timeOffset="180900.23">17719 3122 256 0,'0'0'-30'0,"0"0"22"0,0-2-1 16,0 2-3-16,0 0 15 0,0 0-9 0,0 0-33 0,0 0 13 15,0 0-11-15,0 0 45 0,0 0-5 0,0 0-1 16,0 0-2-16,0 0-3 0,2 0 15 0,0 0 4 15,0 0 4-15,1 0 5 0,-1 0 4 0,13 0-6 0,2 0 6 16,1-1-2-16,3-1 1 0,3-2 1 0,0 2-2 16,2-2-9-16,6 1-3 0,1-1-5 0,4 0 2 15,6 1 1-15,1 1-14 0,1-2 12 0,-4 2-13 16,0-2 4-16,1 1 4 0,-5-1-4 0,4 0 5 16,-2 1-2-16,-9-1 2 0,5 0-1 0,-5 0 0 15,2 1-7-15,-1 1 10 0,-3 0-2 0,4 0 6 0,1-2-2 16,2 3-3-16,2-1 1 0,4 0 0 0,7 2 5 15,-3 0-6-15,3 0 1 0,6 0-2 0,-6 0 1 16,8 0-3-16,-4 0 0 0,-4 0-2 0,-3 0-3 0,0-2 4 16,-3 2 1-16,5-4 0 0,-1 2-4 0,4-1-2 15,6 1 0-15,0 0 1 0,1 2 7 0,4 0-5 16,-5 0-2-16,0 0 0 0,5 0 0 0,-5 0-6 16,-4 0 4-16,-2 0-4 0,-7 0 10 0,1 0 0 15,3 0-1-15,-3 2-1 0,4 0-5 0,1 0-1 16,3 3 6-16,5 1-3 0,1-1 0 0,1-1 4 15,3 0-1-15,-7-2 4 0,5-1-9 0,-7 1 3 16,-1 0-2-16,0 0 2 0,-1 2 0 0,-3-2-1 0,6-1 0 16,1 5 0-16,7 0 1 0,3-3 3 0,1 1-3 15,1 0 5-15,-5-1-1 0,1 3-9 0,-8-2 8 16,-4-2-7-16,1-1 9 0,-4 3-1 0,2 0-5 0,2 0 1 16,-2-1-4-16,8 1 3 0,3 0-2 0,0-1 2 15,0 1 1-15,1 0 4 0,-5-2 0 0,-1 1-1 16,0-1-3-16,-8 0-6 0,-3 0 6 0,-3 2-4 15,3-1 11-15,-2 3-5 0,3 0-4 0,0-1 1 16,8 1-2-16,2-1 5 0,-4-1 3 0,0 0-1 16,0-1-8-16,-2-1 1 0,2 0-2 0,-4 2 4 0,-1-2 5 15,-3 0-1-15,1-1-3 0,-1 1 0 0,1 0-3 16,-2 0 4-16,-1 0 4 0,5 2-1 0,-3-1-4 16,3 3 0-16,-1-1-2 0,-5-1-1 0,-2 2 3 0,-2-1-2 15,-5 1-2-15,-1-1 2 0,-1 1-2 0,-4 1 4 16,-2 1 2-16,-3-1 0 0,-1 1-1 0,-3-3-2 15,-1 3-1-15,-1-1-1 0,-4 1 0 0,2-7 3 16,0 14 0-16,-3 4 0 0,-1-4-7 0,0 1 4 16,-1 1-4-16,1 0 3 0,0 5 1 0,0-1-2 15,-1-1 5-15,1 4-3 0,0-7 8 0,1 5-3 16,1 4 2-16,2-2-2 0,-2 6 5 0,2 0-8 0,-2-1-1 16,2 3-2-16,0 1 0 0,-4 1 4 0,4-3 2 15,-1 1 1-15,-3-4 2 0,2 0-7 0,-2-1 0 16,-3-1-3-16,-1 4 7 0,-1 0 3 0,0 0-2 0,-2 1 1 15,1 4-4-15,20 3 2 0,-8 0 1 16,-6 1-1-16,-4 2 1 0,-1-2-4 0,0 0 1 0,0 6 0 16,-1-2 5-16,-1-1-6 0,2 3 1 0,-4-10-4 15,0 4 4-15,0-5 3 0,0-3-1 0,0-3 1 16,0-2 1-16,-2-6 6 0,0-1-1 0,0-2 2 16,-1 1-2-16,1-1-10 0,0-2 4 0,2-2-4 15,0 2 17-15,0-6-7 0,0 2 4 0,0-4-5 0,0 3 5 16,2-3-9-16,0 1 7 0,-1-1-8 0,1-1 0 15,0-1 1-15,2 3-3 0,-2-5 4 0,1 3-5 16,5-2-14-16,3 1-3 0,-9-1-4 0,15 1-24 0,-14 1-70 16,3 0-44-16</inkml:trace>
  <inkml:trace contextRef="#ctx0" brushRef="#br1" timeOffset="181217.18">23560 5334 208 0,'-2'-2'146'0,"-1"0"-161"15,-8-5 169-15,-8-6-82 0,6 5-24 0,2 1-17 0,3 3-1 16,7 4-6-16,-3-2-11 0,0 0-17 0,0 0 3 0,1 1-8 16,1-1 7-16,0 2-2 0,2 0 2 0,2 0 1 15,0 0 12-15,16 3-11 0,25 3 2 0,3-2-4 16,6-2-1-16,6-1 5 0,-2-1 2 0,3-1 2 15,-1-1 2-15,-3-2-2 0,1 2-2 0,2-2 1 16,1 3-5-16,4-1 1 0,2 0 1 0,0 0 2 16,-4 0 7-16,-7 2-9 0,-4-4 2 0,-11 1-3 15,2 1 8-15,-6 2-9 0,-1 0 5 0,-3 0-5 0,-3 0 6 16,-4 0-7-16,-1 0 1 0,-3 0-1 0,-1 2 6 0,-4 0-5 16,-2-1-5-16,-4 1 2 0,-2 0 2 0,-3 0-13 15,0 0-6-15,-1 0-13 0,1 1-111 0</inkml:trace>
  <inkml:trace contextRef="#ctx0" brushRef="#br1" timeOffset="181468.81">23787 5868 907 0,'0'-1'21'0,"-2"-1"-14"0,0 0 23 15,0 0-9-15,0 0-12 0,0 0-15 0,1 0 2 16,1 1-6-16,0-1 13 0,0 2-7 0,1 0 5 0,1 0-6 16,2 0-3-16,15 2 6 0,8 1-6 0,3-1 8 15,0 0-1-15,0 0-5 0,-1 0 4 0,5-2-4 16,-1 0 6-16,1 0-12 0,1 0-5 0,2 0-7 16,-4 0-55-16,-1 0-28 0,-4 0-7 0,-4 0-7 15,-4 0-50-15</inkml:trace>
  <inkml:trace contextRef="#ctx0" brushRef="#br1" timeOffset="181637.76">23998 6076 155 0,'0'0'41'0,"0"0"20"15,0 0 29-15,0 0 8 0,0 0-32 0,0 2-9 16,0 0-7-16,0 0 1 0,2 0-16 0,0 0 2 16,2-1 6-16,0 1-2 0,16 9 22 0,8 1-9 15,5-5-5-15,6-3-4 0,4-2-32 0,7-2-5 16,2-4 1-16,4 0-4 0,-1-1-6 0,-3 3-9 15,2 0 0-15,-7 0-4 0,1 0-16 0,-5 2-140 0,-1 0-60 16</inkml:trace>
  <inkml:trace contextRef="#ctx0" brushRef="#br1" timeOffset="186867.87">16948 6125 17 0,'0'0'6'16,"0"0"5"-16,0-2 12 0,0 0 2 15,0 0-6-15,0 0-7 0,0 0-7 0,0 0-1 0,0 1 3 16,0-3 3-16,0 0 1 0,0 0-1 0,0 1 0 15,0 1-5-15,0-4 16 0,-1 1-3 0,-1-4 8 16,0 1 3-16,0-1-18 0,0 3 5 0,0 1-9 0,-1-3 4 16,1 5-11-16,-2-3 1 0,0 0-3 0,2 3 3 15,-1-5-1-15,1 5 7 0,-2-3-3 0,-3 2 5 16,-3 1-4-16,-3-3-2 0,2 0 1 0,2 1-4 16,-6-1 8-16,2 1-5 0,-2-1 7 0,-1 2-5 0,1-1-5 15,2 1-1-15,-4-1-2 0,0 1 3 0,1 0 2 16,-8 0 4-16,9 1-3 0,-8-3-1 0,5 2 2 15,1 3-4-15,0-1 3 0,4 0-8 0,-1 0 1 16,1 0 2-16,-2 0 0 0,-2-9 4 0,0 2 4 16,2 1-7-16,4 5 3 0,-2-1-4 0,-2 2 2 0,1 0 3 15,-1 2-2-15,0 0 0 0,0 0-3 0,0 0-1 16,0 2 0-16,0 0-1 0,2 0 8 0,0 0-4 16,0 1 3-16,2 1-10 0,-2 0 12 0,0 0-5 15,0-1 6-15,2 1-8 0,-2 0 0 0,2-1 7 16,0 1-4-16,2-2 3 0,-3 2-5 0,1-1-4 15,2-1 0-15,-8 4 5 0,4-1 0 0,-7 3 2 0,-1-1-1 16,5-1 7-16,-8 1-10 0,5-1 4 0,-3 1-6 16,-2 1-1-16,3-1 4 0,-1 1 1 0,3-3 2 15,-1 3 7-15,-2-1-9 0,1 0-3 0,-1 3-1 16,-2-1 0-16,3 0 5 0,3 1 4 0,-3-1-1 0,3 0-7 16,-3 0 7-16,-1 2-6 0,4-1 5 0,-1 1-3 15,0 2-5-15,1-11 8 0,-1 13-5 0,3-1 4 16,1 5-1-16,0-4-5 0,0 2 4 0,4-3 2 15,0 1-5-15,0-2 5 0,1-2-5 0,1-1 12 16,0-1-9-16,1 2 2 0,1 0-4 0,-1 0-4 0,-1 2 5 16,2-1 0-16,-1 1 1 0,1 0 3 0,0 1-1 15,1-2-1-15,-3-1 2 0,1 2-2 0,1-2-8 16,-2 2 9-16,1 0-6 0,-1 0 12 0,1-2-7 16,-1 2-1-16,0-2-1 0,1 0-4 0,5 0 8 15,-5 1-8-15,3-1 7 0,-1 2-6 0,1-2 2 16,3 2 7-16,-2 0-3 0,2-2 4 0,-7 2-6 15,1 0-1-15,1 2-1 0,1 0-3 0,3-2 1 0,-3 3 4 16,2 1-2-16,1 2 3 0,1 1 5 0,2 2-11 16,0 2 8-16,0 2-5 0,-2 2 0 0,2 4 4 15,0 7-3-15,0 0-2 0,2-2 7 0,0-2-5 0,0-1 4 16,-1-1-8-16,1-1 5 0,2-1 3 0,0-5-1 16,1-2-7-16,1 1 5 0,-1-7-4 0,1 1 5 15,0-1-2-15,-1-1 6 0,3 0-2 0,1 1 5 16,0-1-5-16,0-2-9 0,3 3 8 0,-3-1-8 15,2 0 6-15,0 1 6 0,2 1-10 0,0 1 9 16,-2-1-6-16,0-1 0 0,2 5 0 0,-2-5 1 0,2 5 7 16,-1-5-6-16,-1 3 3 0,4 5-4 0,-4-8 0 15,4 4-5-15,-1 1 3 0,-12-5-4 0,15 3 6 16,0-1 0-16,-1-5-1 0,7 0 0 0,-1 0 9 0,-2 0-11 16,8-1 6-16,-9-1-8 0,11 0-3 0,-4-1 10 15,1-5-4-15,1 2 4 0,-2-3-8 0,6-2 11 16,-1 5-9-16,1 9 9 0,-6-5-10 0,2-3 7 15,-4-5 0-15,-2-1 1 0,2-2-9 0,-1-2 5 16,-3 0-1-16,2-2 2 0,2 0-6 0,2 0 8 16,0-1 1-16,2-3 2 0,0 0-4 0,0-1-1 15,2-2-3-15,1-1 3 0,1-1 2 0,5 0-3 0,0-2 5 16,-3 0-4-16,1 0 7 0,-4 2-7 0,-6 0-4 16,4-4 1-16,-3 0 8 0,4 13-2 0,2-18 0 15,-7 1-2-15,5-3 1 0,-6-4-2 0,0 4 1 16,-3-6-2-16,-3 2 4 0,3 0 1 0,-6-4-1 15,1 2-1-15,-3 0-5 0,2-1 10 0,-2-1-4 0,-2 0 6 16,2 1-6-16,-3-5-5 0,1 1 3 0,-4-6-5 16,1-2 6-16,-1-9 7 0,-1-10 2 0,-3-8 0 15,1-8-2-15,-2 1 23 0,0 7-10 0,28 3 16 16,-17 5-5-16,-10 8-16 0,-3 2 6 0,0 4-10 16,-5 1 8-16,-3 2-8 0,-5-3-4 0,-2 1-1 15,-3-7-11-15,-4-5 2 0,-3 1 3 0,-1-3-2 0,15 7-8 16,-33 11-67-16,-16 4-6 0,-12 9-27 0,-12 8-102 15</inkml:trace>
  <inkml:trace contextRef="#ctx0" brushRef="#br1" timeOffset="204857.86">10476 5556 256 0,'0'-1'-46'0,"0"-1"29"0,0 0-6 0,0 0 3 16,0-18 39-16,0-3-3 0,0 5-1 0,0-5 1 15,0 3-1-15,0 2 6 0,0-3-5 0,-2 3 5 0,0 3-3 16,-2 2 8-16,-1-2 0 0,-1 6-2 0,4-6 0 16,-16 5-12-16,-1-3 9 0,1 2-8 0,-3 4 9 15,-1-6-12-15,4 5 4 0,-3-5 3 0,3 6-1 16,-5-2-7-16,3-2 9 0,-2 1-10 0,1 1 9 16,1-2-17-16,-3 2 7 0,3-1 2 0,0 3 2 15,-1-1-1-15,3 1-6 0,-3 0-1 0,4 1-1 16,-1 0-1-16,-1 1 4 0,-3-1-3 0,0 3 3 0,-4-3 4 15,-2 4-7-15,-4-16 5 0,-5 3-6 0,0 7 1 16,-9 3 5-16,-1 3-2 0,1 2 3 0,-6 2-4 0,5 1-4 16,3 3 0-16,-1 1 0 0,3 3 8 0,3-1-11 15,0 0 4-15,3 1-5 0,1-1 7 0,0 2 3 16,-2 0-3-16,-2 0 1 0,-2 0-1 0,0 2-7 16,-2 0 4-16,1 0-3 0,-3 2 11 0,6 2-8 15,-2 0 4-15,4 1-5 0,4 1 8 0,3-2-4 16,0-14-1-16,6 20 0 0,-2 3-2 0,2-2 4 15,-2 5 0-15,2 3 1 0,0-1-1 0,-2 1-6 16,1 0 4-16,-1 1-4 0,0 0 5 0,2 1 1 16,-5-3-7-16,-8 5 3 0,3-1-3 0,-3 2 4 0,0 2 3 15,2 4-1-15,-6 0-13 0,2 7 14 0,2 2-9 16,5 3 11-16,4 1-8 0,-2 0 6 0,3-1 0 16,2-4 2-16,1-1-9 0,4-4 2 0,1-1-2 0,1-3 3 15,-1 3 1-15,4 1 3 0,0 3-3 0,4 1 1 16,0 0-4-16,2 7 1 0,0 3 6 0,3 1-3 15,1 2 6-15,-3-3-8 0,4-5 1 0,1-1-1 16,1-4 0-16,-22-3 2 0,11-3-2 0,5-5 3 16,5 4 2-16,1-2-5 0,2 3 5 0,0 3-4 15,2 1 4-15,-1 4 1 0,1 0-4 0,2 2 3 16,0 5-3-16,-1-3 2 0,1 2 2 0,2-1-3 0,-3-7-6 16,3-1 6-16,0-7-5 0,-1-6 7 0,3-1-2 0,1 0-3 15,0 0 1-15,2-1-1 0,2 1 0 0,0 0-2 16,2 3 1-16,0-1-3 0,2 2 4 0,-1-2 5 15,3 0-5-15,-1 2 3 0,3-2-6 0,1 0-1 16,-1 0 7-16,-1-1-4 0,-1-7-2 0,-18 3 4 16,25-2-5-16,-5-6 6 0,3 0-5 0,-4-2 4 15,3-3 0-15,3-1 2 0,-2-1-6 0,0-2 2 16,2 0 0-16,-7-4 2 0,3-2 13 0,-2 2-4 0,1-3-1 16,1-1 1-16,0-1 3 0,2-1-8 0,2-1 13 15,6 0-12-15,-1-1 7 0,1-1 2 0,3 0-9 16,4 2 7-16,4-2-14 0,7 0 8 0,4-1-7 15,-6 1 8-15,2 2-20 0,2-2 12 0,-5 22 1 16,-1-11 5-16,1-6 3 0,-12-3-13 0,-2-2 8 0,-5-2-8 16,4 0 12-16,-3-2-6 0,5-2 3 0,-3-1-3 15,5-3 7-15,-1-1-3 0,2 0-2 0,4 0 1 16,0-3-7-16,3-1 11 0,7-1-10 0,1-1 10 16,5-2-9-16,-3 2 4 0,-4-2 3 0,-5 1-1 15,-5-1 1-15,-2-2-11 0,-3 1 8 0,-4-1-8 16,3-1 11-16,-4 14-2 0,1-18-4 0,-1 2 1 0,0-2-2 15,-3 1 6-15,-1-3-5 0,6 2 6 0,-4-2-4 16,0 0 1-16,-2-1 3 0,-2-5-2 0,2-1 12 0,2 1-3 16,-2 0 9-16,-8-1-8 0,10 1 7 0,-2-3-2 15,-2-2-4-15,4 0 1 0,-6-2-4 0,4 0-1 16,0-6-3-16,-3-9 2 0,-3-1-4 0,-3-10-7 16,1 0 7-16,-1 0-7 0,-4 0 2 0,0 4 5 15,-4 1-5-15,-1 4 5 0,-3 1-6 0,1 3 9 16,-2 3-9-16,-1-1 9 0,23-3-15 0,-13-7 7 15,-9-5 3-15,-4-11 1 0,-4 0-2 0,-3 2 0 16,-2-1-3-16,-4 5 3 0,0 1 7 0,-2 0-10 16,-2 4 7-16,-3 4-8 0,-5-4 6 0,-2-15-2 0,25-3 0 15,-39-12-1-15,0-2 1 0,-5 8 7 0,-1 4-5 16,-1 7 4-16,0 4-10 0,1 3 4 0,6 1 1 0,2-10 1 16,0-4 3-16,2-1-7 0,0-1 2 0,-2 8-4 15,0 6 2-15,-4 5-2 0,-1 8-3 0,-10 7-1 16,-4 2-18-16,-14 7-97 0,-4-2-57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49:30.91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14551 5146 10 0,'0'0'20'0,"0"0"8"0,0-2 15 16,0 0-1-16,0 1-11 0,0-1-17 0,2 0-16 16,0-2 8-16,0 0-8 0,0 1 9 0,0-1-7 15,-2 2-2-15,5-5 1 0,8-1 18 0,0 1 11 0,0-2 10 16,0 1-3-16,0 1 16 0,0-3-10 0,2 5-5 16,-2-3-3-16,2 3-22 0,0-1 2 0,2 1-5 15,-1-1 4-15,1 2-12 0,-4 3 6 0,0-1-3 16,-2-2 2-16,4 2-4 0,0 0-1 0,0 0 6 15,1-1-5-15,-3-1 3 0,2 2 8 0,2-2-2 0,1 3 6 16,3-1 8-16,-1 0-11 0,-5 0 7 0,7 0-10 16,-7 0 4-16,8 0-3 0,1-14 0 0,2 5 0 15,7-1-8-15,2 7-2 0,3 1-1 0,-5 2 0 16,0 0 10-16,-3 1 0 0,0-1-5 0,-4 2 2 16,2-2-2-16,0 2-6 0,-1 0 10 0,-1 0-9 15,0 0 12-15,2 0-13 0,2 0 5 0,1 0-6 16,1 0 9-16,5 2-8 0,0 0 3 0,4-1-3 0,6 1 11 15,-5 0-9-15,-1 0-3 0,7 2-1 0,-3-1 1 16,5-1 3-16,4 2 3 0,-9 0-2 0,1-1-2 0,-3-1 4 16,-3 2-4-16,5-2 6 0,-2 0 5 0,1 0-4 15,3-1 1-15,5-1-4 0,-2 2 2 0,4 0-1 16,0 0 2-16,-2-2-2 0,0 2-5 0,-1 0 9 16,-2-2-5-16,-8 2 5 0,-2-2-13 0,-4 1 7 15,-4-1-3-15,-1 2 4 0,-2 0-4 0,-4-2 0 16,0 0 3-16,-5 0 1 0,-1 0 12 0,-5 0-9 0,0 0 3 15,-3 0-5-15,-1 0 6 0,-3 0 3 0,-5 0-3 16,3 0 3-16,0 0 5 0,0 0 14 0,-3 0-10 16,1 0 9-16,0 0-21 0,-2 0 11 0,0 0 4 15,-2 0 0-15,0 0-4 0,-29-2-2 0,-6 2-2 0,0-2 1 16,-4 1-7-16,-2-1-5 0,-3 0 8 0,-3-2-7 16,-3 0 8-16,0 1-7 0,2-1 0 0,-5-2-1 15,1 3-3-15,-2-1 6 0,2 0-3 0,2 1 4 16,0-1-1-16,0 2-7 0,-2 0-3 0,-1 0 1 15,-3 0 8-15,-5 2-11 0,-4 0 8 0,-2 0-11 16,1 2 7-16,-3-2-3 0,2 2 0 0,4 0 0 0,2 0 2 16,6-2 5-16,-3 2 2 0,3 0 1 0,-3-2-2 15,1 1-3-15,0 1-4 0,-1-2 3 0,6 0-2 16,-1 2 2-16,4 0-2 0,5 2 1 0,1-1-9 0,6 1 7 16,2 0 1-16,0 1 1 0,0 1-6 0,0 1 7 15,-2 1-7-15,6-1 7 0,-1 1-7 0,6-3 2 16,0 1 2-16,4-2-1 0,2-1-1 0,3 1 6 15,5 0-8-15,-1-1 7 0,2 1-9 0,-4 2 1 16,0-1 3-16,6 1-3 0,2-2-5 0,3-1 13 16,-1 1-9-16,1 0 9 0,-3 3-3 0,2-1-1 15,5-3 4-15,-2 5-5 0,-2-1-6 0,6-5 9 0,-1 2-3 16,-1-2 5-16,-2 0-10 0,2-1 4 0,0 3 2 16,0 0 0-16,1 0 6 0,-1-1-8 15,0 1 2-15,2 0-2 0,0-2 17 0,2-1-8 0,1 1 0 16,29 8-5-16,5-7 0 0,-2-3-2 0,1-2 0 0,-1-3 0 15,2-3 3-15,0 1-4 0,4 0 9 16,4-1-8-16,-1 1 1 0,1-1 3 0,5 3-7 0,6-3 5 16,1 3-6-16,10-1 4 0,-2 1 0 0,0-1 1 15,-2 0 0-15,-2-1-1 0,1 0 2 0,-5-1-2 16,4 1 4-16,1 1-7 0,3-1 6 0,7 1-5 16,-3-1 2-16,7-1 0 0,2 3 0 0,-4-3 0 15,1 3 0-15,-11-1 6 0,0 1-5 0,-5 1 4 0,2 0-13 16,-1 0 13-16,-3 1-9 0,6 1 10 0,-3 0-8 15,9 0 1-15,-8 0 1 0,2 0 0 0,-2 1-4 16,-7-1 4-16,4 0 3 0,-6-2 0 0,0 2 3 0,1 0-3 16,3-1-5-16,0 1 1 0,3 0-6 0,3 2 7 15,-9 0 0-15,5-2 3 0,-4 2 1 0,-2 0-3 16,0 0 2-16,-10 0-3 0,1 0-2 0,-6 0 3 16,-1 2 0-16,-3 0 2 0,-1 0-1 0,-1 0 1 15,1-1-2-15,-3 1 0 0,5 0-8 0,-1 0 10 16,1 0-4-16,1 0 5 0,-4 0-7 0,5 1 3 15,-5 1 0-15,5 0 0 0,-3-1-3 0,2 3 3 0,2 0 0 16,-3-1 1-16,3 3-6 0,-4-3 7 0,-1 1 0 16,0-1 2-16,3 1-4 0,-2-1 4 0,-3-1-5 15,0 0 4-15,-2 0-6 0,-2-1 2 0,-2 1 4 16,0 0-2-16,0-1 6 0,-7-1-8 0,1 0 3 0,-3 0-3 16,-4 0 3-16,0 0 3 0,-1 0-4 0,-3-1 4 15,-1-1 6-15,3 2-7 0,-4 0-2 0,1 0-1 16,-2 0 1-16,-1 0-3 0,1 0 5 0,2-1-4 15,-3 1 10-15,5 2-10 0,-4 0 2 0,-1-1-3 16,1 1 6-16,0 0-2 0,-2-4 2 0,-1 7-3 16,3 3-2-16,5 1 0 0,-1 0-2 0,-1 4 0 15,-1 1 7-15,-1 7 1 0,-1 5-1 0,-2-2-1 0,-2 3-1 16,0-3-1-16,-4 0 1 0,2 0-1 0,-1-2 3 16,1 1-6-16,0-5 1 0,0 0-2 0,0-3 5 0,2 2 0 15,0-1-2-15,0 3 0 0,0-1-2 0,0-3 5 16,0 3-2-16,0-1 3 0,2-1-7 0,-2 3 1 15,0-1 1-15,0 2 0 0,-2 3-4 0,-1 2 7 16,-1 1-4-16,-2 2 4 0,3-2-6 0,-1 2 4 16,0-4 2-16,0 0 0 0,3-2-4 0,-1-2 4 15,0 2-3-15,2-2 5 0,0 1-3 0,0-3 1 16,2 4 2-16,1-1-3 0,5 2-10 0,-1-2 11 0,3-1-6 16,-1-2 8-16,-2-1-2 0,1 0-3 15,-1-3 5-15,1 5-5 0,-3-6 5 0,1 3-5 0,-1 1 4 16,-1-6-2-16,2 3 17 0,-3-3-11 0,1 2 10 15,-2-4-9-15,2 1 16 0,-3-3-8 0,1 0 4 0,0-3-5 16,0-1 0-16,0-1 2 0,0 0-9 0,0-1 6 16,-2-1-11-16,0 0-1 0,1 2 6 0,1 0-4 15,0-1 16-15,0 1-21 0,0-2-1 0,2 0-7 16,-1 0-3-16,1-1-18 0,0-1 5 0,-1 0-11 16,1 0-6-16,0-1-86 0,-2-3 17 0,16-24-35 15,-7-5 37-15,-7-1 12 0,-4-1 6 0,-4-6 1 0,-1 4 13 16,-3-2-52-16,-1-2-32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49:32.11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15450 5055 492 0,'0'-2'12'0,"0"-3"11"0,0-14 3 16,0 10-27-16,0 1-3 0,0 5-9 0,2-1-7 15,-2 2 5-15,2-2 0 0,3 3 0 0,5-1-11 16,-1 0 10-16,-4 0 4 0,1 0 3 0,-4-2 16 0,-2 3 5 16,0-1 3-16,4-4 3 0,-1 1 17 0,-1 1 36 15,2-2-8-15,-2 1 17 0,0-1-9 0,-2 2-27 16,0 3-2-16,0-1-9 0,0-2-21 0,-2 0 4 15,0 2-9-15,-2 1 7 0,-3-1-15 0,-14-2 9 16,-1 4-5-16,-9 2 6 0,3 3-9 0,-2 3 0 16,-5 3 3-16,5-2-3 0,-7 2 7 0,0 1 0 15,1-5 3-15,3-1 0 0,-4-3 19 0,3-1 12 16,3 0 4-16,1-2 2 0,6 0 5 0,0 0-10 0,-2-2-3 16,2-2-2-16,3 1-19 0,1-3 1 0,-1 1-7 15,-1-3 5-15,0 3-5 0,0-1-6 0,-1 2 1 16,3 1-4-16,0 1-9 0,-1 0 2 0,-1 0 0 15,0 2 2-15,-4 0 10 0,-4 2-8 0,0 3 7 0,-1 1-7 16,1 3-1-16,0 1 3 0,4 1-9 0,0 0 8 16,6 0-1-16,-3 4-5 0,7-4 6 0,-1-4-4 15,-3 12 10-15,3 1-7 0,-4-1 3 0,5 1-3 16,3 5 1-16,2-5-1 0,1 4 1 0,1-3-1 16,5 3 0-16,-3 0 3 0,1 4 1 0,4 5 2 15,1-7-4-15,-18 6 3 0,6-1-4 0,4-1 5 0,3 1-2 16,4 1-4-16,2-2 1 0,2-1-1 0,0-3 5 15,2 0-4-15,0 0 3 0,1 0-4 0,2 0 0 16,1 0 5-16,-3-1-5 0,1-1 3 0,-2-2-3 0,-1-2-5 16,1 1 5-16,0-1-4 0,3 1 13 0,-1-1-7 15,-1 2 2-15,1 4-3 0,-2 2 8 0,1 2-3 16,1 2 2-16,1-3-3 0,-1-5-2 0,1 6-5 16,3-2 7-16,-5-4-5 0,1 6 14 0,-3-12-6 15,-1-1-2-15,0-2 0 0,0-4 3 0,0-2 5 16,-2-3-5-16,0-2 6 0,0-1-3 0,0 1-1 15,0 0 3-15,0-2-3 0,0-1 10 0,2 3 5 0,0 0 0 16,-1 0 2-16,1-3 0 0,0 1-19 0,0 0 7 16,0-2-11-16,0 0 1 0,-2-2-3 0,2 0-4 15,-2-1 1-15,1-8 3 0,5-12 0 0,1-3 0 16,3 2-1-16,-1-6-7 0,0 1 8 0,2 1-3 16,-1-2 3-16,1 4-7 0,-2 2 2 0,0-2 3 0,-3 8-1 15,0 3 2-15,-3 2 4 0,1 3-4 0,-2 3 5 16,0 0-3-16,-2 5-5 0,2-2-1 0,-1 0-3 15,1 1-2-15,-2 1-2 0,0 0 3 0,0 2-1 16,-2 0 11-16,-1 2-9 0,-3 1 5 0,-16 27-7 16,1 0 6-16,3 1 4 0,3 1-3 0,4 1 4 15,2-5-4-15,-1-4 2 0,-1 2 0 0,6-5-1 0,1-3-2 16,0-1 6-16,-7-2-4 0,4-2 6 0,1 0-5 16,4-4 8-16,2 0-2 0,0-1 3 0,0-4-5 0,4 1 9 15,0-1-2-15,14 7 2 0,4-2-10 0,4-5 6 16,4-4-1-16,-2-2 3 0,0-3 4 0,-4-3-9 15,-5-1 11-15,-1-4-10 0,-5 9 11 0,-2-13-9 16,0-5-1-16,-3 7-1 0,-4-5 3 0,-3 1-1 16,11 3-2-16,-1-7 0 0,-8 10-1 0,-1 2-3 15,-2 4-2-15,0 5-1 0,0-2-6 0,-2 0 4 16,-1 1-4-16,-21-5 4 0,-4 8-1 0,-2 8-5 0,4 3 6 16,6 2-7-16,1-9-1 0,12 18 0 0,-1 0-4 15,6-3 4-15,0-3 0 0,-7-3 3 0,4-1 5 16,1-3-1-16,4 2 3 0,0-7 3 0,0 1-6 15,2-1 3-15,1 0-6 0,12 3 11 0,6 1-1 16,5-5 4-16,-6-3-6 0,1-2 5 0,-3-1-2 0,-7-1 4 16,0-2 1-16,-5 3 0 0,0-1 6 0,-5 0-4 15,5-3-1-15,-4 1-45 0,-2 3-33 0,-2 1-16 16,-46-6-222-16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49:34.1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18445 4751 4 0,'0'0'0'0,"0"0"34"15,0 2 24-15,0-1 18 0,0 1 6 0,0 0-25 16,0 0-16-16,0 0-13 0,0 0 7 0,0 0-3 15,0-1 13-15,0 3-4 0,0 0 6 0,2 0-3 0,-2-3 8 16,4 7-22-16,-1-1 2 0,1-1-8 0,3 3-7 16,12 0 2-16,-2 1-9 0,3-1 7 0,1 2 3 15,-1-2-3-15,4 2 9 0,2 1-8 0,-2-3 1 0,2 2 5 16,2 0-6-16,4 0 4 0,-3 2-13 0,5 2-1 16,1-2 5-16,-7 2-4 0,3-2-3 0,-6 0 4 15,-3 0-4-15,-5 0 5 0,-1 0-3 0,1 2 6 16,-8 3-8-16,6 1 7 0,-2 5-13 0,-2 2 3 15,-5 2 0-15,-2 5 3 0,14 1 2 0,-9-1 1 16,-9 4 5-16,-1-3-3 0,-5 1 5 0,-3-3-10 16,-2 1 3-16,-1-9-4 0,1-2 12 0,-4 1-8 0,2-5 0 15,0 3-4-15,0-3 1 0,2 1 5 0,-2 1-6 16,2-3 4-16,0 2-13 0,2-3 3 0,-1 3 1 16,1 1 2-16,2 3 5 0,1 1-7 0,2 2 3 15,3 0-3-15,1 2 3 0,0 1-3 0,0 1 0 16,0 0 0-16,-2 1 6 0,0-3-2 0,0 2 3 0,0 0-4 15,2-6-3-15,0 0 9 0,0-8-1 0,0-3 6 16,0-7 23-16,0 5-14 0,0-7 7 0,0 0-11 16,4 5-3-16,-2-5 3 0,0-1-1 0,1-1 2 15,1 0-6-15,-2-2-5 0,7 2 0 0,0-2-1 16,4-4 5-16,-3 0-5 0,-3-1 1 0,1-4-1 0,1-10 1 16,-5-3 1-16,-1-2-3 0,-1 3 2 0,13-1-1 15,-4 2-4-15,-3-1 1 0,-3 3-2 0,-1-1 3 0,-2 2 4 16,-2 4-2-16,0 2 3 0,0 2-4 15,0 1 2-15,0 5-3 0,0 1 1 0,0-2-12 0,0 0-7 16,0 3 5-16,-2-1-5 0,0 2 4 0,-2 2 3 16,-7 7 1-16,-13 19 2 0,5 13 2 0,1 1-5 15,3-1-1-15,6 0-1 0,5-6 10 0,-2-3-3 16,-12-4 3-16,9-6-3 0,1-2-2 0,4-5 1 16,3 2-3-16,1-4 3 0,0-6 1 0,0 3 5 15,1-3 1-15,1-3 1 0,2 1-5 0,0-1 8 0,18 11-1 16,-2-6 3-16,6 0-5 0,-1-7 1 0,-1-2-3 15,4-7 1-15,-4-2-7 0,4-6 4 0,1-4 2 16,-6 12 2-16,-3-21 1 0,-7-4-3 0,-2 3 3 0,-3-1-2 16,-3 0 5-16,-1 6 6 0,-2-2-7 15,11 6 5-15,-6 1-12 0,-3 2 0 0,-4 3 3 0,-2 2-1 16,-2 1 3-16,1 6-5 0,-20 3 5 0,-14-20-5 16,0 9 5-16,-6 7 4 0,1 4-7 0,10 4 7 15,-5 2-3-15,9-1 3 0,4 3 4 0,2-2-3 16,3-1-6-16,8 1 0 0,2-2-4 0,7-2 1 15,-2 2-7-15,0 0 2 0,1 0 0 0,-1-1 1 16,2 1 3-16,0 0 0 0,0 0-2 0,0-2 0 0,2 0 0 16,2 0-5-16,0 0 1 0,4 0-4 0,14-4-7 0,1-1-27 15,-7 1-38-15,-4 2-26 0,-7 0-424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49:51.76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19877 5534 256 0,'0'0'-65'0,"0"0"33"0,0-2-12 15,0 0 1-15,0 1 55 0,0-1 3 0,0-2 20 16,0 0-2-16,0-9 5 0,0 2-4 0,0 0 13 16,0-6-8-16,0 4 10 0,0 0-10 0,0 0-1 15,0-1 0-15,0 1-4 0,0-2-26 0,0 7 1 0,0 1-5 16,0-2 5-16,0 5-5 0,0-4 2 0,0 7 1 16,0-3 0-16,0 2 12 0,0-2-2 0,0-1 3 15,0 3-4-15,-2-2-5 0,0 0 1 0,0 1-4 0,0-1 4 16,-2 0 3-16,-5-1-5 0,-4-3 3 0,-2 1-3 15,2 1 2-15,2 3 4 0,0-1-3 0,4 2 1 16,-6-4-16-16,0 3 5 0,0-1 1 0,3 2 3 16,-6-2 6-16,-1 1-12 0,0-1 1 0,-1-2-3 15,3 3-1-15,0-1 7 0,0 0-3 0,-4 1 5 16,5 1-5-16,-3-2 9 0,-2 0-7 0,3 1 6 16,-1-1-9-16,4 2 2 0,-2 0 5 0,-2 0-4 0,2 0 0 15,1 1-1-15,-1-1-4 0,0 2 2 0,2 0 6 16,-2 0-6-16,0 0 0 0,-2 2-1 0,1 1 3 0,-3 1-6 15,2 2 5-15,3-3-7 0,-3 1 4 0,2 0 1 16,0-1 0-16,-3 3 0 0,1 0 1 0,-2-1 4 16,3 1-2-16,-7 1 3 0,7-1-5 0,-3 3-7 15,-5 2 6-15,5 0-5 0,-3 2 5 0,2-2 2 16,-3 2-5-16,3-1 5 0,-4 1 5 0,-2 0-11 16,2-2 7-16,0 0-7 0,-1 0 11 0,5-2-2 15,3 1-9-15,-7 3 4 0,7-4-3 0,-3 2 0 16,0 0 9-16,1 0-6 0,0 0 2 0,3-1-4 0,-1 1 1 15,2-2-2-15,0 0 3 0,1 2 3 0,-1-1-7 16,2-3 4-16,0 2-3 0,0 1 4 0,2-3 3 16,-1 1-1-16,3-3-8 0,2 1 5 0,-1-1-4 15,3-1 4-15,-1-2 0 0,-1 5-3 0,3-1 3 0,-2 3-2 16,-1-1-5-16,1 1 5 0,-1 0 1 0,0 0 2 16,1 1 1-16,-1-3-3 0,1 2 1 0,4-1-1 15,-3-1-2-15,1 3 3 0,-4-1-5 0,5 2 5 16,-3 0 0-16,2 0 1 0,1 2-1 0,-1 0 0 15,0 0-1-15,1 2 0 0,-9 0 0 0,1 4 0 0,0-1-4 16,2 1 3-16,-2 3 3 0,1 2 0 0,-1 2 1 16,0 2-4-16,2 2-1 0,-2-1 0 0,3-3 7 15,3-2-4-15,-1-1 3 0,2-7-3 0,-1 7-7 0,-1-3 6 16,1 1-1-16,-1 3 2 0,2-8 7 0,1 1-7 16,-1 0 0-16,2-2-2 0,-2 1 2 0,3 5 1 15,1-4-4-15,0-3 3 0,1 5-4 0,1-6 1 16,2 4 8-16,0-2-5 0,-1-1-1 0,3 1 5 15,1 0-8-15,1 0 8 0,-1 0-5 0,-1-2 1 16,-1 0 0-16,3 0 2 0,-1 0 0 0,-1-2-2 16,1 0 2-16,-1-2-2 0,-1 1 4 0,3-1-3 0,-6-2 3 15,9 3-3-15,0-3 3 0,0 1 3 0,2-1-7 16,-2-1 4-16,4 1-3 0,0-1 1 0,2-1-2 16,1 1 0-16,1 1-5 0,1-1 7 0,1-1 2 15,-1 3 0-15,-1-3-3 0,-1 5-1 0,3-3 0 16,-3 4-1-16,4 0 5 0,-1-2-6 0,1 3 0 15,2-3-3-15,-5 0 7 0,1 2 1 0,1-3-2 0,-3-1-1 16,6 1-1-16,1-7 3 0,1 3 3 0,-2-2-1 16,-4 13-5-16,6-2 8 0,-2-6-2 0,4 1 7 15,6-3 2-15,-7-5-9 0,1-2 4 0,-4 1-5 16,1-3 8-16,-1-2-12 0,0 1 8 0,-2-3-10 16,2 3 7-16,-1-1 5 0,-1-1-7 0,0-1 6 0,-2 1-14 15,3-1 9-15,-1 1-4 0,2 0 8 0,0-3-1 0,-3 3-2 16,7-4-2-16,-6 1-1 0,2-1 1 15,0 2 0-15,2-4 4 0,-2 2-2 0,2-2 8 0,2 0-9 16,-6 2 3-16,1-2-6 0,-1 0-1 0,-3 2 4 16,3-4 2-16,2 0 1 0,-2 2 0 0,1 0 1 15,-5 0-3-15,-5 4 4 0,4 5 4 0,-2-11-7 16,-4-2 9-16,2 1-9 0,-2 1 4 0,-2-6 0 16,2 7 0-16,0-7 1 0,1 1-4 0,-5-3 7 15,0-8-7-15,1 3 8 0,-3-2-8 0,3-3-5 16,-3 1 7-16,1-7-6 0,-2 4 4 0,-2-4-2 15,1 7-3-15,1-1 2 0,-2 0-1 0,0 3-2 16,16 2 6-16,-7 4-3 0,-3 4 14 0,-4-1-9 0,-3 4-1 16,-1-1-1-16,0-1 8 0,0 4-10 0,0 1 6 15,0 2-8-15,0-1 9 0,-1 2-6 0,-1 0 4 0,0 2-5 16,0-2-3-16,0 1-1 0,-2-1 1 0,1 0 1 16,-1 2 0-16,0 0 1 0,2 1-5 0,-3-3 3 15,1 2-2-15,-1-4 0 0,1 5 2 0,-2-1-2 16,3 2 0-16,-5-5 6 0,1 1-4 0,-1 0 5 15,-1-2-10-15,7 4 3 0,-11-4 0 0,2-2 3 16,-6 0 1-16,-3-5 5 0,1-3-6 0,-5 1 5 0,2-2-2 16,0 0 2-16,1 2 3 0,3 1-3 0,1-1-7 15,0 3 6-15,-5-1-7 0,-2 3 7 0,2 2-3 16,-3 2-4-16,-1-1 6 0,2 6-7 0,-2 4-1 0,-2-1 2 16,2-10-3-16,-3 6 1 0,-3 9-25 0,-3 11-251 15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49:55.4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16540 5610 25 0,'0'0'0'0,"0"0"1"0,0 0 21 16,0 0-6-16,0 0 3 0,0 0-3 0,0 0-4 0,0 0-10 15,0 0 10-15,0 0-11 0,0 0 0 0,0 0 4 16,0 0-7-16,0 0 8 0,0 0 11 0,0-2-1 15,0 1 4-15,0-1-3 0,0 0 17 0,0 2 7 16,0 0-3-16,0-2 2 0,0 2-6 0,0-2 0 16,-2 2-1-16,0 0-1 0,0 0-8 0,1 0-12 15,-1 0 5-15,-2 0-7 0,-5 0 8 0,-6 0-13 0,4 0 12 16,0 0-11-16,-2 0 12 0,0 0-5 0,-6 0-7 16,2 0 4-16,1 0 3 0,-3 0-7 0,0 0 6 15,-3 0-8-15,0 2 0 0,-2 0 15 0,-4 2-7 16,-2-3 9-16,0 1-3 0,-1 0-4 0,-6 2 7 0,1-2-7 15,-2 0 0-15,0-1-3 0,3 1 0 16,4-2 0-16,-1 0 3 0,2 0-7 0,-1 0 0 0,3 0-2 16,4 0-3-16,-2 0 2 0,5 2-1 0,-1 0 1 15,0 0 3-15,5-2-5 0,-2 2-1 0,6 0-1 16,-3-1 4-16,5 1-10 0,-1 0 6 0,5-2-7 16,1 0 8-16,1 0 6 0,3 0-8 0,0 0 4 15,-2 2-12-15,1 0 3 0,-1-2 0 0,0 2 1 0,2 0-3 16,1-1-4-16,-1 1 8 0,0 0-7 0,0 0 12 15,2 0-8-15,0 0 0 0,0 0-3 0,0-1 12 0,2 1-1 16,0 0-1-16,1-2 0 0,1 2 0 0,7 0 1 16,6 0-1-16,3-2 0 0,3 0-10 0,1 0 5 15,0 0 5-15,0 0-1 0,-5-2-2 0,7-2 3 16,0-1-8-16,0-1 9 0,3-3 5 0,3-1-8 16,1 1 5-16,1-2-7 0,1 0 2 0,-5 2 2 15,-2-3 1-15,0 1 1 0,-4 0 3 0,-4 2-2 16,2 0-3-16,-3 3 1 0,-2 0-10 0,-3 3 7 0,-2 1-1 15,-3 0 3-15,-2 2 9 0,-1 0-6 0,-2 0 2 16,-3 0-5-16,3 0 0 0,0 0 9 0,0 0 2 16,-1 0 3-16,-1 0-2 0,0 0 2 0,0 0-2 15,-2 0 3-15,0 0 1 0,0 0-6 0,-2 0 0 16,0 0-1-16,0 0 7 0,-1 0-12 0,-7 0 3 0,-5 0-5 16,1 0 10-16,-5 2-11 0,0 0 4 0,-7 0-5 15,4-1 8-15,-2 3-4 0,-7 2 7 0,-1-1-7 16,-3 1-2-16,-2-2 12 0,1-1-12 0,1 1 12 15,-2 2-7-15,-2-3-7 0,-2 1 10 0,4 0-9 16,2-1 9-16,1-1-2 0,3 0-2 0,1 0 2 16,2-2-6-16,4 2 1 0,-2 0-3 0,2 0 3 0,0-1 6 15,-1 1-6-15,1-2 7 0,2 0-7 0,0 0 4 16,-2 0-7-16,3 0 2 0,1 0-1 0,-1 0 9 0,7 0-3 16,-3 0-1-16,4 0 2 0,0 0 2 0,4 0-9 15,3 0 0-15,2 0-3 0,1 0 5 0,-1 0-1 16,0 0 0-16,0 0-2 0,1 0-7 0,1 0-1 15,0 0 0-15,0 0 1 0,0 0 6 0,0 0 1 16,1 0 0-16,-1 0 0 0,0 0-4 0,0 0 4 16,0 0-1-16,0 0 2 0,2 0 2 0,0 0-5 15,0 0 2-15,0 0-2 0,0 0-2 0,0 0 4 0,0 0 0 16,0 0 2-16,0 0-1 0,0 0 2 0,0 0-4 16,0 0 3-16,0 0-1 0,0 0-5 0,0 0 4 15,0 0-5-15,0 0 9 0,0 0 4 0,0 0-4 16,0 0 4-16,0 0-3 0,0 0-4 0,0 0-1 0,-2 0 0 15,1 0 1-15,-1 0-1 0,2 0 0 0,0 0 0 16,-2 0 5-16,2 0-6 0,-2 0 4 0,2 0-5 16,0 0 6-16,0 0-4 0,0 0 6 0,0 0-6 15,0 0 0-15,-2 0-2 0,2 0 3 0,0 0-2 16,0 0 0-16,0 0 3 0,0 0-8 0,0 0 7 0,0 0 0 16,0 0-6-16,0 0 5 0,0 0-6 0,0 0 4 15,0 0 2-15,0 0-3 0,0 0 3 0,0 0 3 16,0 0-6-16,0 0 6 0,-2 0-6 0,0 0 6 15,1 0 1-15,-1 0-4 0,0 0 1 0,0 2-11 0,0 0 6 16,-2 0-4-16,1 0 6 0,-14 7-1 0,8 6 1 16,-6 0-3-16,7 0 2 0,3-1-1 0,-3 1 4 15,5 0 4-15,-3 0-2 0,1-2-2 0,3 2 1 16,-2-2 0-16,2 0 0 0,-7 0-9 0,3-4 12 16,1 2-8-16,-1 0 10 0,2-1-8 0,1 1-3 15,-3 0 5-15,4-4-5 0,-1 5 7 0,1-5-1 16,2 2-1-16,-2 2 2 0,2-1 5 0,0-3-6 0,0 2 2 15,0-1-3-15,0-3 0 0,0 1 0 0,0-4 3 16,0 2-3-16,0-1 9 0,0 1-9 0,0 0 2 16,0-1-4-16,0 1-2 0,0 0 11 0,0 0-3 15,0-3 4-15,0 1-17 0,0 0 12 0,0 0-2 0,0 0 6 16,0 0-7-16,0 0-1 0,0-1 3 0,0 1 0 16,0 0 11-16,0 0-8 0,0 0-1 0,0 0-2 15,0 0-4-15,0-2-14 0,0 0 4 0,0 0-7 16,0 0-6-16,0 0-11 0,0 0-6 0,0 0-7 15,0 0-70-15,0 0-75 0,2 0-18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49:56.70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14609 6023 49 0,'0'0'6'0,"-2"0"6"0,0 0 10 0,-1 0 0 0,-5 1 4 15,-10 7-1-15,-1-1 15 0,-3 1 1 0,1-1-1 16,-1 1-1-16,3-1-3 0,6-3-7 0,0 1 5 16,8-3-8-16,-3 2-1 0,1-1-9 0,1 1-3 0,3-2-1 15,1-2-8-15,-2 4 2 0,0-1-3 0,3 1 2 16,-1 0-2-16,0 0-2 0,2-1 10 0,0-1-6 16,2 4 12-16,0-3-8 0,3 5 2 0,8-6-3 15,13 1 5-15,-5-1 10 0,3 13-9 0,0-4 7 16,-4-5-18-16,-3-4 5 0,0 0 1 0,-2-2 1 15,-2 0-1-15,1-2 4 0,-2 0-1 0,-3-2 1 0,2-1-12 16,-5 1 12-16,-1 0-4 0,-1 0 7 0,-2-9 1 16,0 4-3-16,5 0-1 0,0-2 0 0,-1-2 1 0,-2 2 5 15,-2 0 1-15,-2 1 0 0,0 5-3 0,0 1-10 16,0 0 4-16,0 2-5 0,-2-1 6 0,-2-1-14 16,-3 0 3-16,-8 1-6 0,-2 3 1 0,-2 1 4 15,1 7-6-15,-6 5 8 0,3-11 2 0,5 22-5 16,-1-4 2-16,6 4-5 0,0-11-6 0,5 0 10 15,0 2-8-15,-3-2 7 0,2 0-11 0,3-5 12 16,2-3-1-16,2 1 2 0,0-4-9 0,0 5 13 16,0-3-2-16,2-1 8 0,0 1-1 0,0-2 0 15,1 0-1-15,5 0 0 0,9 1-3 0,-3-3-5 0,3-1 0 16,-4-1 0-16,-2-2 5 0,0-2 4 0,-3 1 3 16,-1 1-3-16,1-9-9 0,-5-2 12 0,1 0-8 15,0-1 11-15,-2 1-5 0,9 0-3 0,-2-2 4 16,-3 4-3-16,-3-2 9 0,-1 3-3 0,0 0 2 0,-2-1-4 15,0 4 2-15,0 2-9 0,-2-3 3 0,0 3-5 16,1 1 5-16,-1 3-9 0,0-1 4 0,2 2-4 16,-13-7 1-16,-2 0 2 0,-4 1-5 0,-1 4 3 15,1 4-5-15,-5 2 2 0,0 6 5 0,0 3-1 0,0 4-2 16,5-8 1-16,-1 19-6 0,7 2 4 0,2-4-11 16,7 2 6-16,-13 0-1 0,8-6 3 0,0 6-1 15,3-3 3-15,2-1-5 0,4-2 4 0,0-3 2 16,2-4-5-16,2 0 9 0,0 0-6 0,1-2 12 15,1-3-9-15,7-1 0 0,13-1-1 0,-2-3 9 0,2 1 1 16,-2 13-6-16,-2-6 1 0,4-4-10 0,-7-3 7 16,3-2 3-16,-5-2 1 0,0 0-2 0,-2-2 9 15,-2-2-7-15,0-1 7 0,0-4-5 0,-2 5-4 16,0-17 6-16,-2-6-6 0,-1-3 14 0,-1-2-14 16,-3-1 6-16,16-2-8 0,-7-1 6 0,-4 1 7 15,-5 3-8-15,-4 7 7 0,0-1-13 0,-2 3 2 0,-1 3 1 16,-3 3 0-16,0 2 3 0,-1 2 1 15,0 4-4-15,-5 3 2 0,-10 1-9 0,0 3 7 0,-4 0-1 16,0-15 2-16,-2 8-7 0,-7 5-2 0,-2 4 5 16,-4 6-3-16,0 3 2 0,2 6 1 0,2 2 0 15,9-2 0-15,2 0 1 0,4-14-6 0,5 20 3 0,2-3-4 16,0 5-2-16,8-5 7 0,1 3-11 0,4-3 11 16,-11 1-9-16,4-1 3 0,5-3 2 0,3 4 0 15,2-6 11-15,3-4 1 0,0-2 0 0,11-3-1 16,16 15 1-16,6-4 5 0,2-8-2 0,2-5 2 15,0-2-6-15,-2-6-13 0,-2 1 9 0,-9-1-10 16,-4 1 0-16,-9 1-19 0,-6 0-49 0,-5 4-21 0,0 0-504 16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44:44.10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24205 8629 256 0,'0'0'5'16,"0"0"5"-16,-2 0 18 0,0 0 5 0,0 0-4 15,-2 0-3-15,1-1-15 0,-1-1 0 0,2 2 2 0,-2 0 15 16,1 0 10-16,1 0-4 0,-2-2 4 0,0 0-15 15,1 0-6-15,1 2 1 0,0 0-3 0,0 0-9 0,0 0 6 16,0 0 1-16,0 2 3 0,2 0 9 0,0 3-7 16,-3 23-1-16,-1 4-1 0,-2 1-9 0,1 1-8 15,1-3 1-15,-1-3-1 0,1-2 11 0,2-6-5 16,0-1 2-16,2-2-2 0,0-4 8 0,0-2 25 16,4 0-10-16,-2-5 14 0,0-1-11 0,29-3-2 15,3 17 5-15,6-10-6 0,12-7-2 0,12-10-5 16,2-8-4-16,10-10 1 0,1 22-9 0,6-39-3 15,10-11 6-15,15-5-5 0,11-8-6 0,10-7-5 0,1 3-6 16,-3 1 1-16,1 7-20 0,15 7-77 0,7 0-60 16</inkml:trace>
  <inkml:trace contextRef="#ctx0" brushRef="#br0" timeOffset="4671.84">16952 9736 256 0,'0'0'-46'15,"0"0"34"-15,0 0 11 0,0 0 4 0,0 0 50 16,0-2-5-16,0 0-14 0,-2 0-1 0,0 1-2 0,1-1-8 16,-1 0 7-16,2 0-1 0,0 0 0 0,0 0-13 0,0-1 7 15,-2-1 2-15,2 0 2 0,0 0 10 0,0 1-10 16,0-1-7-16,0 0 0 0,0 1-5 0,0-1 1 15,0 0 0-15,0 0-1 0,0 1-2 0,0-1 0 16,0 0-2-16,0 1 0 0,0-1-6 0,0 0-1 16,0 0 5-16,0 3-4 0,0-1 2 0,0 0-4 15,0 0 7-15,0 0-5 0,0-2 9 0,0 3-4 16,0-3-8-16,0 2 4 0,0 0-7 0,0 0-5 16,0 0 2-16,0 2-2 0,0 0 14 0,0 2-4 0,0 0-1 15,0 0-2-15,0 2-6 0,2 9 8 0,0 2-4 16,-1 1 4-16,1-1-7 0,0-2 8 0,-2 0 1 15,0 0 2-15,0 0 0 0,0 2-13 0,0-2 6 0,0 2-8 16,0 0 10-16,0-2-2 0,0 2 3 0,0-2-3 16,0-2 0-16,0 2 5 0,0 0-4 0,-2-2 4 15,0 2-6-15,1 0 1 0,-1-2-2 0,0 2 3 16,0-2 1-16,0 0-2 0,2-2 0 0,-2 3-2 16,2-3-7-16,0 2-10 0,0 0-2 0,0-2-4 15,0 1-20-15,0-5-127 0,2 5-18 0</inkml:trace>
  <inkml:trace contextRef="#ctx0" brushRef="#br0" timeOffset="5090.7">16300 10146 118 0,'-1'0'33'16,"-1"-2"44"-16,0 1-15 0,-2-1 4 0,2 2-7 0,-5-2 3 16,-1 0-25-16,5 2-14 0,-1 0 4 0,2 0-8 15,-2-2-7-15,1 0-9 0,-1 0-2 0,2 1-1 16,0 1 2-16,0 0 7 0,1 0-5 0,-1 0 5 15,2 0-9-15,0 1 2 0,2 1 4 0,-1 0-1 16,3 0-5-16,17 5 12 0,5 1-4 0,11-1 8 0,4-5-5 16,5-2 6-16,8-2 1 0,9-1 2 0,2-3 4 15,6-1-13-15,-3-3-1 0,-3 1-4 0,-4 0-2 16,-1-1-4-16,1 3 3 0,-1 1-3 0,-3 3 8 16,-3 1-6-16,2 0-2 0,-8 2 0 0,-3 0-6 0,-6 0 3 15,-4 0 3-15,-9 0-1 0,-2 2 1 0,-6 0-3 16,-1 0-2-16,-8-2 2 0,1 0 3 0,-7 0 0 15,-1 0 1-15,0 0-1 0,2 0 0 0,0 0-6 16,-3 0-6-16,1 0-8 0,0 0-90 0</inkml:trace>
  <inkml:trace contextRef="#ctx0" brushRef="#br0" timeOffset="5379.63">16898 10427 195 0,'0'0'28'0,"0"0"4"0,0-2 27 0,0 0-2 0,0 0-25 16,0 0-12-16,0 0-6 0,0 2 2 0,0-1-5 15,2-1 11-15,0 0 3 0,2 0 1 0,1 0-2 0,16-5-4 16,3-1-7-16,0 1 3 0,4-1-3 0,-2 3-12 16,0-1 7-16,-4 3-8 0,0-1 1 0,-3 2-13 15,0 0-2-15,-6 2-5 0,0 0-1 0,-8 0-120 16</inkml:trace>
  <inkml:trace contextRef="#ctx0" brushRef="#br0" timeOffset="5510.95">16807 10623 495 0,'0'0'20'0,"0"0"4"0,0 0-8 16,0 0-5-16,0 0-3 0,0 0 15 0,2 2-6 0,0 0 2 15,2 0-4-15,11 4-4 0,11 1-8 0,7 0-5 0,10-1 0 16,5-4-9-16,15-2-150 0</inkml:trace>
  <inkml:trace contextRef="#ctx0" brushRef="#br0" timeOffset="42884.68">24221 8607 33 0,'0'-2'0'0,"0"0"7"0,0-1 65 0,0-8-21 16,0-1-2-16,0 1-32 0,0-2-2 0,2 0-13 15,0 4 10-15,0-2-9 0,-2 3 8 0,2-1 1 16,0 2-3-16,-1-1 5 0,1 3 9 0,-2-1 15 0,0 1 4 15,0 1 3-15,0 0-1 0,0 0 1 0,0-1-4 16,0 1 3-16,0 2-2 0,0 0-22 0,0 1 7 16,0-3-12-16,0 0 1 0,0 0-1 0,0 1-6 0,0 1 2 15,0 0-19-15,0 0 8 0,0 0 1 16,0 0 3-16,0 1-2 0,2-1 8 0,0 2-10 0,0 0 7 16,-2 0-7-16,0 0 5 0,0 2 2 0,0-1 2 15,0 3 1-15,0 0-3 0,5 14-2 0,-1 3 0 16,2 3 4-16,-1 0-5 0,-1 2 4 0,-2-2-6 15,0 2-2-15,0 2-1 0,-1 2-2 0,1-2 2 16,0-1 5-16,0-6-1 0,0 1 0 0,0-5-1 0,0-2 0 16,-1 1 5-16,1 1-5 0,2-4 5 0,0 2-7 15,-1-2 5-15,3 2-1 0,0-2 2 0,-1 0-4 16,1-2-3-16,1 2 4 0,-1-2-4 0,-1 0 2 16,1 0 2-16,-1-1-1 0,-1-3 3 0,0 1 1 0,-1-3-4 15,-1-1 7-15,4-2-5 0,3 0 4 0,-3-1 8 16,1 1-7-16,2 6 8 0,1-3-6 0,-3-1 3 15,4 2-2-15,2-3 2 0,6-1 0 0,3-2-7 16,2-2 5-16,2-3-6 0,2-5-6 0,6-3 1 16,3-5 1-16,5-4 2 0,3 20-1 0,7-28-2 15,6-2-1-15,5-5 3 0,7-2 13 0,6-7-8 0,0-8 2 16,1 0-5-16,1-3 11 0,-2-3-2 16,2 5 5-16,3 1-5 0,9 4-9 0,6-1 12 0,2 5-14 15,-1 3 11-15,-6 1-14 0,-11 4 14 0,-11-1-2 16,-6 0 6-16,-6 2-7 0,-1 4-2 0,0 1 1 0,-6 8-2 15,0 6-2-15,-4-8-8 0,-9 7 5 0,-3 1-7 16,-6-3 2-16,-4 8-4 0,0 2-2 0,-5 0-2 16,1 5-15-16,-1-3-108 0,-6 2-78 0</inkml:trace>
  <inkml:trace contextRef="#ctx0" brushRef="#br0" timeOffset="57656.64">15727 3908 36 0,'0'-2'0'15,"0"0"45"-15,0 0 3 0,0-2 9 0,5-12-2 0,-1-3-43 16,-2 6-3-16,2 2-13 0,-3-2 4 0,1 4-6 15,0 1 10-15,0-1 1 0,-2 5-2 0,0-1 0 16,0-3-3-16,0 1 11 0,0-6-2 0,0 0 4 16,-2 0-1-16,-2 0 14 0,-1 2 3 0,-1 1 3 0,1 1 5 15,3 0-11-15,-17 1-7 0,1 3 2 0,-1-1 1 16,-3-9-14-16,1 6 11 0,-3 0-14 0,-4 3-1 0,1 4 7 16,-3 2-7-16,-4 2 8 0,-1 4-5 0,4 1 4 15,-5 4 0-15,1 1 0 0,2 1-4 16,1-2 1-16,1 0 0 0,6 0 2 0,3-2 3 0,-6 2-9 15,0 2 3-15,2 0-6 0,-5 6-4 0,3 0 6 16,0-16-3-16,-5 18 7 0,5 3 0 0,0-2-7 16,0 0 0-16,0-3-4 0,2 0 4 0,0-1-1 15,4 1 6-15,2 3-5 0,-1-2 8 0,5 1-7 16,-1-3 0-16,2-1-1 0,4 0-4 0,2 0 5 16,1 1 2-16,1-1 2 0,1 0-5 0,2 1 0 0,1 1-5 15,-10-1 4-15,2 3-18 0,3-3 12 0,3 4 3 16,3-1 3-16,2 3-1 0,2 4 3 0,1 3-7 15,1-1 6-15,2 2 1 0,1-3-5 0,2-1 4 16,2 6-6-16,1-8 6 0,-1 3 6 0,2-1-3 16,0-2 4-16,3 4-9 0,-1-6 7 0,0 0-3 0,-9-1 4 15,16-3-6-15,2-1 1 0,4 1 0 0,0 0 1 16,5 1-1-16,2 1 2 0,4-2-3 0,4-1 0 16,-2 1-1-16,5-1 9 0,-5-2 3 0,4-1 1 15,-2-3 3-15,1 0 8 0,3-3-6 0,-3-1 6 16,1-2-15-16,1-3 0 0,2 0 2 0,6-2-1 0,2 1 1 15,5-1-10-15,4 0 4 0,-2 0-4 16,6 0 4-16,-6 26-5 0,-5-15 2 0,-3-8-2 0,-6-3 9 0,-5-2-8 16,3-2 0-16,-5-1-2 0,3-3-4 0,-2 0 10 15,1-3-3-15,-1-2 5 0,5 0-5 0,0-2 2 16,-1-2-2-16,-1 0 3 0,-3 2-3 0,-4-2 1 16,-4 0 3-16,-5 1 0 0,-2-1 4 0,-6 0-5 15,2 11-1-15,-3-18 0 0,-5-2 3 0,-1-4-4 16,-2-4 4-16,-4-5-4 0,-1-4-1 0,-3-5 8 15,1-6-4-15,-4 2 8 0,0 0 16 0,24-4-3 16,-17 2 2-16,-9 5-4 0,-6-1 2 0,-3 7-3 16,-4 2 8-16,-2 6-8 0,12 0 3 0,-38 3-3 0,-6 2-4 15,-8 0 3-15,-10 2-2 0,-8 0-20 0,-5-2 5 16,-3 4-11-16,-5 4-8 0,-10 3-7 0,-20 6-1 16,-25 5-3-16,-16-35-26 0,-12 38-147 0,-23 16-85 15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08:38.5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12717 15382 13 0,'-2'0'0'0,"0"0"22"0,-1 0 21 0,-20 0 3 15,-1 0 1-15,4 2-20 0,1 2-22 0,-3 0 7 16,1 1-1-16,1 1 3 0,0 1-9 0,-1 2-1 16,-1 3-3-16,-2 1 2 0,-2 1 4 0,0 3-5 0,0 0 0 15,-2-12-3-15,2 16-11 0,-2-1 17 0,-3-1-7 16,1-1 11-16,-2 1-2 0,-1-1 7 0,3-1 0 16,4 2 1-16,-2-1 0 0,8-1-8 0,-1 2 7 15,7-1-7-15,1 1 4 0,3-3-10 0,5 7 0 16,-3-1-1-16,3 0 6 0,1 2-8 0,2-1 3 15,-15 6-4-15,10 1 5 0,5-2 3 0,2 2 3 0,4-4 0 16,3 2 6-16,1-2-1 0,3 1-5 0,-2-2 3 16,0-3 0-16,4 0-2 0,-1-3 11 0,-11-1-9 15,18 1 14-15,0-2-16 0,1-3-1 0,-1-1-4 16,3 0 11-16,0-2-7 0,0 2 1 0,3-1-4 16,-5-3 2-16,2 2-1 0,2-2-2 0,0 1 0 0,4-1-1 15,0 0 1-15,0-1 0 0,2-1 0 0,-1-1 5 16,3-1-7-16,-2-1 2 0,5-2-4 0,2 0-7 15,0-1 9-15,6 24 6 0,-6-14 0 0,-2-6 4 0,-1-3-6 16,-3-2-6-16,5 0 3 0,-1-4 6 0,0-1-3 16,-1-3 3-16,-5 1-5 0,5-4-7 0,-6 0 6 15,3-2-1-15,-3 0 4 0,0-2 0 0,-4 0-6 16,0 0 6-16,0 13-6 0,-1-16 7 0,-5-5-1 16,-1-1-4-16,-6-2 2 0,0 4-5 0,-2-4 3 15,1 2-2-15,-1-8 2 0,-5-1-3 0,-1 0 5 16,-1-3-1-16,19 1 3 0,-10-2-13 0,-6 2 10 15,-5-1-4-15,0 5 6 0,-3 1-1 0,-3 0-3 16,1 1 3-16,-5-1-4 0,3 4-6 0,-4 0 16 16,0 2-8-16,-1 1 13 0,-1 3-2 0,0 0-3 0,12-1 10 15,-14 3-8-15,-4-1 4 0,2 2-2 0,-3-1-2 16,3 1 2-16,-1 2-2 0,-3-1-6 0,5 1-3 16,-5 0 0-16,1 2 1 0,-1 2-5 0,1 0 1 0,1 1-4 15,-1 3-9-15,1 3 9 0,1 0-11 0,-1-9 9 16,4 6-15-16,4 3-30 0,2 2-5 0,3 2-25 15,3 0-179-15</inkml:trace>
  <inkml:trace contextRef="#ctx0" brushRef="#br0" timeOffset="1301.58">16161 15473 49 0,'0'0'26'0,"-2"-2"22"0,0 1 2 0,1-1-7 16,-1 0-9-16,-2 0 4 0,0 0-12 0,-9-7-22 16,-2 0 6-16,1-1-12 0,-3 1 2 0,-5-2 1 15,5 5 6-15,-9-1-3 0,0 1-1 0,2 4 0 16,-2 2-6-16,2 0 3 0,0 0 0 0,-2 0 3 15,-2 2 10-15,2 0-5 0,2 2 4 0,-1 0-7 16,-1-1 0-16,2 3 0 0,-2-1 9 0,-2 3-7 0,1 1 1 16,-1 0-1-16,2 3-1 0,3-3 8 0,1 2-4 15,0 2 6-15,1-2-7 0,1 2-8 0,3-2 4 16,3-7-4-16,-1 13 8 0,0-1-10 0,0 3 3 16,0 3-4-16,-3 0 9 0,3 4-10 0,-2 2 2 0,0 4-5 15,2-1 5-15,2 3 4 0,-1 1-3 0,4 4 5 16,1 0 1-16,2-2-9 0,-3-3 3 0,7-3-4 15,-1 1 4-15,0-2 10 0,-14 3-3 0,6-5 5 16,7-2-12-16,3 0 9 0,4-2 2 0,2-2 4 16,-1-1 3-16,5-3 2 0,-3-1-6 0,3 0 6 15,1-1 1-15,2 1-9 0,-3-2 4 0,10 2-6 16,1-3 12-16,-1-1-11 0,1 0 3 0,1 0-6 0,1-3 3 16,-1 1-2-16,1-4 0 0,-1 1-1 0,2 1-6 15,-1-3 4-15,3 1 1 0,0-3-2 0,4 1-9 16,0-3 6-16,1 0-1 0,3 0 5 0,-1 16 2 0,-1-6-8 15,7-5 3-15,0-3-4 0,1-4-5 0,4-4 6 16,-3-2-2-16,0-1 4 0,4 0 2 0,-6-3-2 16,0-1-2-16,-3-2 1 0,-5 0 4 0,1-2-3 15,0-1 4-15,-1-1-4 0,1 0 3 0,-2 0-5 16,0-1 4-16,0 14-4 0,-2-18 12 0,-2 0-9 16,0-3-3-16,-2 3 0 0,1-6 9 0,-7 1-4 15,1-3 6-15,-8-4-7 0,-3 7-4 0,12-5 9 16,-5-1-6-16,-5 3 8 0,-3-5 4 0,-5 3-7 0,-3-1 6 15,-7 1-8-15,-3 2 2 0,-3 1-9 0,10 1 2 16,-25 4-4-16,-7-2 5 0,-2 5 0 0,-5 1 0 16,2 5-1-16,-3 2-6 0,-6 4-10 0,-4 3 1 15,-7 4-3-15,-6-28-9 0,-3 21-17 0,3 9-18 0</inkml:trace>
  <inkml:trace contextRef="#ctx0" brushRef="#br0" timeOffset="3316.07">20727 15440 256 0,'0'0'-58'0,"-2"0"43"0,0-2-6 16,0 0 8-16,-1 0 53 0,-7-3-6 0,-6-3-10 15,-1 3 8-15,-4-3-10 0,1 3-3 0,0-1 4 16,-5 1-15-16,3 1 11 0,-4 0-12 0,0 0-1 16,-2 3 4-16,-1-1-4 0,5 2 1 0,-6 0 7 15,2 0-4-15,0 0 4 0,2 0-9 0,2 2 15 0,0-1-4 16,0 3 6-16,1 0-14 0,-3 0-1 0,2 1 4 15,0 3-2-15,2-1 3 0,0 0-3 0,-1 1-2 16,3-1 1-16,-1 1 2 0,3-1 5 0,1-1-2 16,2-1 1-16,-3 3-8 0,3-3 12 0,0 3-7 0,2-3 6 15,4 1-22-15,-1-1 6 0,-1 3 0 0,4-3 5 16,-4 8 8-16,2 2-13 0,-3 2 1 0,1 0-4 16,4 1 5-16,-2 3-7 0,-1 3 8 0,1 0-7 15,-2 0 11-15,2 4-5 0,1-2-2 0,-3-2-1 16,4 4 0-16,1 0 2 0,0-6-2 0,3 2 3 15,1 0-3-15,-15 0-3 0,6 2 1 0,5-1 0 16,3-1 6-16,1-4-5 0,2 2 1 0,0 3-3 0,2-1 7 16,3-2-3-16,3 0 3 0,1-1-4 0,-2-5-4 15,5 3 3-15,-1-2-2 0,-8-1 1 0,18-1-11 0,-4-4 3 16,3 4 6-16,-3-4-3 0,3-1 11 16,-1 1-10-16,-1-2 0 0,1-2-4 0,1 3 5 0,-1-3 4 15,1-1 2-15,1 1 2 0,1 1 5 0,0-3-7 16,2-1-1-16,2 0-1 0,2 14 0 0,-2-7 2 15,4-3 6-15,1-3-2 0,3-3 7 0,3-2-6 16,4-2 0-16,-4-1-1 0,2-5 3 0,-6 1 1 16,-5-3 2-16,8-1 0 0,-3-4 6 0,2-1 3 15,-1-3-3-15,-5 15 3 0,-3-23-7 0,0-7-6 16,-2-1 7-16,-1-2-5 0,-3 0 4 0,1 1-4 0,-3 1-5 16,1 0 3-16,-6-2 6 0,0 0-8 0,-4-1 7 15,-2 3-10-15,1-2-2 0,-4 2 10 0,-3-1-6 16,1 1 9-16,19 2-4 0,-10 1 1 0,-6 1 1 15,-3-1-1-15,-2 1-5 0,-3-3 13 0,-3 3-8 16,-5-3 9-16,-2-5-4 0,-4 0-6 0,-3-4 13 0,-3 1-10 16,20 5 7-16,-31-4-5 0,-1 7-10 0,-8-1 5 15,1 2-12-15,-10 7-4 0,0 5-3 0,-2 10-2 16,-4 4-20-16,-1-21-75 0,-2 18-159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46:07.477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FF0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9321 5532 34 0,'0'0'22'16,"0"0"1"-16,0-2 23 0,0 1-1 0,0-1-6 0,0 0-13 15,0-2 4-15,0-1-5 0,-2-7 2 0,2 5-12 16,-2-6-1-16,0 2-4 0,1 0-7 0,-1 1 9 15,2 5-1-15,-2-2 4 0,0-1-7 0,0 1 10 16,0 1-10-16,-1-3 10 0,3 5-10 0,-2-3 0 16,-2-3 6-16,2 3-5 0,0-4-2 0,0 2 0 15,1-1-1-15,-1 1 2 0,2 3-6 0,0 1 12 16,0-1-12-16,0 1 12 0,0-1-6 0,0 1-1 16,0-1 4-16,0 0-3 0,0-1 8 0,0 1-8 0,0-3 5 15,0 5-6-15,0-1 3 0,0 3 8 0,0-2-9 16,0 1 8-16,0-1-11 0,0 0 11 0,0 0-5 15,0 1 6-15,0 1-5 0,0 0 4 0,0 0 2 0,0 0-1 16,0 0 4-16,0 1-5 0,0 1 3 0,0 0-4 16,0 0-1-16,0 1-6 0,0 1 1 0,0 0-2 15,0 24-3-15,0 2-2 0,0 0-7 0,0-2 4 16,0 0 0-16,0-2 0 0,0 2 5 0,0-4-5 16,0 0-1-16,0 1 1 0,0 1 0 0,0-2 0 15,0 0 0-15,0 3 8 0,-2-5-10 0,2 4 10 16,-2 0-14-16,0-1 10 0,2 3-2 0,0 0 4 15,-2 3-14-15,2 1 8 0,-2 2-5 0,2-1 6 0,-1 3 8 16,1-3-11-16,0 4 6 0,0-1-8 0,0-1 4 0,0-1-1 16,0 3 1-16,0-3-1 0,0-5 1 0,0-1 2 15,0-5-3-15,0-1 2 0,0 1-1 0,0-3 5 16,0-1-5-16,0-2 5 0,0 0 0 0,0-4-4 16,0-2 4-16,0-3-5 0,0 1 3 0,0-3-1 15,0 1-1-15,0 1 0 0,0-2 0 0,0-1 0 16,0 1 5-16,0 0-4 0,0 0-6 0,0-1 5 15,0-1-5-15,0 0 5 0,0 0-14 0,0 0-41 16,0 0 1-16,0-1-15 0,0 1-22 0,0 0-34 16,0-2 9-16,0 0-14 0,0 0 11 0,0 0 40 0</inkml:trace>
  <inkml:trace contextRef="#ctx0" brushRef="#br0" timeOffset="545.22">9276 6340 64 0,'0'0'20'0,"0"0"23"15,0 0 25-15,0 0 2 0,0 0 3 0,0 0-5 16,-1 0-25-16,-1 0-8 0,0 0-5 0,-2 2 2 15,0-2 3-15,-14 7 14 0,-1 1-1 0,1 1 3 16,-5 2-7-16,1 0-17 0,-4-1 4 0,-5 1-7 16,3 0 10-16,-2-2-17 0,6 0 1 0,4 1-7 0,-6 3 0 15,5-2-4-15,1 2 1 0,-1 2-2 0,5-12 7 16,-3 18-10-16,0 1 2 0,3 2-5 0,3 2 2 16,0-2 2-16,2 1 1 0,1 1-2 0,3 0-3 15,3 3-1-15,2 3 3 0,0-1-1 0,1 5 8 0,-1 4-1 16,-19-2-2-16,10 2 1 0,7 1-2 0,4 0 5 15,2-2-3-15,2-2 2 0,2-3-3 0,1-6 1 16,2 1-3-16,2-3 1 0,1 0-7 0,1 2 6 16,1-4 2-16,1-1 2 0,-5-1 2 0,16 2-5 15,-10-2-2-15,14 2-1 0,-4-1-2 0,6-3 11 16,8 2-2-16,-6-5 5 0,1 0-5 0,-3-2-7 16,-5-4 1-16,3 0-3 0,4-2 5 0,-5 0 0 0,3-3-1 15,-1-2 0-15,1-1-7 0,1 18 3 0,-1-10 0 16,0-5 0-16,1-3-3 0,-1-3 4 0,3-3 0 15,2-5 3-15,0-3 0 0,2-2 0 0,-5 0 4 16,-5-2-3-16,7-3 3 0,-7 14 3 0,6-20-11 16,-5 0 7-16,-4 1-11 0,-4-3 8 0,1 4 1 0,-8-2 3 15,-1-2-4-15,1 2 1 0,-5-6 4 0,-1-1-3 16,-4-3 2-16,-3-5 3 0,21-2-3 0,-9-9 2 16,-6-6-2-16,-6-7-6 0,-2 0 4 0,-4 2-5 15,-3 0 6-15,-1 7-2 0,-1 2 1 0,-2 5 0 16,0 5-2-16,-4 5 7 0,0 1-4 0,-4 5 6 0,14 1 5 15,-23 2-1-15,-4-2-2 0,-1 3-1 0,1-5-13 16,-7 4-5-16,4 2 4 0,0 4-5 0,-4 5 3 16,4 0-1-16,1 8-3 0,6 2 3 0,0 5-3 0,4-13-10 15,-2 4-2-15,0 9-4 0,4 4-7 0,0 5 8 16,1 8-7-16,-1 4 7 0,2 16-18 0,1 2-11 16,-1 0 5-16,3 0-10 0,0-1-17 0,2 1-20 15,2 0-6-15,0-2-3 0,2 2-27 0,4 4-94 16</inkml:trace>
  <inkml:trace contextRef="#ctx0" brushRef="#br0" timeOffset="898.07">9421 6786 505 0,'0'-2'14'0,"-2"0"-3"0,1-2 12 0,1 0-2 16,-6-9-15-16,2 4-2 0,2 2-1 0,1 3-1 16,-1-2-7-16,2 5 5 0,0-1 0 0,-2-2 2 15,0 0 2-15,0 2 18 0,0 1-1 0,-1-1 9 16,-1 2 14-16,0 0-10 0,0 0 4 0,3 2-6 0,-1-1-6 16,0 3-7-16,-6 9 0 0,1 6-1 0,0 7-1 15,1 0-12-15,2 5 2 0,1 1-4 0,1 1 5 16,0 1 2-16,2-1 0 0,0-3 0 0,0-2-14 0,0 0 5 15,0-2-2-15,0 0 4 0,0-6 1 0,2 0 0 16,-2-5 1-16,0 0-1 0,0 0 0 0,0-2-4 16,0-2-3-16,0 0-1 0,0-1-27 0,0-1-13 15,0-2-6-15,0-1-2 0,0-2-28 0,0-1-42 16,0-1-16-16</inkml:trace>
  <inkml:trace contextRef="#ctx0" brushRef="#br0" timeOffset="1181.56">9056 6994 846 0,'-2'-2'17'0,"0"0"23"16,0-2-8-16,-5-9-20 0,1 4 4 0,4 3-10 15,-2-1-9-15,4 3-6 0,0-3-1 0,2-4-1 16,6-2-2-16,-3-2 9 0,27-4-2 0,1 1 5 0,-1-3 4 15,1 1-9-15,-1-4 5 0,-1 3-6 0,1-1 12 16,-4 3 2-16,-2 6-3 0,0 0 2 0,-4 6-6 16,-5 0 1-16,-2 3 4 0,-4 2-3 0,0 0 10 0,0-7-6 15,2 1 7-15,-2 5-7 0,-2 1 6 0,3 2-5 16,-1 0-1-16,0 2 0 0,0 3-2 0,-2 3-1 16,-3 5-4-16,1 11 1 0,-3 2-1 0,2 3-13 15,-1-3 0-15,-1 4-7 0,1-2-24 0,-1 0-24 16,0 2-4-16,3-6-11 0,3 2-64 0</inkml:trace>
  <inkml:trace contextRef="#ctx0" brushRef="#br0" timeOffset="1693.77">10589 6526 658 0,'0'0'14'16,"0"0"2"-16,-2-2 21 0,0 0-18 0,1 0 11 0,-1 0-30 15,0 0 0-15,0 1-2 0,0 1 2 16,0 0-11-16,0 0 17 0,1 1-4 0,-1 1 8 0,0 2-5 16,-9 20 3-16,1 2-1 0,1 0 2 0,-2 2 9 15,2 0-8-15,-1 2 1 0,1-3-6 0,2 5-3 0,-1-1-2 16,1 5 8-16,1-1-7 0,-5 2 1 0,2 4 0 15,1-6-6-15,-1 1 4 0,2-7 7 0,-1-3-4 16,1 2-3-16,3-7-1 0,0-5-15 0,1-1 9 16,1-7 6-16,0-3-3 0,0 1 0 0,0-3 0 15,0 1 1-15,1 0 2 0,-1 0 3 0,2-1 0 16,0-1-1-16,0 0 2 0,0 0 3 0,0 0-4 16,-2 0 4-16,0-2-4 0,0 0-5 0,0 0 3 0,1 0-4 15,-1 0 6-15,0 0 1 0,-2 1 8 0,2-1-1 16,-3 0 2-16,-1 2 0 0,2-2-12 0,1 0 5 15,-1 0-6-15,2 0 3 0,-2 2 16 0,1 0-8 0,1 0 12 16,0 0 5-16,0 0-6 0,2-1 5 0,2 1-9 16,0-2-10-16,13 0 4 0,14-2-4 0,8-1 5 15,1-5-4-15,1 1-8 0,0-1 0 0,-4-1-4 16,-4 0-13-16,-6 1-15 0,4-1-1 0,-5 0-6 16,-1 1-19-16,-7 1-39 0,1-2-11 0,-4 1-9 15,0 5-43-15</inkml:trace>
  <inkml:trace contextRef="#ctx0" brushRef="#br0" timeOffset="1844.89">10413 6444 655 0,'0'-2'57'0,"-2"0"10"0,0 0 10 16,0 1-28-16,0-3 4 0,2 2-28 0,0 0-22 15,-2-2-3-15,2 1-3 0,0-1-3 0,2 0 6 16,2 2-8-16,15-7 8 0,7 0-8 0,3 1-16 15,5 3 2-15,-1 3-9 0,-1 0-17 0,-1 0-31 16,-3 2-6-16,-2 0-9 0,2 0-29 0,-4 0-50 0</inkml:trace>
  <inkml:trace contextRef="#ctx0" brushRef="#br0" timeOffset="2137.53">11122 6580 465 0,'-2'0'54'0,"-2"0"-5"0,-12 0 52 0,-7 0-7 16,-1 0-30-16,-2 1-30 0,0 3-5 0,0 4-7 16,2 1-17-16,2 2-2 0,2 0 1 0,-1 4-2 0,3-11-7 15,3 16 0-15,2 2 3 0,7 1-1 0,1-3-2 16,-10 0 0-16,4 3-3 0,3 1 5 0,6 2 10 0,4 2-1 16,4 0-2-16,3-4-1 0,6 4-10 15,2-1 8-15,-14-2 1 0,23 1 4 0,0-4-4 0,2 0 3 16,2 2-2-16,0 4 3 0,-3-4 4 0,1-3-3 15,-2 1 0-15,-5-7-2 0,-1 2-1 0,-5-1 1 16,-6-3 5-16,2 0-3 0,-9-2 13 0,6-1 0 16,-3-1 1-16,-1-2-1 0,-4 1-11 0,0 1-9 15,-4-1-13-15,-11-1 2 0,-18 2-39 0,-6 1-100 16,-4 1-55-16</inkml:trace>
  <inkml:trace contextRef="#ctx0" brushRef="#br0" timeOffset="2558.64">9531 7701 166 0,'0'-2'50'0,"0"0"55"0,-2 0 8 0,0 1-9 16,0-1-4-16,0 0-2 0,-1 0-17 0,-1 0-32 16,0 0 6-16,2 2-16 0,-3-2-11 0,1 1-8 15,0 1-2-15,1 0-2 0,-1 0-8 0,0 1 6 16,1 1-4-16,-3 6 6 0,-9 21 6 0,6 7-7 15,5-1 2-15,2 2-5 0,2 4-4 0,0 0 3 16,2 2-7-16,-2 5 4 0,0 2-12 0,0 4 6 0,-2 5 4 16,-1 8 1-16,-7 4 6 0,1 5-9 0,-2 2 5 15,0-4-6-15,3-5 9 0,-1-8-2 0,3-9-2 16,1-6-1-16,1-7-2 0,0-3-4 0,1-9 9 0,-1-2-7 16,0-1 11-16,1-6-9 0,1-1-6 0,0-2-3 15,0-4-31-15,0-2-27 0,0-1-4 0,2-6-10 16,0-1-29-16,-2 3-99 0,1 0-45 0</inkml:trace>
  <inkml:trace contextRef="#ctx0" brushRef="#br0" timeOffset="3372">9308 5503 257 0,'0'-2'36'0,"-2"0"-6"0,0 0 37 16,0-2-6-16,1 1-1 0,-1-1-36 16,0 0-12-16,0 0 2 0,0 1-6 0,0 1-8 0,0 0 3 15,1 0-2-15,-1 0 2 0,0 0 8 0,0 1-2 16,0-1-3-16,0 0 0 0,0 0-6 0,1 2 17 16,-1 0 1-16,0 0 5 0,2 0-4 0,0 0 7 15,0 0 0-15,0 0 2 0,0 0-2 0,0 0-7 16,2 0 4-16,0 0-4 0,-1 0-6 0,1 0 6 0,15-4-7 15,5 1 6-15,1-1-13 0,4-2 2 0,-1 3-1 16,6-1 0-16,-2 2-2 0,7-2-1 0,0 3-1 16,6-1 1-16,3 2-4 0,2 0 4 15,3 0-3-15,-1 0 4 0,-2-2-3 0,2 0 2 0,-5-4 4 16,1 3-2-16,0-1 4 0,3 2-7 0,1-2 3 0,4 1-4 16,3-1 7-16,6-2-6 0,8 3 2 0,-1-1-2 15,3 0 9-15,-3 1-4 0,-3-1-4 0,-4-2 0 16,-1 4 2-16,-8 2-6 0,-1 0 4 0,-4 2-5 15,1 2 9-15,0 2-7 0,2-1 6 0,4 1-7 16,5-1 2-16,4-1 2 0,-2-2 1 0,-5 0 1 16,-3-2 3-16,-8 0-5 0,3-2-3 0,0-4 0 15,-2 1 0-15,2-1 2 0,2-1 4 0,10-3-2 0,-3 3-5 16,10-4 2-16,-2 3 0 0,-4 1 4 0,0 1 0 0,-4 1-7 16,-3-1-1-16,-10 4-2 0,-1 1 5 0,-6 1 1 15,-6 1 2-15,-5 3 0 0,-2 2-3 0,-4-1 0 16,-3 1 1-16,-2 1 0 0,-6-3 0 0,0 2 6 15,-2-3-5-15,-1 1 5 0,-1-2-1 0,-1 0 0 16,-3-2-1-16,1 0 2 0,-2 0 6 0,2 0-10 16,-1 2 1-16,1-1-4 0,0 1-5 0,0 0-4 15,-1 0-12-15,1-2-1 0,0 0-82 0,-1 0-213 0</inkml:trace>
  <inkml:trace contextRef="#ctx0" brushRef="#br0" timeOffset="5964.59">12537 5592 44 0,'0'0'21'0,"0"0"24"16,0 0-2-16,0 0-15 0,0 0 5 0,0 0-9 15,0 0-2-15,-2 0-9 0,2 0-7 0,0 0 2 16,0 0-8-16,-2 0 12 0,0 0-6 0,0 0 8 16,1-2-2-16,-1 0 0 0,0 0 10 0,0 0-8 15,0 0 12-15,2 1-14 0,-2-1 9 0,0 0-8 0,1 0 22 16,-1 0-20-16,0 0 3 0,0 0-8 0,0 1 9 16,0-1 4-16,0 0-3 0,1 0 1 0,1 0-12 15,0 0 7-15,0 0-1 0,0 1 2 0,0-1-13 0,0 0 8 16,0 0-5-16,0 0 6 0,0 0-8 0,0 0 5 15,-2 1-4-15,2-1 4 0,0 0-2 0,0 0 2 16,0 0 4-16,-2-2-2 0,0 1 6 0,2-1-2 16,-2 0-5-16,2 1 0 0,-2-1-17 0,2 2 4 15,0-2 2-15,0 2-1 0,0 1-5 0,0-1 6 16,0 0-7-16,0 0 7 0,0 0 2 0,0 0-1 16,0 0 0-16,0 1-1 0,0 1 3 0,0 0-1 0,0 0 0 15,0 0-2-15,0 0-1 0,0 0-5 0,0 0 6 16,0 0-4-16,0 0 9 0,0 0-6 0,0 0 2 15,0 0-2-15,0 0 11 0,0 0-10 0,2-2 3 16,0 0-4-16,0 0 4 0,0 2-3 0,0 0 1 16,-1-2-1-16,-1 2 6 0,0-2-5 0,2 0 1 0,0 1-1 15,0 1-2-15,-2 0 5 0,2-2-4 0,-2 0 4 16,2 0-8-16,0 0 4 0,-1 0 3 0,1 0 0 16,0 1-4-16,0-1 9 0,0 0-9 0,-2 0 10 15,0 0-4-15,0 0-4 0,0 0 5 0,0 1-6 16,0 1 1-16,0-2-1 0,0 2-1 0,0-2-1 0,2 0 2 15,0 2-2-15,-1 0 1 0,1-2-2 0,0 0 3 16,0 1 0-16,0-1 2 0,0 0-2 0,0 0 1 16,-1 0 1-16,1 0-3 0,0 0 2 0,0 1 1 0,0-1-2 15,0 0 4-15,0 0-4 0,-1 0 1 0,1 0-1 16,0 0 0-16,0 1 1 0,0-1 7 16,0 0-6-16,0 0-2 0,-2 0 0 0,0 0 0 0,0 0-1 15,0 1 1-15,1-1 0 0,-1 0 5 0,0 0-5 16,2 0-3-16,0 0-2 0,-2 0-2 0,2 1 11 15,0-1-4-15,0 0 6 0,0 0-3 0,-1 0-2 16,1 0 1-16,0 0-2 0,0 1 3 0,0-1-5 0,0 0 4 16,0 0-3-16,-1 0 2 0,1 0 5 0,0 0-6 15,0 1 4-15,0-3-11 0,0 0 6 0,-2 2 6 16,0-1-2-16,0 1-1 0,2 0 0 0,-1 0-2 0,1 0 2 16,0 0 3-16,0 0-10 0,0-1 4 15,0-1-6-15,0 0 13 0,-1 1-3 0,3-1-3 0,0 0 0 16,0 2-5-16,-1 0 7 0,1 1-5 0,0-1 4 15,1-2-2-15,1 0-4 0,-2 2 8 0,1-1-4 16,4-3 2-16,-5 4 5 0,0 0-6 0,0 1 6 16,-1-1-11-16,-1 2 6 0,2-2 2 0,-2 2 1 15,1-2 2-15,1 0-6 0,0-2 3 0,0 3-3 16,-1-1 2-16,1 0 6 0,0 0-4 0,-2 0 6 0,-1-2-6 16,1 1-4-16,0 1 0 0,0 0 0 0,0 0 5 15,0 0-6-15,0 0 5 0,-1 1-5 0,1-1 1 0,0 0 5 16,0 0-8-16,0 0 6 0,0 0-6 0,-2 0 6 15,0 1-3-15,0-1 4 0,0 0-5 0,0 0 6 16,0 0-3-16,0 2 4 0,0 0-9 0,0 0 2 16,0 0 2-16,0 0 0 0,2 0-1 0,-2 0 3 15,0 2-3-15,0 0 3 0,0 0 1 0,0 0-7 16,0 1 3-16,0 5-3 0,0 5 8 0,-2 0-7 16,0 0 2-16,0 2-4 0,0 1 11 0,0-1-6 15,-1 0 1-15,-1 0-3 0,-2 3-3 0,1 1 3 0,1 5-2 16,0-2 3-16,2-1 2 0,1-1 0 0,-3 2 2 15,2 1-1-15,0 1 2 0,0-2-5 0,0-1 1 16,1-1-3-16,-1 0 0 0,0-1 1 0,0 1-2 16,0-1 3-16,0 0 11 0,0-1-8 0,1 1 2 0,1-3-5 15,-2 3-3-15,0-2 1 0,0-1 1 0,0 1 0 16,0 4 4-16,0-3 5 0,1 4-6 0,-1-1 5 16,0-1-13-16,0 3 7 0,-2 1 1 0,1-4 2 15,-3 4 0-15,2-1-8 0,-1-5 6 0,-1 4-5 16,2-5 9-16,1-2-6 0,-1 0 0 0,2-6-1 0,-3 4 10 15,3-6-6-15,-2 3 0 0,-2 1-2 0,3-4 8 16,-1 1-4-16,-3 3 2 0,3-6-4 0,2-1 2 16,-4 4 6-16,3-5-5 0,-1 1 5 0,0 0-8 0,1-1 8 15,1-3-2-15,-6 4 2 0,1 0-8 0,-1 0 1 16,-3 1 0-16,2-1-1 0,-2 1-6 0,2-1 4 16,-1 0 1-16,1 0 2 0,-2-1-5 0,2-1 9 15,-1 0-8-15,3 0 8 0,-1 0-11 0,5-2 1 16,-3 2 2-16,2-2 0 0,3 0-1 0,-1 0 1 15,0 0 0-15,-2 1 0 0,0 1-4 0,1 0 0 16,1 0-3-16,0 0 4 0,0 0 2 0,0 0 7 0,0-1-6 16,2 1 4-16,0 0-5 0,0 0 0 15,2 0 5-15,0 0-3 0,0 0 11 0,2-1-12 0,1-1 3 16,16 2-4-16,-1 0 11 0,4-2-5 0,0 0 3 16,-1 0-4-16,5 0-2 0,-1 0-2 0,1 2-2 15,0 0 0-15,2 0 1 0,-4 0 4 0,0 1-2 16,-2 1 3-16,-7 0-4 0,-2-1-2 0,-1 1-1 0,-2 0-3 15,2 3-1-15,-4-1 7 0,1-1 0 0,-4-1 4 16,1 2 5-16,-5-4-10 0,-1 5 2 0,6 2-4 16,-3 1 19-16,-1 1-7 0,-2-2 8 0,-2 2-10 15,-2 0 3-15,-4 2-4 0,1-3-2 0,-3 1 2 0,-18 2 6 16,-7-2-5-16,5 2 1 0,-3 0-2 0,-1 0 0 16,0-2-1-16,1 0-4 0,1-2 3 0,0 1 0 15,6-3-2-15,0 1 5 0,4-1-5 0,1 0-3 16,2-1 1-16,3 0 2 0,-1 1 0 0,2-1 2 15,2-3-7-15,1 3-1 0,3-2-2 0,1-1 12 0,3 1-8 16,-1 2 2-16,2-1-5 0,-2 1-3 0,2-3 5 16,-1 3-3-16,-1 0 4 0,2-3-1 0,2 1 9 15,0 2-5-15,0-5 6 0,0 1-16 0,0 0 12 16,2 2-1-16,5 1 4 0,19 8-14 0,2-2 7 16,2-5-4-16,5-2 5 0,2-2-10 0,1-2 6 15,-5 0-2-15,4 0 5 0,-2 0 2 0,-5 0-1 16,0 0 1-16,-8 0-1 0,-7 0 5 0,2 0-1 0,-4 0-4 15,-10 0 2-15,7 1-1 0,-7-1-2 0,1 0 5 16,4 2-5-16,-5 0 4 0,1 0 3 0,-2 2-4 0,-2-1 2 16,0 1-1-16,-9 13-6 0,7 0 7 15,-28-3-6-15,0 5 6 0,-1 0-3 0,1-5-1 0,4 7-1 16,0-4 2-16,4-4-1 0,1 5-3 0,3-3-1 16,1 0-4-16,2 2 5 0,2-3 3 0,4 1 0 15,1-2 0-15,3-3 0 0,1 3-1 0,2-2 0 16,-7 0-2-16,2 2-2 0,1 0 3 0,0 4-2 15,3 1-7-15,3 1 7 0,0 3-3 0,2 2 5 16,3 4-4-16,1 4-4 0,1 1 2 0,2 8-1 16,-1 3 11-16,-1 6-2 0,-1 4 2 0,-2 4-2 0,-3 1 1 15,1-3-3-15,-2-2 2 0,0-11-2 0,2-3 5 0,0-8-1 16,0-4 0-16,-2-4 0 0,0-9 4 0,0-2 0 16,0 0-1-16,0-4 1 0,0 0 7 0,0-1-30 15,0-1-2-15,0-1-13 0,-2-1-30 0,2-1-27 16,0-2 2-16,-2 2-14 0,0-1-37 0,0 1-81 15</inkml:trace>
  <inkml:trace contextRef="#ctx0" brushRef="#br0" timeOffset="6745.77">13404 6269 979 0,'0'-1'-6'0,"-2"-1"28"0,0-2-19 0,0-2 16 16,-1 1-35-16,1 1-2 0,0 2 2 0,-2 2-1 15,1 2-4-15,1 7 4 0,-9 36-2 0,-4 3 2 0,2 1-1 16,0-1 9-16,0-2 2 0,2 4 2 0,-1 1 5 16,7 2-4-16,-4-1 4 0,3-2 0 0,2-1 9 15,1-7-5-15,1-1 4 0,-19-7-2 0,10-5 21 0,6-6-10 16,1-5-2-16,2-3-1 0,0-4-2 0,2-3 3 15,-2-1-5-15,2-5 3 0,-2 4-3 0,1-3 9 16,-1 1 2-16,0-2-1 0,0 0-7 0,0-2 0 16,0 0-3-16,-1-2 2 0,-3-7-3 0,-11-27-8 15,6-6 7-15,4 3-7 0,5-4 1 0,2 0-5 16,2 0-3-16,1-1 1 0,5 1 1 0,1 1-3 16,2-1 3-16,2 6-2 0,2 0 4 0,0 7 4 15,2 0-1-15,-1 2 4 0,-14 4-6 0,21 2 1 0,4 5-3 16,1 4 3-16,2 2 10 0,0 5-10 0,1-1 5 15,-1 3-7-15,0-14-2 0,-2 8 4 0,-10 9-7 16,2 1 7-16,-1 3 0 0,-2 3-3 0,-1 3 6 16,-10-5-5-16,-2 16 9 0,9-1 7 0,-8-2-7 0,-1 1 7 15,-4-1-4-15,-4-2 10 0,-3 0-1 0,1-1 1 16,-25 1-13-16,-5 2 4 0,1-2-4 0,0 0 3 16,3 1-7-16,5 1-3 0,1 2 1 0,1-3-1 15,3 5-1-15,0-3 2 0,3 3-5 0,3-1 6 16,1 1-1-16,4-1-6 0,1-3 4 0,3-1-6 15,3 1 7-15,-7-2 1 0,2 0-2 0,3-2 1 16,2-2-11-16,3 0 13 0,1-2-9 0,1 3 8 0,1-9-14 16,0 1 0-16,13 0 2 0,13 12-1 0,3-4 3 0,5-9-6 15,6-5 7-15,7-7-6 0,-5-6 4 0,8-7-2 16,-2-2-2-16,4 22 3 0,2-26 9 0,-4-2-5 16,-4 1 11-16,-7 1-8 0,-2 2 9 0,-7 6-3 15,-3-1-7-15,-6 6 3 0,-7 2-9 0,-5 4 14 16,-1 3 5-16,-8 3 3 0,-1-1 20 0,3 0-7 15,-2 1-2-15,0-1-3 0,-2 2-13 0,-2 0-2 16,0 2 1-16,-15 0-1 0,-14 9-3 0,1 3-2 16,0 4 1-16,3 1-2 0,1-13-1 0,7 20 2 15,0-2 0-15,8 2 2 0,4-2 0 0,3 3 3 0,2-3-1 16,-13 0 3-16,6 2 5 0,5 2-12 0,4 4 2 16,8-2-4-16,3 0-6 0,2-2 8 0,2-2-3 15,-11 0 5-15,20 0 13 0,-2-2-8 0,0 1 6 0,-1-5-6 16,-3-3-2-16,-1 0 4 0,-4 0-1 0,-6-4 5 15,1 4 13-15,-3-8-3 0,1 1 2 0,0 3-5 16,-5-2-24-16,-1 4-22 0,-5 0-8 0,-12 2-4 16,-29 0-39-16,-10 0-30 0,-5 1-13 0,-10-1-13 15,-5 2-137-15</inkml:trace>
  <inkml:trace contextRef="#ctx0" brushRef="#br0" timeOffset="7134.51">12680 7460 936 0,'0'-2'30'16,"0"0"-6"-16,0 0 16 0,0-2 8 0,0 1-13 16,0-1-16-16,0 0-25 0,0 0 3 0,0 3-8 15,0-1 11-15,2 2 7 0,0 0-7 0,-1 2 7 16,5 9 0-16,9 30 13 0,-4 5-3 0,-4 8 4 15,-1 5-15-15,-2 8-5 0,-2 2 6 0,-1-2-6 0,-1-4 4 16,-1-7 3-16,1-6-6 0,0-6 5 0,0-7-7 16,0-1 1-16,0-1 4 0,-2 0-2 0,0 0-7 0,0 3-34 15,0-3-11-15,0 8-9 0,-3 1-60 0,-5 1-37 16,-4-1-24-16</inkml:trace>
  <inkml:trace contextRef="#ctx0" brushRef="#br0" timeOffset="7780.68">9715 8912 791 0,'0'0'8'0,"-2"-2"-1"0,0 0-4 15,0 0-4-15,-2 0-5 0,-1 0-32 0,-4 0-36 16,-3 1 1-16,1 1-11 0,-2 0 8 0,-3 0 45 16,1 1 3-16,-2 5 15 0,-2 0 16 0,5-1 40 15,-3 1 0-15,6-3 17 0,-2 1 32 0,2 0-20 16,-1 0 6-16,1-1-13 0,0 1-22 0,4-2 1 16,-1 0-11-16,3 0 9 0,1-2-15 0,0 1-7 0,1 1-4 15,-1 0 0-15,2 0-3 0,0 0 1 0,0 0 2 16,2-2-2-16,0 0-6 0,2 0 4 0,2 0-5 15,26 2 2-15,9-2-14 0,7 0 7 0,13-2-3 16,1-2 4-16,8 0-1 0,1-1-6 0,-4-3 7 0,4-3-5 16,-2 2 7-16,5-2-7 0,8 1-1 0,9 1-2 15,8 0 10-15,5 0-6 0,2 1 1 0,-4-3-3 16,-3 0-6-16,-3 0 8 0,7 1-6 0,12 3 7 16,4 1 0-16,2 1 2 0,-8-3 2 0,-9-1-2 15,0-2-3-15,0 2-5 0,8-1 6 0,5 1-6 16,-2-2 6-16,-3-2 2 0,-6-4-1 0,-8 4 2 15,3 0 4-15,-1-2-4 0,1 4 0 0,-5 0-1 0,-3 0 0 16,-9 4 4-16,-8-1 0 0,-9 5 1 0,-4-3-7 16,-5 4 4-16,-8 2-2 0,-5 0 5 0,-6 2 6 15,-5 2-20-15,-6-2-4 0,-8-1-12 0,1 3-51 0,-8-2-206 16</inkml:trace>
  <inkml:trace contextRef="#ctx0" brushRef="#br0" timeOffset="10192.68">12568 5334 105 0,'-1'-2'24'0,"-1"0"9"0,0-2 27 0,0 1-23 15,0-1-3-15,0 0-6 0,-1 0-3 0,-1 1-5 16,0-1-3-16,0 2-3 0,3 2-9 0,-5-4 16 16,2 3-7-16,-1-1 8 0,1 0-6 0,0 2 8 15,2 0 0-15,1 0 1 0,-1 0-11 0,-2-2-3 16,0 2-1-16,1-2 0 0,1 2 7 0,0 0-7 16,0 0 8-16,0 0-9 0,0 0 6 0,2 0 1 0,0 0-1 15,2 0 2-15,0 0-2 0,0 0 1 0,2 0-5 16,12 0 3-16,7 0-8 0,4-2-6 0,1 2 1 15,4 0-1-15,5 0 11 0,2 0-13 0,11 0 7 0,-5 0-9 16,-4 0 14-16,3 0-12 0,-5 0 2 0,0-2-4 16,2-1 9-16,-4-1-5 0,0-2 3 0,0-1-4 15,4 1 4-15,2-1-4 0,1 0-3 0,5 1 0 16,1-1 8-16,6-3-4 0,-3 1 4 0,1 0-4 16,6-1 3-16,-5 1-6 0,3 0 5 0,-2 3-6 15,-4-1 0-15,-2 1 8 0,-4 1-7 0,2-3 8 0,1 3-5 16,1-1-4-16,4 1 3 0,3-1-3 0,3 0 10 15,3 3-7-15,2-1 1 0,-2-2-2 0,-2 1 7 16,-7 1-7-16,-2 0 8 0,-4 3-9 0,1-1 8 0,-5 0-5 16,-1 0 0-16,-2 0-1 0,-2 0 4 0,-2 0-3 15,4 1 0-15,-1-1-1 0,5-2 3 0,0 0-2 16,-6 1 2-16,5-3-2 0,-3 2-2 0,4-1 7 16,3 1-6-16,-7 0 6 0,0-1-3 0,-4 1-4 15,-2-2 2-15,2 1-3 0,0 1 2 0,-3 0 3 16,1 1 4-16,0 1-3 0,4-2-7 0,-2 2 7 15,-5 0-7-15,-2 1 8 0,-4-1 3 0,3 0-6 16,-1 0 7-16,0 0-6 0,-2 2 9 0,2 0-4 0,-2 0-3 16,2 0-1-16,0 0-9 0,-4 0 10 0,0 0-4 15,0 0 6-15,2 0-4 0,-6 0-3 0,1 0 6 16,-5 0-5-16,-3 0 9 0,2 0-5 0,-2 0-4 0,0 0 0 16,-2 0 0-16,-1 0 10 0,-3 0-1 0,1 0 2 15,-3 0-10-15,-1 0 9 0,-2 0-7 0,0 0 6 16,1 0-10-16,1 0 11 0,0 0-1 0,-1 0 4 15,-1 0-2-15,0 0 7 0,0 0 3 0,0 0-1 16,0 0-1-16,0 0-12 0,-1 0 6 0,1 0-7 16,0 0 3-16,0 0-8 0,0 0-2 0,0 0 1 15,0 0 4-15,-1 0-4 0,-1 0 6 0,0 0-7 0,0 0-3 16,0-2 5-16,0 2-2 0,0 0 4 0,0 0-1 16,0-2-62-16,2 2-22 0,0 0-38 0,0 0-291 0</inkml:trace>
  <inkml:trace contextRef="#ctx0" brushRef="#br0" timeOffset="11497.82">16187 5077 285 0,'0'0'19'16,"0"-1"-1"-16,0-1 24 0,0 0-10 0,0-2 6 0,0 0-32 16,0 1 2-16,0-1-5 0,0 0 3 0,0 1-1 15,0-1-4-15,0 0 1 0,2 2-2 0,0 0 8 16,0 1 6-16,0-1 13 0,-1 0-6 0,1 0 16 16,0 0 16-16,0 0-10 0,0 0 10 0,0 1-30 0,0-1 5 15,-2 0-8-15,0 2 7 0,0 0-18 0,0 0 6 16,0 2-1-16,0 0 3 0,0 1-3 0,-4 23-12 15,0 0 0-15,-1 4-2 0,-1 3-5 0,0 1 5 16,1 3 0-16,1-2 2 0,0-1-1 0,1-3 9 16,1-3-10-16,-2 0 8 0,2 0-11 0,0 3 2 15,2-7 4-15,0 1-2 0,0-5-1 0,0 0-1 16,0 1-3-16,0-4 2 0,0-1 2 0,0-1 4 0,2 2-4 16,-2-4 5-16,2 4-2 0,0-3-8 0,0-1 9 15,2 2-8-15,-1-2 7 0,1 2-3 0,-2-2-1 16,2 0 0-16,-3 0 3 0,1-2 1 0,0-1-1 15,0-1 1-15,0 0 7 0,0-3-6 0,0-1 9 0,-2-1-9 16,0 0 9-16,0-2 0 0,0 1 4 0,0-1-1 16,0 2 19-16,0 0-8 0,0-1-6 0,-2 1 0 15,0 0-7-15,-9 1-3 0,-13 1 3 0,-6 1-4 16,-2 1 0-16,-1-3-5 0,-4 3 2 0,3-3-4 16,-1 1-4-16,5-2 7 0,3-3 2 0,-3 1 1 15,6 0-5-15,0 15 6 0,-1-6-5 0,9-5 7 0,-3-1-8 16,6-1 0-16,4-2-4 0,-2 1 2 0,1-1-1 15,3 0-11-15,1 0 4 0,5-2-6 0,-1 0 5 0,-2 2 7 16,0 2-6-16,1-1 6 0,1 1-3 0,0 2-6 16,-2 8 8-16,2-1-6 0,2-3 10 0,0 3-10 15,4 0 4-15,0-4-6 0,5 8 4 0,-7-4 2 16,15-2 2-16,7 2 0 0,-4 0 4 0,2-6 0 16,6 1-5-16,-5-1 2 0,6-1-1 0,1-1 1 15,2 4 5-15,1-3-2 0,-5-4-4 0,2 3 1 16,-4 12 1-16,-2-6 3 0,-2-3 3 0,-7-5-7 15,1 1 0-15,-1 0-1 0,-2 0 6 0,-2-1-6 0,-1 3 1 16,-3-2-2-16,-3-3 8 0,0 3-2 0,1 4 4 16,6 10-4-16,-3-3-1 0,-5-2 8 0,-3 4-6 15,0-2 8-15,-5 1 6 0,-4 3-9 0,-3-2 6 16,-1-1-6-16,-18 1 3 0,-8-2-4 0,-2 0-1 0,-2-4-1 16,1 2-6-16,1-4 8 0,0 2-5 0,8-1 5 15,-3-3-9-15,5-1 6 0,3-3-1 0,4 1 4 16,5-2-7-16,4 2 5 0,0-3-6 0,4 1 6 15,0 0-10-15,2 0 6 0,3 2-2 0,3-2 3 0,-1 1-5 16,0 1-1-16,0 0-2 0,3-2 0 0,-1-1-5 16,0 1 0-16,0 0 4 0,2 0-2 0,0 0 7 15,2 0 0-15,2 0-3 0,9 3 2 0,11 3-4 0,2-3-2 16,-2-1 3-16,4 0-1 0,0-3 12 0,-4-1-8 16,-8 0 4-16,-1 0-6 0,-2 0-2 0,2 2 11 15,0 0-6-15,-4 0 7 0,-3-2-12 0,-5 0-1 16,1 0 1-16,0 2 0 0,-1 0 5 0,-1 5 0 15,9 10 2-15,-1 5 0 0,-5 4-2 0,-3 2-5 16,-4 5 4-16,-1 3-4 0,-5 1 4 0,-3 9 1 16,0 2-7-16,2-3 5 0,-1 9-5 0,1-8 5 15,2 3-3-15,-1-3 2 0,3-1-7 0,-1-3 8 16,0-3 1-16,1 0 2 0,1-2 2 0,0 0-6 16,3-1 3-16,1 1-6 0,0-2 6 0,0 0 0 0,3 3-4 15,3-3 4-15,-1-2-1 0,1-1-1 0,-2-2 5 16,1-3-3-16,-1-1 5 0,2 2-1 0,-1-5 2 15,-1-1-1-15,0-5 6 0,-3-4-2 0,-1-2-3 0,0-6 2 16,0-1 2-16,0 0-10 0,0-1-1 0,0 1-6 16,0 0-18-16,0-2-23 0,0 0-10 0,0-2-5 15,0 0-46-15,0-2-58 0,0 0-33 0</inkml:trace>
  <inkml:trace contextRef="#ctx0" brushRef="#br0" timeOffset="11949.81">16711 6145 899 0,'0'-4'84'0,"0"-5"-108"16,-4-26 97-16,2 14-53 0,2 10-20 0,0 9-23 15,0-1 2-15,0 1-8 0,0 0 15 0,2 2 9 16,0 0-5-16,0 2 6 0,-2 0 0 0,13 37 4 0,-4 1 2 15,-3 3-1-15,-6 2-6 0,0-4 12 0,-4-1 4 16,0-1 2-16,1-5-1 0,-3-8-5 0,0 2-1 16,3-6 1-16,-3-2 12 0,2-1-9 0,1-6 8 15,1 0-8-15,0-4 9 0,2-1-3 0,0-3-2 16,0-3 1-16,0 2-1 0,0 0 11 0,-2-1-6 0,0 1 6 16,0-2-8-16,1 0-11 0,-1 0 9 0,0-2-9 15,0 0 7-15,0 0-5 0,0-2-1 0,0-2-1 16,1-9-1-16,-3-13 6 0,0 2 0 0,2-8 1 15,2-1-5-15,2-8-6 0,4-5 0 0,3-1 0 16,4-3 13-16,2 4-12 0,2 3 5 0,-1 0-7 16,-1 8 7-16,0 5-5 0,-2 6-5 0,0 6 3 0,-8 3-1 15,16 5-8-15,-1 1 4 0,3 4-7 0,-3-1 9 16,4 4-1-16,0-15 3 0,-3 8-3 0,1 2-5 16,-3 3 4-16,1 4-3 0,-3 0 2 0,-2 2-10 0,-4 0-27 15,-2 1-5-15,-2 1-11 0,-1 2-49 0,-4 18-122 16</inkml:trace>
  <inkml:trace contextRef="#ctx0" brushRef="#br0" timeOffset="12355.7">17130 6533 890 0,'0'0'26'0,"0"0"-21"0,0 0 28 0,0 0-12 15,0 0-15-15,-1 0-9 0,-1 2 4 0,0 0-3 16,0 0 7-16,0 1 4 0,0 5-8 0,-1 7 5 16,-3 1-12-16,2-1 13 0,-1 2-2 0,1-2 8 15,0 0-3-15,1 0 0 0,-1-1 3 0,2-2-2 16,0-1 2-16,2-4-10 0,-2 1-1 0,2-1-3 16,0 0-2-16,0-1 8 0,0-1-2 0,0-1 6 15,0-2 1-15,0 2-10 0,0-1 7 0,0-1-8 0,0 0-2 16,2 0 0-16,0-2-4 0,0-2 3 0,2 0-2 15,10-9 5-15,5 4-3 0,1-14 4 0,-1 1 5 0,3 3-7 16,1 1 2-16,-3 4-4 0,0 3 3 16,-5 4 7-16,-4 1-4 0,2-5 3 0,6-3-8 0,-10 9 8 15,1 1 2-15,-7 2 2 0,-1 0 5 0,4 4-3 16,-4 3-4-16,14 19 1 0,-5 2-8 0,-5-2 4 16,-4 2 1-16,-2-2 0 0,0 0-5 0,-2 1 1 15,2-2-1-15,0-1 2 0,0-4 8 0,0-7-9 16,0 0 11-16,0-5-11 0,0-5 10 0,0 1 3 15,0 0-1-15,0-1 4 0,0-1 2 0,0 0-19 0,0 0-5 16,0-2-6-16,0 0-20 0,0-2-34 0,0 0-6 16,0-1-12-16,2-16-49 0,0-3-149 0</inkml:trace>
  <inkml:trace contextRef="#ctx0" brushRef="#br0" timeOffset="12542.57">17071 6555 1027 0,'0'-1'36'0,"0"-1"-30"0,0 0 37 0,0 0-14 16,2 0-10-16,0 0-12 0,1-1-5 0,22-10-1 0,6 0 0 15,10 0-6-15,4 3 6 0,5 3-6 0,0 1 9 0,-4 3-12 16,-1-3-2-16,-8 2-9 0,0 2-40 0,-9 1-36 16,-6 1-17-16,-5 0-19 0,-6 0-193 0</inkml:trace>
  <inkml:trace contextRef="#ctx0" brushRef="#br0" timeOffset="13032.66">14984 5670 339 0,'0'0'68'0,"0"0"-4"0,0 0 28 16,0 0 0-16,0-2-16 0,0 0-23 0,0 0-7 0,0 0 0 15,2 0-1-15,0 1-1 0,1-1-26 0,12-4 3 16,13-3-10-16,0 1-1 0,5 1-2 0,-1 1-3 0,1 1 2 16,1 1-1-16,-3 2-1 0,-5 0 1 15,-5 1-3-15,1-1-11 0,-7 2-14 0,2-2-3 0,-2 0-2 16,-2 2-5-16,-2 0-27 0,0-2-5 0,-4 2-12 16,-1 0-55-16,-1-2-76 0</inkml:trace>
  <inkml:trace contextRef="#ctx0" brushRef="#br0" timeOffset="13219.65">15303 5512 547 0,'0'0'51'0,"0"-2"64"0,0 0-39 16,0 0-40-16,0 0-6 0,0 2-12 0,0 0-17 0,0 0 3 16,0 2-1-16,0 0 1 0,-1 2-9 0,-1 9 5 15,-2 7 0-15,0 1 2 0,-1 1-5 0,1 0 3 16,0 1-5-16,-1 1 2 0,-1-2-20 0,1 4 3 15,-1 4-3-15,2-1 1 0,1 3-12 0,1 1-33 16,2 5-8-16,0 4-15 0,2 8-84 0</inkml:trace>
  <inkml:trace contextRef="#ctx0" brushRef="#br0" timeOffset="13486.06">14925 7567 822 0,'0'0'6'16,"0"0"1"-16,0 0-6 0,1 0 2 0,1 0-3 0,0 0 5 16,2 0-5-16,11 4 7 0,7 5-6 0,0 1 2 15,1-1 5-15,-5-2-1 0,3 1 3 0,-1-1-3 16,2-1 2-16,4-1-1 0,-2-1 2 0,1-2-2 0,-3-2-1 15,-2 0-3-15,1-4 3 0,-1-1-9 0,-1-1-6 16,-3-1-11-16,-4 1 2 0,-1-1-40 0,-2-1-36 16,-2 3-4-16,-1-10-14 0,-4-2-32 0</inkml:trace>
  <inkml:trace contextRef="#ctx0" brushRef="#br0" timeOffset="13967.85">14566 6407 595 0,'0'-2'7'0,"0"-22"15"16,-2-6-4-16,1 2 4 0,1 4-5 0,0 11 3 0,0-2-1 15,0 2-10-15,0 4 2 0,0 5-7 0,0-1 2 16,0 1 1-16,0 0 9 0,0 1-5 0,0-1 31 16,0 2-14-16,0 0 11 0,0 0-15 0,0 0 2 15,0 1-4-15,0 1-8 0,0 0 4 0,0 1-10 0,0 3 4 16,0 5-2-16,0 10 1 0,0 11-12 0,0-1 3 16,1-3 3-16,1 6 0 0,0-8-2 0,0-2-2 15,0 3-4-15,0-1 3 0,0 0 0 0,1 0 2 16,1 0 5-16,0-2-3 0,-2-1 1 0,-1-4-7 15,3-1 2-15,-2-3-3 0,0-2 6 0,0-1 11 16,0-5-6-16,-2-1 7 0,0-2-9 0,1 2 9 16,1-1 6-16,0-1 0 0,0 0 9 0,0 0-8 0,0-2-1 15,0-2-2-15,-1 0 0 0,3-5-5 0,9-17 1 16,0-4-3-16,0-2 0 0,-2 4 2 0,2-4-7 16,-2 1 3-16,1 1-15 0,-1 2 7 0,0 0 0 15,-2 9 3-15,2-3-3 0,-1 1-6 0,-3 6 2 0,-1 2-4 16,-5 7 3-16,3 0-19 0,0 1-8 0,0 1-5 15,-1 0-27-15,-1 0-30 0,0 2-2 0,0 0-13 16,0 2-44-16,0 0-28 0</inkml:trace>
  <inkml:trace contextRef="#ctx0" brushRef="#br0" timeOffset="14339.74">14900 6594 265 0,'0'0'45'0,"0"2"50"0,0 0-43 0,0 0-11 15,0 2-7-15,0 5 4 0,0 10 3 0,-1-3 4 16,-3 1 3-16,0 0 0 0,0-2 11 0,-1-2-16 16,-1-1 3-16,3-2-10 0,-1-1-7 0,0-2-18 15,0 1 5-15,3-3-7 0,-1 1 11 0,0-2-6 16,0-1 1-16,0 1-1 0,0 0 4 0,0-2-5 16,1 0-3-16,-1-1 1 0,0 1-1 0,2-2-15 0,0 0 5 15,0 0-10-15,0-2 6 0,2 1-7 0,0-3 4 16,7-17-5-16,0 3-3 0,0 1 5 0,3 1 2 15,-1-1 1-15,-9 0 7 0,12 4 1 0,-1 0-3 16,-3 2 2-16,-3 5-3 0,-1 3-3 0,-1 1 3 0,3-4-3 16,-6 6 5-16,5-3 13 0,-3 1-6 0,-1 2 8 15,-1 0-12-15,2 0 6 0,0 2 1 16,-1-1 0-16,1 3-2 0,7 13-2 0,0 3 0 0,-3 1 0 16,-1-1 4-16,-1 0-13 0,-1 1 6 0,-1-4-8 15,0-1 11-15,0 1 3 0,-3-4-2 0,1-4 2 16,0 1-6-16,-2-9-9 0,0 1 0 0,2 2-5 15,-2 0-4-15,0-2-54 0,0-1-6 0,0 1-20 16,-2-2-52-16,0-2-21 0,-1 1-4 0</inkml:trace>
  <inkml:trace contextRef="#ctx0" brushRef="#br0" timeOffset="14483.31">14839 6570 98 0,'0'0'30'0,"0"0"18"0,0-2 24 0,0 1 7 0,0-1-4 0,0 0-17 15,0 0 7-15,0 0-12 0,0 0-10 0,2 0-5 16,0 1-6-16,2-1 4 0,5-4-4 0,19-7-11 15,7 0 9-15,6 2-9 0,3 0 6 0,1 2-16 16,-6 1 3-16,0-1-7 0,-4 1-7 0,-3 5-72 16,-4-1-24-16,-4 4-29 0,-4 0-220 0</inkml:trace>
  <inkml:trace contextRef="#ctx0" brushRef="#br0" timeOffset="15154.81">13233 8327 539 0,'0'0'7'0,"0"0"0"0,0 0-4 0,0 0-10 15,0 0-4-15,0 0-58 0,0 0 17 0,0 0-10 16,-2 0 17-16,0 0 26 0,1 0 6 0,-1 0 19 16,0 0-6-16,0 0 50 0,0 0 18 0,0 2-1 0,0-1 4 15,1-1-9-15,-1 2-14 0,-2 0-1 0,2 0-4 16,-2 0-3-16,3-2-6 0,-1 2 0 0,0-2-3 16,0 0-4-16,0 0-7 0,0 0 4 0,0 0-6 15,2 0-4-15,0 0-2 0,2 0-11 0,2 0 6 16,11 0-15-16,20 0 5 0,6 0 6 0,4 0-2 0,7 0 5 15,7 2-6-15,-5-2-3 0,13 3 0 0,-6 1 1 16,-2 0-1-16,6 1 3 0,-7-1-2 0,1 0 5 16,4-1 1-16,2-1-4 0,4-2 3 0,7 0 1 15,6 0-2-15,3-3 3 0,3-3-3 0,-5 0-2 0,-3-1-4 16,-4 0 5-16,-2-1-3 0,4 1 11 0,4-1-1 16,-6 5-6-16,10-3 3 0,-5 2-10 0,1 1 11 15,-4 1-5-15,-9 0 7 0,-4 0-6 0,-6 0 0 16,2 0 2-16,1 2-1 0,-5-2 6 0,4 1 6 15,-5-1-1-15,-4 0 1 0,4 0-12 0,-10 0-2 16,3 0 5-16,-10 0-2 0,-8 1 10 0,-5 1-8 16,-5 0 7-16,-5 0-7 0,-3 0 8 0,-4 0 0 0,-5 0 3 15,-2 0-1-15,0 0-3 0,2-2-13 0,-1 0-11 16,-1 0 2-16,0 0-21 0,0 0-39 0,-2-1-2 16,0-1-18-16,0 0-47 0,-2 0-169 0</inkml:trace>
  <inkml:trace contextRef="#ctx0" brushRef="#br0" timeOffset="15856.91">15963 7506 512 0,'0'-2'38'0,"0"0"78"0,0 0-87 0,-2 1-9 16,0-1-7-16,0 0-1 0,0 0-12 0,0 0 1 16,0 0 3-16,1 0-2 0,-1 2 1 0,-2 0 20 15,0 2-5-15,1 0 10 0,-1 2-4 0,0 1-3 16,-1 16 4-16,1-1-5 0,-11 1-3 0,2 5 2 16,6 0-3-16,1 3 4 0,2 3 7 0,1-2-6 0,1 3 3 15,2-1-7-15,2 1-8 0,1-5-3 0,3 0-1 16,-1 0-1-16,1-2-4 0,1 5 0 0,1-5-1 15,-3-4 2-15,1 3 5 0,1-5-5 0,1 0 3 16,1 1-3-16,0-1 3 0,-1-3 1 0,-1 0 2 16,1-1 1-16,-1-1 11 0,-3-4-13 0,0 1 4 0,-3-5-6 15,1-1 8-15,-2-3-2 0,0-1 2 0,0 0-1 16,0 0 6-16,2 2-11 0,-2-1 1 0,0 1-5 16,0 0 4-16,0-2-6 0,0-1 3 0,0 1-3 15,0 0-9-15,-2 0-28 0,2 0-8 0,-2 0-8 16,2 0-50-16,0-1-21 0,0 1-2 0,0 0-5 15,0 0 2-15,-1 0 61 0,-1 0-2 0,0-2 27 0,0 0 44 16,2 0 2-16,-2 0 11 0,0 0-6 0,0 0 16 16,1 0 16-16,1 0-6 0,0 0 10 0,0 0 0 0,0 0-4 15,-2 0-1-15,0 0-1 0,0 0 7 16,0 2-10-16,2-1 5 0,0-1-10 0,0 2-8 0,0 0-10 16,0 0 2-16,0 0-5 0,0 0 0 0,2 0 6 15,0-1 1-15,2 1 3 0,-3-2 2 0,18 10 12 16,3-3-11-16,6 0 11 0,6-1-8 0,4-4 4 15,5-2 2-15,7-2-2 0,6-4-6 0,9 1 5 16,7-3 1-16,6 1 0 0,10 1-14 0,3-1-2 16,0 1-7-16,0 1 5 0,-2-1-7 0,-4 4-4 15,8 1 3-15,5 1-3 0,3 0 8 0,-3 0-7 0,-5 1 0 16,-13 1-2-16,-4-2-2 0,-6 2 8 0,-5-2-1 16,-1 0 4-16,-5 2-6 0,-1-2 0 0,-1 0 1 15,-5 0 1-15,-2 0 1 0,-3-2 2 0,-8-2 1 16,-4 1 0-16,-5-3 2 0,-4 1 4 0,0-1-7 0,-6 0 6 15,4-3-5-15,-5 2-54 0,-1-1-25 0,-3 1-37 16,0-1-328-16</inkml:trace>
  <inkml:trace contextRef="#ctx0" brushRef="#br0" timeOffset="17136.88">19292 4715 364 0,'0'-1'8'0,"0"-3"-3"0,-2-24 19 16,0-4 7-16,0 10-2 0,-2-4-10 0,1 6-11 15,-1 3 6-15,-2-5-6 0,1 3 4 0,-1 2 4 16,1-1-4-16,1 9 7 0,-2-3 8 0,3 3 8 16,-3-4 0-16,2 4 1 0,-1 0-9 0,3 3 3 15,0 2-7-15,0 1 5 0,2 1-11 0,-2-2-12 0,1 0 3 16,-1 2-8-16,0 1-11 0,0-1 14 0,0 2-8 16,0 0 11-16,0 2-7 0,1 1-1 0,-3 18 8 0,0 16-5 15,2 4-1-15,0 5 3 0,-1 2-5 16,-1 4 6-16,-2-1-4 0,1-3 6 0,-4-2-4 0,-1-1 4 15,1-1-7-15,-2 5 0 0,2-1 2 0,1 4-1 16,1 0-2-16,1 0 6 0,-1 2-4 0,-1-4 6 16,5-2 3-16,-3-7-5 0,0-6 5 0,3-9-5 15,-1-3 6-15,0-7-8 0,2-5 2 0,1-3-4 0,1-5 10 16,-2 3 0-16,0-2-1 0,0-1 0 0,2 1 1 16,0-2 0-16,0 0 1 0,2 0-2 0,0-2 2 15,0 0-15-15,-1-2 7 0,3 0-9 0,0 0 8 16,0-2 0-16,-1 3 0 0,1-1-1 0,0 0 3 0,-2 0-12 15,-1 0 3-15,1 2-6 0,0 0 12 0,-2 2 4 16,-2 5 4-16,-16 29-3 0,5-1-2 0,-23 4 0 16,-3 0-4-16,-3 4 3 0,-3 5-11 0,-1 4 8 15,1 4 0-15,2 3 4 0,6 2 2 0,6 1-9 16,1-8 3-16,2-4-2 0,2-4 13 0,4-9-2 16,0 2-1-16,7-7-1 0,0-8 9 0,4-2-7 15,5-5 7-15,1-4-8 0,3 0 0 0,-6-4-1 0,5-3-2 16,-1-1 0-16,2-1-5 0,0 0 4 15,0-1-1-15,2 1 2 0,0 0-8 0,0-2 6 0,2 0-5 16,0-1 6-16,2-1-11 0,0 0-12 0,5-3 0 16,6-8-5-16,0-6 4 0,-1-20-5 0,1-4 4 0,6-11-4 15,-3 2 2-15,5-8 1 0,1-3 2 0,0 7-1 16,4 0 10-16,-1 6-12 0,5 2 8 0,3 3-8 16,-3 4 18-16,3 5 4 0,-9 7-5 0,-7-1 4 15,-3 5-2-15,-4 7 10 0,-1-1-3 0,0 4 7 16,-6 4 10-16,-3 1 8 0,0 5 11 0,2-1-7 15,0 0-11-15,-3 0-13 0,1 3-7 0,0-1 1 0,0 0-1 16,0 2 2-16,0 0-3 0,0 0 1 0,-1 0-5 16,1 2 9-16,0 0 0 0,0-1 3 0,2 3-12 0,-2 0 13 15,16 7-12-15,3 2 11 0,5 4-11 0,-2-1-1 16,-2 3 3-16,6 5-4 0,-4 0-5 0,4 8 15 16,-2 1-3-16,0 4 6 0,2 4-8 0,-1 4-1 15,-1 3 1-15,2 6-2 0,0-4-1 0,0 2 7 16,0 2 1-16,5-6 2 0,-3-3-1 0,-4-6-4 15,0-6 2-15,-7-5-2 0,3-2 5 0,-5-4 10 16,-4-3-6-16,-2-6 7 0,-4 0-4 0,1-4-2 16,-1 0 2-16,-5-3-4 0,0-2-10 0,0-1-11 0,1 1-1 15,-1 0-6-15,0 0-22 0,0-1-29 0,-2-1-15 16,-2 0-7-16,-9 4-91 0</inkml:trace>
  <inkml:trace contextRef="#ctx0" brushRef="#br0" timeOffset="17433.64">18471 6457 884 0,'0'0'16'0,"0"0"0"16,0-2-2-16,0 0-2 0,0 2-7 0,0 0-11 15,0 0-3-15,2 0 4 0,0 0-2 0,0 0 0 0,1 2 4 16,7 2-4-16,3 5 5 0,0-5 11 15,0 18 5-15,0-1-1 0,-2 3 1 0,4 0-3 0,-4 2 10 16,5 4 0-16,1-1 1 0,0 1-12 0,3 0-8 16,1-1 2-16,1 3-3 0,0-1 8 0,2 5-3 15,0 3-2-15,-1-4 1 0,-3 2 3 0,-3-9-7 16,3-2 5-16,-7-6-6 0,-2 1 10 0,2-4-4 16,-11-3 1-16,6-2-3 0,1-5-4 0,-5-1-19 15,7-3-4-15,-4 1-6 0,-3-2-25 0,2 2-19 0,3 1-6 16,6 3-4-16,7-1-22 0,4-5-79 0</inkml:trace>
  <inkml:trace contextRef="#ctx0" brushRef="#br0" timeOffset="17706.62">19617 6476 805 0,'0'0'17'0,"0"0"0"16,0 0-10-16,0 0 1 0,0-2-10 15,0 2-4-15,0 0 1 0,0 0-2 0,-2 0 2 0,0 0 2 16,0 2-4-16,0-1 7 0,-2 1-5 0,-7 8 11 0,-11-1 0 16,0 11-1-16,-4 3 2 0,0 3-1 0,-2 3 2 15,-4 3 2-15,1 1-1 0,-5 6 1 0,-1 6-7 16,-2 1-1-16,-5 10 1 0,-4-6 18 0,3 0-6 16,-1-7-3-16,5-8-3 0,5-1-10 0,3-8 6 15,5 0-4-15,2-4 5 0,8-2-7 0,-3-3 2 16,10-2 1-16,0-2 0 0,2-2-10 0,1-2-41 15,3-1-7-15,1-3-20 0,2 1-105 0</inkml:trace>
  <inkml:trace contextRef="#ctx0" brushRef="#br0" timeOffset="18106.97">19095 5984 330 0,'0'-2'-6'0,"0"0"33"0,0-2-10 0,0 2 13 0,0-7-17 16,0 3-6-16,0 3-7 0,0 1 4 0,0-2-5 0,0 0 25 15,0 3 0-15,0-1 12 0,0 0 21 0,0 0-8 16,0 2 6-16,0 0-9 0,0 2 6 0,0 2-22 16,0 16 4-16,-4 8-11 0,-1 5-1 0,-3 1-6 15,1-1 0-15,-1 4-1 0,-1 0 6 0,0-3-5 16,1-1-3-16,1 1-1 0,1-5-2 0,1-1-10 0,-3 0 9 16,3-4-9-16,-1 0 6 0,2-1-4 0,1 3-3 15,-1-4-1-15,0 0-1 0,1-1 9 0,1-3 2 16,-2 1 2-16,2-3-7 0,0-1 5 0,0-2-5 15,1-3 4-15,1-3-7 0,-2 0-14 0,2-3 0 16,0 2-8-16,0-3-28 0,-2 1-39 0,0 0-3 0,0 0-16 16,0-3-62-16</inkml:trace>
  <inkml:trace contextRef="#ctx0" brushRef="#br0" timeOffset="18519.53">18727 6320 603 0,'0'-2'31'0,"0"0"-3"16,0-2-6-16,0 2 4 0,0-5-16 0,0-1-13 0,0 3 8 15,2-1-7-15,-2 3 7 0,2-1-8 0,0 0 0 16,0 0 6-16,-1 3-2 0,3-1 8 0,0 0 0 16,0 2 2-16,-1 0-1 0,1 2 7 0,-2-2-1 15,3 7-5-15,-1 14 2 0,0 3-7 0,-2-4 2 16,3 2 2-16,-1-1-1 0,-2-1-6 0,3 1 7 15,-1-5-5-15,0 3 6 0,0-2-11 0,-1-2 9 16,-1-1-2-16,0 1 6 0,7-4 0 0,-1 1-1 0,-3-1 2 16,-1-4 0-16,-2-1 15 0,0-3-3 0,-2-1 7 15,0 0-3-15,3 2 23 0,1 0-5 0,4-1-3 16,8 5-3-16,-3-5-20 0,6-1-9 0,3-2-4 16,-1-3-1-16,8-5-7 0,-5-1 7 0,1-2-1 0,-3-2 3 15,-2 0-5-15,-1 11 2 0,-1-15-2 0,-3 0 2 16,-2 3-3-16,0-1-3 0,-3 2 5 0,-3-2-6 15,-1 2 0-15,-3 5-15 0,-1-1-1 0,2 7-8 16,-2-1-30-16,1-1-12 0,1 0-3 0,0 2-2 16,0 0-13-16,-3 1-27 0,1 1-3 0,0 1-15 15,0 1-83-15</inkml:trace>
  <inkml:trace contextRef="#ctx0" brushRef="#br0" timeOffset="18940.96">19006 7062 763 0,'0'-2'33'0,"0"-3"64"0,-4-14-78 0,2 6-2 0,0 0-3 16,-1-2 2-16,3 8-7 0,0 1-8 0,0 3 5 15,0-1-6-15,0 0-2 0,0 2 4 0,0 1-2 16,0-1 7-16,0 0 10 0,0 0 8 0,0 2 3 15,0 0 0-15,0 2-3 0,0 0 0 0,0 0-9 0,0 18 5 16,0 4-14-16,0-2-7 0,-2 3 4 0,0-3-4 16,0 4 0-16,-2-2 12 0,1 2-9 0,-1-4 9 15,0 1-12-15,0-3 0 0,-1 2 5 0,-1 1-4 16,1-1-6-16,1 0 7 0,0 0-6 0,1 4 7 16,-1 2-3-16,2 2 0 0,0 3 0 0,2 1-1 15,0 3 0-15,-2 4 0 0,0 3 6 0,1 3-5 16,-1-5 6-16,0-1-8 0,-4-2 0 0,1-5-3 15,1-5 6-15,-2-1 6 0,3-4-3 0,1-3 3 0,0-4-3 16,0-8 3-16,0 0-2 0,2-3 2 0,0-3 3 0,-2 3-6 16,2-2 7-16,-1-1-8 0,-1 1 3 0,2 0-1 15,0 0-4-15,-2-3 3 0,0 1-4 0,0 0 6 16,0 0-4-16,0 0 5 0,1 0-3 0,1-1-5 16,0 1-2-16,0 0-1 0,0 0 4 0,0 0-2 15,0 0 0-15,0 1-5 0,0 1-3 0,0 0 1 16,0 0-6-16,0-1-1 0,0-1-52 0,0 6-67 15,0 1-65-15</inkml:trace>
  <inkml:trace contextRef="#ctx0" brushRef="#br0" timeOffset="19306.74">17799 8199 700 0,'0'0'8'0,"0"0"5"0,-2 0-3 16,0 0-10-16,0 0 2 0,-1 1-16 15,1-1 18-15,-6 4-11 0,3 0 15 0,-1 1-3 0,2 5 16 16,3-3 2-16,-5 1 3 0,2-3 8 0,1 1 0 15,1-3 6-15,2-1-6 0,0 2 4 0,2 0-14 16,-1-1-2-16,11 3-3 0,23 3 0 0,6-5-9 16,3-6 6-16,10-5-8 0,4-4 2 0,7-2 5 15,0 0-3-15,1-2 4 0,-1 2-12 0,-5 2 10 16,-1-1-8-16,-7 5 7 0,-2 0-16 0,-7 1 7 16,0 0-3-16,-6 3 6 0,-4 1-3 0,-3 0 3 15,-4 2-1-15,4 0-1 0,-10 0-19 0,1 0-13 0,1 0-11 16,-11 0-3-16,2 0-61 0,-2 0-182 0</inkml:trace>
  <inkml:trace contextRef="#ctx0" brushRef="#br0" timeOffset="20141.58">20500 6125 552 0,'0'-2'40'0,"0"-2"-3"16,6-31 31-16,0 1-1 0,-1 7-41 0,1 1-8 0,-1 0-3 16,1 3-1-16,-1-1-9 0,3 2 2 0,-3 1-3 15,1 1 1-15,-2 3-5 0,-1 2 26 0,-1 4 0 16,0 2 10-16,-2 3 0 0,0 1-8 0,0 1 1 0,-2 0-5 16,0 1-7-16,-1 1-15 0,-16-6 0 0,-12 5-3 15,-3 5 3-15,-7 7 1 0,4 6-1 0,-2 3 0 16,2 5-5-16,5-18 3 0,-1 25-2 0,3 1 2 15,1 3-1-15,3-1-3 0,3 1 8 0,5-3-6 16,3 1 0-16,4-6 2 0,1 0-1 0,5-2 3 0,-1-4 4 16,-7-1-1-16,4-2-2 0,3-4 1 15,3-2-9-15,1-2 7 0,2 0 2 0,0-1 1 0,0-1-5 16,0-3 2-16,4 1-6 0,1-1 4 0,17 9-4 16,3-4 4-16,-1-5 1 0,2-4 2 0,2-2 10 0,1-5-9 15,5-6 5-15,-1-4-6 0,-3 0 1 0,0 12 2 16,-6-23 3-16,0 2-1 0,0-2 1 0,-7 2-5 15,-1 0 1-15,-1 6-1 0,-5 1-2 0,-5 4 24 16,-1 2-14-16,3 4 17 0,-3 4-14 0,-2 1-8 16,-2 2 5-16,2-2-6 0,0 1-9 0,-1 1-8 15,1 0 3-15,0 0-2 0,0 2 3 0,0 2 5 16,-2 0-6-16,0 0 7 0,0 20 3 0,0 6-6 0,0 1 2 16,-2 5-6-16,0 1 4 0,2-5-3 0,0 3-1 15,0-3 0-15,0 1-5 0,2 1 9 0,0-4-1 16,0 3 4-16,0-3-3 0,-1 0 0 0,1 4 4 15,-2-1 0-15,0 1 9 0,-3 1-7 0,-3 3-2 0,-1 1 0 16,-6 0 2-16,-4 2 11 0,-2-2-5 0,1-4 7 16,12 3-5-16,-22-12-1 0,0 0 4 0,-3-6-4 15,1-1 7-15,4-6 6 0,2-3-4 0,4 7 4 16,1-8 8-16,4-5-1 0,0-2 1 0,4-4-5 16,4 0-17-16,1-7 10 0,1-18-1 0,3 1 4 15,-17-2 4-15,8 2-16 0,5 0 6 0,5 2-10 0,1-2 4 16,3 4-8-16,5-2-3 0,1 2 0 0,2 2-1 15,4 0-3-15,-8-1 3 0,23 3-4 0,2-2 0 0,1 1 6 16,4 3-1-16,-1-3 1 0,1 6-6 0,-4 2-13 16,-5 2-5-16,-4 4-3 0,-5 1-24 0,3 4-11 15,-5-9 3-15,-4 4-8 0,3 1-15 0,-12 6-23 16,3 0-54-16,-1 0 17 0,-2 0-126 0</inkml:trace>
  <inkml:trace contextRef="#ctx0" brushRef="#br0" timeOffset="20713.91">20628 6600 819 0,'0'0'50'0,"0"0"0"0,0-2 8 0,0 0-17 0,0 0-7 16,0 1-39-16,0 1 2 0,0 0 3 0,0 1-1 15,0 1 4-15,0 2 1 0,0 7-2 0,0 11 1 16,-1 3-3-16,-1-1 1 0,-2 0 8 0,-2-2-5 15,1-2 12-15,-1 1-9 0,1-1-1 0,-1-3-1 16,1 0 6-16,3-8-1 0,0-2 9 0,0-1-6 16,2-4 5-16,-2 2 10 0,0-1-16 0,0 1 14 0,1-2-15 15,-1 0-3-15,0 0 6 0,0-1-5 0,0-1 5 16,0 0-5-16,0 0-3 0,1-1 0 0,1-1-7 0,0-2 1 16,0-2 6-16,1-7-3 0,3-1-3 0,2-1 0 15,-1 0-10-15,5-2 8 0,-1 2-4 0,2-1-2 16,-4-1 7-16,12 0-8 0,0 4 2 0,-3 4 2 15,-3 2 0-15,-2 1 1 0,1 2-1 0,-3-3 1 16,-2 1-7-16,3 3 6 0,-5 1 2 0,1 2 1 16,-1 0 1-16,1 2-1 0,-2-1 3 0,5 11-2 15,4 12 6-15,-4 2-5 0,-3-4 10 0,-3 2-1 16,-3-2-5-16,0-3 4 0,0-4-3 0,0-6-3 16,0-2 4-16,0-3-4 0,0 0 1 0,0-2 9 0,0 1-4 15,0 1 6-15,0 0 1 0,0-2-12 0,0 0 7 16,0-2-8-16,2 0 2 0,0-2 0 0,0-2-2 15,4-5 2-15,5-10-4 0,2-1 2 0,-2 1-1 0,0 1 1 16,2-3-3-16,-2 4-1 0,0 3 0 0,-1 1 1 16,-7 3-1-16,7 5 2 0,-1 3-5 0,-2-4 4 15,1 3-11-15,-1-1 3 0,1 2 0 0,-1 2 1 16,-3 0 6-16,1 2 5 0,-1 0-3 0,0 7 3 16,11 12-17-16,-6-1 4 0,-2 2-7 0,-3-3 5 15,-2-1-16-15,-2-1-8 0,0-6-6 0,0-5 0 16,0 1-15-16,0-3-35 0,0 0-28 0,0-1-7 0,0-1-114 15</inkml:trace>
  <inkml:trace contextRef="#ctx0" brushRef="#br0" timeOffset="21517.22">21323 5907 988 0,'0'-1'18'0,"0"-1"1"0,0 0 5 0,0 0-19 16,0 0 5-16,0 0-29 0,0 0 4 0,0 2 9 16,0 0-4-16,0 2 17 0,0 2-10 0,0 22 4 15,0 13-5-15,0 7 15 0,0 6-3 0,-4-2-2 16,-3 8-1-16,-1-2-3 0,1-4 0 0,-1 0 6 0,1-10-5 16,-2-1 1-16,1-2-5 0,3-3 1 0,-1-1 0 15,2 0 9-15,1-5-10 0,-1 1 5 0,0-5-4 16,2-1 4-16,1-7 3 0,1-1-6 0,0-4 7 15,0-4 8-15,0 0 5 0,0-3-2 0,0-4 2 16,0 0 1-16,1 1 8 0,1-1-3 0,2 0 3 0,0-2-13 16,-1 0-8-16,22-9 4 0,-3-4-6 0,6 3 6 15,3-21-6-15,-5-1-4 0,2-3 0 0,-2 0-3 16,-2-4 0-16,0 0 5 0,-1-6-2 0,1-1 12 16,0-6-11-16,-2-2 5 0,-1-2-8 0,-5 4 8 0,-4 13-10 15,-3 4 3-15,-2 15-4 0,-1 5 7 0,-2 4-7 16,-3 7-4-16,-1 2-1 0,4-2-10 0,0 1-17 15,0 1-2-15,-3 0-5 0,1 2-12 0,-2 2-4 16,0 2 2-16,0 20-3 0,-3 9-7 0,-3 4 3 16,2-2-6-16,1-5 8 0,1-2 7 0,2-4-46 15,0-5 27-15,0 1-30 0,2-3 65 0,-1-6 21 16,3 2-6-16,0-4 11 0,1 1-1 0,1-1 15 0,-2-4-3 16,3 3 5-16,6-3-6 0,-4-1 17 0,3 0 5 15,-3 0 3-15,-2 1 14 0,3 1-1 0,-3 1-6 16,2 4 4-16,-5 2-4 0,7 4 13 0,-2 0 7 15,-1 5-1-15,-6 2 4 0,-2 2-2 0,-2 4 0 0,-4 0 0 16,-1-1 3-16,-4-1-17 0,0-2-2 0,-1-2-6 16,1 0-14-16,0 2-9 0,2-2 2 0,0-1-3 15,1-3 6-15,3-3-8 0,-1 0 2 0,4-6-2 16,0-4 13-16,2-3-13 0,0 0 8 0,-2-1-10 16,2 1 10-16,0 0-3 0,0-2-5 0,0-1 2 15,2-1-13-15,0-1-6 0,2-3 8 0,-2-18-5 16,16-6 15-16,1-2-9 0,1 2-8 0,1 2 2 0,5 0-5 15,0 0 9-15,1 2 0 0,-1 6 3 0,0 3 3 16,-5 4-5-16,-10 3 4 0,0 6-6 0,-9 2 7 0,5-5 2 16,1 1 1-16,-3 2 1 0,1 2 11 0,-4 0-8 15,2 2 8-15,-1 2-10 0,7 16 5 0,-3 8-8 16,-7 2 0-16,-2-3-2 0,-3 3 6 0,-1-4 0 16,0 0-6-16,3-4 2 0,-1 3-10 0,2-3 14 15,0-4-2-15,2-1 6 0,0-6-1 0,0-3-4 16,0-3 9-16,0-1-7 0,0 0 9 0,0-1 1 15,0 1-14-15,0-2 8 0,0 0-28 0,0 0-9 0,0 0 2 16,-2-2-6-16,1-2-3 0,-1 0-17 16,0-2 2-16,-7-14-9 0,1-1-15 0,1-3-72 0,-1 1-23 15</inkml:trace>
  <inkml:trace contextRef="#ctx0" brushRef="#br0" timeOffset="21690.24">21783 6476 639 0,'0'0'107'15,"0"0"-3"-15,0-2 0 0,0 0-3 0,-1 0-39 16,1 0-42-16,0 0-11 0,0 0-6 0,0 1 2 16,1-1-3-16,3 0 5 0,18-4-1 0,19 1 0 0,4-1-4 15,5 2 11-15,6-1-7 0,-3 1 7 0,5-3-14 16,-4 1 3-16,-2-1-7 0,-6-1 2 0,-5 1-31 0,-7-1-44 16,-5 1-1-16,-5 1-21 0,-3 1-65 0</inkml:trace>
  <inkml:trace contextRef="#ctx0" brushRef="#br0" timeOffset="22841.99">19245 4667 397 0,'0'-2'37'16,"0"0"-1"-16,0 1 13 0,-2-1-5 0,1-2-9 15,-1 0-26-15,2 1-10 0,-2 1-2 0,2 0-1 0,0 0-5 16,0 0 7-16,0 0-5 0,0 0 6 0,0 1-2 0,-2-1 3 16,0 0 0-16,2 2 0 0,0 0 0 0,-2 0 13 15,0 0 8-15,1 0-1 0,-1 0 2 0,0 0 11 16,0 0-14-16,0 0 12 0,-2 0-17 0,1 0 12 15,-1 0-9-15,-3 0 8 0,1 0-8 0,-1 0-9 16,3-2 5-16,0 2-8 0,0 0-11 0,1 0 5 16,1 0 1-16,0 0 1 0,0 0-1 0,0 0 5 15,0 0-3-15,1 0 7 0,-1 0 5 0,2 0-8 16,0 0-1-16,0 0-2 0,2 0 3 0,-1 0 2 0,3 0 1 16,-2 0-2-16,18 4-4 0,-1-1 3 0,1-1 0 15,3 0 1-15,-1 0-5 0,0 2 4 0,4-2-1 0,0-1 3 16,4-1 4-16,0 0-8 0,1 0-2 0,3 0-1 15,1 0-1-15,4 0 5 0,4 0-3 0,-3 0 5 16,3 0 2-16,2 0-2 0,-1 0 4 0,5 0-5 16,-1-1-8-16,-4-3 10 0,-1-2-8 0,0 1 8 15,1-1-8-15,5 1-2 0,-1-3 5 0,2 1-3 16,4 1 5-16,7 1-1 0,2-1-4 0,0 0 1 0,-1-1 2 16,-7 0-4-16,1-3 10 0,-2 1-9 0,-2 0 3 15,-4-2 6-15,-3-1-8 0,-1 1 7 0,3 0-13 16,-1 2 8-16,1 0-6 0,3 1 7 0,4 1-4 15,1-3 2-15,-5 5 0 0,-1-3-1 0,-1 3-9 16,0-3 8-16,2 1 1 0,-5 3 3 0,-6 1-1 0,-2-1 0 16,2 2-3-16,-2 0 3 0,4 2-2 0,-2 0-3 15,2 0 2-15,2 0-2 0,-1 0 0 0,5 0 8 16,1 0-8-16,2 0 7 0,2 0-5 0,0-2 1 16,-4 0 1-16,-3-1-2 0,1-1-1 0,-1 0 4 15,-2 1-3-15,-1 1 1 0,1 0-4 0,0-2 1 16,-1 0 8-16,1 1-5 0,2-1 0 0,-1 0 4 15,3 2-10-15,3-1 7 0,-6-1-4 0,3 2 1 0,3 0 8 16,-9 0-3-16,5 1 12 0,-1-1-17 0,-6 0 6 16,2 0-8-16,-2 0 6 0,-2 0 0 0,2 2-3 15,-2 0 3-15,0 0 2 0,-2-2 0 0,-3 1-5 0,-1 1 3 16,-1 0 1-16,-2 0 3 0,2-2 4 0,-8 2-3 16,-2 0-5-16,-1 0 11 0,-2 0-9 0,-4 0 10 15,1 0-9-15,-6 0 4 0,-4 0 3 0,-1 0-1 16,1 0 6-16,0 0-2 0,-1 0-1 0,-1 0-2 15,0 0-16-15,0 0-30 0,0 0-8 0,-2 0-9 0,0 0-46 16,-2 0-86-16,-2 0-35 0</inkml:trace>
  <inkml:trace contextRef="#ctx0" brushRef="#br0" timeOffset="23049.6">22697 4734 330 0,'0'0'5'0,"0"0"0"0,0-2 1 0,0 0-10 15,2 0-4-15,0 1-84 0</inkml:trace>
  <inkml:trace contextRef="#ctx0" brushRef="#br0" timeOffset="24322.69">22790 4663 247 0,'0'-1'81'0,"-2"-1"17"0,0-8 66 0,-2-10 5 16,1 3-66-16,-1-1-34 0,0-3-4 0,2 1-11 15,-1 3-30-15,1 4-4 0,0-2-7 0,2 6 2 16,0 2-16-16,0 1 6 0,0 4 0 0,0 0 2 0,0 0-8 16,2-1-4-16,0-1 7 0,-1 0-3 0,1 2 6 15,0 1-6-15,0-1-2 0,0 0 1 0,0 0 5 16,0 0-1-16,-1 0 0 0,1 2 1 0,-2 0 5 0,0 2-4 15,0 2 2-15,0 18-4 0,0 6 1 0,-3 2-2 16,-1 1 3-16,-5 5-2 0,-1-5 0 16,1 3 2-16,-2-5-4 0,2-3 3 0,-1 2-11 0,1-2 12 15,3-2-8-15,1 2 8 0,-1 0-11 0,3 0 9 16,-1 4-2-16,0 0 4 0,2 3-10 0,0 0 7 16,1 3-2-16,1-5 2 0,0 1-2 0,0 1 0 15,1-5 2-15,1 0-1 0,2-2 9 0,2-2-6 0,-1-2 3 16,1 1-6-16,-1-7-6 0,-1-3 11 0,2 0-9 15,-3-3 10-15,1-3-6 0,0 1 6 0,-2-5 2 16,-1 1 0-16,-1-2-6 0,0 0-3 0,0 0 8 16,2 1-6-16,0 1 13 0,0 0-2 0,-2-2-3 0,0-1 4 15,-2 1-2-15,0 0 0 0,-11 6-1 0,-13 3 0 16,-3-2 4-16,1-2-5 0,0 1-3 0,0-3 0 16,2-3 2-16,0 0-3 0,4 0-1 0,1 0-2 15,1 0-2-15,1-2 3 0,1 1 6 0,1 1-4 16,0 0-5-16,4 0 0 0,6 0-3 0,-2 0 3 15,3-2 2-15,2 0-4 0,-3 2-4 0,3-1 1 16,1 1 4-16,1 0-6 0,0 0 9 0,0 0-7 16,0 0 6-16,2 0-1 0,0-1-3 0,2 1 2 0,2 0 1 15,9 4-3-15,13 3 4 0,2-2-3 0,1-1-2 16,3-2 4-16,-1-2-4 0,8 1 4 0,-2 1-8 16,6 2 7-16,5-1 4 0,-9 1-1 0,0-1 0 0,-1 1-2 15,-7-1-1-15,3 1 1 0,-7 1 2 0,-6-3-1 16,-3 2-1-16,-6-3 0 0,2 3 0 0,-4-2 3 15,-5-2-1-15,-1-1 2 0,0 3-3 0,-1 0 10 16,-1 0-2-16,-2-3 5 0,0 12-6 0,-2-1-3 16,-3-1 0-16,-8 0-1 0,-26 0 0 0,0 0 4 0,2-2 1 15,-6 3 1-15,2-1-5 0,-3-4 5 16,3 1-2-16,13-1 3 0,2 0-6 0,7-1-1 0,3 1-4 16,1-1 1-16,2-2-4 0,2 1 1 0,1-1 1 15,7 0 0-15,-1-1 8 0,4-1-11 0,0 0 4 0,0 0-8 16,-2 2 6-16,2-2 2 0,-2 1-2 0,2-1 1 15,0 2-12-15,0-2 9 0,0 0 2 0,0-1 2 16,4 1 0-16,20 4-10 0,0 1 6 0,-2 3-7 16,4 3 12-16,0 1-2 0,-5 3-2 0,-3 5 1 15,-3 3 3-15,-5 6 0 0,-3 3-3 0,0 3 1 16,-5 7-3-16,22 3 1 0,-9 3 4 0,-9-2-1 0,-4 2 3 16,-2-7-5-16,-2 0-2 0,0-3-1 0,-2-6 7 15,1-3-8-15,1 5 2 0,0-3-5 0,2 4 9 16,0 2-1-16,0 2 4 0,0 4-3 0,2 3 5 15,0 6-7-15,-1 3 2 0,1 5-4 0,4 1 5 0,-2-4-3 16,1-1 0-16,-1-4-3 0,0-8 3 0,-1-1 7 16,1-3 0-16,-2 1 3 0,-2-2-5 0,0 3 3 15,-4 3-6-15,0 1 2 0,1-5-6 0,-1-2 3 16,2-6 4-16,0-2-1 0,0-1 5 0,2-6-4 16,0 2-7-16,0-8 2 0,0 2-7 0,2 1 11 15,0-1 2-15,0 2 2 0,0-3-6 0,-2-5 6 16,0 1-6-16,0-2 8 0,0-4-3 0,0 2 3 15,-4 0 1-15,0-4 0 0,-1 2 4 0,-3-1-7 0,3-3 3 16,-16-1-5-16,5-1-2 0,-5-3 5 0,3 2 1 16,-1-1 0-16,2 9-4 0,1-3 2 0,-3 0-2 15,4-3 3-15,-3-1-2 0,1 1 0 0,-3-2-3 16,-1-1 2-16,-1 1-1 0,0 0-1 0,-2-1 5 0,-6 1-5 16,0 0 4-16,-1 0-4 0,-3-1-1 0,-1 3 1 15,-4-2 1-15,-6 1-2 0,-3 1-1 0,0-3 1 16,-6 1 0-16,-2 0 4 0,2-2 1 0,-1 0-1 15,3-2-1-15,2 0-5 0,-1 0 1 0,1 1-1 0,-2-1 4 16,-5 2 2-16,3-2-5 0,-11 0 4 0,-6 0-3 16,-3 0-4-16,-6 0 2 0,4 0-3 0,4 0 5 15,3 0 0-15,2 0-1 0,6 2 0 0,-2 2-2 16,-2 0 2-16,-2-1 1 0,-4 3-1 0,-5-1-1 0,2 3-3 16,0-3 1-16,3-1-1 0,8 2 10 0,4-3-2 15,3 1-3-15,2-2 0 0,0 0-6 0,-7 0 3 16,-2-2 2-16,3 0 0 0,-3-2 3 0,2-2-1 15,5 0 1-15,-3-1 0 0,5-1 4 0,4 1-7 16,2-1 0-16,3 1-4 0,2 1-1 0,2 0 10 16,1 2-8-16,-1 0 6 0,0 2-12 0,-4 0 10 15,-1 0 0-15,3-1 3 0,-1 1-8 0,7-2 1 0,1 0 5 16,8 0-2-16,4 0 2 0,4 2-1 16,7 0-3-16,2 0 2 0,1 0 1 0,7 0 0 0,-3 0-3 15,2 0-2-15,1 0-27 0,1 0 1 0,0 0-4 16,0 0 4-16,2 0-12 0,2 0-51 0,0 0-12 0,41 0-23 15,3 0-144-15</inkml:trace>
  <inkml:trace contextRef="#ctx0" brushRef="#br0" timeOffset="25040.95">23354 5579 66 0,'0'0'31'0,"-2"0"21"15,0-2 6-15,1 0 3 0,-1 0-4 0,0 0 4 0,0 0 4 16,0 1-2-16,0-1 6 0,0 0-4 0,1 0 0 16,-1 0-26-16,0 0-8 0,0 0-4 0,0 2-19 15,0 0 6-15,0 0 0 0,1 2 1 0,-1 0-7 0,0 7-3 16,-4 17 0-16,1 2-2 0,-1 6-3 0,1 1 6 16,1 6-1-16,-2 0 2 0,-1 3-8 0,1 1 7 15,1-1-4-15,-1-1 7 0,1 2-7 0,1-8 0 16,0 0-2-16,2-4 1 0,0-12 12 0,1-1-1 15,-1-5 14-15,2-9-9 0,-2 1 28 0,0-3-2 16,0-1 3-16,0-1-3 0,0 0-2 0,1 0-19 16,-1-2 3-16,-2-2-7 0,0 0 8 0,-9-16 8 15,-5-19-5-15,7-1 5 0,3 3-10 0,4-4-3 0,3 4-2 16,1-2-1-16,0 2-3 0,1-1-5 0,5 1-4 16,1 2-1-16,3-1-14 0,1 4 9 0,0 4-2 15,2 0 5-15,0 2-3 0,2 0 0 0,-11 2 0 0,16 1-1 16,4 1-15-16,6 7 12 0,-2-2-6 0,5 0 7 15,2 2 2-15,1 6-11 0,1 1 12 0,-6-12-9 16,-5 7 9-16,-3 3 0 0,-7 6-6 0,-4 2 4 16,1 2-11-16,-6 2-14 0,4 3-9 0,-5-3-4 15,-3 11-42-15,1 3 2 0,-2-1 4 0,11 2 2 16,-6-4 16-16,-1-1-4 0,-2-2-12 0,-2-1 4 16,-1-2-32-16,1 0 23 0,2 1-7 0,-2-5 11 15,2 3-9-15,-1-1-21 0</inkml:trace>
  <inkml:trace contextRef="#ctx0" brushRef="#br0" timeOffset="25307.66">23774 5735 8 0,'0'0'5'0,"0"2"-6"0,0-1 27 0,0 1 26 15,0 0 1-15,0 0 9 0,0 2 1 0,0-1-22 16,0 1 3-16,-2 7-9 0,0 0-4 0,0 2 10 16,-2 0-1-16,-1 2 6 0,-3 0 1 0,-1 2 10 15,-2 1-11-15,7 5 11 0,-14-1-5 0,1-2-2 16,2 5 4-16,2-7-6 0,4 4-9 0,-2-3-16 16,2 0 1-16,-8 7-8 0,8-8-16 0,1 4 10 15,4 1-5-15,4-7 6 0,0-1-2 0,4 4 16 16,0-4 0-16,1-2 5 0,5 0 5 0,-5-10-14 0,19-1 3 15,4 17-6-15,4-6 2 0,1-6-9 0,2-7 7 16,1-2-7-16,-5-3 6 0,-3-6 6 0,2-4 1 16,-8 2 4-16,2-4 10 0,-5 11-10 0,-4-16-1 0,0 0-1 15,-6-2 8-15,-4 3-1 0,-1-1-1 0,13-2 0 16,-8 2-12-16,-3-2-9 0,-4-1-4 0,-2 5-1 16,-2 1-3-16,-2 3-5 0,-2 1 5 0,1 2-8 15,-3 2-13-15,3 3-31 0,-6 1-10 0,-6 1-9 16,-3 3-52-16,3-9-71 0,0 3-91 0</inkml:trace>
  <inkml:trace contextRef="#ctx0" brushRef="#br0" timeOffset="26166.86">22728 4496 373 0,'-1'-2'38'0,"-1"1"53"16,0-3-39-16,0 0-30 0,0 0-3 0,2 3-9 16,0-1-9-16,0 0-5 0,-2-2-1 0,0 0-3 15,2 3-1-15,0-1 16 0,2 0 0 0,0 0 6 16,0 0-1-16,0 2 2 0,16-5-2 0,3 1 2 15,5 0 14-15,5 0-4 0,3 1 12 0,7-1-11 0,1 0 0 16,1 1-2-16,5-1-2 0,4 0 2 0,2 0-1 16,6-1-4-16,10-1 0 0,10-1-1 0,7-2 4 0,12-1-12 15,-5-1 5-15,1 0-7 0,-4-2 1 0,0 0-9 16,2 2 3-16,15 3-2 0,1 1 7 0,12 1-7 16,-2-1 1-16,-8 1-3 0,-3 3 2 0,-2-1 8 15,1 2-8-15,5 2 9 0,-1 0-3 0,-9 0-8 16,-2-2 7-16,-16 0-7 0,-6 1 7 0,0-1-5 15,-4 0 2-15,4 0-2 0,-2-2 4 0,0 1 1 0,1-1-6 16,-11 0 5-16,-2-1-4 0,-9-1 6 0,-6 2 8 16,-9 1-4-16,1-1 0 0,-6 0 7 0,-7 0-5 15,-2 3 7-15,-3-1-5 0,-5 2-5 0,-1 0-3 16,-6 0 0-16,-2 0-3 0,-1 0-4 0,-5 0-6 0,1 0 0 16,0 0-19-16,-2 0-24 0,0 0-9 15,-2 0-11-15,-2 0-90 0</inkml:trace>
  <inkml:trace contextRef="#ctx0" brushRef="#br0" timeOffset="27153.87">25462 4379 763 0,'0'-2'23'0,"0"1"-3"0,0-3 14 16,0 0-3-16,0 0-5 0,0 3-32 0,0-3-5 15,0 0-1-15,-2 0 1 0,0 3 6 0,0-1 2 16,0 0 1-16,0 0 0 0,0 0-2 0,1 0 11 0,-1 0-2 16,0 1 5-16,0-1-8 0,0 0 22 0,0 0-2 15,0 0 10-15,1 0 5 0,-3 0 2 0,0 1 1 16,0-1-1-16,3 2-3 0,-7-2-9 0,4 2-1 15,1 0-4-15,1 0-10 0,-2-2-14 0,0 0 2 16,1 2-3-16,-1 0 3 0,2 0 2 0,0 2-5 0,0 0 3 16,1 0-10-16,-3 5 6 0,-2 15 1 0,1 12 1 15,3 3 0-15,2 2-4 0,0 9 2 0,0-1-1 16,0-1 5-16,-4 2 10 0,-1-5-3 0,-3-4 5 16,1 0-16-16,-4-2 3 0,-2 0 0 0,0 0 1 15,-4 2 7-15,0 2 0 0,0 2-8 0,3-2 5 16,-1 0-4-16,4-4-5 0,-1-4 6 0,5-1-6 0,3-6 5 15,2-4 6-15,1 0-6 0,1-3 5 0,0-2-13 16,0-2 9-16,1-1 6 0,1 1-1 0,2 4-3 0,-2-8-3 16,0 2 1-16,0-2 0 0,-1 0 2 0,-1 2 5 15,0-3-5-15,0-1 6 0,0-4-1 0,-1 1 5 16,-1-2 3-16,-4 1-1 0,-16 1-1 0,-10-4-5 16,-3 1-7-16,-4-1 5 0,-4 22-5 0,1-11-1 15,1-5 7-15,4-5-5 0,1-3 10 0,5 0 0 16,5 0-5-16,4 0 3 0,3 0-6 0,2 0 1 15,2 0-6-15,2 0 2 0,0 0-7 0,4 0-5 16,2 2 6-16,3-2-6 0,-2 2 3 0,5-2 4 0,-1 4-3 16,-8 9 3-16,3 0-3 0,1 0 3 0,3 0 2 15,1-2-1-15,2 2 2 0,2-4-5 0,1 2 0 16,3 1-2-16,1-3-2 0,3-2 8 0,14 1 0 0,2-1 3 16,2-1 3-16,3-4 9 0,5 1-6 0,1-1 7 15,5 2-4-15,5 0-6 0,-6-1 1 0,1-1-4 16,-6 4-2-16,-3-1 0 0,4 3 0 0,-5 1 1 15,-4 2-5-15,-8 2 3 0,-5 0 1 0,-6 0 1 16,-1 0 16-16,3 2-9 0,-2 2 6 0,-3 1-6 16,-5 3 13-16,-4-1-2 0,-7 2-3 0,7 3 1 15,-34-3-8-15,-2-4 2 0,-6 1 2 0,2-4-2 0,-3-2-3 16,1 2 1-16,3 0 4 0,5-4-3 16,3 5-2-16,4-6-8 0,4 3 3 0,6 0-3 0,3 0 5 15,4-2-2-15,2-2-4 0,2 0 1 0,3-3-7 0,3-1 5 16,-1 1-2-16,-2 1 3 0,3-1 2 0,-1 1-5 15,0 1 4-15,2-3-5 0,2 3 0 0,0-1-1 16,0-3-2-16,2 0 1 0,4 1 7 0,22-1-2 16,1 5 2-16,7 4-1 0,-7-3 3 0,3-1-6 15,-1 4 1-15,-5 0-5 0,4 2-3 0,-8 3 6 16,1 5 1-16,-7 1 3 0,3 0 9 0,-6 6-8 16,-4 1 0-16,-3 8-2 0,-4 2-3 0,22 9 7 0,-11 6-3 15,-11 7 2-15,-8 11-7 0,-3 4 9 0,-6-2-1 16,4-5 3-16,1-6-10 0,1-13 7 0,4-6-4 15,-1-9 5-15,2-5-4 0,2-6 1 0,2-2 0 16,0-2 0-16,0-1 3 0,0-4-4 0,0-1 10 0,0 1-9 16,2-2 3-16,-2-2 8 0,0-4-10 0,0-2 8 15,0-1-18-15,0-2-29 0,0-2 3 0,0 1-13 16,0 1-22-16,-2 0-25 0,1-2-21 0,-1-1-7 16,0-1-151-16</inkml:trace>
  <inkml:trace contextRef="#ctx0" brushRef="#br0" timeOffset="27969.68">25627 5841 1131 0,'0'-2'21'0,"0"0"2"0,0 0-12 16,0 0-15-16,0 0-3 0,0 0-29 0,0 2 22 15,2 0 8-15,-1 2 0 0,1 2 0 0,2 18 7 0,0 15-5 16,-4 6 6-16,-2 5-2 0,-4 1-6 0,-3 3 1 16,-2-6-3-16,-2-1 4 0,2-10 13 0,0-5-4 15,0-6 7-15,5-11 1 0,0-4 11 0,5-5-2 16,-3-1 4-16,-2 1-12 0,-5 4 4 0,2-5 0 16,1-1 1-16,1-2 1 0,1 0 1 0,1-4-5 0,3-12 6 15,-17-12 3-15,6-9-7 0,10 0 0 0,3 1-5 16,3-6-9-16,5 5-4 0,3 1-1 0,4-1-2 15,-2 6-6-15,5-3 3 0,1 3 2 0,-12-1-2 16,21 2 2-16,2 2-4 0,0 4 0 0,3 4-2 16,6 3 1-16,-4 2 7 0,-1 0-3 0,-3 6 4 0,-5 0-4 15,4 5 0-15,2 2 5 0,-12-13-3 0,0 6 4 16,-3 4-1-16,-8 3 0 0,1 2 0 0,-7 0 1 16,-1 0-1-16,2 2 0 0,0 1-1 0,-2 1 13 15,1 16-12-15,-5 3 9 0,-7 1-11 0,4 2-3 16,-33-2 5-16,3 0-2 0,-6-2 4 0,10 3 1 0,1-7-3 15,2 4 3-15,10 1-4 0,1 1-2 0,2 0 3 16,4-2-1-16,3 2 3 0,1-1-2 0,3-1 0 16,-11 0-5-16,8-7 5 0,1 2 9 0,3-2-11 15,1-1 6-15,2 1-7 0,0-4 13 0,2 1-8 16,1-1 2-16,3 0-4 0,3 2-4 0,1-4-5 16,10-1-8-16,2 1 2 0,-1 0-13 0,3-5-10 15,2 1 5-15,-2 12-11 0,0-6-22 0,2-3 8 0,2-5-8 16,-2-1 10-16,6-2 1 0,-3-2-2 0,5-5 6 15,-1-4-4-15,1-4 10 0,-1-2 27 0,-1 1-1 0,-1-3 10 16,1 0 2-16,-1 1 12 0,-1 1-5 16,3 2 7-16,-3 2 3 0,-4 2 17 0,2-2 5 0,-2 2 3 15,0 0 6-15,-2 2-4 0,-5 1 1 0,-1 3-2 16,-3 1 3-16,-2 0 0 0,-2 1-3 0,-5 1 4 16,-3 0 13-16,1 0-15 0,0 0 11 0,-2 0-14 15,0 0 3-15,-1 1-5 0,-1-1-6 0,-1 0 2 16,-1 0-5-16,-4 0-11 0,-25-5 3 0,1 5-6 0,0 2 5 15,-1 5-15-15,1 5 4 0,4 3-7 0,-2-10-5 16,6 31 1-16,1-1-4 0,5 4 4 0,4-7-5 16,3 0 8-16,4 1 0 0,3-5 2 0,-17 4-6 0,10-6 6 15,5-3-1-15,4-3 3 0,0-3 4 0,4 0 8 16,3 0-3-16,-5-2 4 0,30 0-9 0,3-2 4 16,4-2 0-16,6-3 2 0,5-1-1 0,0-3-5 15,-2 0 2-15,-3 20-4 0,-8-11 4 0,-4-7-3 16,-3-4-6-16,-10 0 0 0,-3-2-25 0,-8 0-28 15,-5 2-9-15,0-1-15 0,0-1-96 0,-3 0-30 16,-1 0-9-16</inkml:trace>
  <inkml:trace contextRef="#ctx0" brushRef="#br0" timeOffset="28283.49">22818 8028 460 0,'-2'-2'74'0,"0"0"25"0,0 0-29 16,-2-2-64-16,-3-1 13 0,-1-1-44 0,-5-1-49 16,0 1-4-16,2 3-16 0,-4 1-30 0</inkml:trace>
  <inkml:trace contextRef="#ctx0" brushRef="#br0" timeOffset="28624.15">22585 8031 109 0,'0'0'41'0,"0"0"-4"0,0 0 70 16,-1-1-6-16,-1-1 10 0,0 0-26 0,0 0 2 0,0 0-11 0,0-2 7 16,0 1-17-16,-1-1-30 0,-1 0 7 0,0 1-17 15,1-1-11-15,-1 0-3 0,0 0-8 0,0 3 4 16,3-1-11-16,-1 0-4 0,0 0 7 0,0 2-5 16,0 0 8-16,0 0 5 0,0 0-5 0,1 2 7 15,1 0 1-15,0 0-7 0,1-1 6 0,1 1-5 0,2-2 13 16,33 8-11-16,6-3 4 0,9-5-6 0,9-2 4 15,6-3-5-15,7-3 5 0,4-4-3 0,2-3 6 16,11 0 3-16,7 0 0 0,18 2 1 0,4 2-5 16,10-2 8-16,0 2-9 0,-5 3 8 0,1 5-18 0,6-1 0 15,0 4-2-15,-3 0 0 0,-6 0 5 0,-13 2-4 16,-8 0 10-16,-6-1-9 0,-1 1 10 0,0 0-4 16,-4-2-6-16,-8 0 4 0,-5-4 1 0,-11 1-5 15,-8-3 6-15,-8 1-6 0,-7 1 6 0,-9 0 1 16,-5 2 2-16,-2-1 0 0,-9-1 6 0,-3 2 2 15,-8 0-1-15,-5 2 2 0,3 0 7 0,-2 0-26 16,-1-2-9-16,1 0-11 0,-2 1-83 0,0-1-165 0</inkml:trace>
  <inkml:trace contextRef="#ctx0" brushRef="#br0" timeOffset="29297.79">25389 4240 320 0,'0'0'38'16,"0"0"-4"-16,0-2 20 0,-2 0-6 0,0 0-6 15,1 1-35-15,1-1-1 0,0 0 2 0,0 0-2 0,0 0-6 16,0 2 8-16,1 0-8 0,1 0 10 0,2 0-10 15,3 0 10-15,16 0 3 0,3 0-1 0,-2 0 0 0,4 2 12 16,1 0-8-16,7 0 10 0,8 0-12 0,12-1 12 16,7-1 0-16,13-1 2 0,2-5-12 0,6-1 7 15,5-5-11-15,0 1 9 0,-4 0-14 0,8-2 4 16,7 0 1-16,8 0-1 0,7 0 0 0,-3 0-10 16,-6 0 2-16,-8 4-3 0,0 0 16 0,3 1-6 15,-3 1 4-15,4 1-5 0,2-1 3 0,-9-1-9 16,-4 1 6-16,-8 0-6 0,-7-1 13 0,-3 4-6 15,5 3 2-15,-6-1-3 0,3 0-1 0,-5 0-3 0,-9 0 2 16,-9 2-1-16,-7-2 9 0,-6 2-3 0,-6-2 0 16,-3 1 0-16,-6-1 7 0,-5 0-7 0,-8 2 3 15,-2-2-5-15,-1 2 4 0,-3 0 10 0,-3 0-9 0,2-2 6 16,-1 0-28-16,1 0-79 0,-2 2-5 0,0 0-32 16,-2 0-75-16</inkml:trace>
  <inkml:trace contextRef="#ctx0" brushRef="#br0" timeOffset="51690.75">25114 7172 1 0,'0'0'18'16,"0"-2"1"-16,0 0 5 0,0 0 1 0,0-1-15 0,0-1-9 15,0 0 8-15,0 0 0 0,0 1 4 0,0-1 12 0,0-5 20 16,0 3-3-16,0 2 8 0,0 1-1 0,0 1 16 16,-2-6-2-16,2 7 7 0,-1-5 6 0,-3 0-23 15,4 5-1-15,-2-3-9 0,0 0-3 0,0 0-34 16,0 3 15-16,1-1-22 0,-1 0 5 0,0 0 1 15,0 2-1-15,0 0 1 0,0 2-4 0,2 2 6 16,-2 9-8-16,-1 14 6 0,1 1-8 0,0-2 6 16,0 0 4-16,2 0 0 0,0-2-4 0,0 1 1 15,0-3-2-15,0 0 4 0,0 0 11 0,-2 2 1 0,0 2-6 16,1 2 1-16,-1 0-16 0,0 0 15 0,0 5-7 16,2-1 8-16,0 5-17 0,0-2 10 0,0-1 0 15,0-3 4-15,0 1-5 0,0-2-5 0,0-1 4 0,0-4-4 16,0-1 2-16,0-6 8 0,0 1-6 0,0-2 7 15,0-4 2-15,0-8 4 0,0 1 5 0,0-3-2 16,0-1 2-16,0 4 2 0,0-2-6 0,0-1 5 16,0 1-9-16,2-2 16 0,0 0-4 0,0 0 6 15,-1-1-14-15,1 1-6 0,0 0 0 0,0-2-1 16,0 0 4-16,0-2-9 0,1 0 1 0,1-1-4 16,-2-1-1-16,4-9-1 0,1-4 0 0,0 4 0 0,-3 0 10 15,2-2-9-15,1 4 2 0,-1 2-4 0,3 7 1 16,-2-2-4-16,-3 1 1 0,0 1-5 0,-2-2 7 0,0 4-7 15,3-4 5-15,1 3-6 0,-4 1 7 0,1 0 0 16,1 0 0-16,0 0 0 0,-2 1 4 0,-1 1 2 16,1 0-1-16,0 0-1 0,0 0-3 0,0 2 3 15,0-3-1-15,0 1 1 0,-1 0 2 0,1 0 2 16,0 0 12-16,0 0-8 0,0-2 11 0,2 0-14 16,-1-2-4-16,1 0 0 0,-2 2 5 0,2-2-9 15,1-9 8-15,1 4-8 0,-3 3 8 0,-1 0-4 16,-2 2-1-16,4-1-1 0,-2-1-2 0,0 0 3 0,-2 2-5 15,0 0 4-15,0 2 0 0,-2 2-5 0,0 0 6 16,2 0-6-16,-11 15-2 0,9-6 5 0,-4 6-4 16,3-8 4-16,-1-4-4 0,-2 3 10 0,6-6-6 0,-1 1 7 15,1-1-10-15,-2 2 18 0,2 0 2 0,0-1 7 16,0-1 4-16,0 0-5 0,2-2-4 0,-1 0 0 16,1 0-11-16,0-2 8 0,0 0-1 15,0 1 2-15,0-3-9 0,-2 0-6 0,0-7-9 0,0-4 0 16,0 8-38-16,0 1-88 0,0-1-49 0</inkml:trace>
  <inkml:trace contextRef="#ctx0" brushRef="#br0" timeOffset="117184.51">11607 5618 3 0,'0'0'18'16,"0"0"5"-16,0 0 39 0,0-2 14 0,0 0-1 15,0 0-1-15,0 0-37 0,0 0-5 0,0 1-3 0,0-1-8 16,0-2-13-16,0 0 4 0,0 1-8 0,0-1 0 16,0 0 3-16,0 0 1 0,0-3 1 0,0 5-2 0,0-2 10 15,2-3-9-15,-2 5 8 0,1-5-16 0,-1 3 7 16,0 2 2-16,0-2 1 0,0-1 7 0,0-1 2 15,0 4 7-15,0-1-4 0,2-1 0 0,-2 0-4 16,0 1-1-16,0-1 0 0,0 0-10 0,0 0 4 16,0 3-11-16,0-1 8 0,0 0-27 0,0 0 6 15,0 0-2-15,0 0 2 0,0 0-10 0,0 1 2 16,0 1-9-16,0 0 7 0,0 0 3 0,0 0 8 0,0 0 2 16,0 0 2-16,0 0 6 0,0 0 4 0,0 0 3 15,0 0 0-15,0 0-4 0,0 0-2 0,0 0-4 16,0 0 0-16,2 0-3 0,-2 0-67 0</inkml:trace>
  <inkml:trace contextRef="#ctx0" brushRef="#br0" timeOffset="121904.62">11675 5584 40 0,'0'0'15'16,"0"0"-4"-16,0 0 13 0,0-2 3 0,0 1-4 0,0-1 5 15,0 0-1-15,0 0 5 0,0 0-5 0,0 0-7 16,0 0 6-16,2 1-8 0,0-1 7 0,0-2-10 0,0 0 3 16,0 1 1-16,-1 1 0 0,1-2 5 15,0 2-7-15,-2 0 3 0,2-1-2 0,-2-1 8 0,0 0-5 16,0 0 4-16,0 3-2 0,0-1 23 0,0 0-14 16,0 0 3-16,0 0-8 0,0-2 0 0,0 1-9 15,0-1 8-15,0 2-9 0,0 0 0 0,0 0 4 16,0 1-9-16,0-1 6 0,0 0-9 0,0 0 1 15,0 0 4-15,0 0-3 0,0 0 1 0,0 1-5 16,0-1 1-16,0 0-2 0,0 0 11 0,0 0-6 16,0 0 4-16,0 0-6 0,0 1 2 0,0 1-3 0,0 0 5 15,0-2-3-15,0 0-5 0,0 2 6 0,0 0-9 16,0 0 8-16,0 0-10 0,0 0 11 0,0 0-4 0,0 0 6 16,0 0-12-16,0 0 4 0,0 0 3 0,0 0 0 15,0 0 4-15,0 0-5 0,0 2-4 0,0 0 3 16,0-1-2-16,0 1-2 0,-2 0 5 0,0 0-3 15,2 0 3-15,-2 0-4 0,2 0 1 0,0-1-2 16,0 1 2-16,0 0 3 0,0 0-1 0,0 0 2 16,0 0-4-16,0 0-1 0,0-1-2 0,0 3 1 15,0 0-2-15,0-2 1 0,-1 7 6 0,-1 0-3 16,0 2-1-16,0 1 1 0,0-1-4 0,0 2 4 0,0-4-4 16,1 2 7-16,-1-2-7 0,0 4 7 0,0 0-10 15,0 0 1-15,0 0 5 0,2 0-3 0,0-1 7 0,0 1-7 16,0 0 0-16,0 1-1 0,0 3 5 0,0 0-4 15,0-2-2-15,0 1-1 0,0-3 4 0,0 2 1 16,0-2 3-16,0 0-2 0,-2-2 5 0,1 1-6 16,-1-1-1-16,2-4-1 0,0 1-1 0,0-3 4 15,0-1-3-15,0 1 4 0,0-3 1 0,0 0 0 16,-2 2 5-16,0 0-5 0,0-1-5 0,0-1 6 16,1 0-1-16,-1 0 3 0,0 0-2 0,2 0 0 15,0-1-1-15,-2-1 2 0,2 0 6 0,-2 0-11 0,2 0-1 16,0-1-3-16,0-1 1 0,0 0 3 0,0-2 3 15,0 0-1-15,-2-12-4 0,0-1 2 0,1 0-1 16,-1-3 2-16,0 1-7 0,2 1 3 0,0-3 1 0,0 3 2 16,0-3 1-16,0 3 1 0,0-1-4 15,0-1 2-15,2-1-12 0,0 1 9 0,-1-1-2 0,1 5 4 16,0-5 7-16,0 6-7 0,-2 2 1 0,0 2-2 16,2-2-7-16,-2 4 5 0,0 0 4 0,0 3 1 15,0 2 5-15,0 1-3 0,0 1-5 0,0-2 2 16,0 0-10-16,0 1 1 0,0 1-2 0,0 0 5 15,0 0 10-15,0 0-10 0,0 2 7 0,0 0-8 0,0 0 9 16,0 2-3-16,0 0-4 0,0 0 2 0,0 2-5 16,0 5 10-16,0 8-6 0,0 1 5 0,0-1-9 15,0-2 9-15,-2 0 0 0,0-2 3 0,0-2-9 0,0 0 4 16,1-2-3-16,1 0 3 0,0-3-4 0,0 0 4 16,0-3 0-16,0-1 1 0,0 2-5 0,0 0 3 15,0-1 1-15,0 1 2 0,0 0-2 0,0-2 3 16,0-1 0-16,0 1 0 0,0 0-4 0,0 0 4 15,0 0-4-15,1-2 3 0,1 0-6 0,0 0 3 16,0-2 0-16,0 0 1 0,0 0 4 0,0-1-7 16,-2 1 7-16,3-8-6 0,1 3 8 0,0-2-8 15,-4 5 3-15,1-2-3 0,-1 3 2 0,0 1-1 0,0 0 3 16,2-2-2-16,0 1 3 0,0-1-2 0,0 0-7 16,-2 0 4-16,0 3-2 0,0-1 1 0,0 0 3 15,0 0-2-15,0 2-4 0,0 0 9 0,0 2-4 0,0 0 6 16,0 1-9-16,0-1 3 0,-6 15 0 0,1 0 2 15,-1 1-8-15,-1 1 8 0,-1-1-6 0,1 1 7 16,0 1-2-16,-1 1-1 0,3-3 2 0,-1 1-2 16,0 0 0-16,1-1-1 0,-1 4 4 0,1 1-4 15,-1 1-4-15,1 0 5 0,1-2-2 0,0 2 3 16,0-1 2-16,3 1 1 0,-1-2-6 0,0-1 3 16,0 1-3-16,0-6 3 0,0 1 0 0,2-4 2 0,0-5-3 15,0-3-1-15,0 1 0 0,0-3-1 0,0 3 8 16,0 1 0-16,0-3-3 0,0 0 1 0,0 0-3 0,0-1-6 15,0 1 7-15,0 0-7 0,0-1 5 0,0 1 5 16,0 0-5-16,0-2 4 0,0 0-1 0,0-1-1 16,0 1 4-16,0 2-4 0,0-2-2 0,0 0 2 15,0 0-1-15,0-1 1 0,0 1 0 0,0 0 3 16,-2 0-5-16,1 0 4 0,-1-2-5 0,0 0 5 16,-2 0-3-16,0 0 3 0,-5 0-10 0,-4 0 6 15,-4 0 3-15,3 0 1 0,-1 0 0 0,0 0-3 16,-6-2 4-16,5 2-4 0,-1 0 0 0,4 0-1 0,2 0-1 15,0 0 1-15,1 0 3 0,-3 0-3 0,8 0 1 16,-4 0-1-16,1 0 5 0,3 0-7 0,-5 2 4 16,7 0-4-16,-1 0 7 0,0-1-7 0,0 1-1 0,3 0-1 15,-1 0 6-15,0 0-2 0,0 2-2 0,2-1-1 16,0 1 0-16,0 0 3 0,0-1-4 0,0 1 4 16,0 0 3-16,2 0-4 0,0-1 1 0,0 1-5 15,-1 0-3-15,1-1 10 0,0 1-2 0,0 0 2 16,2 0-2-16,-1-1 0 0,1 1 3 0,0 0-2 15,0-1-6-15,-1 1 6 0,1-2-2 0,7 5 3 0,-2-1-4 16,1-2 1-16,1 1 1 0,-6-3 1 0,3 2 4 16,-1 0-8-16,1-3 5 0,1 3-3 0,4 0 5 0,-2 0-7 15,6 1-3-15,-2-1 1 0,-2 0 9 0,-2-3-7 16,0 1 8-16,-2 0-7 0,2 0 5 0,-1 0-3 16,-3 0 0-16,2 0 0 0,1-1-2 0,-3-1 5 15,4 2-2-15,-5-2 5 0,1 2-4 0,1 0-7 16,-3-2 6-16,1 2-5 0,-1 0 4 0,-1-2 0 15,0 0-2-15,1 2 2 0,-1-1 0 0,0 1 4 16,-2-2-2-16,1 4 3 0,1 0-4 0,0-1 0 16,0-1-1-16,-1 0 1 0,-1 2 5 0,0-2-5 15,0 0 5-15,0 1-5 0,0 1 0 0,-1 0 0 0,-1-1-1 16,0 1 1-16,0 0 1 0,-1 0-2 0,1-3 3 16,-8 9-2-16,3-3 6 0,-12 2-3 0,-2 1-1 15,-3-3 0-15,0 2-3 0,-1-1 6 0,-3-3-6 0,2 1 6 16,-2 0-6-16,4-3 9 0,-2 1-5 15,3 0 5-15,5-2-13 0,-5-1 7 0,8 3-2 0,-3-2 3 16,3 7 1-16,1-1 3 0,1-3-4 0,2-1 1 16,2 0-10-16,-5-1 8 0,9-3-3 0,-1 0 5 15,2 0-1-15,-2 2-3 0,1 0 4 0,1 0-5 16,-2 0-4-16,0 0 4 0,1 0 0 0,1-1 0 16,0 1-8-16,0 0 8 0,2 0-2 0,0 0 4 0,0 0 3 15,0 0-3-15,2-1-6 0,0 1 2 0,0 0-3 16,1 0-1-16,7 0 6 0,6 2-4 0,5-1 6 0,-4-1-3 15,5 2 1-15,4 0-3 0,-6-3-1 0,8 3 5 16,-6 0-1-16,1 0 2 0,-1-1-2 0,-3 1 0 16,-1 0-2-16,-1 1 2 0,1 1 3 0,-3-1-3 15,4 1 3-15,-4-2-4 0,1 1-4 0,-1 1 6 16,-2-2-1-16,2 1 3 0,-4-1-2 0,0-1 1 16,-1 1-2-16,-1 0 1 0,-2-2 0 0,-1 0-1 15,-1-1 4-15,-1 1-4 0,-2-2 0 0,2 2 4 0,-1 0-4 16,1 2 4-16,0-1 0 0,-2 1-5 0,0 0 3 15,-2 1-4-15,0 5 7 0,-2 1-4 0,-4 2 1 16,-3 4-2-16,5-4 2 0,-18 7 1 0,-2-5 0 16,0-2 0-16,1 2 8 0,-1-6-11 0,2 0 6 0,0 1-6 15,-1-3 5-15,1-1-3 0,0 1 3 0,3 6-2 16,4-4 5-16,4-3-7 0,2-2 3 0,2-1-4 16,1-1-4-16,-1 2 9 0,3-2-6 0,2-2 6 15,0 0-7-15,-2 2 2 0,1-1 2 0,1 1-1 16,0 0-9-16,0 0 10 0,0 0-4 0,2 0 8 15,0 0-1-15,2-2-11 0,2 0 6 0,14 1-7 16,5-1 6-16,1 0 4 0,-2 0-5 0,-1-1 5 0,-3-1-4 16,-3 0 3-16,2-2 0 0,-4 2 2 0,0 0-7 15,-4 1 7-15,-2 1-4 0,-1 0 4 0,-2 0-5 0,-1 0-2 16,-1 0 3-16,0 0-2 0,2 0 3 0,0 0-1 16,-1 0 2-16,-1 0-2 0,0 0 8 0,0 1-8 15,0 1 2-15,0 0-4 0,-1 0-3 0,1 0 6 16,-2 2-2-16,0-1 3 0,0 1-6 0,0 2 4 15,-2 5-3-15,1 4 3 0,-1-2 1 0,0 0-1 16,-2 1 0-16,0-2 0 0,1 1-3 0,-3 3 2 16,2-3-2-16,-1 6 1 0,1-2 0 0,-1 1-1 15,-1 1 4-15,0-1-1 0,-1 5 0 0,1-3 1 0,-1 0-1 16,1-3 3-16,1 2 1 0,-1 1-7 0,3-3 3 16,-1 3-5-16,0-1 5 0,0-1 3 0,1 1-5 15,1-1 5-15,0 1-4 0,0 1 1 0,0 1 2 16,2-1-2-16,0 1 0 0,0-1 0 0,0 1 0 0,0 1-1 15,0 0 4-15,0 2-7 0,0 0 6 0,0 2-5 16,0-1 5-16,0-1-1 0,-2 0-3 0,1 0 2 16,-1 4 3-16,-2 0-6 0,0 0 1 0,1 1-2 15,-1-3 13-15,0-3-6 0,0-1 3 0,3-6-5 16,-3 1-2-16,0 2-1 0,2-4 2 0,0-1 0 16,1 1 8-16,-1-2-13 0,0 0 8 0,0 0-8 0,0-2 11 15,0 2-4-15,0-1-2 0,1-1 0 0,-1 0 1 16,0 2 0-16,0-2-1 0,0 0 0 0,0 0 2 15,0 0-5-15,1 2 5 0,-1 0-5 0,0 2 3 0,0 4-3 16,0 1 3-16,0 3-2 0,2 1 7 0,0 0-5 16,-2 2-5-16,2 0 2 0,0 0 9 0,0-2-3 15,-1 0 2-15,-1-2-4 0,0-1-1 0,2-3-1 16,0-3 1-16,0-7 0 0,0-3 1 0,0-3 3 16,0 0 1-16,0 2 1 0,0-1 0 0,0 1 4 15,0 0 1-15,0 0 1 0,0-3 1 0,0 1-1 0,0 0-7 16,0 0 5-16,0 0-6 0,0 0 5 0,0-1 1 15,0-1-2-15,0 0-2 0,0 0-4 0,0 0 1 16,0 0-1-16,0 0-2 0,0 0 2 0,0 0-2 16,0 0 0-16,0 0-4 0,0 0 4 0,0 0-3 0,0 0 3 15,0 0-5-15,0 0 7 0,0 0-3 0,0 0 4 16,0 0-11-16,0 0 9 0,0 2-1 0,2-2 3 16,-2 0-3-16,0 2-1 0,0-2 5 0,2 2-3 15,-1 0 8-15,1-2-9 0,0 2 2 0,0-2-3 16,0 0 2-16,0 0 3 0,0 0-6 0,-1 0 5 15,1-2-1-15,0 0-1 0,0 0 4 0,0-2-4 16,3-5 0-16,1-2 6 0,0-2-6 0,-5 6 4 16,1 1-8-16,-2 2 4 0,2-3-1 0,-2 1 3 0,0 1-7 15,0-1 3-15,0 4 0 0,0-1 1 0,-2-1 5 16,0 0-12-16,1 2 4 0,-3 1-6 0,2 1 9 16,-9-2-1-16,-8 0 1 0,3 2-2 0,1 2-3 0,0 3 5 15,6 1-2-15,7-6 2 0,-6 13-7 0,5 2 6 16,-3 0-3-16,2-1 4 0,1 1 0 0,-3-2 5 15,-3 0-2-15,1-4 2 0,-1 8-14 0,2-2 12 16,1 0-10-16,2 0 11 0,2-8-9 0,1 8 7 16,1-6 4-16,0-3-1 0,0 1-6 0,0 1-1 15,0-3 1-15,0 3 0 0,0-5 3 0,0 3 6 16,0-2-5-16,0-1 3 0,1 1-7 0,-1-2 6 0,4 2-3 16,0-1 4-16,0 1-7 0,-1-2 3 0,10 4 1 15,4-3 1-15,-2-1 4 0,-2-2-5 0,-6 0 3 16,4-2-4-16,-1-1 2 0,-1-1 6 0,0-2-4 0,1 1 4 15,1 3-7-15,-6-7 0 0,-1-6 2 0,2 4-2 16,5-4-5-16,-4 4 9 0,-1-1-5 0,-1 1 8 16,-3 4-7-16,0-4 2 0,-2 3-3 0,0 5 2 15,0-1-4-15,0 2-2 0,0 0 1 0,0 0-2 16,-2-1-4-16,-2-1 8 0,1 0-2 0,-10-1 2 16,-4 1-5-16,-2 2-5 0,3 2 9 0,-1 0-5 0,2 4 7 15,-2 1 0-15,3 3-3 0,2-1 1 0,-2-3 0 16,8 11 0-16,-3-4-4 0,-1-4 2 0,9 4-2 15,-1-5 6-15,-6 3 0 0,5-3 1 0,-1-1-4 0,2-1-2 16,0 4 3-16,0 1-2 0,2-5 6 0,0 1-3 16,0-1-1-16,0-2 0 0,2 1 4 0,2 1-4 15,5 4 1-15,8 1-2 0,1-4 1 0,1-1 2 16,1-2 2-16,1-2 0 0,1 0 0 0,-5-2-2 16,1-2 4-16,-1-1-4 0,-2-3-3 0,-4 3 4 15,-2-3-2-15,-3 5 4 0,0-7-3 0,-5-4 9 16,1 2-7-16,8-1 8 0,-3 2-8 0,-3 4-2 0,-1-2 4 15,-1 3-6-15,-2 0-1 0,0-1 4 0,0 3-3 16,0 1 3-16,-2-1-6 0,1 0-2 0,-1 2 1 16,-2 0-1-16,0 1-9 0,-3-3 0 0,-6-2-3 15,5 4 2-15,5 2-19 0,-1 0-48 0,0 0-16 16,2 0-13-16,1 0-70 0,-1 0-15 0,0-1-31 0</inkml:trace>
  <inkml:trace contextRef="#ctx0" brushRef="#br0" timeOffset="123809.4">11057 7872 409 0,'0'0'11'0,"0"-2"26"16,-2 0 3-16,2 0 11 0,0-1-31 0,0-1 2 15,0 0-11-15,0-3 8 0,0 3-13 0,0 2-5 16,0-3 6-16,0 1-6 0,0 0 12 0,0 0-3 16,0 3 5-16,0-3-5 0,0 2 2 0,2-2 3 15,0 1-2-15,0-1 3 0,0 2 3 0,-1 0 3 16,1 0 2-16,-2 0 0 0,0 2-5 0,0 2 10 16,0 0-2-16,0 2 4 0,-2 3-9 0,-3 14-3 0,-3 3-2 15,-3 4 1-15,2-4 0 0,0 0-3 0,1-5 6 16,1-1-6-16,0-1-4 0,-1-1 5 0,1 1-11 15,1-2 10-15,1 0-2 0,1-4-7 0,0 0 2 16,2-3-4-16,0-1 2 0,1 0-3 0,-1 1 4 0,0-3-3 16,2-1 1-16,0-2-1 0,0 2-4 0,0-1 3 15,0-1-4-15,0 0 1 0,-2 2-2 0,0 0 0 16,0-1-6-16,0 1 2 0,1 0-1 0,-1-2 0 16,2-1-15-16,0 1-2 0,0 0-1 0,0 0 0 15,0 0-11-15,0 0-10 0,0-2-23 0,0 0-5 16,0 0-168-16</inkml:trace>
  <inkml:trace contextRef="#ctx0" brushRef="#br0" timeOffset="131715.93">11135 7900 256 0,'0'0'-44'0,"0"0"29"0,0 0 2 15,0 0 3-15,0 0 32 0,-2 0-4 0,0 0-6 0,0 0-6 16,1 0 7-16,1 0-6 0,0 0 4 0,-2 0 2 15,2-2 1-15,0 2 9 0,0 0-14 0,0-2 1 0,0 0-6 16,0 0 9-16,0 0-5 0,0 1 8 0,0-1-7 16,0 0 8-16,0 0-14 0,0-2 6 0,0 1-6 15,0-1 20-15,0-2-11 0,0 3 0 0,0-3-5 16,0 4-4-16,0 0 3 0,2-5 1 0,-2 3 0 16,0 2-8-16,1-1 5 0,1-1-4 0,0 0 6 15,0 0 7-15,0 1-5 0,0-1 2 0,0 0-4 0,-1 1 5 16,1 1 6-16,0-2 1 0,-2 2 0 0,0 0-14 15,0 0 9-15,0 1-2 0,0-1 6 0,0 0 6 16,0 0-2-16,0 0-1 0,0 0 0 0,0 0-10 0,0 1 10 16,0-1-6-16,0 0 7 0,0 0-3 0,0 0-10 15,0 0 7-15,0 0-9 0,0 1-3 0,0-1 3 16,0 2-2-16,0 0 4 0,0 2-1 0,0-1-2 16,0 5 6-16,-5 20-3 0,-3 0 12 0,1 9-13 15,-1-3-2-15,1 1-2 0,-1 1 7 0,-1-7-11 16,2 3 7-16,-1-4-8 0,3-2 13 0,-1 0-10 15,1-1 3-15,1-3-4 0,-2 2 1 0,3-1 1 16,-3 1-3-16,2-1 1 0,1 3-4 0,-1 0-183 0</inkml:trace>
  <inkml:trace contextRef="#ctx0" brushRef="#br0" timeOffset="139129.41">27745 4129 256 0,'0'0'-66'0,"0"0"39"0,0 0 7 0,0 0 15 16,0 0 76-16,0-2 12 0,0 0-34 0,0 0 1 16,0 0-17-16,0 0-17 0,0 1 1 0,0-1 6 15,0 0-3-15,0 0 10 0,0 0 1 0,0 0 0 16,0 0 0-16,0 1-5 0,-2-1 1 0,1 0-6 15,-1 0 6-15,0 0 2 0,0 0-15 0,0 0 7 0,0 1-12 16,0-1 3-16,1 0-2 0,-1 0 1 0,0 0-1 16,0 0 1-16,0 0 8 0,0 1-6 0,-1 1 6 15,-1 0-7-15,0 0-5 0,-1 0 6 0,1 0-6 16,-2 0-1-16,1 1-3 0,1-1-3 0,2 0 1 16,0 0 3-16,-1 4-5 0,-1 0 2 0,0 0-2 0,0-1 2 15,1 1 2-15,1-2 3 0,0 0-1 0,0 0-4 16,0-1 10-16,0 1-10 0,1 0 10 0,1 0-4 15,0 0-4-15,1 0 6 0,1 0-6 0,0-1 5 0,2-1-12 16,0 0 4-16,-3 0-5 0,9 0 15 0,-3 0-9 16,1 0 4-16,-1-1-5 0,-1-1 11 0,-3 2-5 15,-1 0 1-15,0 0-3 0,2-2-7 0,-1 0 4 16,1 0-2-16,0 0 4 0,-2 0 5 0,0-1-2 16,-1 1 0-16,1 0-3 0,0 0-6 0,0 0 6 15,-2 0-2-15,0 1 3 0,0-1 1 0,0 0-3 0,-2 2 1 16,0 0-2-16,0 0-1 0,1 2 3 0,-3 0-3 15,0-1 1-15,0 1 1 0,1 0-8 0,-1 0 13 16,2 0-11-16,0 0 15 0,0 0-11 0,1-1-4 16,-1 1-1-16,0 0 5 0,0 0-2 0,0 0 6 15,0 0-4-15,2 0 14 0,0-1-16 0,0 1 7 0,0 0-9 16,0 0 15-16,0 0-10 0,0 0 3 0,0-2-5 16,2 0 1-16,-2 0 6 0,2 0-1 0,-2 0 3 15,2 0-4-15,0 0-4 0,0 0-4 0,-1 0 3 16,-1-2 11-16,2 0-10 0,-2 0 10 0,0 0-12 15,0 0 2-15,0 1 4 0,0-1-1 0,0 0 4 16,0 0 1-16,0 0-1 0,0 0-4 0,0 0 1 16,0 1-11-16,0-1 7 0,0 0-4 0,0 0 4 0,0 0-9 15,0 0 14-15,0 2-5 0,0 0 8 0,0 0-8 0,0 0 5 16,0 0-1-16,0 0 0 0,0 0-5 0,0 0 1 16,0 0-3-16,0 0 3 0,0 0-1 0,0 0-3 15,0 0 8-15,0 2-5 0,0 0 11 0,0 0-16 16,0 0 6-16,0 0-9 0,0-1 9 0,0 3-2 15,0 0-1-15,0 3 2 0,-2 6 2 0,1 4-4 16,-1 0 2-16,-2 3-3 0,0 2 10 0,1 1-6 16,-3 1 2-16,-1 5-3 0,-1 5 2 0,1-1-1 15,-1 8-1-15,1-4-1 0,-1 0 3 0,1 1-2 16,0-3 1-16,-1-2-3 0,1 3-2 0,1-7 4 0,2-1-1 16,1-4 2-16,1-3 4 0,0-1-2 0,0-1 1 15,2-4 0-15,0 1 3 0,2-1-8 0,0-2 4 0,0 0-6 16,0 0 1-16,-1 0 3 0,1 2 2 0,0-2 0 15,0-2-4-15,0 0 8 0,0-2-9 0,0 3 8 16,-2-3-10-16,1 2 6 0,-1-4 1 0,0 1 1 16,0-1-4-16,0 1 3 0,0-3 3 0,0 1 1 15,0-2 4-15,0-1-1 0,0-1-5 0,0 0 3 16,0 2 6-16,0-2-7 0,-1 1 5 0,1-1-6 16,0 0 10-16,-8 4-11 0,-9 5 4 0,-1-2-5 0,-1-2 8 15,1-3-9-15,-3 0 6 0,10-2-7 0,-4 0 5 16,1-1-4-16,-1-1 2 0,0 0-3 0,2 0-1 0,4 0 0 15,-1 2 0-15,-1 0 3 0,2 0-6 16,0 0-1-16,-4 0 5 0,7-2-1 0,0 2 6 0,3-1-6 16,-1 1-8-16,0 0 4 0,2 0-1 0,1 0 2 15,-1 0 4-15,0 0-1 0,0-1 3 0,0 1 0 16,2 0-3-16,0 0 1 0,2 0 1 0,0 0-1 16,3 0 3-16,21 9-3 0,0-4 3 0,8-1-2 15,-4-3 0-15,3-1 1 0,-1 0 8 0,-3-2-8 16,5 0-2-16,-5 0-1 0,1 0 1 0,-4 2-3 15,2 0 6-15,-4 0-6 0,0 1 1 0,-2 1 3 0,1 2-3 16,-1-1 3-16,-2 1-11 0,-1-2 9 0,-4-1 3 16,0 1 1-16,0 2-8 0,-4-3 8 0,2 3-9 15,-2-1 10-15,-4-1-8 0,-3-2 1 0,3 4 2 0,-5-6 0 16,2 1 5-16,-2 7-7 0,-2-6 3 0,5 5-3 16,1 2 11-16,-4-3-2 0,2 7-1 0,-4-2-1 15,0-2-4-15,-2 4 0 0,-2-3-2 0,-2-1 2 16,3 0 8-16,-18-1-8 0,1 5 5 0,-2-2-6 15,-3 0 7-15,1 2-9 0,-2-4 7 0,-3 1-8 16,3 3 0-16,0-2 13 0,0-2-10 0,0 0 11 0,-2 1-11 16,2-3 0-16,-4 2-4 0,-2-1 3 0,1-1-5 15,1 4 8-15,-1-2 2 0,7 4-1 0,-1-3-10 16,3-1 7-16,4 0 0 0,-1 1 5 0,4-3-5 16,4-1 2-16,2-3-8 0,3-1 6 0,2 0-6 0,4 0 0 15,-3 3 6-15,1-1-5 0,0 0 3 0,-2 1 3 16,2 1 0-16,2-2 3 0,0 3 0 0,0-3-2 15,0-2-1-15,0 0 1 0,26-1 11 0,4 1-12 16,5 0 7-16,3 0-7 0,-1 20 8 0,4-9 2 16,-3-7-9-16,0-4 7 0,1-2-3 0,-4 0-6 15,0 0 8-15,-1 0-7 0,-5 0 11 0,-3 0-16 0,0 0 4 16,-5 2-6-16,-3-1 8 0,-3 1-1 0,-6 0-1 16,-1 0 0-16,-3 0 0 0,-1 0 0 0,0 0 0 15,0-1 0-15,-1 3 0 0,-1 0 9 0,0 0-2 16,-2-3 2-16,0 9-8 0,-4-1 1 0,-3 2-1 15,-6-2 1-15,-15-1 4 0,2 1-2 0,0-1 5 0,0-1-5 16,2 0-1-16,3 1-3 0,-3-3 0 16,6 1 0-16,-1 1 1 0,1-3-1 0,3 0-1 0,4 0 1 15,-4-3 6-15,9 3-4 0,4-2 1 0,-3 0-3 16,5 0-6-16,-4 1 3 0,0 1-2 0,1 0 4 16,-1 0 4-16,2-1-9 0,0 1 4 0,0 0-6 15,0-1 8-15,2 1-2 0,0 0-1 0,0-2-1 16,0 5 6-16,2 2-1 0,4 4-1 0,-1 0 0 0,5 6-3 15,-1 0-1-15,0 3 3 0,1 4-3 0,-1 0 3 0,-2 7-4 16,1 4 4-16,-5-1-3 0,1 4 14 0,-2 3-13 16,-2-2 3-16,0 2-7 0,-2-2 9 0,0-10-2 15,-1 3 4-15,1-5-4 0,0-3-1 0,0 0 4 16,2 0-6-16,0 0 6 0,0-2-4 0,0 4 3 16,0 0-2-16,2 4 3 0,0-3-8 0,0 9-1 15,-1-3 6-15,1 11-2 0,0 1 9 0,-2 5-11 16,2 3 3-16,-2-1-5 0,-2 6 7 0,0-8 4 15,0-2-7-15,-1-9 4 0,-1-4-5 0,2-8 1 0,-2 1 5 16,3-4-3-16,-1-2 1 0,2-1 9 0,0-1-9 16,0-2 8-16,0-1-9 0,0-1-3 0,0-1 5 15,0-2-4-15,0 2 2 0,0-1 2 0,0-3-4 16,0 2 3-16,0-2 6 0,0-2-10 0,0 4 7 0,0-2-8 16,0-2 11-16,0-5-4 0,0 5-1 0,0-4 0 15,0 1-3-15,0 1 2 0,0-5 2 0,0 0 0 16,0 3-2-16,0-5 6 0,0 2-8 0,0-1 6 15,0 1-13-15,0 0 9 0,0-1 3 0,0 1 0 16,0-2-3-16,0 0 7 0,0 0-5 0,0 0 6 16,0-1 0-16,0 1-8 0,-2 0 3 0,0 0-5 15,0 0 3-15,0 0-3 0,0 0 5 0,1-2-4 0,-18 7 3 16,-1 0 4-16,-3-1-3 0,-3-2 4 0,-1-1-12 0,1-1 3 16,-4 0-2-16,2-2 4 0,-4 0 10 0,-3-2-9 15,2 0-2-15,-1-1-1 0,5 1-1 0,-3 0 5 16,2 0-3-16,1-2 2 0,-3 1-4 0,0-1 2 15,-1-2 0-15,1 3 0 0,1-1 2 0,-1 2-2 16,-1 0 0-16,-6 0-1 0,4 2 0 0,-2 0 1 16,-4 0 6-16,5 0-4 0,-3 0 0 0,-1 0-2 15,-1 0-2-15,2 0 1 0,-2 0 0 0,0 0-1 16,6 0 3-16,-2 0-1 0,3 0 0 0,-1 0 4 0,0 0-3 16,-1 0 3-16,1 0-5 0,2 0-2 0,-3 2-1 15,1 0 2-15,-2 2 2 0,-2 0 3 0,-6 1-3 16,8-1 2-16,0 0-5 0,-4-1 8 0,8 1-6 15,-8 0 5-15,2-2-7 0,4-1 0 0,3 3 6 0,2-2-3 16,4 0 1-16,-1 3 3 0,-3 1-5 0,2 0 2 16,2 1-6-16,0 0 3 0,-2 1-3 0,-1 1 4 15,1-1 1-15,2-1 0 0,0 0 3 0,3 1-3 16,1-1 2-16,-2 3-1 0,0-3 0 0,0 0-1 16,-4 1-6-16,2-3 8 0,4 1 1 0,-4-2 4 15,3-1-1-15,1-1-3 0,0-2-3 0,9 0 0 16,3 0-4-16,-1 0 3 0,4 0 1 0,1 0 1 0,-1 0-2 15,3 0 0-15,-3 0-1 0,5 0 1 0,-2 0-10 0,0 0-51 16,3 0 1-16,-1 0-28 0,0 0-110 0</inkml:trace>
  <inkml:trace contextRef="#ctx0" brushRef="#br0" timeOffset="162524.34">28481 7036 176 0,'0'0'16'0,"0"0"5"0,0-2 19 16,0 1 3-16,0-3-2 0,0 0-8 0,-2-7-23 15,0 2 6-15,0-1-11 0,0-1 6 0,2 6-1 16,0-1-1-16,0 1-1 0,0-1-8 0,-2 0 17 15,0-1-4-15,1 1 9 0,-1 1-2 0,0-3 13 0,2 7-1 16,-4-7 6-16,4 6 2 0,0 0-5 0,-5-5-5 16,3 3 0-16,-4-3-9 0,4 3-7 0,-1-1 4 15,1 1-5-15,2 2-1 0,-4-2-3 0,2 1 3 0,0-1-5 16,0 0-3-16,1 2 0 0,-1 0-6 0,0 1 3 16,2-1 2-16,0 0-2 0,0 0 2 0,2 0-3 15,1 0 2-15,9-3 1 0,15-5 3 0,5 3-1 16,1 1 5-16,6 3 8 0,2-1-3 15,8 0 3-15,3 1-13 0,11-1 9 0,2 2-9 0,3-2 8 16,-1 1-13-16,-4-1 2 0,0 2 3 0,-9 0-1 0,-2 0-1 16,-7 0-1-16,-4 2 4 0,0 0-2 0,-4 0 3 15,-4 0-6-15,-3 2-1 0,-4 0 0 0,-4 0 0 16,0 0 5-16,-3 0-5 0,-6 0 6 0,-2-1-4 16,-5-1 2-16,-5 0 1 0,7 0 0 0,-4 0 17 0,-1 0 31 15,-1 0-8-15,2 0 11 0,-2 0-37 0,0 0-4 16,-2 0-3-16,0 0-1 0,-2-1-12 0,0-1 14 15,-6 0-7-15,-16-6 10 0,-5-1-17 0,-3 2 2 16,-1-1 0-16,-3 1 3 0,-1-1 7 0,-4 1-4 16,-5 1 0-16,-12 1-1 0,-7 1-6 0,-7 2-3 15,0 2 3-15,-1 0-3 0,1 0 6 0,7 0 3 16,0 0 0-16,7 0 1 0,8 0 1 0,7 2 0 0,1 0-2 16,6 2 1-16,3-1-7 0,5 1-2 0,2-2 3 15,6 0 1-15,1 2 6 0,8-3-12 0,2 1-1 16,3 0-2-16,4-2 6 0,-1 2-5 0,-1 0-4 0,0 0 2 15,2 0 8-15,0 1 0 0,2 1 5 0,0 0-5 16,2-1-9-16,17 9 7 0,16-1-4 0,8-2 6 16,3-3 1-16,3-5 3 0,4-1-4 0,9-3 2 15,6-3-1-15,12-1 0 0,6-1 4 0,-3 1-5 16,4-1 0-16,-9 5-4 0,-5-5 4 0,-3 3-2 16,-5 1 10-16,-1 0-12 0,-1 2 4 0,-4 2-5 15,-1 0 5-15,-8 0 2 0,-2 0-5 0,-9 0 4 0,-7 0 4 16,-6 0-6-16,-10 0 4 0,-1 0-4 0,-4 0 1 15,0 0 11-15,-3 0-6 0,-4 0 7 0,-1 0-5 0,1 0 8 16,-2 0 0-16,0 0 1 0,0 0-3 0,-2 0-3 16,0 0-2-16,-2 0 0 0,0 0-6 0,-35 0 0 15,-4 0 1-15,-6 0-1 0,1 0-2 0,-2 2 4 16,-4 0-2-16,2 0 2 0,1 0-1 0,-1 2-5 16,-2 1 4-16,-3 3-3 0,-7-1 1 0,-8 2 4 15,-6-1-7-15,-6-1 7 0,0 2-4 0,0 1 2 16,10 1 4-16,5-2-3 0,8-3-5 0,12-1 6 0,3-1-6 15,9-2 5-15,5 2 0 0,6-3-6 0,5 1 7 16,4 0-8-16,6-2 0 0,2 0 4 0,3 0-11 16,0 2 8-16,0 0-14 0,3 0 14 0,-1 0-1 15,0-1 4-15,0 1 0 0,2 0 0 0,0 0-2 0,2 0 2 16,2 0-7-16,20 1 7 0,13 1-5 0,7-4 4 16,5 0 0-16,6-5 2 0,10-3 7 0,2-3-5 15,7 0-2-15,6-2 11 0,-9 2-9 0,3 0 9 16,-5-1-18-16,-10 3 6 0,1 2-2 0,-8-1 3 15,-4 3-1-15,-5 1 0 0,-3 0 0 0,-6 2 0 16,-8 1-3-16,-2-1 3 0,-5 0 3 0,-6 2 1 0,0 0 10 16,-10 0-1-16,1 0 6 0,0 0-4 0,-2 0 9 15,-1 0-18-15,1-2 7 0,-2 0-10 0,-2 0 13 16,1 0-11-16,-3 2 3 0,-28-9-5 0,3 4 4 0,-7-1-6 16,-3 2 1-16,-1 1-2 0,-7 1 1 0,-1 2 2 15,-8 0 1-15,-7 2 1 0,-4-1-3 0,-7 3 0 16,1 2-2-16,-1-3 2 0,4 1-2 0,8 0 4 15,5 0-4-15,9-3 3 0,1 3-3 0,10 0-1 16,4 1 5-16,1-1-3 0,4 2 0 0,4-3-1 16,4 1-2-16,5 0 1 0,5-2-12 0,7-2 4 15,-1 2-3-15,0-1 5 0,1 1-5 0,1 2 7 0,0 0-2 16,2-2 4-16,0 3-2 0,2-1-4 0,22 0-4 16,20 20 3-16,5-9 8 0,6-6-1 0,9-7 3 15,8-2-2-15,6-4 2 0,7-3 0 0,4-3-3 16,-1-1 1-16,-5-2-2 0,-5 4 3 0,-3-2 3 0,-5 1-1 15,-1 1 1-15,1 0 2 0,-5 1-7 0,-3 3 4 16,-7-1 0-16,-8 1-5 0,-8 1 5 0,-13 2-4 16,-8 0 12-16,-10 2 4 0,-5 0 4 0,1 0-1 15,0-2 2-15,-2 1-6 0,0-1-5 0,-1 0 0 16,-1 0-8-16,-3 0 9 0,-27-7-4 0,-26 0 5 0,-1 3-16 16,-5 4 12-16,-3 2-4 0,0 0 7 15,2 4-5-15,-2 0-5 0,-1-1 1 0,-7 5-3 0,-7-1 2 16,-1 1 5-16,-1-1-3 0,8 0 5 0,1-1-1 15,12 1-9-15,7-1 6 0,4 1-7 0,9 1 7 0,4-3 1 16,4 1 1-16,5-2-2 0,5-1-4 0,9-1 2 16,2 0-6-16,11-2 5 0,-1 0-13 0,-2 2 2 15,0 0 1-15,2 0 2 0,1 1 6 0,1 1 4 16,1 0-6-16,3 0 5 0,18 10-16 0,23 5 12 16,5-8 1-16,10-5 3 0,6-6-1 0,14-4 1 15,4-3-5-15,5-3 4 0,2-3-4 0,-8 0 8 16,-1-2 6-16,-8 2-1 0,3 2 1 0,-3 0-1 0,-2 2-5 15,-3 1 4-15,-6 1-4 0,-9 1-1 0,-11 3 0 16,-16 1-1-16,-4 0 5 0,-12 2 6 0,-2 0 5 16,-3 0-2-16,-3 0 2 0,1-2 4 0,-2 0-8 0,0 0 6 15,-2 1-15-15,-2-1 4 0,-2 0-4 0,-38-15 4 16,-10 4-5-16,-6 4-2 0,-5 3 7 0,0 5-7 16,-4 1 11-16,2 0-11 0,-2 1 3 0,-3 3-4 15,-7 0-1-15,-1 1 5 0,-5 1-3 0,5 1 5 16,0-1-10-16,4-1 4 0,7 1 2 0,6 0 0 15,5 1-1-15,9-1 4 0,5 1-8 0,5 0 8 16,5 1-5-16,4-1-1 0,8-1 0 0,5-2-2 0,4-1-5 16,7-3-1-16,0 2-6 0,1 0 4 0,1 0 4 15,0 2 2-15,2-1 1 0,2 5-2 0,5 1-6 16,21-5-2-16,17-1 7 0,10 3-5 0,3 22 7 16,14-15 0-16,6-9-1 0,9-4 1 0,4-4 10 0,6 0-3 15,-4-1 4-15,-4-3-5 0,-2 1 2 0,-5-1-4 16,1 1 2-16,-1-1-3 0,-2 1 6 0,-2 0-4 15,-7 3 3-15,-10 0-3 0,-7 2 2 0,-17 2 2 16,-7 0 1-16,-12 0 1 0,-5 0-1 0,-7 0 13 16,-3 0-10-16,1 0 13 0,0 0-1 0,-2 0-6 15,0 0 6-15,-2-2-9 0,0 1 0 0,-2-1-6 16,-21-6 0-16,-27-1-1 0,-5 3-1 0,-12 5-2 0,-4 1 0 16,-9 1 0-16,-1 1 4 0,-5 4-2 0,-1-1-2 15,-6 1 0-15,0 3-7 0,-3-1 10 0,-1-1-3 16,8 1 4-16,2-3-4 0,7 1-1 0,11-1 3 15,8 1-2-15,7 1 0 0,4 1 2 0,4-1-2 0,7-1 0 16,3-1-3-16,7 1 2 0,-1-1 1 0,9 1 0 16,5 0-5-16,3-3 4 0,7-1-8 0,-3 2 6 15,1 0-15-15,5-3 12 0,-1 1-3 0,2 2 4 16,0 0-2-16,2-1-3 0,0 1 5 0,0-2-5 16,8 2 8-16,31-1-13 0,5 22 4 0,10-11-6 15,2-8 9-15,5-6 5 0,4-2-3 0,11-2 2 0,6-3-1 16,9 0 7-16,4-5-1 0,-4 1 3 0,-4 0 1 15,-7 0 2-15,-8 0 1 0,-1 2-1 0,-6 1-5 0,1 4 12 16,3 3-8-16,-11-1 9 0,-8 0-13 0,-13 2 3 16,-7-2-2-16,-10 2 1 0,-1 0-6 0,-8 0 13 15,-6 0 7-15,-3 0 1 0,2 0 1 0,0 0-14 16,-2-2-8-16,-1 0-4 0,-1 0-56 0,-1 1-145 16,-3-1-56-16</inkml:trace>
  <inkml:trace contextRef="#ctx0" brushRef="#br0" timeOffset="165917.84">10168 8427 247 0,'-2'0'0'0,"0"0"8"0,-2 0 87 0,-3 0-19 15,-10 0 1-15,4 0-37 0,0 0-14 0,2 2 15 16,2-2-8-16,-1 2 12 0,3-2-20 0,1 0 10 15,1 0 1-15,1 0 1 0,0 0-2 0,1 0-7 16,-1 0 1-16,0 0-1 0,1 0 4 0,-1 0-2 16,2 0-9-16,0 0 4 0,0 0-10 0,0 0-15 0,1 0 9 15,-1 0-10-15,0 0 5 0,2 0 9 0,0 0-6 16,0 0 7-16,0 0 6 0,2 0 4 0,0 0-2 16,5 0 0-16,17-4-7 0,4 0 8 0,4 1-5 0,7-3 3 15,1 0-16-15,5 1-2 0,7-1 7 0,4-1-5 16,-1 1 5-16,7 1-2 0,-3-3-5 0,-7 3 2 15,0-1-5-15,-6 2 6 0,-1-1 1 0,-6 1 1 16,0 0-9-16,-6 1 1 0,-1-1 5 0,-2 0-1 16,-2 1 8-16,-6 1-10 0,-2 0 2 0,-3 0-3 15,-2 2 2-15,-6 0 2 0,0 0-5 0,-5 0 6 16,2 0 2-16,-3 0 12 0,1 0 0 0,0 0 4 0,-2 0 7 16,-1 0-12-16,1-2 0 0,0 0-6 0,-2 2-8 15,0-2-1-15,-2 2 6 0,-1 0-4 0,-14-1 6 16,-11 1-9-16,0 0 1 0,-1 1-3 0,-5 3 6 0,1 2-5 15,-3-1 6-15,1 1-6 0,-2 1 3 0,0 1 3 16,0-1-7-16,-2 1 5 0,3-3-7 0,-1-1 3 16,2 0-1-16,7-1 3 0,-3-1-4 0,6 0 7 15,9-2-2-15,-3 2 5 0,6-2-8 0,4 2-1 16,-4 0-2-16,7-2 0 0,5 0-5 0,-3 0-8 16,0 1-1-16,0-1-1 0,3 2 7 0,-1 0 9 15,0 0 4-15,2 0 0 0,2 0-4 0,1 0 4 0,12-1-4 16,20 1 4-16,4-2 3 0,10-2-2 0,-1-3-2 15,4-3 0-15,2 1 3 0,-6-2-5 0,2-1 3 16,-3 1-4-16,-3 2 6 0,-5-1-8 0,0 3 5 16,-2 1-6-16,-3 0 3 0,-8 2 2 0,-6 1-5 15,1-1 4-15,-10 2-4 0,0 0 4 0,-6 0 5 0,-1 0-1 16,0 0 8-16,0 0 5 0,-1 0-5 0,-1 0 5 16,0 0-14-16,-2 0 4 0,0 0-1 0,-2 0 2 15,0 0-10-15,-29 0 6 0,-3 0-1 0,1 2 5 16,-2 1 3-16,-2 3-12 0,-2 1 2 0,-4 1-3 15,-4 1 2-15,-1-2 0 0,0 3 2 0,-4-3 0 16,-2 1 5-16,-2 1-5 0,1-2-2 0,4-3 0 0,5 2 9 16,9-1-11-16,0 1 6 0,5-1-8 0,6-1 0 15,6-2 3-15,1 2-3 0,6-3 3 0,4 1-1 0,3-2-10 16,5 0 6-16,-3 2-6 0,0 0 2 0,0 0 1 16,3 0-5-16,-1 0 5 0,2-1 0 0,0 3 1 15,2 0 6-15,1 0-4 0,25 10 3 0,11-1 3 16,8-5-6-16,1-8 5 0,4-4-2 0,5-3 3 15,5-3 3-15,1-1 0 0,-2 0 3 0,-2-2-4 16,-5 0 2-16,-5 2-4 0,-5 0-1 0,-3 2-6 16,-4 1 5-16,-3 3-4 0,-7-1 8 0,-6 2 1 15,-1 2-2-15,-7 1 2 0,-2-1 4 0,-7 2 0 0,0 0 4 16,-1 0-3-16,1 0 6 0,-2 0-7 0,0 0-4 16,-2-2 0-16,0 0-4 0,-2 0 1 0,-5 0 7 15,-27-3-1-15,-1 3 5 0,-4 0-12 0,0 2 1 0,-4 0-3 16,-1 2 7-16,-6 2 1 0,-6-1-1 0,-2 3 0 15,1-1-11-15,-5 1 10 0,9 0-5 0,-1 1 7 16,0 0-6-16,4 3 2 0,3-1 0 0,7 0 0 16,4-1-2-16,8 1-3 0,2 0 1 0,6-1-1 15,5-3 6-15,6-1-9 0,5-2-2 0,2-2-5 16,-1 2-10-16,1 0 16 0,0 1-5 0,0 1 8 0,2 0-4 16,2-1 2-16,0-3-2 0,39 17 0 0,7-8-1 15,8-5 11-15,9-8 0 0,7-5 3 0,6-8-6 16,5 1 1-16,-5-3-1 0,-1 1 0 0,-9 1-6 15,-3 0 11-15,-3 4-3 0,-3 0 5 0,-3 2-16 0,-8 4 6 16,-7 3-1-16,-8 0 4 0,-7 2-1 0,-9 0 6 16,-2 1-1-16,-10 1 6 0,-1 0 16 0,0 0-15 15,-2 0 9-15,-1-2-12 0,-1 0 1 0,-1 0-2 16,-5 0 1-16,-33-5 0 0,-4 1-2 0,-3 2-7 16,-1 4 3-16,-1 0-4 0,0 2 1 0,3 4-61 15,-1 3-23-15,1 2-17 0,5 0-132 0</inkml:trace>
  <inkml:trace contextRef="#ctx0" brushRef="#br0" timeOffset="176264.31">14223 10971 61 0,'0'0'0'0,"0"0"8"0,-2 0 81 15,0 0-6-15,0 0 7 0,0 0-21 0,0 0-5 16,1 0-24-16,-1 0 9 0,-2 0-15 0,0 0-4 16,1 0-6-16,-1 0-1 0,0 0-1 0,1 0 0 0,-1 0 5 15,0 0-3-15,0 0 3 0,1 0-3 0,1 0 0 16,-2 0 0-16,0 0 0 0,1 0 1 0,1 0-14 16,0 0 9-16,0 0-10 0,0 0 15 0,0 0-9 15,1 0 5-15,-1 0-5 0,0 0 8 0,0 0-8 16,0 0 5-16,0 0-5 0,0 0 1 0,1 0-14 15,-1 0 6-15,2 0-7 0,0-2 12 0,0 0-12 16,0 0 1-16,0 0-2 0,2 0 4 0,-1 1-7 0,1-1 0 16,0 0-2-16,0 0 7 0,2 0-1 0,-1 0 2 15,1 0-1-15,4-1 2 0,-1 1-1 0,0 0-1 16,6-2 1-16,-2 1 5 0,6-1 5 0,-6 2-6 0,4-2 5 16,2 1-6-16,1 1-4 0,3 0 4 0,-3 0-5 15,3 0 0-15,7 0 1 0,3 0-3 0,-1 1 1 16,3-1 2-16,-5 0-3 0,0-2 5 0,2-1-5 15,1-1 10-15,-1 0-9 0,4-1-1 0,3 0-3 16,0-1-3-16,2 1 5 0,-2-1 1 0,4 3 0 16,-2-1 4-16,-2 2-4 0,4 1 2 0,-2-1-3 15,0 2-1-15,2 2 5 0,-12 0-2 0,1 0 4 0,2 0-6 16,-6 0 1-16,5 0-2 0,-5 0 2 0,-4 0-4 16,-1 0 4-16,1 0 2 0,-1 0 0 0,-1-2 0 15,2 0 2-15,-1 1 0 0,-3-3 1 0,5 0-4 0,-5 0 6 16,1-1-9-16,3-1 7 0,-2 1-2 0,1-3-3 15,-1 3 3-15,-1-1-3 0,1-1 0 0,4-1-3 16,-3 3 2-16,1-1-3 0,-5 2 11 0,-1 1-10 16,7-1 9-16,-5 0-10 0,3 1 9 0,-5 1-5 15,-6 0-3-15,3 0 0 0,-2 0 3 0,0 0 7 16,2 0-7-16,-4 1 5 0,-1-1-5 0,3 0 0 16,-4 0 6-16,3 0-5 0,1 0-3 0,2 0 3 0,-4 1-1 15,2-1 3-15,-3 2-3 0,-5 0 2 0,1 0-3 16,0 0 4-16,-1 0 6 0,1 0 1 0,4-2-5 15,-5 2 2-15,-1 0-12 0,4-2 9 0,-3 0-2 16,1 0 4-16,0 0-8 0,0-1 6 0,-1-1 0 0,1 0 4 16,2-3 2-16,-3-1-13 0,5-3 5 0,-3 0-6 15,1 0 7-15,-1 0-2 0,-1-2 4 0,0 0-4 16,0-4 2-16,-1 2 1 0,-1 2-3 0,0 0 3 16,0 0-1-16,0-1-2 0,0 1-1 0,-1-2 2 15,1 2-2-15,0 2-2 0,0-2 4 0,0-2-3 16,0 4 3-16,-2-1 2 0,0 5-7 0,0 3 4 15,0-3-5-15,0 1 6 0,0 1-1 0,0 1 3 16,0 0-4-16,0 2 5 0,0-3 3 0,0 1 2 0,0 0-5 16,0 1 0-16,0-1-7 0,0 0 5 0,0 1-2 0,0-1-2 15,0 2 1-15,0 0-4 0,0 0-4 0,0 0-3 16,0 1 5-16,0 1-4 0,2 0 8 0,-1 0-3 16,1 1-2-16,0 1 0 0,0 0-1 0,0 2 6 15,0 0 2-15,9 12 0 0,-2-1 0 0,-1-4-1 16,1 2-6-16,-2-2 2 0,2 2-7 0,3 4 9 15,-1-2-2-15,0 0 5 0,0 2 1 0,0-3-3 16,-2-1 5-16,-7 4-4 0,9-2 5 0,-1 2-5 0,-1-3 1 16,0 1-2-16,1 2 2 0,-3-2 3 0,0 0 1 15,-1 0 3-15,0 1 1 0,-1-1-9 0,-1 0 1 16,1 0-3-16,-1-2 2 0,0 0 1 0,-2-4 4 16,1 0 0-16,-1-1 2 0,0-3-2 0,2-1-5 15,0 0 3-15,-3 0 5 0,1-3-4 0,2 1 1 0,0 2-3 16,-1 0 9-16,1-1-7 0,0 1 9 0,0-2-8 15,-1 0 8-15,1 0 4 0,0 0-5 0,-1-1 4 16,-1-1-11-16,2 0-1 0,-2 0 0 0,2-1-1 16,-1-1 2-16,1 0 6 0,-4 0-3 0,11-15 2 15,-2-1-9-15,1-1 5 0,-3 1-3 0,2-3 4 0,1-1-9 16,-3 1 8-16,2-1-5 0,1-2 5 0,1 2-6 16,0-4-1-16,0 2-2 0,0 0 1 0,2-2 6 15,-2 3-8-15,1 1 9 0,-1 3-8 0,-2 3 7 0,-2 3-6 16,1 2-1-16,-6 1-2 0,0 5 4 0,3 3-2 15,1-4-1-15,-3 3 0 0,-1 3-2 0,4-4 3 16,-2 2-1-16,-1 0 2 0,1 0-1 0,2 0-4 16,1 1 5-16,2 1-5 0,-3 0 5 0,-1 0-2 15,3 1 2-15,1 5-2 0,-1 0 8 0,1 3-2 16,0 9-2-16,-1-1-1 0,3 2-12 0,0-1 9 16,0 5 0-16,-2-3 4 0,1 0-4 0,-1 3 2 15,4-1-1-15,2 0 2 0,-2 2 2 0,1-1 4 0,-6-1-5 16,1-2 3-16,0 4-7 0,-1-3 5 0,-3-3 1 15,3-1 1-15,-1-2-5 0,-1-2 11 0,-1-2-6 16,1-2 8-16,0-1-10 0,-3-1 1 0,1-3 2 16,0-2-1-16,-2 2 10 0,-1-3 0 0,1-1-5 0,2 4 2 15,0 0-11-15,-1 0 12 0,1-1 7 0,-2-1 1 16,0 0 2-16,0 0-6 0,0 0-2 0,-1 0 0 16,1-1-2-16,0-1-4 0,0 0 5 0,0 0-4 15,0-1-2-15,0-1 6 0,-1-2-9 0,1 0 9 16,8-11-11-16,-3-1 1 0,2-3-3 0,-1 2 3 0,1-1 0 15,0-1-2-15,1-1 6 0,-1 1-5 0,0-1 3 16,2-1-6-16,0 1 0 0,-1 5-1 0,3-3 12 16,-4 5-12-16,2-2 1 0,-9 0-5 0,11 2 5 0,-2 2-1 15,4 2 2-15,-2-1-2 0,0 3 4 0,2 3 0 16,-2-1-2-16,0 3 0 0,2-9-11 0,-6 5 6 16,-2 2 1-16,3 1 2 0,-3 1 9 0,2 0-11 15,3 0 6-15,-3 2-8 0,-2 0 9 0,3 0 1 16,1 2-7-16,-2 0 5 0,8 5-2 0,-4-1-1 15,2 1 2-15,3 2-3 0,-1 1 8 0,3 1-4 16,6 2 2-16,2 0-4 0,0-2-7 0,3 0 8 16,-1-4 1-16,2 3 2 0,3-3-4 0,0-1 2 0,2 1-3 15,-1-3 3-15,3 0-4 0,0-1 8 0,5 3-8 16,1-1 8-16,1-1-10 0,3 0 12 0,-3 0-2 16,10-1 3-16,-1 1-19 0,3-2 12 0,3 0 0 0,-9-2 3 15,2 0-5-15,0 0 2 0,-4-2 0 16,4-2 2-16,2 0-1 0,-1-1-1 0,5 1-2 0,6 0 2 15,3 3 4-15,-2-3-6 0,0 2 3 0,-6-2-4 16,-5 1 4-16,1-1-4 0,-1 0 1 0,-6 2-1 16,2-1 2-16,-2 1-2 0,2 0-1 0,6 0 1 15,-1 0 8-15,1 0-2 0,-6 2-1 0,-4 0-1 16,4 0-4-16,-5 0 1 0,3-2 2 0,-2 1-1 0,-9-1 7 16,2 0-7-16,-6 0 2 0,-1 0-3 0,1 0 5 15,-5 2-3-15,-1 0-1 0,-3 0 0 0,-2 0 9 16,-3 0-12-16,-1 0 9 0,3 0-9 0,-5 0 18 0,-3 0-8 15,0 0 5-15,-10 0-5 0,-1 0 8 0,0 0-3 16,0 0-3-16,-1 0 0 0,-1 0-13 0,0 0-121 16,-2 0-42-16,0-2-57 0,-2 1-425 0</inkml:trace>
  <inkml:trace contextRef="#ctx0" brushRef="#br0" timeOffset="177185.81">16315 9040 397 0,'0'-2'11'0,"0"-2"22"0,0-1-12 0,-2-7 3 15,1 3 1-15,1 5-2 0,0 1-23 0,0 1 8 16,0-2-11-16,0 0 10 0,0 1-11 0,0 1 15 16,0 0 9-16,-2 0 2 0,0 0 27 0,0 0 8 0,0 2-7 15,0 0 7-15,0 0-8 0,1 2-15 0,-1 0 1 16,0 0-9-16,-2 5-13 0,-7 18-8 0,2 2 8 16,-2 9-8-16,1 3 0 0,1 2 6 0,0 9-10 0,-1 3 10 15,-1 3-1-15,2 2-10 0,2-4 6 0,-1-2-6 16,1-2 10-16,-1-4-7 0,3-9 6 0,1-7-7 15,0-4 9-15,2-4-8 0,1-5 5 0,-1-2-5 16,0 0 4-16,2-4 2 0,0-2-1 0,0-3 3 16,0 1 4-16,0-3-5 0,0-2 0 0,0 1-2 15,-2 1-5-15,0 0-15 0,0-2-3 0,0 0-5 0,1-2-10 16,-1 0-14-16,0-2 6 0,0 0-7 0,2-2 22 16,-2-7 16-16,0-13-1 0,0-2 6 0,2-8-2 15,0 3-5-15,0-6 5 0,0 0-6 0,2-2 4 0,0-4 7 16,2-2-2-16,0 1 4 0,-1 1-1 0,1 6-4 15,0 2 4-15,1 3-2 0,3 2 10 0,-1 1 10 16,2 3-10-16,1 2 11 0,1 1 5 0,0 3 5 16,0 3 6-16,-3 2-6 0,12 2-3 0,0 2-15 15,6 4 2-15,0-3-6 0,2 5 3 0,2 1-9 16,0 2 4-16,-6-14-4 0,2 4 0 0,-6 7-4 16,-1 3-1-16,3 2-2 0,-9 2 1 0,0 2 5 15,0 1 3-15,-9-3 3 0,3 4 10 0,-5-3-2 0,9 12 0 16,-3-2 0-16,-3 0-6 0,-1 0 13 0,-2-2-10 15,-2 2 8-15,0 0-13 0,-4 2 3 0,-3 0 1 16,-1-4-1-16,-1 2 2 0,7-2-8 0,-11 0 4 16,-2 1-5-16,-1-1 6 0,1-2-10 0,-2 0 4 0,2-1-6 15,4-1 10-15,-2 1-8 0,4-1 5 0,3-2-5 16,1-1 1-16,-1 0-1 0,0-2 0 0,3 1 0 16,1 1-4-16,0 0 3 0,-2 1-6 0,1 1 4 15,1-2-2-15,0 1 5 0,-2 5-1 0,0 3 1 16,3 0-1-16,1 1-8 0,0-4 7 0,1 1-8 15,1-2 7-15,2-1 3 0,2 1 0 0,1 2 3 0,0-2 0 16,-1 4-6-16,9 0 5 0,-4-7-5 0,4 5 11 16,0-5-3-16,-2-1-5 0,3 1 3 0,-3-1 0 15,4 3-1-15,2-3 1 0,-6 5-2 0,2-3 8 0,-4-1 2 16,2-3 2-16,-6 3-2 0,6 3-5 0,-2-3-3 16,2-1-3-16,4 3-1 0,-4-5-21 0,0-1-29 15,2-2-7-15,1 0-7 0,5-3-32 0,1-7 11 16,0-1-2-16,1 6 3 0,-1-29-23 0,2-3-173 15</inkml:trace>
  <inkml:trace contextRef="#ctx0" brushRef="#br0" timeOffset="177636.14">17251 9016 756 0,'0'0'51'0,"-2"-2"-6"0,0 0 30 0,-1 0 12 0,1 2-16 16,-11-7-8-16,0 1-31 0,2 0-4 0,3 5-6 15,1-1-10-15,-1 0-13 0,3 2-3 0,1 0-5 16,-1 0-10-16,1 0 6 0,2 0 3 0,0 0 0 16,-2 2 6-16,1 1 4 0,-7 10-6 0,1 6 6 15,0 1-2-15,1 3-3 0,3 3 9 0,1 0-7 0,2 2 6 16,2 3 4-16,0-1-4 0,2 5 5 0,2 2-6 16,0-2 0-16,1 6-5 0,1-4 3 0,1 4-4 15,1 2 5-15,-1-4 5 0,0 4-2 0,1-6 0 16,-1-2-4-16,-1-3 1 0,-1-6-1 0,1 2 15 15,-2-4-11-15,-1 0 10 0,1 0-10 0,0-2 11 0,-2-3-1 16,0 1 0-16,-1-5 1 0,1 2 3 0,-2-4 2 16,0 0-6-16,0 0 5 0,0-4 1 0,0 0 8 15,0-1 6-15,0-3-2 0,-2 3 10 0,2-5 0 16,-1 3-6-16,-1-2 2 0,0-1-20 0,-7-1 0 16,-4 0-2-16,0 0 1 0,0 7-8 0,-2 1-9 15,4-5 6-15,-2 1-6 0,0-3 10 0,0-1-3 0,1 0 1 16,1-2-2-16,0 0 1 0,2-2-4 0,-2-1 2 15,3 1-2-15,-3-4-1 0,4 2-25 0,-1 1 3 16,1-3-12-16,1 2-9 0,1-3-14 0,1-2-3 16,2-1-2-16,-2-1-7 0,-3 2-10 0,0-2-1 0,-1-2-3 15,3 0-19-15,-1-4-45 0,4 1-25 0,2-1-15 16,0 0-144-16</inkml:trace>
  <inkml:trace contextRef="#ctx0" brushRef="#br0" timeOffset="177826.53">16978 9586 433 0,'0'0'42'0,"0"0"-4"16,-2-2 55-16,0 0-11 0,1 0 9 0,-1 0-25 16,0 0-13-16,0 0 8 0,0 1-11 0,0-1-17 0,0 0-8 15,2 0-3-15,0 0 1 0,0-2 2 0,2 1 4 16,0-1-3-16,6-7 3 0,6 3-8 0,14-3 6 16,6 4 4-16,5-4 0 0,3 0-1 0,7-2-18 15,-1 3 1-15,11 3-4 0,-3 1 3 0,-2 4-3 16,0-1 2-16,-10-21-4 0,-1 11-9 0,-6 7-37 15,-3 6-3-15,-5 0-12 0,-1 0-38 0,2 2-139 16</inkml:trace>
  <inkml:trace contextRef="#ctx0" brushRef="#br0" timeOffset="178653.31">19941 10607 677 0,'0'0'19'0,"0"-2"49"16,0 0-72-16,0 0 8 0,2 0 0 0,0 0 4 15,0 1 1-15,0-1-6 0,2 0 1 0,-1 0-3 16,8-5-6-16,1 1 11 0,-3 0-9 0,0 1 10 0,-1 1-4 15,-1 0 19-15,-3 3 4 0,-1-1 4 0,-1 2 31 16,0-2-1-16,4-6 2 0,-4 5-5 0,1-3-9 16,1-1-7-16,-2 1 1 0,0 1-5 0,0-3-8 0,-2 5 0 15,0-1-1-15,0 0 1 0,0 2 3 0,0 0-13 16,0 1 2-16,0-1-7 0,0-2-8 0,-2 0 11 16,0 1-7-16,0-1 7 0,0 2-25 0,-2 0 7 15,1 0-5-15,-1 0 6 0,0 2-6 0,1 0-3 16,1 0 3-16,-2 2-3 0,0 0 5 0,1 6 3 15,-1 5-1-15,-7 1 1 0,3-1-3 0,3 0 2 0,-1 2 1 16,2-4-1-16,3-1-3 0,-1 1 7 0,0-2-4 16,2-2 4-16,0 1-2 0,0-1-2 0,0-1 6 15,0-1-3-15,2 3 9 0,0-3-6 0,-2-1 2 16,0-2-1-16,0 0 7 0,0 0-5 0,5 1 2 0,8 7-3 16,-2-5 0-16,4 1 4 0,-2-2-5 15,0-3 6-15,0-1-5 0,0 0 1 0,0-3 3 0,-4-1-2 16,3-2 1-16,-5 1-3 0,2-3 2 0,-1-8-1 15,-1-1 1-15,-3 0-4 0,0 1 3 0,7-1-2 16,-4 6 6-16,-1 1-3 0,-3 1-3 0,-1 2 2 16,0-2-2-16,-2 5-5 0,0-2 3 0,0 3-3 15,0-1 0-15,0 0 1 0,0 0-1 0,0 3 3 0,-2-1-1 16,0 0-24-16,1 0-15 0,-1 2-8 0,-15 2-103 16</inkml:trace>
  <inkml:trace contextRef="#ctx0" brushRef="#br0" timeOffset="179464.64">13864 10978 478 0,'0'-2'69'0,"0"0"-68"0,0 1 71 15,-1-1-33-15,-1-2-31 0,2 0-17 0,0 2 5 0,0-1-9 16,0 1 18-16,0 0-2 0,0-2-1 0,0 2-2 16,0 1 0-16,0-3 8 0,0 0 10 0,0 0 0 15,0 1 24-15,0-1 19 0,0 2-4 0,0-3 9 16,0-1-5-16,0 0-4 0,0 1-1 0,0-1-2 15,0 3 0-15,0-1-21 0,0 2 5 0,-2-2-12 16,0 1-12-16,0 1-8 0,-2 0-1 0,-3 0-2 0,-8 0-1 16,-2 2 1-16,4 2 3 0,-1 4-3 0,2-1-4 15,1 3 4-15,-2 1-4 0,8-4 4 0,-5 16-6 0,5-1-2 16,-1-3 3-16,3 2-1 0,1-1 6 0,0-5-7 16,-11 6 3-16,5-1-3 0,5-1 11 0,3 2-3 15,0-3-4-15,2-1 0 0,1 0-9 0,-1-6 13 16,2 1-5-16,-2-5 6 0,1 3-8 0,5 1 7 15,-1-7 0-15,8-1 4 0,6 14 3 0,-5-7 2 16,1-3 2-16,2-3-1 0,-1-4 7 0,-1-1 2 16,0-3-5-16,-3-1 3 0,1-3-3 0,-5 3-3 15,-1 3 6-15,-2-11-6 0,-1 1 3 0,-4-1-2 0,0-4 3 16,7 6-2-16,0-2 9 0,-3 2 8 0,-4 6-6 16,-2 1 6-16,0-1-7 0,0-1-12 0,0 3 6 15,-2-4-9-15,0 5-8 0,0 0 4 0,-2 0-8 16,2 4 7-16,-7-5-7 0,2 1-2 0,-3 0-6 15,1 3-1-15,2 1-23 0,-3 0-56 0,3 3-18 0,0 3-40 16,-3 18-328-16</inkml:trace>
  <inkml:trace contextRef="#ctx0" brushRef="#br0" timeOffset="181094.69">14102 13598 92 0,'0'0'66'0,"0"0"-16"0,0 0 58 0,0 0-6 15,0 0-29-15,-2 0 3 0,0 0 0 0,1 0-1 16,-1 0-15-16,0 0-3 0,0 0-5 0,0 0 2 0,0 0-4 16,0 0-15-16,1 0 13 0,-1 0-14 0,-2 0 6 15,0 0 0-15,1 0-9 0,-1 0 6 0,0 0-9 0,0 0-11 16,3 0 7-16,-5 0-6 0,0 0 14 0,1 0-18 15,-1 0 7-15,1 0-9 0,-1 0 15 0,1 0-16 16,1 0 7-16,0 0-10 0,0 0 2 0,3 0-2 16,-1 0-3-16,0 0 3 0,-2 0-7 0,0 0-4 15,1 0-4-15,1 0 0 0,0 0 1 0,0 0-2 16,0 0 2-16,0 0-2 0,1 0 8 0,1 0 2 0,0 0-2 16,0 0 0-16,1 0 0 0,1 0 0 0,0 0 2 15,2 0-2-15,13 0-6 0,3 0 4 0,0 0 0 16,6 0 2-16,6 0 6 0,1-2-4 0,5 0-2 15,-1 0 0-15,2 1 7 0,5-3-6 0,4-2 6 16,3-1-7-16,-1-1 0 0,-4 1 0 0,2 0 0 0,-1 1 1 16,1 0 5-16,4 1-5 0,0 1-1 0,6 0 0 15,-3 3-3-15,8-1 1 0,1 0 5 0,1 0-3 16,1 0 0-16,-2 2 5 0,1-2-7 0,-8 2 6 16,-1-3 0-16,1-1-4 0,-1 2 6 0,5-2-5 15,4 1 12-15,6-1-13 0,1 0 4 0,-1-1-4 16,1-1 11-16,-3 0-11 0,-2-1 5 0,-2 0-7 0,-4 1 5 15,-3 0 2-15,5 1-5 0,2-1 1 0,2 1-1 16,1-3-1-16,3 1 2 0,3-1-1 0,0 3 4 0,-1-1-3 16,-5-1 2-16,-6-1-3 0,1 1 0 0,0 0-1 15,2-1 0-15,4 3 0 0,-2-3 1 0,7 1 3 16,4-1 1-16,-2 1 1 0,2-2-3 0,-8-1 0 16,-3 3 4-16,-2-2-3 0,0 1 1 0,2 1-2 15,4-1-1-15,1 1 1 0,2 1-2 0,6 3 5 16,-4-1-4-16,-3 0 5 0,-5 2-4 0,-1 0-5 15,-4 1 2-15,6 1-4 0,4 0 5 0,-5 0 4 16,6 1-5-16,1 1 4 0,-1 0-6 0,4 2 4 0,-6-2 2 16,-3 0 0-16,-4-1-4 0,-2 1 6 0,0-2-4 15,8 0 5-15,-2 0-5 0,1 0-2 0,-1 0 4 16,-6 0-3-16,4 0-3 0,-2 0 6 0,-2-2-8 16,-6 2 8-16,-5 0-10 0,-3-1 10 0,1 1 0 15,-2 0 2-15,0 0-10 0,3 0 4 0,-3 0 1 0,0 0 3 16,-5 0 6-16,-2 0-8 0,-4 0-1 0,-9 0 0 15,5 0 1-15,-5 0-1 0,-4 0 4 0,4 1-3 16,-10-1 9-16,-3 0-8 0,-2 0 3 0,-7 0-3 16,1 0 15-16,-3 0-12 0,0 0 6 0,1 0-7 15,-1 0 5-15,0 0 9 0,-1 0-8 0,1 0 8 16,-2 0-3-16,0 0 3 0,0 0 3 0,0 0-3 0,-1 0-12 16,1 0 3-16,0 0-2 0,0 0 2 0,0-1-1 15,-2-1-4-15,0 0-3 0,0 0 0 0,0 0 2 0,0-2-1 16,0 1 4-16,0 1-3 0,-2-6 4 0,-2 1-3 15,2 1-4-15,1 1 3 0,-3-1 2 0,2 3-3 16,0-1 7-16,-5 0-6 0,-3 2 1 0,1 0-4 16,2-3-1-16,1 1-1 0,-3-1 2 0,0-1 1 15,-3 0 1-15,1 3-2 0,0 1-7 0,4 2 6 16,-3 0-5-16,3 0 6 0,-4 4-2 0,0-1 0 16,3 1 2-16,3 0-1 0,1 3-5 0,2 4 3 15,0 2 1-15,-7 0-2 0,4-3-6 0,-1-1 9 0,2 0-5 16,1-1 6-16,1-1-4 0,2-3 14 0,0 1-9 15,0-1 13-15,0-2 0 0,3 2-3 0,9 3 7 16,8 2-7-16,4-3 1 0,2-6 0 0,0-2-6 0,0-2 4 16,0-3 0-16,-7-1 5 0,1-1 0 0,-7 4-1 15,0-3-3-15,-4 3 15 0,-3 1 5 0,-2 2 4 16,-3-7 20-16,5 1-14 0,0 1 4 0,-1-2-9 16,-3 1-8-16,-2 1-16 0,0-1-4 0,0 3-1 15,-2-1-1-15,0 4-16 0,-24 0-6 0,-7-18-12 16,-6 7-70-16,-4 6-63 0,-7 5-40 0,-9 2-20 15,-12 7-261-15</inkml:trace>
  <inkml:trace contextRef="#ctx0" brushRef="#br0" timeOffset="181820.58">14221 13628 811 0,'-2'-2'43'0,"-2"0"78"0,-11-7-95 0,1 1 0 0,3 3-10 16,1 1 6-16,1 0-18 0,5 2-3 0,-1 1 4 15,1-1-5-15,0 0-11 0,1 2 5 0,-1 0-1 16,0 0 6-16,0 0 10 0,1 2-3 0,-1 0 4 0,0-1-3 15,1 1 16-15,-1 0 7 0,0 0 1 0,-3 0 1 16,-1 7-9-16,3 4 1 0,-3 4-6 0,3-6 5 16,1 2-8-16,2-2-12 0,0-5 6 0,-5 3-9 15,1 0-1-15,3-1-1 0,-1 1 1 0,2-2 0 16,2-1 1-16,0-2-4 0,0-1 2 0,0-1-1 16,0 0 3-16,4 2 17 0,-2-4-3 0,14 9 7 15,3-3-6-15,-1-5 0 0,-1-1-1 0,0 0 1 0,-6-1 2 16,-4-1-1-16,3-2 5 0,-5 2-2 0,3-2 9 15,-5 1 3-15,1-1-3 0,0-3 3 0,0-3-5 0,-4 5 7 16,0-1-8-16,0 4 6 0,-2-1-13 0,0 1 6 16,-17 0 4-16,1-11-2 0,-3 4-2 0,1 3-15 15,3 6 4-15,2 0-6 0,2 2 13 0,2 0-18 16,4 0 1-16,1 0-6 0,1-1 1 0,3-1-3 16,0 0 0-16,-2 2-1 0,0 0-2 0,3 2-32 15,-1 0-17-15,0-1-11 0,2 1-106 0</inkml:trace>
  <inkml:trace contextRef="#ctx0" brushRef="#br1" timeOffset="-188480.75">14648 9565 27 0,'0'0'10'0,"0"0"1"0,0 0 0 0,0-2 3 0,0 0-3 16,0 2 11-16,0-1-10 0,-2 1-3 15,0 0 1-15,2 0 17 0,-2 0-3 0,1 0 16 0,-1 0-11 16,0 0 20-16,0 0-7 0,0 0-8 0,0 0 3 15,0 0-12-15,2 0 5 0,0 0-10 0,0 0 5 16,0 0-26-16,0 0 5 0,0 0 1 0,0 0 1 16,0 0-10-16,0 1 5 0,0 1-1 0,0 0 5 15,0 0 7-15,0 2-6 0,0-1-1 0,0 5-2 0,2 5-2 16,0-2 3-16,0 4 5 0,-2-4-3 0,2 0-5 16,0 2 4-16,0-2-6 0,-1 0 5 0,1 2 1 15,0-1 2-15,0 1 1 0,0 1-1 0,0-1-8 0,0 2-3 16,-1 0 2-16,3 2-1 0,0 3 9 0,0 1 0 15,1 1-4-15,1 2 2 0,-1 2-5 0,1 2 4 16,-2 2 5-16,-1 5-2 0,1 0-2 0,0 0 2 16,-1 6-4-16,1-4 3 0,0 1-10 0,0-1 3 15,-1 0 2-15,3-2 0 0,-1 4 4 0,1-2-4 16,0-3 0-16,-3-3-1 0,3 1 7 0,-2-6-2 16,-1 0 1-16,1 2-2 0,0-6-8 0,-1 4 5 15,1-2-3-15,0 0 4 0,0 4-1 0,-1 0 5 0,-1 2-3 16,0-1 2-16,0 3-4 0,2 5 1 0,-3 0-2 15,1 2 1-15,0 4 0 0,0 1 1 0,2-3 0 16,-1-2-1-16,1-2-5 0,0-1 8 0,1-3-2 16,1 0 3-16,-1 1-9 0,1-6 8 0,0 1 0 0,1-1 2 15,0 0-12-15,3 2 10 0,-3-2-4 0,1 1 6 16,-3 5-13-16,1 1 6 0,-3 4 1 0,3 0 1 16,0 2 7-16,-3 4-2 0,3-1-4 0,-2 6 1 15,-1 0-6-15,3-3 1 0,1 3 5 0,1 0-2 16,1-2 6-16,0 1-1 0,-1-5-2 0,3-7 1 15,0-1-8-15,2-1 8 0,0-2-6 0,0 4 7 0,-2 1-3 16,2 2-1-16,0 1 2 0,0 0-3 0,2 4-6 16,-2-1 11-16,-2 6-5 0,0 0 6 0,-3 1-12 15,1 1 7-15,0-10-5 0,1 5 5 0,-1-5-2 0,0-3 3 16,-1-1 5-16,1-3-2 0,-2-2 3 0,1 1-9 16,1 5 3-16,-2 0-5 0,5 3 3 0,-3 5 1 15,2 3 0-15,0 2 1 0,2 0 7 0,0 4-8 16,-2-1-1-16,0-3-2 0,-1 0 1 0,-1-2 8 15,0-3 0-15,-1-5 3 0,-1-6-5 0,1-3-5 16,-1-1 3-16,0-3-3 0,-1 1 7 0,1 2 9 16,-1-3-6-16,1 1 7 0,3 2-3 0,-3-3-4 0,2 1 1 15,-1 0-3-15,-1 0-4 0,1-3-10 0,-1 3 1 16,-1-6-7-16,1 6-9 0,-1-4-38 0,-1 0-38 16</inkml:trace>
  <inkml:trace contextRef="#ctx0" brushRef="#br1" timeOffset="-186402.27">14681 9385 246 0,'0'-2'5'0,"0"-2"-1"0,-3-14 4 0,-3-4 8 0,1 5-6 15,1 6 11-15,0-2-23 0,0 3 7 0,1 1-11 16,-1 2 3-16,-2-3 8 0,1 1-10 0,1 2 11 16,-3-4 4-16,1 1 5 0,-1-1 11 0,-1 0-4 15,3 2 28-15,-1 0 6 0,1-1-3 0,1 3 2 16,2 1-6-16,-2 1-23 0,1-3 9 0,1 5-16 0,-2-3-14 16,4 4 10-16,-2-2-12 0,2 3 11 15,-2-3-18-15,2 2 8 0,-2-2-4 0,2 2 5 0,-1-1-5 0,1 1 4 16,-2-2 4-16,2 2 1 0,0-1 3 0,0 1 5 15,0 0 3-15,0 0-2 0,0 0-5 0,0 0-6 16,0 0-5-16,0-1 1 0,0-1-8 0,0 0 5 16,0 1 0-16,2-3 3 0,-1 2-3 0,7-1 1 15,9-1 1-15,3 2-2 0,0-5-8 0,3 2 7 16,1-3-2-16,0 1 3 0,2 2-5 0,-4 3 7 16,4-3-1-16,0 3 5 0,4-2-4 0,0 1-3 15,1 1-4-15,6-3 2 0,6 1 13 0,-2-3-12 16,3 1 6-16,3 3-9 0,-4-3 8 0,5 3 5 0,-2-3-4 15,-3 1 3-15,-2 1-14 0,2 1 5 0,-6-3 1 16,4 5 2-16,-3-3 6 0,3 0-6 0,2 1-2 16,3 1-1-16,3-1 4 0,1-1-3 0,4 4 6 15,-2-2-6-15,3 1 8 0,-8-1 4 0,1-2-4 0,-5 1 7 16,-4 3 13-16,2 0-13 0,-2-2 7 0,0 3-11 16,1-1 3-16,1-21-3 0,2 9 0 15,2 4-1-15,1 5 2 0,-1 1-11 0,3 4 6 0,2-2-7 16,0 0 3-16,8-1 2 0,1-1-1 0,-5 2 2 15,-2 0 5-15,-4 2-11 0,-3-2 0 0,-4 0-3 16,-1-1 9-16,-1-1-1 0,4 0-3 0,2 1 0 0,1 1-5 16,6 2 6-16,2 0 3 0,-4 0 0 0,6 0-5 15,-2 0-1-15,1 2 0 0,3-1 0 0,-4-1 2 0,-2 0-1 16,-4 0-2-16,-2 0 0 0,3 0 2 0,-1 0 1 16,4 2 6-16,4 0-4 0,-2 0-3 0,5 2-3 15,-3 1-3-15,-6 3 2 0,4-3 4 0,-12 1 1 16,3 1 3-16,-8-1-2 0,-4-1-2 0,-5 1 0 15,-2-2 0-15,0-1 1 0,0 1 6 0,-2-2-7 16,1 2 1-16,-3-1-4 0,-2-1-2 0,3 2 6 16,-3 0 4-16,0-1 2 0,-1 1 2 0,-2 0-9 15,1 1 0-15,-1-1-2 0,0 0 0 0,-3 0 5 0,-1-1-8 16,2 1 6-16,-2 0-8 0,-3-2 9 0,3 1 3 16,-2 1 1-16,-2 0-6 0,2-1 1 0,0 1-4 15,-1 0 3-15,-7-2-6 0,5 1 10 0,-1 1 3 0,-1 0 1 16,5 3-2-16,-2 1 0 0,-5-6-6 15,0 5 4-15,5 4 2 0,-2 0-4 0,-1 0 10 0,-1 1-8 16,1 1 7-16,0 0-8 0,-1 1-6 0,3 3 3 16,-3 0 0-16,3 3-4 0,-3-1 6 0,3 5-5 15,-1 0 6-15,0 4-6 0,-1 0 5 0,0 3-3 16,-1 5 9-16,1 3-5 0,-1 0-3 0,5 7 0 16,-3-1-5-16,-1-6 0 0,1 5 3 0,-3-7-1 0,1 0 3 15,1-1 1-15,-2-3-3 0,1 1 2 0,-1-5 0 16,0 5 5-16,-3 1-4 0,1 0 4 0,2 4-5 0,0 2 0 15,1 4-1-15,1 3 0 0,-1 2 3 0,1 6-2 16,0 1 1-16,-1 1-2 0,1-1 1 0,-3-5-1 16,3 0 4-16,0-5-3 0,-3-6 3 0,5 0-3 15,-1-4 0-15,1 0-1 0,-3 0 6 0,1 2-7 16,-3 2 2-16,3 1-4 0,-2 3 7 0,-1 1-4 16,1 5 8-16,0 6-7 0,0 1 0 0,-3-1 3 15,-1 3-5-15,2-6 6 0,-2-3 3 0,0-2-5 16,0-5 2-16,0-1-4 0,2 0-5 0,0-1 6 15,0 3 3-15,0 3 1 0,0 1-5 0,-1 4 0 0,3 3 0 16,0 4 1-16,-2 3-3 0,0-2 7 0,1-2-6 16,-1-3 7-16,0-4-13 0,0-2 12 0,0-5-7 15,0-1 8-15,1-1-6 0,-1 2-4 0,2 1 5 16,0 4-5-16,-1 2 4 0,3 2 6 0,1 2-7 0,1 5 5 16,-1 2 1-16,2-2-10 0,1 2 11 0,-3-11-11 15,2-1 10-15,-1-7-6 0,1-3 1 0,-2 2-1 16,1-4 3-16,-1 3 0 0,1-1-2 0,-1 2 3 15,1 0 11-15,-1 3-15 0,-1 0 5 0,1 6-7 16,0 4 6-16,-1 2-6 0,-2-4 3 0,-1-1-4 0,1-6 14 16,0-1-7-16,0-1 1 0,1-3-3 0,-1-3-1 15,1-3-4-15,1 1 5 0,0 0-3 0,1 2-1 16,-1 0 8-16,-1 0-10 0,1 0 12 0,-1-2-3 0,1 6-6 16,-1 3 5-16,3 1-6 0,-3 1 10 0,1-3 4 15,0-7 4-15,-1-2-2 0,3 1 2 0,-3-7 3 16,3 1 2-16,-1-5-1 0,-1-5-4 0,1 1 5 15,-1-5-5-15,-1-1 4 0,1 1-14 0,-1-4 0 16,1 2-3-16,1 0 4 0,1-2 5 0,-1-2-7 16,1 0 7-16,-3-2-6 0,1 2 9 0,-3-1-10 15,1 1 1-15,-2-2-3 0,0 0 5 0,0 1 1 16,0-1 1-16,-2-3 0 0,0 1 5 0,0-1-8 0,0-1 4 16,-2 3-5-16,-2-1 9 0,0-1-7 0,-5 1 2 15,-11-1-4-15,-1-1 5 0,-1 1-7 0,3-3 4 16,-5 1-4-16,2-2 9 0,-2 15-8 0,-2-4 3 0,-2-4-5 15,2-3-2-15,-2-3 3 0,-4 1-2 0,-1-2 4 16,0 0-4-16,-6-2 5 0,0 0-5 0,-2 0 5 16,-7 0-11-16,-1-2 12 0,-3 0-4 0,-5 0 7 15,-1 0-11-15,2 0 4 0,-1 1-4 0,7-1 4 16,-2 0-8-16,0-2 5 0,0 0 4 0,-2 1 0 16,0-1-2-16,-2-3-2 0,-5 1-1 0,0-1 2 15,0-3 10-15,-8 3-11 0,4-1 5 0,-2 1-6 0,0 0-1 16,6 1 4-16,3 2-4 0,-5 2 2 0,0 1-5 0,-2-1 5 15,-11 2 1-15,-2 0 2 0,0 2 0 0,-5-1-3 16,6 3 0-16,1 0-1 0,4 1 3 0,3 1-6 16,-5-2 4-16,-2 1-4 0,1-1 12 0,-6 0-8 15,3-1 8-15,2-1-8 0,-2 0 0 0,9-2 3 16,2 2-6-16,0 0 6 0,2 0-4 0,-2 0 3 16,1 1 3-16,-5-1-1 0,1 0-4 0,1 0 0 15,6 0-3-15,3 0 2 0,3-2 3 0,5 0-4 16,5 0 3-16,6-2-3 0,8 0 2 0,1 0-1 15,3 0-2-15,-1-2 2 0,2 1 1 0,-1-1-3 0,1 2 2 16,4 0-6-16,-2-1-25 0,3-1-191 0,5 0-78 16</inkml:trace>
  <inkml:trace contextRef="#ctx0" brushRef="#br1" timeOffset="-184979.72">13799 10486 54 0,'0'0'15'0,"-1"0"29"16,-1 0-12-16,0 0-14 0,-17 0 12 0,-1 0-13 15,1 0 11-15,-3 0-9 0,2 0 4 0,-3 0-4 0,-1 0 14 16,0 4 2-16,-4 1 0 0,2 1 1 0,2 0 4 0,-4 3-5 15,4 0-3-15,-2 2-1 0,2 0-14 16,0 2 7-16,0 0-6 0,3 0 5 0,-1-11-21 0,3 15 5 16,1 1 1-16,-1-1 0 0,3 0-1 0,3 0 11 15,0-1-10-15,1-1 8 0,5 0-20 0,-2 0 15 16,1-2-9-16,3 2 12 0,-1 0-13 0,2-1-5 16,3 3 9-16,-1 0-8 0,-11 1-5 0,2 3 9 15,3-3-3-15,3 3 5 0,1 3-3 0,4 0 0 0,0 2 0 16,0 6 0-16,2-4-2 0,1 1 9 0,3 5-10 15,0-5 8-15,1 5-12 0,0-3 11 0,1-1-4 16,1 0 5-16,-1-6-9 0,1-2-1 0,0-3 5 16,0-3-4-16,1 1 4 0,1 0 1 0,-7-2 3 15,14-2-2-15,3-2-2 0,3-2 5 0,0 0-6 16,6 1 5-16,-1-5-11 0,-1 1 7 0,0-1-1 0,-2-1 3 16,2-2 5-16,2 0-10 0,-3 0 3 0,-1 14-4 15,-2-4 4-15,-5-7 0 0,3-1 7 0,-5-2-2 16,0-2 19-16,-2 0 11 0,-1-2-1 0,1-2 7 15,0-3 11-15,0-3-25 0,0 5 5 0,0-19-12 16,0 0-2-16,-1-2-7 0,1 0-3 0,-2 0-1 0,-2-6-4 16,-1 0 9-16,-3-3-3 0,-1 2 5 0,-3 3-12 15,-1 2 15-15,0 0-3 0,15 2 6 0,-6-1-6 0,-4-7 6 16,-3 6-1-16,-2 0 2 0,-2 1-5 16,0 2 1-16,-2-1-4 0,-2 2 3 0,1 0-3 0,-3 2 9 15,-1 0 3-15,1 3-1 0,-1-1-7 0,1 5 6 16,-1-2-9-16,1 4 8 0,-1 0-8 0,-1 2-3 15,6 0 3-15,-12 1-2 0,-5 3 4 0,0 1-9 16,-1 3 1-16,-12 1-5 0,1 0-9 0,-4-18 6 16,-3 8-5-16,5 9 5 0,-6 3-6 0,-2 3 4 15,2 3 0-15,4 3 1 0,2 2-5 0,5 2-23 0,4 2 0 16,5-9-10-16,2 25-25 0,4 5-132 16,-2 3-12-16</inkml:trace>
  <inkml:trace contextRef="#ctx0" brushRef="#br1" timeOffset="-184266.65">13772 13301 205 0,'0'0'129'0,"0"-2"-126"0,-2 0 144 16,0 0-64-16,0-1-30 0,-2-1-7 0,1 0-2 15,-1 0-3-15,0 1-12 0,0 1-19 0,1 0 5 0,-1 0-8 16,-5-2 1-16,-1 3 8 0,-4-1-1 0,8 2 7 16,-11 3 15-16,-1 3-3 0,3 1 2 0,-9 10-1 15,3-8 15-15,-1 21-22 0,-6 0 2 0,8 0-10 16,-1 7-3-16,1 2-9 0,1 0 10 0,3 0-9 15,-3-2 7-15,6-2-12 0,4 0 1 0,0 1-2 16,3-3 4-16,0 0-5 0,1-1 3 0,3-6-3 16,-17 2 0-16,10-4-6 0,4-2 4 0,5 2-2 0,0-1 4 15,5 1 2-15,3-2-1 0,3 0 2 0,4 3-4 16,-8-3 7-16,23-2-5 0,-2 1 5 0,5 1-9 16,-1-2 4-16,-3 3-1 0,5-7 5 0,1 5-4 0,2-4 7 15,-5-6-7-15,-1-6 7 0,-1-1-8 0,-6 0 3 16,6-2 6-16,-4-1-1 0,-2 16 26 0,0-8-3 15,0-5 5-15,0-4-5 0,0-2 4 0,1-3-17 16,-1-5 3-16,0-3-7 0,0-3 7 0,0 8-9 16,0-18 2-16,-3-2-5 0,-1 1 4 0,-5-1-4 15,2 0-1-15,-6 2-1 0,0 2 0 0,0 1 0 0,-7 1 4 16,1 2-3-16,-1 1-2 0,9 1 3 0,-4-1-5 16,-5 0 4-16,-4 1-1 0,-2-4-1 0,-2 3 0 15,-3-3-2-15,-2-2-4 0,-4-1 4 0,7 1-2 16,-20-4 1-16,-2-1-5 0,-1 1 2 0,3-4 1 15,-2 5 0-15,2 1-5 0,5 3-10 0,3 7-3 0,3 3-4 16,4 1-21-16,3 5-65 0,5 0-30 0,1 3-13 16,-2 0-96-16,2 0-137 0</inkml:trace>
  <inkml:trace contextRef="#ctx0" brushRef="#br1" timeOffset="-183374.58">20547 10380 122 0,'-2'-2'21'0,"0"1"24"0,0-1 3 0,-1 0-8 0,-1 0-1 0,-5-4-4 16,-4-3-15-16,5 5 5 0,-3-3-9 0,-6-2 7 15,2 1-7-15,-1 3-6 0,-5 1 10 0,6 4-9 16,-1 0 9-16,-5 0 17 0,5 2-1 0,-3 3 7 16,0 1 6-16,5 0-10 0,-3-1 5 0,2 1-8 15,2-1 1-15,2 1 1 0,0-1-11 0,3 1 7 0,-1-2-21 16,2 11-5-16,-1-1 6 0,1 5-6 16,-1 1-3-16,3 1 1 0,-1 1-6 0,4-1 4 0,0 1 3 15,1 0-11-15,-14 0 4 0,5-1-6 0,5-3 10 16,3 1-4-16,2-1 2 0,0-1-2 15,4 0-3-15,-1-2 5 0,3-2-1 0,1-2 2 0,3 0-6 0,1-4 10 16,9 1-3-16,8-3 6 0,4-1-6 0,-3 15 9 16,3-6-4-16,-2-8 7 0,1-3 3 0,-1-2 7 15,-4-2 1-15,0-1 1 0,-11-1-2 0,2-2 12 16,1-1 4-16,-10 3 3 0,6-5 16 0,-3 1-17 16,-5 3 0-16,-2-14-6 0,9 1-9 0,-4-1-4 15,-3-1-4-15,-6-1 1 0,-2 1-3 0,-6-1-7 16,-3 3 0-16,0 1-3 0,0 0-9 0,-17 3 7 0,-3-1-3 15,-5 4 4-15,-1 1-16 0,4 7 8 0,-4 1-7 16,1-17 6-16,1 10-22 0,3 9-12 0,-1 6-17 16,0 5-2-16,-3 7-96 0,5-10-17 0,1 23-24 15,4 3 0-15,6-5-127 0</inkml:trace>
  <inkml:trace contextRef="#ctx0" brushRef="#br1" timeOffset="-182780.23">20679 12530 795 0,'-2'0'34'0,"0"0"3"0,0 0 1 0,0 0-6 15,-2 0-6-15,1 0-1 0,-8 0-21 0,-8 4 6 0,4 2-10 16,-2 5 6-16,3 5-4 0,-1 22-1 0,0-1-1 15,-2 5-5-15,4-3 9 0,0 6-4 0,6-4 6 16,-1-6-12-16,1 0 14 0,0-3-5 0,-3-4 10 16,7 2-8-16,1-1 6 0,-15-5 1 0,6 1 1 15,3 0 1-15,5-2 0 0,-1 3-3 0,4 2 3 16,0-2-4-16,6 3 3 0,1-1 0 0,2 0-1 0,1 0-10 16,1 3 2-16,4-1 5 0,1-2-1 15,1 0 4-15,-11-4 0 0,16 2-10 0,4-6 9 0,2-1-6 16,-2 0 5-16,3-6 4 0,-1-6 1 0,0 0 22 0,0 12-11 15,0-8 6-15,3-3-8 0,1-5 1 0,-2-3-4 16,1-2 1-16,1-1-1 0,-1-3-1 0,1-3-4 16,-4-2 0-16,0-2-1 0,-1-2 10 0,-2 0 11 15,-3 13 3-15,0-22 1 0,0-2-7 0,-5-4 1 16,0 1-9-16,-6-5 7 0,-4 1-7 0,-1-4-7 16,16-2 3-16,-11-2-6 0,-7 0-6 0,-6-2 3 15,-9-1-7-15,-8-5 5 0,16-3-12 0,-45 0 0 0,-3-5-7 16,-4 9-1-16,-7 1-34 0,-3 10-150 0,-5 11-24 15</inkml:trace>
  <inkml:trace contextRef="#ctx0" brushRef="#br1" timeOffset="-168471.59">2022 10356 256 0,'0'-2'12'0,"0"0"12"15,0-1 22-15,2-10 3 0,2-4-6 0,0-3-15 0,1-1-5 16,-1 3 2-16,0-3 2 0,-1 1 0 0,1-1 6 15,2 3-4-15,-3 1 8 0,1 0 13 0,-2 6-4 16,2-2 6-16,-3 2-5 0,1 0 13 0,0 0-17 16,-2 1 5-16,0 3-11 0,0 3-6 0,0 2-1 15,0 1-8-15,0-3 2 0,0 0-27 0,0 0 4 16,0 3 0-16,0-1 2 0,0 2-8 0,0 0 11 0,0 2-5 16,0 1 9-16,-2 18-10 0,-1 10 7 0,-3 5-2 15,-3 1 2-15,3-2-12 0,1 0 7 0,-1 1-1 16,2-5 4-16,2 3-4 0,-1-1-1 0,1-1 0 15,0-3 1-15,0-3 3 0,0-3-4 0,2-1 0 16,0-2 0-16,0 1-3 0,0-5 9 0,2 3-6 0,0-4 7 16,2 0-4-16,-1-4-4 0,3 2 4 0,-2-6-5 15,1 2 2-15,-1-3 0 0,-2-2 0 0,5-1 2 16,4-1 1-16,2 8 5 0,0-3-6 0,0-1 7 16,-1-3-5-16,2-1 7 0,-3-2-5 0,1 0 3 15,1-2-12-15,1-3 4 0,-1-1 4 0,2-3 0 0,0 0 3 16,-2-14-6-16,2-1 3 0,0-2-3 0,-2-4-1 15,-2-1 3-15,0-2-5 0,0-5 4 0,-1 1-4 0,-1 4 1 16,-2-6 6-16,1 11-2 0,-1 2 5 0,-3 0-1 16,1 9 2-16,-3 1-1 0,0 3-1 0,0 3 7 15,5 1-9-15,-3 3 9 0,0 1-7 0,-2 1-8 16,0 0 5-16,-1 1-5 0,1 1 3 0,0 0-2 16,0 0-1-16,0 2 0 0,0 0 8 0,0 2-5 15,-1 0 4-15,1 2-6 0,8 23-5 0,-3-4 1 16,-1-1-2-16,-1 2 4 0,1 2-2 0,-1 2 6 15,-1 4-3-15,2 1 4 0,-3 4-4 0,1 2 2 0,-2 2-2 16,0 2 1-16,-2 1-5 0,0 6 6 0,0 4-2 16,-4 2 3-16,-3 3-6 0,-1 1 5 0,-3-1-2 15,0-3 5-15,0-6 0 0,0-5-3 0,-1-8 6 0,1-6-4 16,0-1 15-16,-2-8-3 0,0-1 1 0,2-1-1 16,-17-1 8-16,-2-3-1 0,-3-1 2 0,0-6-2 15,-3 1 9-15,-3-5-6 0,8 1 5 0,-1-4-6 16,-3 18 1-16,5-9-6 0,-3-5 5 0,1-6-4 15,6-2 18-15,2-2-7 0,4-1-8 0,3-1 0 16,4 1-23-16,4-3-13 0,1 1 1 0,3-8-7 16,-1-4-15-16,-3 6-7 0,-2-5 2 0,5 1-3 0,2-2 9 15,4 6-2-15,0-3 4 0,4-1-4 0,0 6 0 16,3-6-23-16,3 4-11 0,4-2-10 0,18-3-96 0,9-1-153 16</inkml:trace>
  <inkml:trace contextRef="#ctx0" brushRef="#br2" timeOffset="-149970.21">24795 9047 42 0,'0'0'0'0,"0"0"51"0,0 0 20 0,0-2 24 0,0 0 4 16,0 1-44-16,0-1-16 0,0 0-29 0,0 0 3 15,0-2-5-15,0 1 10 0,0-1-4 0,0 0 2 16,0 0-2-16,0-3 14 0,0 0 9 0,0-1-5 16,0 1 4-16,0-1-9 0,0-1 16 0,0 0 1 0,0-1 3 15,0 3 0-15,0 0-10 0,0 1-3 0,0 2-3 16,0-1-12-16,0 1 2 0,0 0-1 0,0-1 0 15,0 1-18-15,0 2 11 0,0-3-7 0,0 3 9 16,0-2-10-16,0 0 4 0,0 1 1 0,0-1 1 16,0 0-1-16,0 2 0 0,0 0-1 0,0 1-1 0,0-1-9 15,0 0 2-15,-2 0 2 0,0 0 2 0,0 2-4 16,1 0 0-16,-1 2-1 0,0 0 0 0,0 2 6 16,2-1-5-16,-6 14 1 0,1 0-2 0,-3 1 7 15,3 3-7-15,-1-3 1 0,3 1-2 0,-1 1 5 0,2-1-3 16,0 1-1-16,0-1-1 0,0-1-3 0,1 3 4 15,1-1 1-15,0 1 0 0,0-1-4 0,0-1-1 16,0-1 7-16,1 1-3 0,1-1 0 0,2-1 0 16,0 0 0-16,-1-2 2 0,-1-6 6 0,2 0-8 15,-2-3 4-15,0-3-2 0,0 1 13 0,1 0 1 16,3 0-7-16,3 1 6 0,4 1-4 0,2-3-2 16,-2-3 5-16,6-1-4 0,-1-5-1 0,3-3 1 15,-1-4-4-15,2 7 2 0,1-16-8 0,-1 0 7 0,-2-1-5 16,-1 1 4-16,-3 0-13 0,3 1 9 0,1 1 2 15,-1 0 4-15,-2 1 0 0,-2 4-10 0,-4 0 2 16,0 0-3-16,-2 4 12 0,-1 2-12 0,-7 0 10 0,3 1-10 16,-2 3 10-16,0 1-7 0,0 2 0 0,0-2 0 15,-2 3-1-15,3-3 2 0,1 0-8 0,-2 0 6 16,0 3-11-16,0-1-2 0,-1 0 3 0,1 0-2 16,0 0 12-16,0 2-7 0,0 0 8 0,0 0-5 15,0 0 5-15,-2 2-4 0,0 0 0 0,0 2-2 16,0 5 0-16,0 13 2 0,0 4-4 0,-2 6 3 15,-2 1-5-15,-2 4 4 0,-3 6 0 0,0 3 1 0,0 3-7 16,-1-1 12-16,1-2-7 0,3-5 8 0,1-6 0 16,-1-3-3-16,1-6 2 0,-1-2-3 0,1-3 3 0,-3-1 2 15,-1 2-2-15,0-5 3 0,-3 2 5 0,1-3-8 16,4-1 6-16,-14 0-7 0,-3-4-2 0,4 2 6 16,-4-4 0-16,2 1 4 0,1-3 2 0,1-1 2 15,-3-3-2-15,1 3 0 0,2-4-11 0,-1 2 10 16,3-3-2-16,-1 12 5 0,2-3-5 0,3-5-7 15,-3 1 3-15,4-2-3 0,-2-3-2 0,2 1 7 16,0-2-4-16,2 0 5 0,0 0-11 0,5 0-8 16,1 0 0-16,-3 0-3 0,4 0-5 0,1 0-46 0,1 0-9 15,-2 0-16-15,2 0-66 0,0 0-38 0,1 0-27 16</inkml:trace>
  <inkml:trace contextRef="#ctx0" brushRef="#br2" timeOffset="-149564.16">25317 9732 379 0,'0'0'122'15,"0"0"-171"-15,0-2 145 0,0 1-84 0,0-1-17 16,0 0 2-16,0 0-3 0,0 0 3 0,0 0-7 0,0 0 4 15,0 1-8-15,0-1 7 0,0 0-11 0,0 0 16 16,0 0 5-16,0 0 3 0,0 2 16 0,0 0-3 16,0 0 2-16,0 0-2 0,-2 0 0 0,0 0 0 15,0 2-7-15,0 0 4 0,0 0-10 0,1 0-5 16,-1 1 4-16,-2 1-4 0,-2 4 5 0,-7 12-3 16,2 0-1-16,-2 5 1 0,0 1 5 0,0 3-10 15,0 1 5-15,0 3-6 0,2 1 6 0,2 1 2 0,1-2-4 16,3 1 4-16,1-3-3 0,0-1 0 0,-1 0 6 15,1 0-4-15,0-4 0 0,3-2 1 0,1-4-5 0,0-3 3 16,1-4-2-16,-1-6 3 0,2 3-1 0,-2-5 1 16,2 1-7-16,0 1 1 0,-2-5-5 15,2 2 4-15,0-1-10 0,0-1-7 0,-1 0-4 0,1 0 0 16,2-2-5-16,0-2-3 0,3-2 7 0,6-3-4 16,4-19 12-16,-2-2 2 0,1-3-8 0,3-1 6 15,-2 0-16-15,1-1-4 0,1 3 2 0,-2 1-6 16,3-3-19-16,-1 4-2 0,1 0-5 0</inkml:trace>
  <inkml:trace contextRef="#ctx0" brushRef="#br2" timeOffset="-149329.02">25527 9799 21 0,'0'0'16'0,"0"0"38"0,0-2 7 0,1 0 19 0,1 1 0 16,0-1-11-16,-2 0 5 0,0 0-9 0,0 0-2 0,0 0-18 15,0 0 2-15,0 1-9 0,0-1-6 0,0 0-13 16,0 0 4-16,0 0-8 0,0 0-6 0,0 0-2 16,0 1 1-16,0-1 0 0,0 0-1 0,0 0 4 15,0 2-8-15,0 0 7 0,0 0-6 0,0 2-8 16,0 0 5-16,0 0-6 0,0 1 9 0,0 7 4 15,0 8-7-15,0 1 6 0,0 1-2 0,-2 2-5 16,0 1 6-16,1 1-6 0,-1 0-5 0,0-2 9 0,0 0-3 16,0 1 8-16,0-1 0 0,0 0-8 0,1-3 10 15,-1-2-7-15,0-4 12 0,0-2-4 0,2 2-10 16,0-6 6-16,0-1-15 0,0 1 15 0,0-3-8 16,0 3 9-16,0-1-13 0,0-1-10 0,0-3-9 15,0 2-19-15,0 0-192 0</inkml:trace>
  <inkml:trace contextRef="#ctx0" brushRef="#br2" timeOffset="-146740.89">13627 10505 24 0,'0'0'0'0,"0"0"8"16,0 0 82-16,0 0-7 0,-2 0 6 0,0 0-27 15,0 0-5-15,0 0-25 0,0 0 3 0,1 0-10 16,-1 0-13-16,0 0 2 0,0 0-7 0,0 0 4 16,0 0-18-16,0 0 10 0,1 0 0 0,-1 2 5 15,0-1 9-15,0 1-12 0,0 0 9 0,0-2-9 0,-1 2 9 16,-1-2 7-16,0 2-8 0,0-2 9 0,1 0 3 16,1 0-1-16,-4 0 5 0,-1 2-5 0,3-2 5 15,-1 0-10-15,-3 0-3 0,5 0-2 0,-3 0-5 16,4 0 2-16,0 0-7 0,-1 2 5 0,-1-1-4 0,0 1-5 15,0 0 8-15,1 0-8 0,-1 0 1 0,2 0 4 16,-2-1-5-16,1-1 5 0,-1 2 4 0,0 0 7 16,1-2 0-16,1 0 1 0,0 2-7 0,0-2 4 15,0 0-4-15,0 2 4 0,0-2-9 0,1 2 1 16,-1 0 0-16,0-1 1 0,0 1-7 0,0-2 3 16,2 0-2-16,0 0 1 0,0 0-8 0,0 0 8 0,0 0-6 15,0 0 6-15,0 0-8 0,2 2 8 0,0-2-2 16,0 0 3-16,1 0 0 0,1 0-6 0,5 2 8 15,4 0-9-15,2 0 4 0,0-2 2 0,4 0-2 16,-1 0 2-16,-1 0-8 0,9 0 1 0,2-2 1 0,1 0 2 16,5 0 5-16,-4-2-4 0,1 1-5 0,1 1 0 15,-1 0 3-15,-3 0 3 0,2 0 4 0,-2 0-3 16,-2 1-9-16,2 1 8 0,-2 0 0 0,1 0 3 16,1 0 1-16,-2 0 0 0,2 0-5 0,-2 0 3 15,-2 0-2-15,0 0 0 0,6 0-1 0,-6 0 0 16,0 0 6-16,-9 0-1 0,-6 0 0 0,1 0-1 0,-3 0-1 15,-1 0 1-15,1 0 0 0,-3 0-1 16,0 0-2-16,-1 0-4 0,1 0 5 0,-2 0-3 0,0 0 6 16,0 0-17-16,-1 0-6 0,1 0-11 0,0 0-85 0</inkml:trace>
  <inkml:trace contextRef="#ctx0" brushRef="#br2" timeOffset="-146219.4">14095 10377 137 0,'0'0'62'0,"0"0"-9"15,0 0 59-15,0 0 2 0,0 0-6 0,0 0-18 16,0 0-27-16,0 0 0 0,0-2-12 0,0 0-29 16,0 0-7-16,0 0-7 0,0 2 2 0,0 0-5 0,0 0-3 15,0 0 0-15,0 0-1 0,0 0 1 0,0 0-7 16,0 0 10-16,2 0-9 0,-1 0 10 0,3 2-1 15,0 0-5-15,9 2 3 0,5 1-3 0,1-1 0 16,5 0 5-16,-2-1-3 0,1 1 1 0,3 0 4 16,-4-1-7-16,-5-1 5 0,3 0-4 0,0 0 2 15,-1 0-3-15,0 0 3 0,-3 1-11 0,-3-1 14 16,2 0-6-16,-2 0 8 0,-5 0-7 0,1 0-5 16,-4 0 4-16,1-1-4 0,1 1 8 0,-3 0 4 0,0 0 0 15,0 0 1-15,-1 0 4 0,1 0 7 0,0-1 8 16,-2 3-4-16,-1 0 10 0,1 0-10 0,0-1-3 15,-2 1 0-15,0 5-4 0,0 1 8 0,-2 3-5 0,-3 0 5 16,-5 0-15-16,-6 1 3 0,-10 3-1 0,-2-2-1 16,0-2-11-16,0 0 4 0,2-2-3 0,0-2 4 15,4-1-3-15,3-3-4 0,1 1-1 0,3-2-3 16,0-1 4-16,0 1-45 0,4 0-9 0,0-2-21 16,0 7-86-16,2-4-124 0</inkml:trace>
  <inkml:trace contextRef="#ctx0" brushRef="#br2" timeOffset="-145266.29">13694 9567 14 0,'0'0'4'0,"0"0"0"0,0 0 2 16,0 0-3-16,0 0 0 0,0 0-4 0,0 0 6 16,0 0-5-16,1 0 4 0,1 0-6 0,0 0 2 15,0 0 0-15,0 0 0 0,-2 0 8 0,0 0 11 16,2 0 1-16,0 0 3 0,-2 0 8 0,0 0 7 0,0 0-4 16,0 0 3-16,0-2-17 0,0 0 1 0,0 2-6 15,0-2 2-15,0 1-1 0,0-1 1 0,0 0 10 16,0 0-7-16,0 0 15 0,0 0-4 0,0 0 3 15,0 1-4-15,0-1-1 0,0 0-9 0,0 0 0 0,0 0-2 16,0 0-9-16,0 0-1 0,0 1-3 0,0-1 1 16,0 0-10-16,0 0 3 0,0 0 2 0,0 0 3 15,0 2 23-15,0 0 6 0,0 0-8 0,0 0 5 16,0 2-11-16,0 0 2 0,-2 0 1 0,0 2-2 16,-2 12-12-16,0 3 0 0,-1-1 1 0,-1 1 0 0,1 0-2 15,-1-3-7-15,-1 3 1 0,-1-4-2 0,1 1 10 16,-1 1-3-16,1 0-2 0,0-2 0 0,-1-2-2 15,1 0 0-15,-1 0-2 0,3-2 0 0,-1 0 0 0,1-2 1 16,1-1 5-16,-2 1-4 0,1-2-2 0,-1 1 2 16,2-1 4-16,-8 1-1 0,-1-1 7 0,0-1-2 15,1-1-7-15,3-1 4 0,2 0-8 0,-4-2 10 16,1 1 4-16,-1-1 1 0,2 0 3 0,-2 0-2 16,3 2-5-16,1 1 3 0,1-1-8 0,3-2 4 15,-1-1 0-15,0 1 0 0,2-2-5 0,0 0-2 16,1 0 1-16,-3 4-1 0,0-2-4 0,0 0-2 0,3 0 0 15,-1-1 0-15,0 1 3 0,0 0 1 0,2 0 1 16,0 0 1-16,2 0 0 0,2 0 9 0,7-2-6 16,18 0 6-16,5 0-14 0,3-2 4 0,0-2 3 15,-5 0 0-15,5 1 2 0,-4-1-7 0,-5 0 1 16,2 2-2-16,-6 0 0 0,-4 1 6 0,3-1-6 16,-7 2 6-16,-1 0-5 0,-4 0-2 0,-1 0 6 0,-5 0-4 15,1 0 6-15,-4 0-5 0,-1 0-2 0,3 0 0 16,0 0 8-16,0 0-11 0,-1 0 5 0,-1 0-9 15,0 0-14-15,0 0-79 0,0-2-38 0,0 0-14 16,-1 0-131-16</inkml:trace>
  <inkml:trace contextRef="#ctx0" brushRef="#br2" timeOffset="-145061.15">13456 9521 834 0,'0'-2'42'0,"0"0"-1"0,0 0-11 16,0-2 6-16,0 1-23 0,0-3 3 0,0 2-7 16,0-3-9-16,0 1 3 0,0 3-11 0,6-9 12 15,1 7 2-15,19-3 2 0,-2-1-6 0,6 0-1 0,-6 0-2 16,6-1 1-16,-1 3 0 0,-3-10-5 0,-2 6-1 16,1 2-3-16,-3 3-6 0,-2 2-7 0,1 3-2 15,-6 1-5-15,-1 0-38 0,-1 0-34 0,0 0-15 0,0 1-12 16,0 1-109-16</inkml:trace>
  <inkml:trace contextRef="#ctx0" brushRef="#br2" timeOffset="-144675.1">14113 9558 635 0,'0'0'48'15,"0"0"-5"-15,-2-2 27 0,1 0 1 0,-1 0-14 0,0 0-40 16,-2 2-8-16,0 0-5 0,1 0 3 0,-7 0 3 15,3 0-5-15,0 0 2 0,1 0-5 0,0 2-5 0,3 0 2 16,-1 0-1-16,0 0 1 0,1 1 1 0,1 9 8 16,-2-1-4-16,2 2 6 0,-7 0-9 0,1 0-2 15,1 3 0-15,1 1 0 0,3 0 6 0,1-2-4 16,0 1 4-16,2-1-6 0,0 4-4 0,0-2 6 16,2-1-4-16,2 3 5 0,-1-1 3 0,3-1-7 15,-1 2 4-15,1-3-5 0,0 3 11 0,-1-2-9 16,1 1 5-16,-3-1-5 0,1-2 8 0,0 0-7 15,-2-4 0-15,0 2-1 0,-1 0 1 0,-1-4 16 16,0 2 2-16,0-2 6 0,0-1 21 0,0-4-10 0,0-1 4 16,-1 3-8-16,1-4-14 0,-2 1-5 0,-2 3-6 15,4-4 3-15,-2 2-3 0,-3-3 2 0,-5 7-3 16,1-3 1-16,0-1-7 0,1-2-1 0,3 0-4 0,-1-2 1 16,1 0-6-16,1 0-50 0,0 0-10 0,0 0-17 15,3 0-63-15,-3-2 22 0,2-2-27 0</inkml:trace>
  <inkml:trace contextRef="#ctx0" brushRef="#br2" timeOffset="-144473.25">13941 9899 407 0,'0'0'71'0,"0"0"5"0,0 0-12 16,0 0-12-16,0-1-16 0,0-1 9 0,0 2 7 15,0-2-3-15,0 0 4 0,0 0-10 0,0 0-11 16,1 0-1-16,1 1-4 0,2-1 2 0,13-8-4 15,11-3 2-15,9-1-5 0,2 1-4 0,5 0-3 16,5 0-3-16,-1 1-1 0,-6 5-16 0,-3 0 0 16,-3 1 3-16,-7 4-3 0,3 0-8 0,-2 0-38 15,-8 2-13-15,-3 0-17 0,-6 0-132 0</inkml:trace>
  <inkml:trace contextRef="#ctx0" brushRef="#br2" timeOffset="-144091.52">12973 11270 1095 0,'0'0'30'0,"-2"-2"-1"0,0 0 0 15,1 0-1-15,-1 0-11 0,0 0-21 0,0 0 1 16,0 1-13-16,2-1 9 0,0 0-10 0,2 0 9 15,2 0 6-15,14-2-2 0,8 1-2 0,4-3 7 0,3-1-5 16,3-1 6-16,-1 1 1 0,4-1-1 0,-4 3 1 16,1-1-2-16,-3 3-1 0,-3 1-3 0,-2 0-1 15,-4 2-3-15,-4 0 3 0,-1 2-4 0,-6-2 3 0,-4 2-7 16,2-1-27-16,-7-1-76 0,-2 0-16 0,1 2-30 16,1 0-149-16</inkml:trace>
  <inkml:trace contextRef="#ctx0" brushRef="#br2" timeOffset="-143902.75">13133 11168 816 0,'0'0'139'16,"-2"0"-151"-16,0 0 152 0,0-2-74 0,0 0-43 0,1 0-9 16,-1 0-3-16,0 2-2 0,0 0-6 15,0 0 3-15,0 2-6 0,0 0 5 0,2 0-3 0,-5 22 2 16,1 5-4-16,2-1 0 0,2 4-3 0,0 1-13 15,2 1 2-15,2 5-10 0,0-2-25 0,-1 6-61 16,1 1-21-16,0 3-26 0,-1 8-192 0</inkml:trace>
  <inkml:trace contextRef="#ctx0" brushRef="#br2" timeOffset="-143467.41">13029 13104 962 0,'0'0'11'0,"0"0"1"0,0 0-12 15,0 0-3-15,0 0-7 0,0 0-4 0,0 0-10 16,0 0 6-16,2 0-7 0,0 0 15 0,1 2 4 0,10 0 3 15,11 3 2-15,4-1 11 0,0 0-10 0,6-1 9 16,1-1-8-16,0 0 15 0,6-2-1 16,-2 0-4-16,4 0 2 0,-1 0-7 0,-3 0-2 0,-3 0-4 15,-10 0 2-15,-4 0-11 0,-3 0 9 0,-3 0-1 16,-7 0 2-16,4 0-21 0,-5 0-19 0,-3 0-11 0,-3 0-11 16,2 0-139-16</inkml:trace>
  <inkml:trace contextRef="#ctx0" brushRef="#br2" timeOffset="-142952.72">11831 12120 259 0,'0'0'48'16,"0"0"55"-16,0 0-34 0,0 0 1 0,0 0-10 15,0 0 8-15,0 0-8 0,0 0-9 0,2 0 0 16,0 2-6-16,0 0-15 0,0 0-11 0,0 1-1 0,3 8-4 15,4 10-6-15,1 1 1 0,-3 2 0 0,1 0 0 16,-3 1-6-16,1 1 6 0,-1 0-1 0,1 1 2 16,-2 1-3-16,-3-4-3 0,1 1 3 0,0-3-1 15,-2-6 3-15,0 3-6 0,2-2-3 0,0-4 1 16,0-4 15-16,0 0-12 0,-1-1 4 0,1-3-7 0,-2-1 4 16,0-2 1-16,2 2 0 0,0-1-1 15,0 1 6-15,0-2 13 0,1 0-2 0,1 0 4 0,4-2-10 16,6-2 0-16,-4-2 1 0,1-3-1 0,6-12 0 0,3-13 2 15,6 3-5-15,-2-5 3 0,2 1-12 16,-4 0 1-16,-3 1 5 0,0 2-3 0,-5 2 4 16,1 4 0-16,-2-2-4 0,-3 6 3 0,-1-2-7 0,-2 5 1 15,-1 4-3-15,-1 2 3 0,-1 3-1 0,-2-1-3 16,-2 7 4-16,4-3-5 0,-1 1-4 0,1 0-42 16,0 2-8-16,-2 0-15 0,0 1-52 0,-1 1-38 15,1 0-68-15</inkml:trace>
  <inkml:trace contextRef="#ctx0" brushRef="#br2" timeOffset="-142612.02">12492 12348 604 0,'0'0'43'16,"0"0"-3"-16,-2 0 34 0,1 0 2 0,-1 0-5 15,0 0 3-15,-2 0-17 0,0 0-10 0,1 0-1 16,-10 0-39-16,2 2 2 0,-2 2 0 0,0 2-1 15,1 1-5-15,-1 2 4 0,2 1-9 0,4 8 6 16,1 3-11-16,3 1 11 0,1 2-1 0,0 2 3 0,-17 2-9 16,8 0-1-16,4-1 1 0,5 1 0 0,2 2 6 15,2-2 0-15,3 5-3 0,1-1 0 0,1-2 0 0,3 1-3 16,-3-1 5-16,0-4-5 0,1-2 3 0,-1 0 5 16,1-2-4-16,-3-1 6 0,-1-6-11 0,0-2 5 15,-2-2 4-15,-1 0 1 0,1-2 6 0,-2-1 7 16,0-1-6-16,0-1 8 0,0-1-14 0,-2 1 1 15,1-1-3-15,1-3 2 0,-8 0-1 0,-7 9-14 16,-1-1 4-16,1-5-9 0,-2-1 0 0,2-2-53 16,-2-2-22-16,3 0-16 0,-1-2-111 0</inkml:trace>
  <inkml:trace contextRef="#ctx0" brushRef="#br2" timeOffset="-142463.42">12097 12768 935 0,'0'0'26'0,"0"0"57"16,0 0-91-16,0 0 19 0,2 0-12 0,1 0 14 15,10-4-7-15,19-3 13 0,1-1-3 0,3-3 5 16,5-2-9-16,1-2-2 0,5-1 2 0,3-1-5 0,4 0-19 16,5 2-77-16,6 1-168 0</inkml:trace>
  <inkml:trace contextRef="#ctx0" brushRef="#br2" timeOffset="-141699.54">20662 11067 729 0,'-2'0'24'0,"0"-2"50"0,0 1-60 0,-1-1-6 15,-1 0-5-15,0 0 0 0,0 0-9 0,3 2 4 16,-1 0 3-16,0 0 1 0,0 0 4 0,2 0 12 15,0 0-4-15,0 0 7 0,2 0-7 0,2-2 4 16,10-1-1-16,9-5 3 0,1 1 7 0,2-1-10 16,0 1-1-16,4-1-5 0,-3 1-8 0,-2 3-4 0,-1 1 3 15,-2-1-3-15,-2 2 1 0,-3-2 1 0,0 2-2 16,-2 1 1-16,0-1-16 0,-4 0-19 0,-2 0 2 0,-2 0-5 16,-3 2 10-16,0 0-29 0,0-2-40 0,-1 0-6 15,1 1-204-15</inkml:trace>
  <inkml:trace contextRef="#ctx0" brushRef="#br2" timeOffset="-141483.83">20792 10872 706 0,'0'0'55'0,"0"-2"80"0,-2 1-90 0,0-1-14 15,0 0-10-15,2 0 0 0,-2 0-21 0,2 0 3 16,0 0 1-16,0 2 5 0,0 0 27 0,0 2-29 15,0 0 16-15,0 6-21 0,-1 19 14 0,-1 3-11 16,0 2-3-16,2 5 0 0,0-4 7 0,0 3-13 16,2 1 4-16,0-2-7 0,-1 2-1 0,1 0-30 15,-2-2-5-15,0-1-10 0,0-1-35 0,2-1-197 16</inkml:trace>
  <inkml:trace contextRef="#ctx0" brushRef="#br2" timeOffset="-141047.78">20120 12740 331 0,'0'0'23'0,"0"0"50"0,0 0-66 0,0 0-4 0,0 0 10 15,0 0-6-15,0 0 24 0,2 0 10 0,-1 0-5 16,1 2 9-16,2 0 8 0,-2-2-8 0,16 5 10 0,8 1-10 16,0-4 7-16,12-2-3 0,6-4-10 0,6-1 4 15,0-5-23-15,4 1-12 0,-2-2 2 0,-2-2-9 16,2 0-12-16,-7 0-32 0,-2 0-8 0,-6 2-22 15,-4 0-159-15</inkml:trace>
  <inkml:trace contextRef="#ctx0" brushRef="#br2" timeOffset="-140282.65">21236 11643 141 0,'0'0'85'16,"0"-2"-65"-16,0 0 97 0,0 0-36 0,0 0-8 0,0 1-25 16,0-3 1-16,0 0-10 0,0 2-9 0,0 0-5 15,0 1-3-15,0-1 0 0,0 0-11 0,0 0 12 16,0 0-3-16,0 0 6 0,1 0-4 0,1 2 2 16,0 0-1-16,0 0 0 0,0 2-3 0,0 0-3 15,0 0 3-15,-1 2-4 0,5 5-7 0,1 4-3 16,1 0 1-16,1 4-1 0,0-1-1 0,-1 1-2 0,1 4-1 15,-1-1 2-15,-3 0 8 0,1 3-7 0,-1-1 6 16,1 4-6-16,-1 0 11 0,1 2-13 0,-2-2-1 16,-1-2-2-16,1-2-4 0,-2-1 8 0,2 1 1 15,-1-2 2-15,1 1-5 0,0-5 1 0,0-1 1 0,-3-4 0 16,1-1-2-16,0-3-2 0,0 1 0 0,0-3 0 16,0 1 11-16,0-1-13 0,-2-3 1 0,3 4-4 15,-3-4 8-15,2-1-2 0,4 3 2 0,-3-2-3 16,1 0-6-16,0 0 13 0,0 0-4 0,-1-1 9 15,-1-1-3-15,2 0 0 0,0 0 0 0,3 0-3 16,0-1-7-16,-1-3 5 0,1-2 0 0,-3-16 3 16,2-2 2-16,-1-4-2 0,-1-2 1 0,2-5-2 0,-1 2-3 15,1-5-4-15,1 3 0 0,2 4-1 0,-1-5 12 0,1 5-8 16,2 3 3-16,-3 4-5 0,1 2-2 0,-5 3 13 16,1 0-2-16,-1 5 5 0,0-1-10 0,-2 5 0 15,1 1 0-15,1 4 0 0,-2 1-6 0,0 0 0 16,1 0-3-16,1 1 2 0,-2-1-7 0,0 0 3 15,0 2-3-15,0 1 3 0,-1-1-8 0,1 0-40 16,0 0-12-16,0 0-15 0,0 0-90 0</inkml:trace>
  <inkml:trace contextRef="#ctx0" brushRef="#br2" timeOffset="-139876.45">21917 12070 942 0,'-2'0'22'0,"0"-2"40"16,0 0-60-16,1 0 8 0,-1 0-10 0,0 1 9 16,0-1-9-16,0 0-10 0,0 2 10 0,0 0-10 0,-1 2 11 15,-1 0 4-15,-9 5-6 0,-2-3 6 0,2 14 6 16,2-1-4-16,2-4 3 0,-2 0-4 0,1 2 0 15,7-2-4-15,-5-2 4 0,5 0-4 0,1 0 14 0,0-1-13 16,-6-1 9-16,3 0-11 0,-1 0 3 0,4-1 0 16,1-3 1-16,1 1 1 0,0-2 2 0,0-1 6 15,0 1-4-15,0-2 5 0,0 0-4 0,3 2 5 16,12 5-8-16,9 2 7 0,4-4-1 0,0-5-8 16,3-2 15-16,-1-2-12 0,0-1 15 0,-4-3-4 15,-4 1-4-15,-3-1 4 0,1-1 5 0,1-1 5 16,-7 1-1-16,-1 1 2 0,-3 1 3 0,-7 3-3 0,1-6-8 15,-2-7 1-15,11-5-22 0,-4 0 0 0,-3-6 4 16,-6-2-4-16,-6-2-6 0,-5 0-6 0,-4-1-12 16,12 1 3-16,-23 0-43 0,-12 1-117 0,-2-1-29 15,1-2-37-15,-6 4-151 0</inkml:trace>
  <inkml:trace contextRef="#ctx0" brushRef="#br2" timeOffset="-139217.47">19483 10005 433 0,'0'0'182'16,"-2"0"-238"-16,0-2 208 0,0 0-113 0,0 1-22 15,1-1-9-15,-1 0 4 0,0 0-8 0,0 0-5 0,0 0 0 16,0 0-3-16,0 1 4 0,1-1-1 0,-1 0 2 16,0 0 6-16,0 0-1 0,0 0 7 0,0 2-3 15,0 0-3-15,1 0 1 0,-1 0 2 0,0 0 8 16,0 0 0-16,0 0 3 0,0 0 5 0,2 0-14 16,0 0 4-16,0 0-8 0,2 0 5 0,0 0-6 15,2 0 6-15,18-3-6 0,6 1-2 0,7 0 4 0,2 0-6 16,6 0 5-16,0 0-12 0,5 0 9 0,0 1-6 15,-5-1 6-15,5 0-5 0,-9 2 5 16,0-2 2-16,-2 0-1 0,-3 0 1 0,-3 2-8 0,-1-2 2 16,-6 2-3-16,-2 0 8 0,-3 0-7 0,-2 0 3 0,-4 0-3 15,-2 0 9-15,-4 0-13 0,-3 0 5 0,-2 0-8 16,2 0 1-16,-1-1-19 0,-1-1-12 0,0 0-5 16,0 0-73-16,-2 0-92 0,-2 0-9 0</inkml:trace>
  <inkml:trace contextRef="#ctx0" brushRef="#br2" timeOffset="-138845.45">19462 9881 775 0,'0'-2'60'0,"0"0"3"0,0 0-14 15,0-1-7-15,0-1-18 0,0-5-10 0,0 1-10 16,0 1-8-16,2 1 3 0,0 1-2 0,-2 3-7 15,2-2 14-15,-2 2-11 0,4-2 14 0,-1 1-7 16,1-1-2-16,0 2 0 0,-2 0 4 0,0 0 20 16,-1 1-5-16,1-1 7 0,0 2-20 0,-2 0 2 0,0 0-6 15,-2 2 6-15,0-1 0 0,-7 7-1 0,-17-1 0 16,0 10-2-16,2-2 0 0,4-2 7 0,1 0-2 16,0-2 4-16,1 2 0 0,1-2-6 0,0-2 4 15,4 2-5-15,1-3-5 0,4 1 7 0,1-1-7 0,1-1 6 16,2 2-13-16,3-3 4 0,-7 3-2 0,4-3 3 15,1 1-11-15,-1 1 5 0,2 1-4 0,0 0 6 16,2-1-4-16,0-1 14 0,2-1-7 0,0-1 8 16,2 1-5-16,3-1 3 0,12-1 4 0,3-2-3 15,0 2-7-15,2-3-8 0,0 16 1 0,2-6-4 16,-1-3-10-16,1-3-25 0,-2-1-5 0,0 0-7 16,-2-2-32-16,0-2-69 0</inkml:trace>
  <inkml:trace contextRef="#ctx0" brushRef="#br2" timeOffset="-138283.45">20233 9086 346 0,'0'0'52'15,"0"0"-1"-15,0 0-2 0,-2 0-3 0,0 0-16 16,0 0-7-16,1 0-2 0,-1 0 0 0,0 0-2 16,0 0-9-16,-2 2 1 0,1 0-4 0,-1 0 3 15,0 1-3-15,0 1 0 0,-3 7 1 0,-2 6-1 16,1 0 6-16,1 1 1 0,3-1 1 0,0 0-2 15,1 3-7-15,1 1 1 0,2-1-3 0,0 2 2 0,0 2-6 16,0-5 9-16,0 3-9 0,0 0 7 0,2-1-13 16,0-3 11-16,-1 1-5 0,-1-4 6 0,0-2-11 0,2 0 4 15,-2 0 1-15,0-6 1 0,0 3-3 0,0-3 2 16,0-1 4-16,0-1 0 0,0 1 6 0,0-1-3 16,-2 3 0-16,-1 1 1 0,-1-3 14 0,0-1-12 15,-5-1 1-15,-6 7-4 0,2-4 15 0,2-1 6 16,2-2 2-16,1-1 0 0,3-1 1 0,1 0-18 15,2-2 7-15,0 0-11 0,-1 2-8 0,-1 0-3 16,0 0 0-16,2 0-1 0,0-1 0 0,2 1 6 16,0-2-5-16,2 0 6 0,0 0 5 0,2 0-2 0,22 0 4 15,2-2-4-15,0-1-6 0,1-1 3 0,-1 0-7 16,2 1 4-16,3 1-1 0,-7 2-3 0,4-2 6 16,-4 2-5-16,-6-2 6 0,-1 0-10 0,-4 0 2 15,-8 2-6-15,3-2 6 0,-3 1-9 0,-1-1 2 0,-1 0-3 16,-1 0-4-16,-4 0-15 0,11-15-8 0,-4-1-3 15,-3 1-43-15,-4-3-46 0,-2-4 3 0,-5 1-18 16,-2-1-17-16</inkml:trace>
  <inkml:trace contextRef="#ctx0" brushRef="#br2" timeOffset="-138117.75">19960 9160 781 0,'0'0'68'0,"0"-1"-7"0,0-1-14 16,0 0 7-16,0 0-36 0,2 0-16 0,0 0 2 15,1 0 1-15,12-7-1 0,15-6 0 0,5 2 5 16,4 0-5-16,0 6 3 0,2-1-15 0,2 3 0 16,5 1-11-16,-3 2 4 0,-3 0-40 0,-1 2 3 15,-7 0-4-15,-1 0-2 0,-1 2-69 0</inkml:trace>
  <inkml:trace contextRef="#ctx0" brushRef="#br2" timeOffset="-137813.31">20673 9487 460 0,'-2'0'193'0,"0"0"-207"0,0 0 201 0,1 0-96 16,-3 0-85-16,0 2 4 0,-7 0 0 0,0 2 1 16,3-1-11-16,-1 3 23 0,4-2-10 0,1-1 14 15,2 8-4-15,-7 2-5 0,3-3 5 0,1 1-7 16,3-4-1-16,0-1 5 0,2 1-1 0,0-5 2 15,2 6-5-15,-2-7 5 0,0 1-6 0,20 2 5 0,1 11-16 16,3-4 9-16,0-5 1 0,0-5 1 0,-2-1-3 16,-3-1 1-16,-1-3-7 0,-3-2 6 0,-2 1-1 0,-3-1 15 15,-3 2 9-15,-3 3 2 0,-1-5 20 16,7-5-19-16,-7 3 1 0,1-1-7 0,2-6-1 0,-4 4-10 16,-2-2 0-16,0 8-6 0,-4-5-28 0,2 5-48 15,-2 3-37-15,-24-15-9 0,-5 12-192 0</inkml:trace>
  <inkml:trace contextRef="#ctx0" brushRef="#br2" timeOffset="-132922.78">26152 9188 13 0,'-2'0'0'0,"1"0"12"16,-1 0 118-16,0 0-24 0,-2-2 10 0,0 1-48 16,-1 1-8-16,-4-2-26 0,-1 0-2 0,-1 0-5 15,-2 2-16-15,0 0 2 0,-4 0-4 0,3 0 5 16,1 0 0-16,0 2 6 0,-2 2 4 0,2-1 1 0,3-1 21 16,-1 2-13-16,4-2-3 0,1 0-6 0,3-2-24 15,-1 1 10-15,0 1-4 0,2 0 6 0,0 0 4 16,2 0 1-16,0 0 3 0,2 0-4 0,2-1-7 15,13 5 7-15,9 0-6 0,2-5 6 0,-1 1-12 0,5-2 1 16,-2 0 1-16,1 0 0 0,-1-2-2 0,0 1 0 16,-1-1-5-16,-1 0 4 0,0 0 9 0,-4 0-7 15,-3 2 1-15,-5 0-4 0,1 0 1 0,0 0-4 16,-1 0 4-16,-3 0-4 0,-3 0 13 0,-5 0-2 16,-1 0 0-16,0 0-2 0,-1 0-6 0,1 0-2 15,0 0-1-15,-2 0-3 0,0 0-17 0,-1 0-32 16,1 0 0-16,0 0-15 0,0 0-47 0,-2 0-28 15,0-2-10-15,0 0-4 0,0 2-24 0</inkml:trace>
  <inkml:trace contextRef="#ctx0" brushRef="#br2" timeOffset="-132668.97">26019 9537 305 0,'-2'0'57'0,"-2"0"100"0,-18-2-121 16,1 2-20-16,-1 0 3 0,5 2-6 0,1 2 9 15,4 0-4-15,5-2-4 0,5-2 1 0,-2 1-18 0,1 3 7 16,1 0-1-16,0 0 7 0,2-1 22 0,0 1-11 16,2 0 9-16,2-1-11 0,23 12 6 0,12-2 7 15,-3-7-5-15,5-6 6 0,-1-2-1 0,3-5-17 16,2-5 7-16,3 1-12 0,0 0 1 0,0 0-19 15,8 4-7-15,-4 1-16 0,8-1-151 0</inkml:trace>
  <inkml:trace contextRef="#ctx0" brushRef="#br2" timeOffset="-130018.54">27578 8472 50 0,'0'0'0'0,"0"-2"46"0,-2 0 12 16,0 0 7-16,1 0 7 0,-1-2-43 0,0 1-7 0,0-1-11 16,0 0-1-16,0 1 1 0,0-3 25 0,-1-1 4 15,1 1-2-15,0-1 0 0,0-1-17 0,2 1 6 16,-2-3 0-16,2-1 2 0,0 4-11 0,0-2-1 16,0-1-3-16,0 3 2 0,0-2 1 0,0 3-3 15,0-3 3-15,0 1-4 0,0-1-4 0,0 2 0 16,0 1 5-16,0 0-2 0,0 3 1 0,0-3 0 15,0 2-1-15,0 1 2 0,0-1 8 0,0 2-12 0,0 0 1 16,0-1-5-16,0-1 0 0,0 0 2 0,0 0-3 16,0 3 2-16,0-1-7 0,0 0 4 0,0 0 1 15,0 0 1-15,0 0-8 0,0 2 8 0,0 0-9 0,0 2 8 16,-2 0-12-16,1 2 12 0,-1 3-2 0,-4 14 4 16,-1 5-7-16,-1 0 2 0,1 1 0 0,0 5-1 15,1 0-4-15,0-1 3 0,1 1-2 0,-3 3 2 16,1-3 8-16,0 1-8 0,-1-1 3 0,1-5-3 15,1 3-2-15,1-2 1 0,-1 2-1 0,2-6 2 16,-1 2 1-16,-1-6 1 0,1-1 3 0,-3 1-2 16,1-1 2-16,-3-1 0 0,1-1-1 0,0-2 3 0,5 0 1 15,-9-2-5-15,-4-4 1 0,3 0-2 0,2-1 1 0,-1-3 0 16,2-1 3-16,-2-2-1 0,2 7 7 0,0-1-6 16,5-7-1-16,1 1-1 0,-3 2 7 0,5-4-2 15,-5 2 2-15,6-2-2 0,-1 0 8 0,-1 0-6 16,0 0 5-16,1 0-7 0,1 0-7 0,0 0 1 15,0 0-1-15,0 0 2 0,0 0-4 0,0 0 0 16,1-2-2-16,1 0 2 0,0 0 4 0,0 0 2 16,1 1-1-16,1-1 2 0,0 0-6 0,2 0 1 15,9-2-3-15,9-3 1 0,6-1 5 0,-2 5-8 0,0-1 3 16,0 2-3-16,0 0 9 0,4 0-7 0,-1 1 6 16,-3 1-7-16,2-2 2 0,-4 2 2 0,-3 0-2 15,-1 0 4-15,-1 0 5 0,-3 0-3 0,3-2-6 16,-6 2 2-16,0 0-9 0,-2 0 10 0,-2 0-3 15,-1 0 2-15,-3 0-18 0,1-2-20 0,-4 2 0 0,0 0-9 16,1-2-35-16,1 0-9 0,-2 0 0 0,0-1-3 16,-2-1-14-16,2-7-111 0</inkml:trace>
  <inkml:trace contextRef="#ctx0" brushRef="#br2" timeOffset="-129764.45">27134 8358 628 0,'0'0'41'0,"0"-2"-3"0,0 1-7 16,0-3 9-16,0 0-23 0,0-7 0 0,2 2-14 15,2-1 2-15,2 1-4 0,-1 0 2 0,23 1 10 16,0 1-7-16,3 1 8 0,5 1-14 0,-3-1 12 16,10 1 1-16,3 1 4 0,-5-2 8 0,4 5-4 15,-8-3-1-15,-6 2-3 0,5-18-17 0,-10 8 10 0,-2 7-11 16,-2 3 10-16,-2 2-10 0,-1 0 1 15,-2 0 1-15,-4 2-2 0,0 0-29 0,-2 0-38 0,2 1-6 16,0 1-13-16,-2 0-51 0,0-1 14 0,-3 1-49 16</inkml:trace>
  <inkml:trace contextRef="#ctx0" brushRef="#br2" timeOffset="-129339.68">28150 8609 705 0,'0'-2'24'0,"0"0"-3"15,0-1-1-15,0-1 4 0,-2 0-13 0,0 0-10 0,1 1 1 16,-1-1-1-16,2 2 1 0,0 0-2 0,-2 0-6 16,0 1 4-16,0-1-4 0,-2 2 5 0,1 0 8 15,-12 3-4-15,2 1 5 0,4 2-14 0,-1 1 13 16,-1 1-6-16,4 12 9 0,-4 0-12 0,3 3 11 15,-1-1-7-15,0 0 9 0,1 0-12 0,4 3 9 16,1-1 6-16,-1-4 1 0,-2 1 4 0,3-3 12 16,-1-1-9-16,-7-2 11 0,0 3-4 0,3-1-8 15,5 0-3-15,-1-1-2 0,2 3-6 0,2-2-6 16,0 1 10-16,0-1-9 0,2 0 10 0,2-1-10 0,-1 1 2 16,3 0-5-16,-1 1 3 0,-1-1-4 0,0 0 1 15,-2 0-1-15,0-3 9 0,-1 3-10 0,-1-2 8 16,0 0-8-16,-1-2 11 0,-1 0 0 0,-2-4-5 15,0-1 4-15,1-1-3 0,1-3 7 0,-6 3-1 0,-7-5 1 16,1 2 0-16,-5-3-6 0,4 11-2 0,-3-1-2 16,1-4-6-16,2-1 5 0,-2-3-4 0,1-1 2 15,3-2-8-15,-2 0-13 0,4 0 3 0,-1 0-7 16,3 0-6-16,2-2-13 0,1 1-7 0,4 1-2 16,0 0-27-16,-1-2-165 0</inkml:trace>
  <inkml:trace contextRef="#ctx0" brushRef="#br2" timeOffset="-129045.7">27814 8952 682 0,'0'0'29'0,"0"-1"-1"0,-2-1-8 16,0 0 5-16,0 0-16 0,1 0-4 0,-1 0-5 0,0 0-8 15,2 2 3-15,0 0 3 0,0 0 3 0,0 0 11 16,2 0-4-16,0 0 19 0,1 0 23 0,23-1-9 16,4-3 15-16,3-2-4 0,1 1-18 0,3-3 7 15,6-1-13-15,-6 2-4 0,-2 1-13 0,-5 2-5 0,-8 1-1 16,4-1 0-16,2 0-2 0,-8 2 8 0,-1 2-7 16,-10 0 6-16,-1 0-6 0,3-2-1 0,-4 2 0 15,1 0 3-15,1-1-4 0,-2 1-1 0,-3 0-1 16,5-2 0-16,-1 0-56 0,-5 2 0 0,5-2-31 15,-3 2-111-15</inkml:trace>
  <inkml:trace contextRef="#ctx0" brushRef="#br2" timeOffset="-128259.14">27261 9636 142 0,'-2'0'51'0,"0"-2"50"0,0 0-21 0,-2 0-23 0,1 2-10 16,-5-2-1-16,-3-1-17 0,4 1-5 0,-1 0-1 16,1 0-2-16,3 2 2 0,-1-2-3 0,1 2 11 15,0 0-8-15,0-2 12 0,3 2-3 0,-1 0-10 0,0 0 6 16,-2-2-11-16,0 1-9 0,1-1 10 0,-1 0-9 16,0 2 9-16,2 0 4 0,1 0 0 0,-1 0 1 15,0 0-5-15,0 0 9 0,0 0-4 0,2 0 5 16,0 0-14-16,0 0-2 0,2 0-1 0,2 0 2 15,16 2-2-15,14 0-4 0,8-1-3 0,3 1-1 16,7-2-3-16,5 2 7 0,-3-2-4 0,2 0 5 16,-4-4-7-16,2-1 9 0,3-3-7 0,3-1 7 0,3 0-4 15,-2-2-2-15,4 1 2 0,4 5-3 0,-6-1-4 0,-4 1 1 16,-5 1 6-16,-13 2-3 0,2 0-3 0,-14 2 4 16,-1 0-4-16,-7-2 8 0,-5 2 0 0,-3-1-5 15,-1-1 4-15,-7 2-4 0,3 0 2 0,-3 0 5 16,-1 0 2-16,-2 0 1 0,1 0-1 0,1 0-22 15,0 0-17-15,-2 0-4 0,0 0-78 0,-1 0-50 16,1 0-38-16</inkml:trace>
  <inkml:trace contextRef="#ctx0" brushRef="#br2" timeOffset="-127704.9">27510 9907 435 0,'0'-2'274'0,"-2"0"-363"0,0-2 318 0,-4-7-175 0,1-2-51 16,1 4 1-16,0 0-6 0,2 3 3 0,2 1 2 16,0 1-3-16,0 0 0 0,0 2-2 0,0-1-2 15,0-1 0-15,0 0 4 0,0 0-3 0,0 3 13 0,0-1-3 16,0 0 3-16,0 0-4 0,0 0-2 0,0 0 20 15,0 0-5-15,0 2 10 0,0 0-9 0,0 0-5 16,0 0 4-16,0 2-4 0,0 0 0 0,0 2-6 16,0 5 0-16,-1 10 1 0,-1 3 13 0,-2 2-17 15,0 0 4-15,1 6-7 0,-3-2 8 0,2 1-6 16,-1 3 3-16,-1-2-4 0,2-1 3 0,3 1-5 16,-1 4 2-16,0-3-2 0,0 1-3 0,0-1 6 15,0-3-8-15,0 4 9 0,2-4-3 0,-1-4-3 0,-1 2 9 16,0-10-9-16,0 3 0 0,0-4 4 0,2-2-3 15,-2-4 4-15,2-1-1 0,0-3 13 0,0-1-5 16,0 0 9-16,0-1 3 0,0-1 3 0,0 2-5 0,0 0 4 16,0-1-4-16,0-1-10 0,0 0 8 0,2 0-9 15,0 0 1-15,0-2-1 0,0 0-3 0,0 0 0 16,1-2-10-16,8-4 8 0,4 3-5 0,4-18 8 16,-1-5-9-16,3-4 4 0,1-1-3 0,2-3 3 15,-2-1-2-15,3 0 7 0,-1-2-1 0,2 0 1 16,2-4-10-16,-2 4 1 0,1-2 2 0,3 5 0 15,-4 3 3-15,-5 1-1 0,-3 6-2 0,-1 1 2 16,-4 5 2-16,0 3 0 0,0 0-1 0,-8 4-1 0,1 2-5 16,-2 1 1-16,-2 3 0 0,1 1 2 0,-3 2 4 0,0 0-15 15,0 1 0-15,0-1-8 0,4-2-23 16,-2 0-29-16,0 1 0 0,0 1-9 0,-1 0-1 0,1 0 4 16,0 0-4-16,0 0 4 0,0 2-7 0,-2 0-48 15,0 2-90-15</inkml:trace>
  <inkml:trace contextRef="#ctx0" brushRef="#br2" timeOffset="-127298.52">28269 10078 420 0,'-2'0'86'0,"0"0"5"0,0-2-17 0,-1 0-10 16,-1 0-27-16,-4-2-10 0,-1 1-9 0,0 1-3 0,0 0-1 15,1 2-8-15,1 0-7 0,-1 0-1 0,-1 2 0 16,-2 1 9-16,2 1-3 0,-2 4 2 0,-1-7-4 16,7 18-6-16,-6 3 8 0,7-1-2 0,-3 1 7 15,-1 2 6-15,3 2 0 0,-5-4 1 0,-6 4 0 16,4-1 9-16,3 2-13 0,2 1 9 0,1-2-11 0,1 0 4 16,1-3 0-16,2-1 1 0,2-4 0 0,0 3 5 15,0-3-3-15,0-1-5 0,2 3 2 0,0-1-8 16,1-2 2-16,3 3-2 0,0-1-1 0,1-1-8 0,-1 1 10 15,-3-2-1-15,1 1 5 0,0-1-9 0,-2 0 1 16,-1-3-3-16,-1-1 3 0,0 0 3 0,0-3 7 16,0-1 0-16,-1 0 2 0,-1-3 6 0,-4 1-5 15,1-1 2-15,-16-2-4 0,1 1 4 0,-4-3-10 16,3 2 4-16,1-2-5 0,-1 12 10 0,6-6-10 16,-1-3 2-16,1-3-6 0,2-2 3 0,0 0-7 15,4 0 6-15,1-2-6 0,1 1-2 0,3-1-34 0,-2-2 0 16,5 4-13-16,-1 0-24 0,-8-11-30 0,7 3-44 15,-3-1-6-15,2 2-240 0</inkml:trace>
  <inkml:trace contextRef="#ctx0" brushRef="#br2" timeOffset="-127039.18">27879 10584 962 0,'0'0'47'0,"0"-1"-2"16,-2-1 8-16,0 0-6 0,0-2-12 0,1 0-27 16,1 1-6-16,0-1 1 0,0 0-2 0,1 1 2 0,1-1-4 15,2 0 3-15,9-5-3 0,11-2 1 0,-2 2 4 16,1 3-4-16,-1 2 4 0,-2 1-12 0,-3 1 9 16,4 0-1-16,-7 2 6 0,-1 0-10 0,4 0-15 15,0-2-6-15,1 0-3 0,-3 0-34 0,6-1-97 16,-3-1-35-16</inkml:trace>
  <inkml:trace contextRef="#ctx0" brushRef="#br2" timeOffset="-126235.75">29303 8230 470 0,'0'-2'49'0,"0"0"1"0,0-1 10 0,0-5-15 0,-2-5-5 15,0 2-28-15,2 2-11 0,0 1 7 0,0 3-7 16,0 3 0-16,0 0 3 0,0-2-9 0,0 1 8 16,0-1-4-16,0 2-2 0,0 0 7 0,0 0-5 15,0 1 2-15,0-1-4 0,0 0 2 0,0 0-1 16,0 2 16-16,0 0 6 0,0 0 1 0,0 0 2 0,-1 2 3 15,-1 0 0-15,0 0 7 0,0 1-6 0,-5 10-3 16,-3 6 0-16,1-1-12 0,0 3 7 0,1-1-19 16,1 1 0-16,-1 1 2 0,1 0-2 0,1 4 12 15,3 0-14-15,-1 4 3 0,2 3-6 0,0 1 5 16,0 1 3-16,2 4-2 0,0 2 3 0,0 0-5 0,-1 3 1 16,1-3 1-16,-2 4 1 0,0-6-2 0,0-4 7 15,-2 2-4-15,-1-3 5 0,-3 1-8 0,-1 4-4 16,-2 2 5-16,-2 1-3 0,0 3 7 0,-2 3-2 15,0 2-4-15,0 1 1 0,2 0-11 0,2 3 15 16,0-5-4-16,2 4 6 0,1-2-9 0,-1 1 2 16,-2-4 1-16,3-9 0 0,-3 2-2 0,2-6 3 0,2 2-1 15,-1 0 3-15,1 2-1 0,-1-2-5 0,1 1 5 16,1-3-4-16,-1 2 9 0,1-4 3 0,1-1-8 16,-1 1 6-16,2-5 1 0,-1 0 3 0,1 0 9 15,2-6-6-15,0-1 5 0,2-3-2 0,0 1-6 0,0-10 2 16,0 2-7-16,0-2 9 0,0-5-3 0,0 0 2 15,0 1-10-15,0-3 2 0,0 4 1 0,0 1-1 16,0-3-7-16,0 0 8 0,0-1-6 0,0 1 6 16,0 0-13-16,0-2 8 0,0 0 0 0,0-1 2 15,0 1-8-15,0 0-52 0,0 0-16 0,-1 2-15 0,1-1-90 16</inkml:trace>
  <inkml:trace contextRef="#ctx0" brushRef="#br2" timeOffset="-125282.04">29359 10302 261 0,'0'0'18'0,"0"-2"0"16,0 1 6-16,0-3-3 0,0-5-1 0,0-8 14 15,0 8-19-15,0-4 12 0,0 7-13 16,0-1 14-16,0-1-2 0,0 1 5 0,0 1-3 0,0 2 7 16,0-3 0-16,0 1-1 0,0 3 3 0,0-1 8 0,0-2-10 15,0 5-3-15,0-1-2 0,0 0-5 0,2-2-12 16,0 0 2-16,-1 3-7 0,1-1-8 0,0 0 10 15,0 2-3-15,0 0 4 0,0 2-8 0,0 1 3 16,1 12-2-16,3 13 3 0,-1 7 0 0,-1-3-9 16,-2 5 6-16,0-2-7 0,-2-1 6 0,0-3 5 15,-2-3-4-15,0 2 3 0,0-6-14 0,0 2 13 16,1-4-9-16,-1 1 10 0,0-5-8 0,0 1 6 0,2-3-1 16,0 3 2-16,0-4-3 0,0 0-3 0,0 0 3 15,-2-4-3-15,0 2 4 0,2-6 6 0,0 1-2 16,0-3 2-16,0-1-2 0,0 0 2 0,0-3 14 15,0 1-7-15,0 2 32 0,0 0 3 0,0-1-1 0,0-1 2 16,0 0-6-16,2-2-21 0,0 0 1 0,0-2-8 16,2 0-5-16,3-7-3 0,10-15-1 0,7-2 0 15,-2-2 4-15,6-2-5 0,2-1 5 0,-6-3-5 16,5-1 7-16,-6 0-4 0,-5-2-4 0,-1 2 0 16,-6 3-4-16,4 8-4 0,0 2 6 0,-8 3-5 15,-5 0 3-15,4 3-3 0,-1 3-4 0,3 3 1 0,-1 1-6 16,-5 5-24-16,-2 3-15 0,4-1-6 0,-2 2-73 15,1-4-29-15,1 2 2 0,0 0-12 0,-2 0-10 16</inkml:trace>
  <inkml:trace contextRef="#ctx0" brushRef="#br2" timeOffset="-124884.35">29803 10714 495 0,'0'0'150'0,"-2"0"-175"0,0 0 159 16,0-1-80-16,0 1-43 0,0 0-8 0,-1 0 7 15,-1 0-9-15,0 0 0 0,0 0 2 0,1 0-3 16,1 1 2-16,0 1 2 0,0 2-8 0,0 0 5 0,-7 12-7 16,2 1 6-16,-1 2 1 0,1 1 2 0,1 2 1 15,2-1 8-15,1-3 3 0,1 5 1 0,2-5 1 16,0 3 10-16,0-3-9 0,0-3 5 0,0 2-6 15,0-6 10-15,0 4 7 0,0-4 1 0,0-5 2 16,0 1 5-16,0-3-10 0,2 1 1 0,0-1-3 16,-2-2 11-16,3 2-11 0,1-3-1 0,5 3-4 0,4-2-5 15,2-2-10-15,0-2 7 0,0-2-8 0,0-1 10 16,-2-3-10-16,0-1 4 0,-6 2-7 0,1-12 10 16,-5-1-4-16,-1-1-4 0,13-1 1 0,-4-2 0 15,-3 3 5-15,-3-1 2 0,-3 2-2 0,0 1-5 0,-2 1 2 16,-4-1-1-16,-1 2 1 0,-1 2-2 0,0 4-7 15,-1 0 3-15,1 4-5 0,-7-1 0 0,-5 3-19 16,3 1 0-16,-2 0-8 0,8-3-21 0,-6-2-2 16,-5-1-12-16,9 7 4 0,-6-1-41 0,2 2-96 15,8 2-22-15</inkml:trace>
  <inkml:trace contextRef="#ctx0" brushRef="#br2" timeOffset="-124559">30105 10553 651 0,'0'-2'59'0,"-2"0"121"0,0 0-163 16,1 0-17-16,-1 1 6 0,0-1-8 0,2 0-4 15,0 0 1-15,0 2-2 0,2 0 6 0,0 0 17 0,-1 0-7 16,3 0 9-16,11 0-7 0,5 0 19 0,1 0-21 16,-1 2 5-16,1 0-10 0,-1 0 7 0,-5-2-9 15,0 1 5-15,-6-1-6 0,-1 0 8 0,-3 0-10 16,1 0-6-16,-3 0 1 0,-1 0-12 0,0 0-29 16,2 2-11-16,0-2-12 0,-1 0-70 0,-1 0-97 15</inkml:trace>
  <inkml:trace contextRef="#ctx0" brushRef="#br2" timeOffset="-124424.55">30055 10798 534 0,'0'0'292'0,"0"0"-356"0,0-2 334 0,-2 0-177 16,2 0-77-16,0 1-3 0,0-1-10 0,0 0 8 15,2 0-7-15,0 0-6 0,2 0 4 0,12-1-5 16,14-5 1-16,3-1-27 0,8 0-5 0,0-1-17 15,4 1-122-15,7-2-115 0</inkml:trace>
  <inkml:trace contextRef="#ctx0" brushRef="#br2" timeOffset="-124026.55">31104 10440 684 0,'0'-2'244'16,"-2"0"-317"-16,0-2 280 0,-9-11-152 0,6 2-46 0,-8 6 2 16,2 1-1-16,1 1 2 0,3-1 3 0,-1 3-11 15,1-3 9-15,0 0-9 0,1 3-1 0,-1-1 5 16,1 2-9-16,-1 0 8 0,-1 2-2 0,3 0 4 0,-1 0-3 16,0 4 2-16,1 0 1 0,-3 11 3 0,3 7 8 15,-1 0-6-15,-1 0 8 0,3-1-14 0,-1 1 3 16,1-1-6-16,0-1 10 0,2 2-10 0,-1-3 7 0,-9-3-7 15,3 1 6-15,4-2-2 0,1 0 4 0,2-2-1 16,2-2 14-16,0 2-8 0,2-4-4 0,2 1 0 16,3-1-1-16,2-2-2 0,14-3-3 0,3-2 0 15,3 16-5-15,5-5 8 0,5-5-2 0,-2-4 3 16,0-4-5-16,0-4 8 0,-2-4 1 0,-1 1 1 16,1-4-12-16,-7 0 7 0,-4 1-2 0,-2-1 5 15,-3 0-3-15,-2 0 4 0,-4 4-2 0,-6-14 4 0,0-1-4 16,-5-2 6-16,17-4-2 0,-10 2 4 0,-5-2-6 15,-4 2 0-15,-6-4-7 0,-5 3 1 0,-4 2-39 16,-3 9-33-16,-21 3-14 0,-19 3-16 0,-1 9-153 16</inkml:trace>
  <inkml:trace contextRef="#ctx0" brushRef="#br2" timeOffset="-82252.78">25697 12113 256 0,'0'0'-47'16,"0"0"34"-16,-2 0 8 0,1 0 10 0,-1 0 45 15,0 0-2-15,0 0-4 0,0 0-6 0,0 0 7 16,-1 0 5-16,-1 0-12 0,0 0 0 0,0 0-6 16,1-2-2-16,-1 0-6 0,0 0 11 0,2 0-12 15,1 0-1-15,-1 2-11 0,0 0 0 0,0-2 0 0,0 2 7 16,0 0-9-16,-1 0 5 0,1 0-7 0,-2 0 5 0,0 0 0 16,1-1-4-16,1-1 3 0,-2 2-1 0,0 0 1 15,1 0 0-15,-1 0 1 0,0 0 3 0,2 0 4 16,1 0-7-16,-1 0 4 0,0 0-15 0,0 0 12 15,0 0-2-15,0 0 5 0,2 0-1 0,0 0-12 16,0 0 8-16,2 0-10 0,0 0 7 0,0 0 4 16,24-4-5-16,-2 2 5 0,9 0-6 0,-1 0-1 15,1 1-1-15,1-1 0 0,-6 2 1 0,1 0-5 16,1 0 6-16,-4 0-6 0,0 0 1 0,-4 0-1 16,-3 0 3-16,-1 0-1 0,-1 0 3 0,-2 2 2 0,-4-2-5 15,2 0 4-15,-4 0-6 0,-1 0 7 0,3 0-3 16,-4 0 5-16,1 0-7 0,-3 0 6 0,1 0-5 15,0 0 5-15,-3 0-11 0,1 0 7 0,0 0-2 16,-2 0 5-16,-1 0-8 0,3-2-5 0,0 2-11 0,0-2 2 16,-1 2-37-16,-1 0-40 0,0 0 3 0,0 0-21 15,0 0-45-15</inkml:trace>
  <inkml:trace contextRef="#ctx0" brushRef="#br2" timeOffset="-81923.68">25586 12367 79 0,'0'0'0'0,"0"0"1"0,-2 0 3 16,0 0-1-16,-1 0 2 0,-1 2 1 0,-4 0-6 15,-1 0 3-15,0-1-2 0,-2 3 7 0,1 0 8 16,1 0-1-16,-2 1 7 0,4-1 19 0,-1 0 1 0,1-1 7 16,1-1-5-16,2 0 4 0,1 0-9 0,-1 0 0 15,0 0-1-15,2-1 13 0,1 1 3 0,-1 0-2 16,2 0 2-16,0 0-18 0,2 0 3 0,-1 0-13 0,9-1 8 16,19 1-22-16,7-2 13 0,6-2 2 0,5-1 0 15,1-3-7-15,8-1 6 0,-4-1-9 0,2 3 7 16,-1-1-7-16,-2 1-14 0,-3 1 6 0,-7 0-10 15,-4 2-1-15,-6 0-95 0,1 2-10 0</inkml:trace>
  <inkml:trace contextRef="#ctx0" brushRef="#br2" timeOffset="-69815.59">27552 11654 101 0,'0'0'23'0,"0"0"23"0,0 0 21 15,-2 0 3-15,0 0-12 0,1 0-29 0,-1 0-1 16,0 0-3-16,0 0 3 0,0 0-5 0,2 0 12 15,0 0 3-15,0 0 0 0,0 0-6 0,0 0-4 0,0 0 0 16,0 0 1-16,0 0 13 0,0 0-12 0,0 0 2 16,0-2-5-16,0 0 11 0,0 0-17 0,0 1 7 15,2-1-11-15,0 0 0 0,0 0-1 0,0-2-4 16,-2 2 2-16,5-9-5 0,3-2-1 0,1 2-3 0,0-2 1 16,-3 0-6-16,-1 4 9 0,1-2-3 0,-2 1 3 15,-3 1-9-15,1 2 11 0,2-1-6 0,-2-1 8 16,2 3-5-16,-1 1 18 0,1-1-2 0,-2 3 5 15,2-3-8-15,-4 4-10 0,1-2 0 0,-1 3-1 16,2-5 6-16,-2 4-11 0,0 0 3 0,2-1-6 0,0-1 5 16,0 0-4-16,0 0 1 0,0 1-2 0,-1-1-2 15,1 0 3-15,0 1 2 0,0 1 0 0,-2 0-1 16,0 0 1-16,2 0 0 0,-2 0 1 0,0 0-1 0,0 1-1 16,0-1-1-16,0 0-1 0,0 0-4 0,0 0 6 15,2 0-6-15,0 0 6 0,-2 1-9 0,0-1 5 16,1 2 1-16,-1 0 1 0,2 0-4 0,-2 0 1 15,2 0-1-15,0 0 2 0,0 2-2 0,0-1 5 16,0 1-3-16,-1 0 4 0,1 0-1 0,0 2-4 16,0-1 0-16,-2 1-3 0,4 9-1 0,-2-2 11 15,-1 0-4-15,1 2 5 0,0 2-12 0,0-2 8 16,0 2-3-16,0 0 4 0,0 0-11 0,-1 2 9 0,1-1-3 16,-2-1 5-16,0 2-2 0,0-2-2 0,0 0 1 15,0 1-2-15,0-1-2 0,-2 2 5 0,1 0-3 16,-1-3 4-16,0 1-3 0,-2 0-1 0,0 0 3 0,1-2-2 15,-1-2 8-15,0-2-3 0,-1 4-5 0,1-2 0 16,0-1-6-16,1-3 6 0,1-1 9 0,-2-1-4 16,2-1 1-16,-2 2-1 0,1-1-7 0,-5-3 4 15,-5 2-3-15,4 3 3 0,0-1 7 0,-1-3-3 16,-3 1-2-16,0-2 0 0,-3 2-4 0,-3-2 4 16,1 11 3-16,-1-4 1 0,1-2 3 0,5-3-1 0,3-2 6 15,-1 2-2-15,6-4-3 0,-3 1 1 0,1-1-10 16,-1 0 8-16,1 0-8 0,3 0 7 0,-1 0-7 15,3 0-3-15,-2 0 4 0,0 0-4 0,1 0 7 16,-1 0-7-16,2 0 5 0,0 0-5 0,0 0 6 0,0 0-5 16,1 0-2-16,-1 0-1 0,0 0-5 0,0 0 5 15,0 0-2-15,2 0 2 0,0 0 2 0,0 0-1 16,2 0 2-16,0 0 0 0,2 0 5 0,9 0-8 16,7 0 3-16,4-1-5 0,2-1 8 0,0 0-6 15,0-2 4-15,0 0-5 0,0 1 3 0,-4-1-1 16,4 0 2-16,0 2 0 0,-2 1 5 0,2-1-4 15,-3 0-1-15,-1 2 0 0,0 0-7 0,-3 0 7 0,-1 0-4 16,-1 0 5-16,-2 2 3 0,-4-2-1 0,-2 2-2 16,-3-2 0-16,0 0-2 0,-3 0-3 0,1 0 7 15,0 0-4-15,-1 0 0 0,-1 0 3 0,0 0-8 16,0 0 5-16,0 0-33 0,0 0-57 0,0 0-8 0,-1 0-20 16,-1 0-55-16,0 0-55 0,0 0-37 0</inkml:trace>
  <inkml:trace contextRef="#ctx0" brushRef="#br2" timeOffset="-69328.86">27051 12345 273 0,'-2'0'30'0,"0"0"2"0,0 0-16 16,-1 0-10-16,-9 0-9 0,-4 2-15 0,1-1 14 16,2 1-4-16,2 0 7 0,1 0-3 0,1 0 3 15,0 2 6-15,0-3-1 0,-3 3 21 0,3-2 41 16,0 0-9-16,0 0 17 0,1 0-31 0,-1-1 4 0,2 1-3 16,3-2 5-16,-2 0 0 0,3 2-9 0,-1 0-4 15,0 0-2-15,0 0-15 0,3 0 1 0,-1-1 4 16,0 1-4-16,0 0-2 0,0 0-10 0,0 0-2 0,0 0 0 15,2 0 3-15,0-1-6 0,2 1 3 0,0 0-3 16,0-2 1-16,18 8-2 0,3-1 1 0,3-1-2 16,1-1-2-16,5 1 0 0,0-3-1 0,5 1 2 15,2 0 1-15,5-2 6 0,5-1-7 0,4-1 4 16,3 2-4-16,4-2 5 0,-3-2 3 0,1-1-1 16,-3-1-5-16,-5 2-2 0,2-2 0 0,-3-3 0 15,3 0 3-15,-2-1 7 0,0 3-8 0,6-3 6 16,-2 3-8-16,1-1 7 0,1 2 0 0,-8 1 0 0,1-1-10 15,-7 2 8-15,-3 0-2 0,-7 0 6 0,-6 1-3 0,0 1 11 16,-4 0 3-16,-3 0 2 0,-1 0 7 0,-5 0-15 16,-2 0 1-16,-1 0-5 0,-3 0 9 0,-1 0-18 15,-1 0 11-15,-1 0-13 0,0 0 6 0,-1 0-2 16,1 0-3-16,0 0 3 0,-2 0-2 0,-1 0-25 16,1 0-23-16,0 0-5 0,0 0-104 0,-2 0-75 15,0 0-36-15</inkml:trace>
  <inkml:trace contextRef="#ctx0" brushRef="#br2" timeOffset="-68562.19">27305 12930 935 0,'-2'0'41'0,"1"0"90"16,-1 0-118-16,0 0-15 0,-2 0 2 0,2 0-5 16,0 0-3-16,1 1-7 0,-1 1 7 0,0 2-6 0,0 11 7 15,-2 15 2-15,1-1-2 0,-3 1 5 0,-1 3 4 16,-1 3-3-16,1 1-1 0,-1 4-1 0,-1-1 6 0,0 1 5 16,-2 4-1-16,-2-2 1 0,0 1-2 15,0 3 14-15,0-7-6 0,1 3 7 0,1-2-21 0,2-6 11 16,-2 2-5-16,2-5 9 0,-1-2-9 0,1-6 5 15,2-4 2-15,1-5 2 0,0-2 6 0,3-2-11 16,-1-2-2-16,2-1-3 0,0-3-3 0,2-1-2 16,0-2 2-16,0 0-2 0,-2 2-5 0,1-1-6 15,-1 1 0-15,2-2-2 0,0 0-12 0,0-2 13 16,0 0-13-16,0-2 11 0,0-2-23 0,-2-26-2 0,0-7 10 16,2-2-4-16,0-3 27 0,0-5-3 0,0 1 6 15,0-6-4-15,0 2 13 0,0 3-4 0,0 3 1 16,0 3-1-16,0-2 0 0,0 4 0 0,2 2-2 15,2 5 3-15,1 1 9 0,1 5-6 0,1 2 6 0,1 0-7 16,1-1 5-16,2 3-5 0,0 0 4 0,0 5-1 16,-5 2 23-16,16 2-3 0,2 2 3 0,4-2-4 15,-2 2-9-15,2 9-10 0,0-1-3 0,-6-12-2 16,4 4-4-16,-2 5 1 0,2 6 4 0,-2 4-1 16,-3 1-3-16,-4 3 1 0,-4-1 1 0,-2 1 3 15,-2-3 9-15,0 12-14 0,-1 0 5 0,-5-1-6 0,1 1 11 16,-2 0-4-16,9-1 0 0,-2 1-1 0,-3-2-4 15,-4 0 5-15,-2 1-4 0,0 1 6 0,0 0-2 16,-4 1-5-16,0-1 6 0,-3 2-5 0,-2-1 6 0,-2-1-5 16,3 0 1-16,-12-1-1 0,-4 1-1 0,-1-2 4 15,1 0-8-15,-2-2 5 0,0 0-4 0,2-4 3 16,4 0 5-16,-1 1 0 0,6-3 1 0,2-1-4 16,0-1 0-16,6-3-1 0,1 0-1 0,5 0 4 15,-1-2-2-15,2 2 2 0,-2 1-11 0,0 1-1 16,-2 4 1-16,2-3 1 0,1 3 6 0,1-1 3 15,0 4-2-15,1 2 1 0,3-2-3 0,2-1 5 16,-1 1-3-16,23-2 4 0,0 2-3 0,4 0-3 0,-8 4 1 16,-6-4-2-16,3-1 1 0,-1 1 3 0,1-6-1 15,-3 5 1-15,-1 1-4 0,-4 0 5 0,-4 2-5 16,4-4 3-16,-4 0-9 0,-3-7 4 0,3 6 1 0,-3-1 1 16,3-1 6-16,-3 1-10 0,1-1 0 0,-3-3-7 15,3 1-34-15,-1 0-67 0,1 1-8 0,2 1-26 16,-1-2-89-16</inkml:trace>
  <inkml:trace contextRef="#ctx0" brushRef="#br2" timeOffset="-68109.4">28247 13156 1079 0,'-2'0'154'0,"-2"0"-208"16,-22-6 177-16,-4 1-99 0,6 1-21 0,4 2-4 15,3 2 3-15,2 0-4 0,0 2 1 0,1 2-5 16,-1 1 2-16,2 3-1 0,-2 1-1 0,2-1 5 0,0 14-4 16,4 0 5-16,-3 0 0 0,1-1 2 0,2 3 1 15,2-4 1-15,1 6 5 0,4 0-4 0,-2-1 1 16,-14 2-3-16,7-2-6 0,1 2-1 0,3 7 0 0,3 3 1 15,1 0 8-15,3 2-5 0,0 0 2 0,0 0-2 16,0 2 6-16,1-4-4 0,1 2-2 0,2-2 0 16,0-2 0-16,-1 6-1 0,1-5 1 0,0 1-2 15,0 0 4-15,-1 0-2 0,1-2 5 0,0 1-5 16,-1-3 3-16,-1 0-4 0,0-1 0 0,-2 3-1 16,0-5 9-16,-2-2 8 0,-1-6 1 0,-1-2 3 15,-2 1 22-15,1-4 6 0,-5 3-4 0,1-3 3 0,4-8-8 16,-5 4-8-16,1-6 1 0,-10 1-6 0,1-1-8 15,1-3-13-15,0-2 6 0,1 9-8 0,-1-2 3 16,2-3-5-16,2-2-6 0,4-4 0 0,-2 0-27 0,1 0-20 16,3 0 0-16,1-2-8 0,5 2-9 0,-3-4-29 15,4 2-8-15,-11-16-8 0,3-1-25 0,5-5-57 16,3-6-21-16</inkml:trace>
  <inkml:trace contextRef="#ctx0" brushRef="#br2" timeOffset="-67890.26">27717 13967 723 0,'-1'0'222'0,"-1"0"-245"0,0-1 235 0,0-1-116 16,-2 0-90-16,1 0-2 0,-1 0-1 0,2 0 0 16,0 0 3-16,0 2-6 0,2 0 4 0,0 0-5 15,2-1 7-15,0-1 1 0,0 2 5 0,28-6-2 16,1 1 13-16,6-1-1 0,2 0-2 0,6-1 2 15,5 1-2-15,2 1-1 0,-2-1-8 0,2 1 3 0,-7-1-15 16,-3 2-2-16,-1 1 0 0,-4-1-3 0,-3 0-13 16,-8 1-68-16,0-1-52 0</inkml:trace>
  <inkml:trace contextRef="#ctx0" brushRef="#br2" timeOffset="-59828.93">3279 9350 129 0,'0'0'23'0,"0"-2"6"0,0 0 2 0,0-2 0 0,0 1-17 16,0-3-18-16,0-1 8 0,0-3-4 0,0-1 6 15,0 2-6-15,2 0 5 0,0-3 1 0,0 1 0 16,0 0-5-16,0 0 14 0,-1 0-4 0,1 0 7 15,0 2 2-15,0-3 9 0,0 1 1 0,0 2 0 0,0 0-5 16,-2-1 4-16,0 1-6 0,0 2 5 0,1-3-6 16,-1 3-1-16,0 1 0 0,0 3-1 0,0-1-11 15,0 2 3-15,0 0-5 0,2-1 3 0,0-1-6 0,0 0 8 16,0 2-5-16,0 0 5 0,-2 1 1 0,0-1-4 16,0 0 10-16,0 2-9 0,0 0 6 0,0 2 0 15,0 0-7-15,0-1 5 0,0 1-3 0,2 17 3 16,-1 1-2-16,1 4 2 0,0 2-8 0,0 4-3 15,2-2 4-15,-1 2-5 0,-1 1 2 0,2-1 2 16,0 1-4-16,-2-1 4 0,1-2 2 0,-1-11-2 16,0 5-2-16,2-3-1 0,-2-3-1 0,3 7 2 15,-1-10 2-15,-2 0-3 0,0-4-4 0,-1-2 7 0,1 1 2 16,0-3 1-16,0 1-8 0,-2-4 7 0,0 0-4 16,2 1 6-16,2 1 9 0,-1 0 10 0,1-2 0 15,-2-2 1-15,9 0-14 0,2 0-8 0,4-4 2 16,1-5-3-16,1-3 5 0,3 1-8 0,-5-18 0 0,3-3-1 15,-3-3 6-15,1 1-6 0,1 1 3 0,-6 1-5 16,7 3-7-16,-7 1 5 0,4 2 1 0,2 2 0 16,-8 3 0-16,2 5 2 0,-4 1-1 0,-3 2 4 15,-1 3 1-15,-1 7-12 0,-2-1 1 0,-2 2-5 16,2 2 12-16,0 0 3 0,1-4 1 0,1 3-1 16,0-1-5-16,-1 2 0 0,-1 0 3 0,0 2 1 15,0 1 5-15,0 8-11 0,0 19-1 0,0 4-3 0,-2-1 6 16,-2 4-1-16,0-2 3 0,-2 6-2 0,0 0 0 15,3-2 3-15,-1 2 0 0,-2-6 0 0,2-1-7 0,0-1 4 16,0-3-1-16,1-1 4 0,-1 1-7 0,-2-2 7 16,0 0-2-16,1 2 5 0,-5 1-2 0,1 1-4 15,-3-1-3-15,-1 1 1 0,-2 1 7 0,0-1-9 16,0-3 13-16,-2-4-12 0,1-1 5 0,1-4 5 16,9-3-6-16,-7-2 6 0,-6-6-5 0,2-3 11 15,4-3-6-15,0 1 7 0,0-2-10 0,0 7 8 16,-2-1-1-16,-2-5 3 0,2-1 0 0,0-2 7 0,0 0-3 15,0-2 4-15,3 0-5 0,1-1-12 0,0-3 4 16,3 2-5-16,-1-1 11 0,1 1-15 0,-1 0 5 16,0-3-7-16,1 0 7 0,2-3-7 0,1 3-5 15,1 1 0-15,0 3 4 0,-2-3-10 0,4 4 1 0,0 0-8 16,0 0-30-16,-4-1-8 0,1-1-11 0,1 0 4 16,0 2-22-16,0 1-18 0,0-1 7 0,2 0-10 15,0 0 18-15,0 0 30 0,2 0-41 0</inkml:trace>
  <inkml:trace contextRef="#ctx0" brushRef="#br2" timeOffset="-59189.05">3862 10156 656 0,'0'0'7'0,"0"0"5"0,-2 0 15 16,1-2-15-16,-1 0 12 0,0 0-24 0,-2 0-3 15,0 2 4-15,1 0-1 0,-1 0 8 0,-3 0-4 0,-1-2 0 16,3 2 1-16,-3 0 8 0,3 0 11 0,-3-2 7 16,4 2 1-16,1-1 21 0,-1-1-6 0,0-2-2 15,2 4 0-15,-1-4-13 0,3 2-17 0,-6-5-1 16,2 0-5-16,3-1 3 0,1 3-8 0,0 1 1 0,0 0-5 15,0 0 0-15,0 3 0 0,3-3 3 0,5-2-3 16,7-1-1-16,-1 3 4 0,3 2-1 0,-4 2 3 16,0 2-10-16,0 4 5 0,-2-1-7 0,-3 1 7 15,-1 9 3-15,-1 7 4 0,-1 4 1 0,-1 0-1 16,15 2-4-16,-8 2 16 0,-6-6-4 0,-3 5 8 16,-2 1-9-16,-4 2-6 0,-5 1-1 0,-2-3-1 15,-4 0 3-15,-2-3 7 0,10-2-1 0,-19-5 1 0,-4-3-4 16,2-4 2-16,1-2 0 0,-1-2 0 0,7 0-5 15,1-3 2-15,1-2-4 0,6-1 3 0,-3-1-1 0,8 0 1 16,-1 0-2-16,0 5 0 0,3-3 1 0,2-2-7 16,1 0 3-16,-1 0-5 0,0-1-5 0,2 1 2 15,0 0-7-15,1 0 6 0,-1 0-1 0,0 0-1 16,2-2 4-16,0 0-4 0,0 0 4 0,2 0 0 16,0 0 2-16,1 0-1 0,8-2 2 0,10-4-4 15,1 1 0-15,0-1-2 0,1 2 5 0,-1 1-5 0,2-1 6 16,0 0-4-16,-3 2 6 0,3 1-2 0,-2-1-2 15,-1 2 1-15,-3 0 0 0,1 0-4 0,-3 0 5 16,1 0-4-16,-2 0 11 0,-2 0-8 0,-2 0 1 16,-2 0-1-16,1 0 0 0,-3 0-1 0,-1 0-1 15,-1 0 1-15,-1 0 6 0,-2 0-7 0,0 0 3 0,0 0-4 16,-1 0 7-16,1 0-12 0,0 0 5 0,2 2-10 16,0-1-4-16,-1 1-12 0,1-2 3 0,0 0-4 15,-1 0 3-15,-1 0 3 0,0 0-18 0,0 0 6 16,0 0-84-16,0 0-62 0,-1-2-32 0</inkml:trace>
  <inkml:trace contextRef="#ctx0" brushRef="#br2" timeOffset="-58717.63">4300 10144 731 0,'-1'-1'17'0,"-1"-3"24"0,-2-2-26 0,-2-1 5 0,3-1-9 16,-1 1 6-16,2 1-17 0,0 1 6 0,2 1 0 15,0-1 1-15,0-1-5 0,0 0-5 0,2 1 0 16,2-1 0-16,0 1 12 0,12-1-2 0,7 1 1 16,1 3-4-16,-2-2-7 0,8-15 6 0,-6 8-3 15,-4 6 4-15,4 3 0 0,-7 2-3 0,2 2 3 0,-4 1-3 16,-1 3 10-16,-1 1-1 0,-3 1 1 0,-1 9-2 15,-3 10 7-15,-5 1 0 0,18 4 6 0,-6 3-5 16,-6-3 0-16,-5 1-4 0,-2 2 1 0,-3 3 1 16,-7-5 3-16,-1-1 4 0,-4-1-6 0,0-9 4 15,12 4-14-15,-25-5 6 0,4-4-4 0,-2-1 5 16,-2-3 2-16,7-2-8 0,3 0 6 0,-1 1-8 16,3-5-4-16,3 0 4 0,-2-1-4 0,7-2 4 0,5-1-1 15,-3-1 0-15,4 0-4 0,2 0 0 0,-4 2-14 16,3-1 12-16,-1 1 0 0,2 0 2 0,0-2 5 0,2 0 2 15,1-1-2-15,8 5 1 0,19 1-7 0,4-3 1 16,-1-4 4-16,0 0-1 0,1-2 7 0,-3-1-8 16,1-1-1-16,-2-2-1 0,-2 1-6 0,-1-1 8 15,-1 1-7-15,-2 1 8 0,-1 0 3 0,-7 2-16 16,1 0 7-16,0 1-14 0,-2-1-9 0,-4 0-19 16,0 0 5-16,-4 0-10 0,-1 0-10 0,0 0-270 15</inkml:trace>
  <inkml:trace contextRef="#ctx0" brushRef="#br2" timeOffset="-58266.94">4705 9537 464 0,'0'-2'94'0,"0"1"-87"15,-2-1 102-15,0 0-44 0,1 0-34 0,-1 0-5 16,0-2-14-16,2 3 5 0,0-1-25 0,0 0 7 0,0 0 5 16,0 0 0-16,2 0 2 0,0 0-6 0,1 1 1 15,5-3-1-15,14-2 8 0,2 3-9 0,4 1 1 16,2 0-2-16,-1-2 8 0,5 2 1 0,-3 0-1 16,1 2 0-16,0 0-2 0,-3 0-2 0,-3 0 0 0,0 0 1 15,-9 0 3-15,3 0-7 0,-3 0 1 0,-2 2-2 16,4 0 3-16,-6-2-1 0,0 0 6 0,-6 0-5 15,-3 0 5-15,-1 0-12 0,3 0 2 0,-2 0-6 16,-1 0 2-16,1 0-6 0,0 0-12 0,0 0 2 16,-1 0-33-16,-1 0-86 0,0 0-20 0</inkml:trace>
  <inkml:trace contextRef="#ctx0" brushRef="#br2" timeOffset="-58044.18">4679 9742 543 0,'0'0'30'0,"0"0"2"0,0 0-9 15,0 0-7-15,0 0-8 0,0 0-6 0,0 0 8 16,2 0-2-16,0 0 4 0,2 1-8 0,3-1 7 16,15 4-2-16,4 0 3 0,2 0-1 0,7-1-5 0,6 1 1 15,0-2-1-15,6 0 9 0,-1-2-8 0,0 0-2 16,-1 0-5-16,-2 0-6 0,-1 2-1 0,-4-1 4 15,1 1-16-15,-4 0-115 0</inkml:trace>
  <inkml:trace contextRef="#ctx0" brushRef="#br2" timeOffset="-55500.38">6337 8340 25 0,'0'0'25'0,"0"-2"3"0,0 0 23 0,0 0 9 16,2-2-9-16,-2 1-9 0,2-10-3 0,0 2-2 0,0-2 4 15,0 0 2-15,-1 0-13 0,-1 1 1 0,0 3-7 16,0 0 3-16,0 3-4 0,0-1-3 0,0 1 0 16,0 3-3-16,0 1-10 0,0 0 8 0,2-2-9 15,-2 0 6-15,0 1 5 0,2 1 0 0,-2 0 3 16,0 0 1-16,0 2 5 0,0 2-6 0,0 0 3 15,0 9-25-15,0 19 15 0,0 1-7 0,-2 6 9 16,-1 2-6-16,-3 4-9 0,2-2 9 0,-1 5-8 0,-1 1 4 16,1-6 4-16,-1 1-7 0,2-5 6 0,1 1-10 15,1-5 10-15,-2-5-6 0,2-4 8 0,-2-5-6 16,1-1 5-16,1-3 2 0,-2 0-1 0,0-4 4 0,1 0 3 16,1-3 1-16,0-3 1 0,0 1 1 0,0-3 1 15,0 1-3-15,1-4-1 0,-11 2-12 0,3 5 12 16,0-1-5-16,1-2 7 0,-1-1-3 0,0 1 2 15,-2-2 2-15,1 0-3 0,3-2-9 0,-2 0 0 16,5 0-4-16,-3 0 3 0,1 0-5 0,2 0-3 16,-3 0 4-16,5 0-4 0,-2 0 1 0,1 0-9 0,-1 0-8 15,2 0 1-15,0 0-10 0,0 0 15 0,2 0-1 16,0 0 7-16,2 0 11 0,0 0-8 0,0 0 6 16,24 0-7-16,4 0 6 0,1 0-3 0,3 0-1 15,-1 0-1-15,-1 0-1 0,-1 0 0 0,1 2 2 16,1 0 0-16,-1-1 5 0,-1 1-6 0,3 0 1 0,-8 0-3 15,-2 0 12-15,-8-2-8 0,1 0 4 0,-4 0-5 16,-5 0-4-16,-1 0 5 0,-3 0-1 0,-1 0 2 16,1 0-9-16,-2 0-24 0,0 0-5 0,-2-2-10 15,0 0-57-15,-2 0-74 0,-4-1-6 0</inkml:trace>
  <inkml:trace contextRef="#ctx0" brushRef="#br2" timeOffset="-55312.23">6096 8260 462 0,'0'0'80'0,"0"-2"2"0,0 0-7 16,0 0-12-16,0 0-22 0,2-1-21 0,0-1-10 15,-1 0-2-15,7-1-1 0,18-12 8 0,4 2-1 16,1 4-3-16,4 0 0 0,1 2-5 0,-1 3-3 16,0 0 0-16,1 3-3 0,-3 1-4 0,0 2-4 15,-5 0 6-15,2 0-7 0,-2 2-12 0,-4 1-34 16,2 3-62-16</inkml:trace>
  <inkml:trace contextRef="#ctx0" brushRef="#br2" timeOffset="-54920.99">6816 8869 1124 0,'0'-2'4'0,"-2"0"8"16,1 0-8-16,-1 0-4 0,0 1 1 0,0 1-2 0,0 0-5 16,0 0 9-16,0 0-3 0,1 1 5 0,-1 1-17 15,0 2 9-15,2-2-3 0,-9 11 6 0,3-2 6 0,0 2-2 16,3 0-4-16,1-2 2 0,0 0 1 0,2 0 0 16,0-1-2-16,2-1 1 0,0 0-1 0,0-1-1 15,1-1 3-15,1 1-3 0,-2-5 5 0,9 1 5 16,4 7 1-16,0-2 0 0,5 1-1 0,-3-5 1 15,1-1 5-15,1-2-2 0,-4-2 0 0,2 0-2 16,1-4-7-16,-1 0 5 0,0-1 3 0,-4-1 3 16,0 1 2-16,0-3-1 0,-4 3 11 0,0 3-7 15,2-13 6-15,-3 0-7 0,-3-3 0 0,-3-1-3 16,0-3-4-16,13-1 2 0,-6 1-2 0,-3-2-1 0,-4 4 4 16,-2-3-4-16,-4 3-2 0,-2-1-9 0,-1 3 0 15,-1 5-1-15,1 4 1 0,-6 5-42 0,-7 0 0 16,-1-11-18-16,-5 2-29 0,-2 10-28 0,-3 4-10 0,-10 11-14 15,-6 6-111-15</inkml:trace>
  <inkml:trace contextRef="#ctx0" brushRef="#br2" timeOffset="-54532.9">5920 9567 300 0,'-2'-2'124'0,"0"0"-164"16,0 0 140-16,0 1-76 0,-2-1-27 0,1 0 5 16,-5-2 0-16,6 4 2 0,-1-2-9 0,-1 0-14 15,2 1 5-15,0 1-7 0,0 0 17 0,1 0 8 0,-1 0 4 16,2 0 4-16,0 0 25 0,0 0 8 0,2 0 0 15,1 0 1-15,21 3-18 0,6-1 0 0,2-2-1 16,3 0 0-16,0 0-7 0,4-2 15 0,0 0-12 0,2 1 12 16,2-3-14-16,5 2 1 0,2 2 1 15,6 0-3-15,5 4-8 0,2 1-2 0,2 3 3 0,-2-1-2 16,-3 1 1-16,-3-3-1 0,-7-1-10 0,-5 0 6 16,-4-1-2-16,-8 1-2 0,-1 0 5 0,-6-1-6 15,0 3-2-15,-8-2 1 0,-3-2 3 0,-2-1-1 16,-3-1-3-16,-5 0 0 0,3 0 0 0,-5 0 2 15,1 0 3-15,0 0-17 0,-1 0-12 0,-1 0-4 16,0 0-44-16,0 0-92 0,-2 0 2 0</inkml:trace>
  <inkml:trace contextRef="#ctx0" brushRef="#br2" timeOffset="-54047.82">6116 9833 946 0,'0'0'22'0,"0"0"-2"0,0-2 7 0,0 0 2 15,0 0-6-15,0 0 9 0,0 0-25 0,0 0 1 16,0 1-8-16,0-1 0 0,0 0-9 0,0 0 9 16,2 0-7-16,0 0 10 0,0 2 1 0,0 0-4 15,0 0 3-15,-1 2-1 0,1 0 7 0,0 2 0 0,2 9 2 16,0 9 8-16,-4 0-8 0,0 4 0 0,0 2-3 15,-2 0-2-15,0 3 5 0,0 1-3 0,0 3 1 16,0 1-9-16,0-1 7 0,1 2-4 0,-1-2 5 16,2 2-15-16,0 1 10 0,0-1 0 0,0-2 3 15,0 0-9-15,2-3 0 0,-1-2 3 0,3-3 0 16,0-2 8-16,0-5-6 0,1 2-6 0,1-3 2 16,-1-1 4-16,1-1-5 0,-1-2 10 0,1-2-8 0,0-2 7 15,-1-2 3-15,-1-3-4 0,0-1 3 0,-4-3-5 16,5 0 17-16,3 4 1 0,-1-3 6 0,0 1 6 0,3-2-4 15,-1-2 1-15,0 0-1 0,2-4-4 0,1-1-3 16,1-5-2-16,1-3 2 0,1-13-1 0,0-1-10 16,0-5 1-16,0 1-4 0,-2-5 0 0,0 1 0 15,0-2-3-15,-2 0 1 0,2 0-3 0,-4-1 1 16,1 3-3-16,-3 4 1 0,-5 1 0 0,0 6-5 16,3 1 7-16,6 7-7 0,-1 1 4 0,-5 6-1 15,-1 1-4-15,0 1 0 0,-4 5-4 0,0 0-7 0,2-2-3 16,-1 1-5-16,1-1-35 0,0 2-74 0,0 0 2 15,0 0-29-15,0 0-33 0</inkml:trace>
  <inkml:trace contextRef="#ctx0" brushRef="#br2" timeOffset="-53653.93">6608 10662 763 0,'0'0'18'0,"0"0"36"0,0 0-38 16,-2 0-6-16,1 0 1 0,-1 0-2 0,0 0 6 15,0 0-14-15,-2 2 6 0,1 0-8 0,-1 0 1 0,-4 13 9 16,3 3-6-16,1 5 7 0,2-5-10 0,-12 3 9 16,4-3 1-16,3 1 1 0,3-2 1 0,2-4 3 15,2 1-4-15,0-1 3 0,2-1 2 0,0-3 4 16,0 0 4-16,0-3 0 0,0-1 13 0,1 1 17 15,-3-4-10-15,15 0 9 0,-2 7-28 0,0-4 0 16,4 1 3-16,3-4-3 0,1-2 1 0,1-4-2 16,0-1-8-16,-1-3 5 0,-3-1-12 0,-1 0-5 15,-8 3 9-15,0 4-7 0,-1-13 7 0,-1-1-6 16,-1-3 3-16,-2-1-2 0,-3-1 15 0,14-1-9 0,-5 0 2 16,-7 1-5-16,-1 1-7 0,-4-1 0 0,-3 3-5 15,-5 1 3-15,-1 2-11 0,-4 4 2 0,-12 0-5 16,4 3 4-16,-6 1-13 0,3 3-33 0,0 2-5 0,0-14-14 15,7 6-50-15,4 7-17 0,4 1-15 0,0 0-3 16,4 2-79-16</inkml:trace>
  <inkml:trace contextRef="#ctx0" brushRef="#br2" timeOffset="-53048.82">7695 8819 450 0,'0'0'23'0,"0"0"-2"0,0-2 8 0,0 0-7 0,0 0-2 15,0 0-11-15,0 0-7 0,0 1 0 0,0-1-3 16,0 0-5-16,0 0 6 0,0 0 5 0,0 0-1 16,0 0 6-16,0 2 2 0,0 0-6 0,0 0 4 15,0 0-1-15,0 0 10 0,0 0-5 0,0 0 4 16,0 2-9-16,0 0 2 0,0 0 6 0,0 2-4 15,0 1 8-15,-2 10-4 0,0 2 4 0,0 0-5 16,0 1 2-16,0 1-4 0,0-1-6 0,-1 1 3 0,-1-1-7 16,0 1 7-16,1 3-1 0,1-1 2 0,-2 3-16 15,2 0 8-15,-2 4-4 0,3 2 7 16,-3 3-3-16,2 4-5 0,-2 0 3 0,2 6-4 0,1 5 0 0,-1 0 7 16,0 4-5-16,0 0 6 0,-4-1-3 0,3-3-3 15,-3-2 6-15,-1-5-5 0,-1-2 3 0,1 0-4 16,-1-2 3-16,1 4-2 0,0-2 5 0,-3 0-5 15,1 2 2-15,0-4-2 0,-1 4-6 0,3-2 9 16,-2 4-5-16,1-1 7 0,3 1-2 0,-1 3-4 0,2 1 3 16,-1-1-3-16,1-1 0 0,0-4-2 0,1-8 2 15,-1 1-1-15,2-5 1 0,-2-3 1 0,1 0 0 16,-1-2-1-16,0-3-2 0,2-1 7 0,2-3-3 16,0 1 6-16,0-1-6 0,0-2 2 0,0-2-2 15,0 0 2-15,0-4-7 0,0-1 6 0,0-3-1 0,0 1 3 16,0-2-8-16,0-3-37 0,0 3-12 0,2 0-22 15,2 1-192-15</inkml:trace>
  <inkml:trace contextRef="#ctx0" brushRef="#br2" timeOffset="-50780.84">7760 10484 256 0,'0'0'0'15,"0"0"50"-15,0 0 10 0,0-2 1 0,-2 1-1 0,2-1-47 16,-2 0-8-16,2 0 2 0,0 0-1 0,0 0 0 16,0 0 3-16,0 1-2 0,0-1 10 0,0 0-8 15,0 2 4-15,0 0-4 0,0 0 0 0,0 0-1 16,0 0-5-16,0 0 1 0,0 0 1 0,0 0 3 0,0 0 10 15,0 0 0-15,0 0-5 0,0 2 3 0,0 0-4 16,0-1 0-16,0 3 3 0,0 0-1 0,0 5 4 0,-2 8 0 16,0 0 1-16,0 1 0 0,0 1 6 0,1 1-14 15,-1 2 7-15,0 2-10 0,0 4-4 0,0 0 8 16,0 0-10-16,0 0 10 0,2-2-10 0,0 0 4 16,0 0 3-16,0-2-2 0,0 0-4 0,0-2-2 15,2 1-3-15,0-3 2 0,-2-3-1 0,0 0 4 16,0-4 6-16,0-2-3 0,0-2 3 0,0-5 2 15,0-2-10-15,0 1 9 0,0-1 1 0,0 2 16 16,0 0 11-16,2-1-3 0,-2 1 5 0,2-2-2 0,0 0-7 16,0 0 5-16,-1-2-7 0,1-2-17 0,0 0 5 15,-2 0-9-15,11-24 7 0,0-4-10 0,1 1 4 16,1-3-5-16,0 0 8 0,0-1-13 0,0 0 2 16,1 3-3-16,1-2 14 0,-2 4-9 0,0 2-1 0,-2 4-2 15,0 0 0-15,-1 5 0 0,1-1 3 0,-4 5-3 16,-1 3-1-16,-2 3-8 0,-1 1-5 0,1 1-1 15,-2 1-22-15,2 0-103 0,-1 1 10 0,1-1-45 16,-2 2-28-16</inkml:trace>
  <inkml:trace contextRef="#ctx0" brushRef="#br2" timeOffset="-50499.71">8151 10718 799 0,'0'0'52'0,"-2"0"-33"16,1 0 50-16,-1 0-15 0,-17-2-24 0,6 2-18 16,0 0 2-16,0 4-8 0,-2 2-1 0,4 1-4 15,2-1-1-15,0 16-2 0,-1 4-2 0,3 4 8 16,-2 1-1-16,3 3 3 0,2 3-5 0,2 0-6 16,-20 0 5-16,9 0-6 0,8-5 16 0,1 3-5 0,4-2 3 15,0-5-3-15,2 2 3 0,1-6 4 0,-1-2-3 16,2-1 2-16,0-1-4 0,-2-3 5 0,1 1-1 15,-1-3 0-15,0 0-6 0,-2-6 9 0,0 3-1 0,0-3 3 16,0 0-9-16,0 0-4 0,0-1 0 16,-2 1-1-16,-2 0 2 0,-1 1-5 0,-3-1-16 0,-8 2 2 15,-8-2-64-15,-4 3-136 0,0-1-17 0</inkml:trace>
  <inkml:trace contextRef="#ctx0" brushRef="#br2" timeOffset="-50290.19">7780 11208 854 0,'0'-2'75'0,"0"1"158"0,0-1-211 0,0 0-15 16,0 0-1-16,2-2-5 0,2 1-1 0,12-9 5 16,14-4-3-16,0 1 3 0,1 4-3 0,-1 2-6 15,-2 1 2-15,-2 3-6 0,-4 1-3 0,-5 2-5 16,-1 0-2-16,-3 0-1 0,2 0-11 0,-2 1-31 15,-5 1-11-15,5-2-15 0,-10 2-130 0</inkml:trace>
  <inkml:trace contextRef="#ctx0" brushRef="#br2" timeOffset="-49613.08">8434 10967 1222 0,'-2'-2'48'0,"0"-2"99"15,0 1-129-15,2 1-25 0,-2-2 2 0,2 2-12 0,0-1-7 16,0-1 8-16,2 0-3 0,0 0 6 0,2 1 5 16,12-7-10-16,8-1 4 0,-3 4-9 0,-1 1-16 15,-3 4 2-15,-4 1-4 0,-2 1 3 0,-4 0-9 0,-3 0-53 16,-2 0 15-16,2 0-24 0,-1 0 28 0,1 0-14 15,-2 0 15-15,0 1-8 0,-2 1 67 0,0 0 8 16,0 0 7-16,-2 2-1 0,0-1 9 0,2-1 5 16,-7 8-7-16,1-3 6 0,4 0 1 0,-5 1 7 15,1 3 6-15,1 0-4 0,1 4-2 0,2 0-8 16,-11 3-3-16,4 1 1 0,1-2-2 0,5-2 14 16,-1 1-7-16,2-1 8 0,2-2-4 0,0 2-1 0,0-6 3 15,0 2-5-15,0-1-11 0,2-3-4 0,-2-5 3 16,2 2-3-16,0-1 0 0,1 1-16 0,1-2 7 15,0-2-7-15,9 0 19 0,4-6 5 0,1-5-1 0,1-5 8 16,1-20 22-16,1 3-6 0,1-2 1 0,2 1-5 16,2 1-4-16,6-3-8 0,1 3 1 0,6 3-4 15,2 2-6-15,2 6 5 0,1 4-6 0,-10 1 3 16,1 6-2-16,-5 1-5 0,-8 7 2 0,0-12-5 16,-11 9-1-16,-3 4 3 0,-1 1 1 0,-3 1 1 15,0 0 2-15,-1 1 19 0,1 1-1 0,-2 2 7 0,-2 0 14 16,2 14 10-16,-2 1 5 0,-2 1 0 0,-2 1 13 15,-1-3-8-15,-5 3-7 0,-1-3-2 0,0 1-19 16,0-1-6-16,2-1 4 0,1 0-7 0,1 3-8 0,1-1 7 16,2-2-4-16,1-1 3 0,1-3-12 15,2 0-8-15,0 2 1 0,2-2-2 0,3 2 7 0,1-4 4 16,3 2-3-16,-1 2 3 0,12-4 1 0,-1-2-6 16,1-3 4-16,0-2-5 0,1 1 0 0,-3 3 8 15,3-3 1-15,-1 10 2 0,1-4 7 0,3-5-5 16,-2-3 5-16,0-3-2 0,1-1 14 0,-3-3-1 15,-3 0 4-15,1-3-1 0,-5 1 16 0,-3 1-2 0,-1-1-1 16,-5-22 0-16,-3-1-13 0,18-1 0 0,-8-2-5 16,-5 1 2-16,-6-3-21 0,-6 1 2 0,-5 1-5 15,-4 4 3-15,11 4-7 0,-27 2-38 0,-3 3-18 16,-6 8-15-16,-14 4-127 0</inkml:trace>
  <inkml:trace contextRef="#ctx0" brushRef="#br2" timeOffset="-38682.81">13794 11034 121 0,'0'0'18'0,"0"0"0"0,0 0 8 0,0 0-7 15,0-2 1-15,2 0-8 0,0 0 20 0,-1 0-1 16,1 1 8-16,0-1 7 0,0 0-5 0,0 0 2 0,0 0-1 16,0 0 20-16,-1 0-5 0,-1 1-2 0,0-1-2 15,0-2-5-15,0 0-1 0,0 1-4 0,0-1 1 16,0 0-22-16,-1 0-5 0,-1 1 4 0,0-1-6 16,-2 0-4-16,-3-1 5 0,-10-5-6 0,0 3 5 15,-1 0-11-15,-5-1 4 0,1 3-2 0,0 1 2 16,0-2-1-16,3 3 3 0,-5-1-4 0,-2-2 2 15,-2 1-5-15,-2-1 5 0,4 2 0 0,0 1 1 16,-1-1-4-16,-1 0 0 0,-4 1-1 0,2-1 0 0,1 2 1 16,1 0-1-16,-2 0-4 0,2 0 1 0,-3 2-3 0,1 0 5 15,-3 0 3-15,1 0-1 0,-1 0-5 16,-5-1 4-16,-4-1-6 0,-3 2 5 0,3-2 0 0,-7 2-1 16,3-2 4-16,-1 2-4 0,-1 0 0 0,4 0 0 15,-1 0 4-15,2 0-3 0,2 0 8 0,6 0-10 16,0 0-1-16,1 2-3 0,3 2 1 0,-1-1 2 15,3 3 2-15,-3-2-1 0,0 1-1 0,-1 1 4 16,-2-3-2-16,0 3 3 0,-1 0-3 0,1-1-1 16,0-1-1-16,3 1 1 0,-3 1 4 0,0 1-9 0,-1 1 9 15,5-3-9-15,1 1 7 0,2 1 6 0,6-3-8 16,3 2 7-16,1-1-10 0,1-1 6 0,0 2-3 16,2-1 4-16,-1 1-10 0,-1-1 6 0,2 3 1 15,0-1 2-15,2-1 2 0,2-1-7 0,0 1-1 0,-2 1-1 16,4 1 6-16,0-1-3 0,-1-5 2 0,3 9-3 15,-1-2 1-15,-1 4-1 0,4 0 4 0,-3-1-4 16,-1 2 1-16,1 1-1 0,1 2 1 0,0 1-1 16,-1 3 2-16,3-3 1 0,-3-1-6 0,-3 0 4 15,4-4-4-15,-1 2 3 0,-1 0 4 0,5-1-1 16,-3 3 2-16,-1-2-4 0,3 2 1 0,-6-1-1 0,3 3 1 16,-5-2-1-16,0 1-1 0,0 3 1 0,0-1 4 15,0 1-4-15,6 1 4 0,-3 0-4 0,-1 2-5 16,0 0 4-16,-4 1-3 0,4 1 4 0,0 0 9 0,4 3-8 15,-10-3 2-15,8 4-3 0,-4 0-8 0,-2-1 7 16,7 7 1-16,-3-3 3 0,6 2-3 0,-3-1 0 16,-1 1-4-16,3-5 4 0,-3 1 6 0,2-1-8 15,-1 0 3-15,3-2-4 0,-5-2 3 0,5 0-2 16,-1-2 2-16,1 0-3 0,1 2 3 0,2 0 0 16,0 2-3-16,-16 1 3 0,6-1 4 0,3 4-7 0,5-2 4 15,3 1-4-15,1 4 3 0,0 1 5 16,0-1-5-16,1 6 3 0,3-4-10 0,-2 2 5 15,2 0 3-15,-2-6 1 0,-1 3 4 0,1-3-2 0,0 0-4 16,0-1 0-16,-2-4-7 0,0 0 7 0,2 0 4 16,0-4-1-16,1 2-3 0,1 0 6 0,0-2-12 0,0 0 11 15,-1 0-7-15,1 2-1 0,0-2 3 16,-1 0-2-16,1 0 2 0,2 1-2 0,-3-5 3 0,3 2-1 16,0 1 1-16,-1-3 1 0,4 6-1 0,-1-6 0 15,-1 3-2-15,1-3 3 0,1 2-6 0,0 3 4 16,-1-5-7-16,-1-1 9 0,-3-6-2 0,3 1 2 15,1 1-7-15,-1-2 7 0,-1 0 0 0,-1-3 2 0,3 3-7 16,1 1 3-16,-3-6-1 0,-1-1 2 0,3 3-1 16,1-5 3-16,6 6-3 0,1 0 2 0,-8-3 3 0,3-1-11 15,-2-3 13-15,-3-2-12 0,7 3 9 0,-2-1-8 16,2 0 0-16,-2-2-1 0,-2 1 12 0,1-1-10 16,1 7 2-16,-2-3-6 0,2 1 4 0,0-1 6 15,1 1-1-15,1-1 2 0,-2 0-9 0,0-3 5 16,0 1-2-16,0 0 3 0,2-1 5 0,-2 1-9 15,4 0 5-15,0 0-6 0,0-1 5 0,2 3-9 16,-3-2 3-16,3-1-4 0,0 1 9 0,-1 0-1 16,3-1-1-16,0-1-1 0,-1 0 3 0,4 0-1 0,-1 0 1 15,1 0-1-15,2-2 1 0,0 0-2 0,2 0-2 16,0 0 2-16,-3 0 3 0,-3 0-6 0,1 0 7 16,1 0-6-16,8 2 8 0,-3-1-9 0,1 1 4 15,0 0-4-15,-4 0 10 0,-1-2-5 0,-1 2 0 0,-2 0-1 16,3 0-4-16,-1-1 4 0,0 1-4 0,2 0 5 15,0 0 0-15,-3 0-13 0,3 0 7 0,0-2-9 16,0 0 8-16,4 2 1 0,0-1-2 0,2-1 3 16,3 0 3-16,-1 0 3 0,-1 0-7 0,4 0 6 15,1 0-7-15,1-1-1 0,-2-1 7 0,0 0-5 16,4 2 7-16,2-2-1 0,2 0 2 0,-4 0-2 16,-4 0 1-16,-3 1-4 0,-1-1 3 0,1 0-4 0,-1 0 8 15,3 2-7-15,-1-2 1 0,3 0-1 0,1 2 11 16,-4 0-6-16,1 0-2 0,3 0-1 0,5 0-2 0,1 0 1 15,2 0 2-15,-8 0-3 0,-4 0 3 0,2-2 2 16,3 2 0-16,-1-1 0 0,-4-1 5 0,1 0-7 16,-3-2 3-16,1-1-4 0,-3-1-3 0,1-1 9 15,2-3-4-15,-3 1 7 0,-1 2 3 0,2-1-10 16,-2 1 5-16,2-1-7 0,-3 1 5 0,-1 1-2 16,-1 1 0-16,-7-1-2 0,6 1-12 0,-9 1-78 15,-2 2-93-15</inkml:trace>
  <inkml:trace contextRef="#ctx0" brushRef="#br2" timeOffset="-35547.97">4436 12582 40 0,'-2'0'0'0,"-2"0"74"0,-3 0 11 16,-12-2 9-16,12 2-4 0,-10 0-71 16,4 0-11-16,8 0 0 0,-6 0 5 0,7 0-2 0,0 0 6 15,0 0-9-15,1 0 2 0,1 0-4 0,0 0-2 16,0 0 30-16,0 0 11 0,0 0 10 0,2 0 56 0,0 0-34 15,0 0-1-15,2 0-13 0,0 0-18 0,2 0-12 16,13 2 0-16,10 2-4 0,-1 2-4 0,2-1-6 16,2-1 1-16,-4 0-2 0,2-1 2 0,-4 1-1 15,2 2-7-15,-2-1 2 0,-2-1-14 0,3 0 2 16,-1-3 7-16,-2 3-5 0,-2-2 4 0,-1 2-6 16,-4-2-4-16,0-1 1 0,-4-1 0 0,-2 0 1 15,0 0 4-15,-5 0-4 0,0 0-11 0,-1 0-14 0,-1 0-12 16,2 2 0-16,0 0-37 0,-1 0-55 0,1 0-28 15,-2 0-21-15,0 0-183 0</inkml:trace>
  <inkml:trace contextRef="#ctx0" brushRef="#br2" timeOffset="-35276.77">4473 13035 478 0,'-2'0'118'16,"0"0"-128"-16,-1 0 121 0,-18-1-58 0,3-1-45 0,-1 0-8 15,1 0 8-15,10 2-6 0,1 0 17 0,5 0-19 16,-2 0 11-16,0 0-11 0,1 0 11 0,1 0 4 16,0 0 5-16,0 0 0 0,2 0 10 0,0 0 4 15,2 0 0-15,0 0 6 0,2 0 26 0,22 0-16 16,7 0 2-16,-1 0-8 0,-1 0-9 0,1-2-5 15,-3 0-11-15,-3 2 3 0,0-2-27 0,2 1 6 16,0 1-2-16,0 0 0 0,0 1-28 0,-2 1-112 0,0 2-99 16</inkml:trace>
  <inkml:trace contextRef="#ctx0" brushRef="#br2" timeOffset="-27278.79">6157 12218 213 0,'0'0'20'0,"0"0"2"0,0-1 19 16,0-1 1-16,0 0-3 0,0 0-7 0,0 0 1 15,0-2 4-15,0-1-4 0,-2-10-13 0,0-2 7 16,2-1-5-16,0-1 8 0,0-3 7 0,0 0-15 15,2-3 7-15,0-1-11 0,2 2-4 0,1-4 2 16,3-1-4-16,-1 1 4 0,1-6 7 0,-3 10-8 0,1 0 2 16,-1 2-5-16,1 1-5 0,0 3 6 0,-3 1-4 15,1 2 4-15,0 4-2 0,-1-2-5 0,1 2 4 16,0-2-6-16,0 2-1 0,-3 2 13 0,1 1-4 16,0 1 7-16,0 1-6 0,0 1 15 0,-2 1-1 0,0 0 6 15,0 2-6-15,2-1-4 0,0-1-8 0,-1 0 3 16,1 1-16-16,0 1-1 0,0 0 4 0,0 0-4 15,0 0 7-15,0 2-4 0,-1 0-2 0,1 2-1 16,0 0-6-16,-2 0 12 0,8 24-7 0,-3 5 8 16,1-3-8-16,-3 4 2 0,1 3-2 0,-2 0 0 15,0-1-5-15,0 3 8 0,-2-6 2 0,0 3 0 16,0 1-3-16,0-5-2 0,0-1 0 0,0-6 1 0,0-1 6 16,0-3-2-16,0-3-1 0,0-1-1 0,0-2-1 15,0-2 2-15,0 0-2 0,-2-1 2 0,2-3 1 0,-2 2-3 16,0-1 3-16,-2 1-4 0,1 0 1 0,-1-1-1 15,-2-1 0-15,1 1 0 0,-4-1-1 0,-4 1-1 16,0-1 2-16,0-3-1 0,-2 1 10 0,2-1-9 16,-2-2 2-16,2 0-3 0,-2 0 8 0,0-1-3 15,0 1-3-15,-1 9 0 0,3-3 0 0,-6 1-4 16,6-3 4-16,-4-1-5 0,4 1 2 0,2-2 12 16,2-1-8-16,5-3 9 0,-3 2-12 0,5-2 12 15,-2 0-3-15,2 0 5 0,-1 2-21 0,-1 0 10 0,0 0-3 16,2 0 5-16,0-1-7 0,1 1 4 0,1 0-4 15,0 0 4-15,0 0-3 0,1-2-1 0,1 0 2 16,2 0-2-16,11 0-6 0,13 0 2 0,-2-2-1 16,3-2 2-16,-1-1 3 0,2-1-5 0,2 1 5 0,5-3-4 15,2 3 11-15,-2-1-3 0,2 2-2 0,0 1 0 16,2 1-11-16,-4 2 17 0,-2 0-7 0,0 0 9 16,-3 0-8-16,-4 2 0 0,-2-1-2 0,-6 1-1 15,-1 0-3-15,-1 0-2 0,-3 0 5 0,-9-2-5 16,-3 0-1-16,-1 0-10 0,2 2-16 0,0 0-3 15,-1-1-98-15,-1 1-149 0</inkml:trace>
  <inkml:trace contextRef="#ctx0" brushRef="#br2" timeOffset="-26799.77">5502 13004 377 0,'0'0'45'0,"-2"0"-42"0,0 0 46 0,0-2-20 15,0 0-22-15,0 0 15 0,1 0-6 0,-3 1 10 16,0-1-3-16,2 0 6 0,0 0 6 0,1 0-1 15,-1 0 11-15,0 0 0 0,0 1 0 0,0-1 0 16,0 0 1-16,0-2-27 0,1 2 6 0,-1 0-12 16,0 1 3-16,0-1-8 0,2-2-4 0,0 2 0 0,0 0-1 15,0 0-5-15,2 1 7 0,0-1-6 0,0 0 6 16,1 0-4-16,18-7 0 0,1 1-1 0,4 1 10 16,4 3-9-16,5 2 1 0,8 2-3 0,1 0 2 15,10-2 1-15,-2 1-1 0,9-3 1 0,4 0-2 0,-2 2 3 16,1 0 6-16,-5 1-4 0,-1-3 3 0,1 0 2 15,4 0-7-15,2-1 6 0,8 3-9 0,-1 2 5 16,-1 0-2-16,-5 0 4 0,-6 0-7 0,-6 0 2 16,-4 0 1-16,-11 0-1 0,-4 0 1 0,-3 0 1 15,-5 0 0-15,1 0 0 0,-5 0 5 0,-3 0-3 16,-1 2 3-16,-3 0-4 0,-1 0-1 0,-2-2-4 16,-2 0 0-16,0 0 0 0,-3 0-4 0,-3 0 2 0,-1 0-5 15,0 0 6-15,0 1 2 0,-1-1-2 0,1 2-5 16,-2 0-5-16,0 0-51 0,0 0-38 0,-1 0-21 15,-1 0-9-15,0-1-106 0</inkml:trace>
  <inkml:trace contextRef="#ctx0" brushRef="#br2" timeOffset="-26455.8">6181 13318 504 0,'0'0'51'0,"-2"0"1"0,1 0-8 16,-1 0-15-16,0 0-11 0,0 0-32 0,0 0 8 16,0 0 6-16,0 0 0 0,1 1 8 0,-1 3-12 15,-2 7 2-15,-3 19-5 0,-3 2 12 0,1 8-5 16,0 3 5-16,-1 0-4 0,-1 5 6 0,2-3 10 15,-2 3-8-15,-2 0 10 0,0-3 4 0,2-4 2 16,-2-2 5-16,2-4-3 0,-2-2 11 0,0 3-7 0,1-5-2 16,5 1-4-16,1-3-7 0,3-3 4 0,-1-1-6 15,2-5 3-15,0-1-11 0,0 3-8 0,2-4 9 16,0-3-9-16,0 0 0 0,0-2-7 0,0-4-7 16,0 1 3-16,0-3-15 0,0-1-24 0,0-3-22 0,0 3-5 15,0-2-97-15</inkml:trace>
  <inkml:trace contextRef="#ctx0" brushRef="#br2" timeOffset="-25923.76">6098 13451 820 0,'0'-2'27'0,"-2"1"42"0,2-1-56 0,0 0-13 15,0-2 4-15,0 0-5 0,0 3 1 0,7-11-3 16,1 3-7-16,14-2 6 0,4 2 7 0,2 1-2 16,0 1-1-16,-2 3 0 0,0 2-4 0,-2-14-2 15,-2 4 6-15,-1 7-5 0,-3 3 4 0,-1 2 5 16,-2 0 5-16,1 2 2 0,-1 0 16 0,-5 0-14 16,-1 1 5-16,-4-1-8 0,-1 0 1 0,0 0 9 0,0 0-5 15,-1 1 8-15,-3-1 4 0,8 8-11 0,-3-1-1 16,1 4-4-16,-4-2-5 0,-2 2-6 0,0 7 4 15,-4-3-4-15,-2 2 6 0,-3 1-4 0,-2-1-1 16,-2-1 0-16,7 5-5 0,-14-3-3 0,-2 2 7 0,-2 4-4 16,1-2 18-16,-1 1-12 0,0-3 2 0,2-2-5 15,1-1-1-15,3-3 12 0,-1 1-4 0,2-4 7 16,3 2-17-16,-1-6 13 0,-2 1-5 0,2-3 11 16,0 0 8-16,6-1-8 0,7 1 8 0,-2-1-10 15,-1-2-2-15,-1-1-7 0,4 1-1 0,1 0 0 16,-1 0 1-16,0-1-3 0,0 1-1 0,0 2 0 0,0-1-1 15,2 1 2-15,0-1-3 0,0 1 4 0,4 1 5 0,0-1-3 16,5-1 0-16,10 1-3 0,3 0 4 16,4-1-4-16,0 3 0 0,4-1-2 0,-1 2-6 0,-1-1 10 15,-2 1 1-15,0 0 2 0,-2 1-9 0,-3-1-1 16,-1 0 3-16,-1 0-2 0,-3 3 4 0,1-5 2 16,-6 2-6-16,0-3 4 0,-3-1-4 0,1 1 3 15,-3-2 2-15,-4-1 0 0,-1-1-2 0,3 0-9 16,0 0-1-16,5 0-7 0,-1 0-18 0,-1 3-75 15,-1-1-18-15,-1 0-29 0,1-2-158 0</inkml:trace>
  <inkml:trace contextRef="#ctx0" brushRef="#br2" timeOffset="-25439.7">7080 13730 999 0,'-2'-2'38'0,"0"0"58"0,-1 0-58 15,-12-5-10-15,-2-1-6 0,6 5-1 0,-2 1-21 16,4 0 4-16,-3 0-4 0,3 2 3 0,2 0-1 16,1 0 4-16,-1 2-2 0,-1 0 0 0,1 1-7 0,1 1 7 15,1 0 0-15,-1 0 3 0,2 10-7 0,-1 1 3 16,-1 4 2-16,-9 3 0 0,2-1 2 0,2 3-5 15,0 0-1-15,0 0 0 0,2 2 5 0,3 0 0 16,1 0-2-16,1 2 0 0,2 2-9 0,2-1 8 16,2 3 0-16,3 1 3 0,1 3-3 0,0-3-4 15,1 4 1-15,0 2-1 0,3-2 2 0,-1 2-3 16,0 2 2-16,1-6-2 0,-1 2 2 0,0-1 5 0,-1-5-1 16,-1-1 4-16,0-4 0 0,-1-4-6 0,0-1-2 15,-1-5-1-15,1 3-2 0,-3-4 5 0,1-2 8 16,-2-2-1-16,0 0 22 0,-2-5 7 0,0 1-6 15,0 1 4-15,0-3-7 0,0 1-10 0,-2-1 6 0,0-1-8 16,0 0 4-16,0-1-12 0,-14-1 3 16,-3 0-5-16,1 11-1 0,-3-2-6 0,3-3 2 0,-1-3-2 15,0-1-3-15,-1-2-2 0,0-2-6 0,-3 0 3 16,3-2-12-16,7 0-16 0,-2-2-5 0,2 1-5 16,0-1-34-16,0-2-38 0,4 1-5 0,1 1-9 15,3 0 10-15,3-3 31 0,-2-10-2 0,-7 1 6 0,5-1-24 16,3-9-61-16</inkml:trace>
  <inkml:trace contextRef="#ctx0" brushRef="#br2" timeOffset="-25235.77">6636 14372 311 0,'-2'0'112'0,"0"0"-6"0,1 0 13 16,-1 0 3-16,0 0-38 0,0 0-19 0,-2 0-18 16,1 0-4-16,1 0-6 0,0 0-29 0,0 0 5 15,0 0-3-15,0 0 6 0,2 0 8 0,0 0 1 16,2-2-2-16,2 0 3 0,7-1 9 0,15-5-2 15,-2 3 4-15,4-3-5 0,0 1 3 0,2 0-1 0,-3-1-3 16,1 3 0-16,0-1-15 0,2 0-11 0,-2 1 4 16,-2 1-7-16,3-1-2 0,-4 1 3 0,-1 0-2 15,-4 2 2-15,-1 0-7 0,-3 1-47 0,-3-1 1 16,-1 0-23-16,-3-2-70 0</inkml:trace>
  <inkml:trace contextRef="#ctx0" brushRef="#br2" timeOffset="-21845.49">20389 14194 368 0,'-2'-2'0'0,"0"0"74"0,0-1 24 15,-3-9 9-15,-3-4 7 0,1-1-66 0,0 2-18 16,1 2-19-16,2 2 6 0,2 4-10 0,2 1 2 16,0 4-6-16,0 0-3 0,0 0 0 0,-1-1 0 0,-1-1 7 15,2 0 2-15,0 2 1 0,0 1 10 0,0-1-4 16,0 0 2-16,0 2-1 0,0 0 9 0,2 2-8 15,-1 0 6-15,1 3-8 0,6 23 0 0,-1 4-5 16,1 3-1-16,-1 8-2 0,-1-1-6 0,-1 5 1 16,-3-1 1-16,0-1 1 0,3-1-2 0,-1-1-1 15,2-4 4-15,1-6-1 0,-3-5 7 0,0-6-8 16,1-3-3-16,-1 0 1 0,1-5 0 0,1 1-1 16,0-4 4-16,-3-1-2 0,3-1 9 0,-4-5-14 0,0-1 6 15,-2-1-4-15,3 0 34 0,7 6 4 0,-3-5 0 16,4 3 1-16,2-4 4 0,2-2-14 0,-2-2 1 15,4-6-7-15,-3 7-5 0,1-33-3 0,8 1-2 0,-9-3-2 16,-1-3-15-16,0 0 9 0,-1 2-5 0,-1 2 7 16,0 2-5-16,-4 5-5 0,1 4 7 0,-3 3-7 15,1 6-1-15,-4 2-8 0,1 4-3 0,-1 4-3 16,0-1-36-16,-2 4-84 0,0 0-18 0,4-1-22 16,0-1-75-16</inkml:trace>
  <inkml:trace contextRef="#ctx0" brushRef="#br2" timeOffset="-21545.47">20840 14688 253 0,'0'2'69'0,"-2"0"-6"0,0-1 4 16,1 3 11-16,-3 2-30 0,-7 12 10 0,0 3-15 15,-1-1-7-15,3-1-2 0,2-3-15 0,-1-1 2 16,3 0 1-16,1-4-1 0,2 0 2 0,0-1 11 0,2-1 2 15,0-2 1-15,0 1-9 0,2-3-18 0,0-1-1 16,0 0-3-16,-2-2 12 0,17 9 6 0,3-2-2 16,-1-3 2-16,-1-4-13 0,1-2 5 0,-4-2 0 15,-2 0 1-15,0-2 8 0,-6 0-2 0,-1 1 11 16,-5 3-5-16,5-8 25 0,3-7-24 0,-1 1-2 16,-3-3-7-16,-3 0-5 0,-2 2-11 0,-2 2 6 0,-1 2-9 15,-3 0-4-15,0 2-3 0,3-1-16 0,-12 5 5 16,-2 1-66-16,2 0-56 0,4 3-11 0,0-9-20 15,2 5-84-15</inkml:trace>
  <inkml:trace contextRef="#ctx0" brushRef="#br2" timeOffset="-21359.73">21418 14407 1376 0,'0'0'16'0,"0"0"4"0,0 0-19 16,0 0-5-16,0 0-7 0,1-1 5 0,1 1 3 16,0 0-10-16,2 0 4 0,-2 0-26 0,7-2-9 15,0 0-9-15,-3 2-6 0,-1 0-75 0,-1 0-116 0,-2 0-21 16</inkml:trace>
  <inkml:trace contextRef="#ctx0" brushRef="#br2" timeOffset="-21220.12">21442 14586 221 0,'0'0'31'0,"0"0"62"16,0 2-63-16,0-1-4 0,0 1 9 0,2 0-6 15,-1 2 14-15,1 0-1 0,0-1-10 0,0 1 4 16,0 0-35-16,3 1-9 0,5 1-16 0,1-4-3 16,4 9-87-16,0-4-27 0</inkml:trace>
  <inkml:trace contextRef="#ctx0" brushRef="#br2" timeOffset="-20782.72">22320 14023 1196 0,'0'0'37'0,"-2"0"3"0,0-2 3 16,0 0-7-16,1 1-5 0,-1-1-8 0,-2 0-28 15,0 2 8-15,2 0-13 0,1 0 13 0,-1 2-5 0,0 0-1 16,0-1 0-16,0 3 7 0,-3 11 3 0,1 4-7 16,2-1 4-16,2 1-2 0,0-3 0 0,2 5 0 15,0-1-2-15,1 3-2 0,1-1-4 0,0 2 5 16,0 4-6-16,-1 0 1 0,-1 1-6 0,-2 3 2 16,0-6-3-16,-2 0 5 0,-1 4-2 0,-3-4 5 0,-1-2-2 15,-3-2 14-15,1-7-7 0,-2 0 5 0,9 0-6 16,-15-2 4-16,1-2 0 0,1 0-2 0,-2-2 1 15,0 0 2-15,1-1-5 0,-3-1 1 0,2 1-1 16,1-3 1-16,4 1 3 0,1-1 0 0,6 1 2 16,1-2 2-16,0 1-4 0,2-1-3 0,1 0 1 0,-1-2-1 15,2-1 4-15,-2 3-5 0,-2 0 5 0,2 0 1 16,0-1-1-16,2 1 10 0,0 0-9 0,2-2 8 16,0-1-2-16,4 1-1 0,14 4-1 0,4-2-3 0,0-4 3 15,-3 0-4-15,-1-2 3 0,-3 0-21 0,-2 0 3 16,0-2-6-16,-4 1 6 0,2-3-9 0,-4 2-18 15,0 1 3-15,-1-1-12 0,-1 0-20 0,1-1-19 16,-3-3-9-16,-1-10-11 0,2-3-117 0</inkml:trace>
  <inkml:trace contextRef="#ctx0" brushRef="#br2" timeOffset="-20609.12">21945 14057 1047 0,'-2'0'70'0,"0"-2"-3"0,-2 2-8 0,-18-8-3 16,11 5-27-16,5 1-10 0,3 2-16 0,-1-2-5 0,2 0-5 15,0 0-12-15,2 0 11 0,0 0 9 16,2 1-2-16,11-3 9 0,30-4-5 0,3 1-6 0,-1 0 0 16,-1-1-27-16,3 1-24 0,-4-1 1 0,-4 3-8 15,-2-3 5-15,-4 3 1 0,-3 1-14 0,-2 0-3 16,-4 2-115-16</inkml:trace>
  <inkml:trace contextRef="#ctx0" brushRef="#br2" timeOffset="-20279.6">22524 14602 1202 0,'0'0'10'0,"-2"0"3"0,0 0-5 16,1 2 0-16,-3 0-3 0,0 0 6 0,0 2-10 15,4-2-1-15,-7 7-2 0,3-2-4 0,1 3-1 16,1-3-1-16,2 0 0 0,0-1-5 0,0-2 11 15,2-1 2-15,-2-1 4 0,13 8 10 0,13 3 6 0,-4-6-2 16,6-1 3-16,3-5-1 0,-3-1 3 0,0-3-2 16,-9-1 2-16,-3 0-9 0,-3 1 3 0,-2-1 7 15,-1 0 0-15,-7 2 29 0,-1 2-13 0,4-7-1 16,3-10-6-16,-3-1-25 0,-4-1 6 0,-4-1-8 0,-6-1 7 16,-3-3-16-16,9 4 7 0,-26 3-4 0,2 2 4 15,-7 8-13-15,7-3-49 0,0-1-3 0,6 4-19 16,3 3-35-16,4 2-71 0,2-7-7 0,1 3-41 15,5 3-195-15</inkml:trace>
  <inkml:trace contextRef="#ctx0" brushRef="#br2" timeOffset="-19376.01">23198 13980 1322 0,'0'0'17'0,"-2"0"2"0,0 0-6 16,1 0-6-16,-1 0-2 0,0 0 0 0,-2 0-5 16,0 0 3-16,1 2-4 0,1-2 1 0,-4 21 0 15,-3 10 0-15,2 6 0 0,-1-1 3 0,-3 3-2 0,2-2 2 16,-1 0-3-16,3 2 5 0,1-2-2 16,1-5-1-16,1-5 0 0,2-8 8 0,-7-6-10 0,0 2 8 15,7-10-8-15,0-1 7 0,0 0-5 0,0 0-1 16,1-1-1-16,-1-1-15 0,0 0-5 0,0-2-11 15,0 0 7-15,0-2 5 0,2-2 7 0,-2-22 8 0,1-5-6 16,1-4-2-16,0 3 6 0,1 2-1 0,1 3 4 16,2-1 0-16,0-4 1 0,-1 1-3 0,3-3 2 15,0 4 5-15,1 1-7 0,2 3 5 0,0 3-7 16,1 3 6-16,-3 7 0 0,2-2 0 0,-7 6 0 16,13 0 0-16,0 1 0 0,0 4 3 0,0 1 0 15,0 1 9-15,-2-7 4 0,0 1 5 0,-2 4 2 0,2 1 15 16,-2 3-9-16,-4 0-2 0,1 2-4 0,-3-1-16 15,-3-1-2-15,2 6 5 0,9 13-2 0,-6 1 7 16,-3-1 9-16,-4 1-11 0,-4 0 10 0,-3 1-12 0,-4-1 0 16,9-3 4-16,-22 0-3 0,1-2 4 0,1-4-9 15,2 4 1-15,3-6-1 0,2 0 6 0,4 2-12 16,4-1 2-16,1 1-6 0,0 2 4 0,3-2-3 16,1 2 3-16,-7-2 0 0,1 2 3 0,1 2-6 15,1 2-4-15,2-1 0 0,3 5-5 0,1-8 6 16,1 3-9-16,1-1 7 0,0-7-21 0,2 1-23 15,0-2 0-15,-4-5-9 0,9 6-11 0,6-7-2 0,1 11 4 16,3-3-1-16,3-2 21 0,2-7 4 0,2 0 11 16,4-7-3-16,5-6 34 0,6-6 6 0,0-3-4 15,0 16 2-15,-2-19-5 0,2-3-8 0,-4 2 3 16,0 2-11-16,-2-2-45 0,-3 1-25 0,-4 1-3 16,-2 2 0-16,-8 0 29 0,-3 1 39 0,-2 5 4 0,-4-1 13 15,-3 4 22-15,1 4 35 0,-3 1 8 0,0 1 11 16,-4 3 53-16,0 0-5 0,0 1 0 0,0-1-4 15,0 0-26-15,-2 0-19 0,0 3-9 0,0-1-3 16,-1 0-26-16,-1 2-15 0,-7 0-1 0,0 2-5 16,1 1 0-16,-1 5 2 0,4 1-3 0,3 17 1 0,-1 6-6 15,-16 3 17-15,6 2-1 0,6 6 5 0,5 3-7 16,4-1 0-16,2 5 3 0,4 2 0 0,1-6 8 16,2 4-11-16,1-5 3 0,-1-2-7 0,2-2-7 0,-2-2 0 15,-1-2 2-15,-1 0 0 0,-1-4 3 0,-3 1-8 16,-1-1 1-16,0-5-2 0,0 0 6 0,-2-6-7 15,0-1 1-15,0-7-4 0,-2-1-7 0,0-5 8 16,0-4-13-16,-1-1 5 0,-1-1-65 0,-20 7-34 16,0-7-10-16,-2-6-3 0,-4-7-8 0,2-5 18 15,-3 8-10-15,3-23 7 0,2-1-45 0,4-1 12 16,5 1 20-16,2 1 2 0,4 1 105 0,2 0 51 0,-1 2 9 16,7 6 14-16,-5 0 36 0,4 7 11 0,3 0-4 15,-1 6 5-15,-4 1-12 0,1 1-33 0,1 1-3 16,0-1-11-16,4 3-9 0,0 0 6 0,0 1 7 0,2-1-2 15,13-5 12-15,24 1-3 0,2-5 2 0,9 0-3 16,2-3-7-16,5-1-18 0,-3 2-6 0,0-5-1 16,-6 3-17-16,-3-2-52 0,-1-5-3 0,-3 6-31 15,-2-1-138-15</inkml:trace>
  <inkml:trace contextRef="#ctx0" brushRef="#br2" timeOffset="-17634.68">21288 14378 325 0,'-2'0'51'0,"0"-2"-3"0,0 0 29 0,0 0 0 15,0 0-8-15,0 0-9 0,1 1-11 0,-1-1-4 16,0 0-2-16,0 0-17 0,0 0-8 0,0 0-2 0,0 0-2 16,2 1-7-16,2-1 2 0,0-2-1 0,4 0 3 15,22-10 2-15,-1 2 5 0,1 3 1 0,-2 2 0 16,2-1-7-16,-6 5-13 0,4 1-1 0,-7 0-4 15,-2 0 10-15,-2 2-6 0,-1 0 5 0,-2 0-6 16,-1 0-2-16,-2 0 1 0,-2 0-13 0,1 0 7 0,-4 0-27 16,-1 0-41-16,1 2-25 0</inkml:trace>
  <inkml:trace contextRef="#ctx0" brushRef="#br2" timeOffset="-17450.41">21230 14628 733 0,'0'0'60'0,"0"0"-9"0,0 0-19 16,0 0 16-16,0 0-41 0,0 0-7 0,0 0 2 16,2 0 1-16,2 0 3 0,14 0 10 0,10 0 6 15,7-1-1-15,4-1 0 0,-3 0-11 0,-1-2-10 16,0 0-4-16,0-1-4 0,1-1-27 0,-1-1-7 16,0-1-66-16</inkml:trace>
  <inkml:trace contextRef="#ctx0" brushRef="#br2" timeOffset="-8969.81">27524 14985 625 0,'0'0'49'0,"-1"0"-2"0,-1-2-11 15,0 0 7-15,0 0-23 0,0 0 18 0,0 1-18 16,0-1 14-16,1 0-14 0,-1 0 29 0,0 0-12 15,2 0-2-15,0 1-1 0,0-1 5 0,2 0-1 0,0-2 6 16,1 0-4-16,10-7 5 0,15-4-2 0,2-1-8 16,1-1 5-16,6-2-15 0,2 1-6 0,8-1 1 0,3-1-4 15,4-1-6-15,9 1-2 0,4 1-2 0,-4-3 0 16,0 2 3-16,-2-1-9 0,-7 1 6 0,0 1-7 16,-6 1 2-16,-5 1 0 0,-2 0 1 0,-6 2 1 15,-3 2 5-15,-4 2-10 0,-4 2 2 0,0 2-2 16,-6-3 9-16,-5 3-9 0,-1-1 1 0,-3 5-5 15,-2-1 3-15,-3 2 3 0,2-2-1 0,-5 1 1 16,1-1-15-16,0 0-22 0,2-1-10 0,-2 1-5 0,0 0-37 16,-2 2 9-16,0-1-8 0,0 1 7 0,0 0-18 15,0-2-10-15,0 1 8 0,-2 1-7 0,0 0 24 16,-2 0-14-16,-9 2-5 0,-5 2-3 0,1 2 13 0,-2 5 51 16,1 4-5-16</inkml:trace>
  <inkml:trace contextRef="#ctx0" brushRef="#br2" timeOffset="-8721.71">27799 14990 129 0,'-2'2'61'0,"0"0"58"0,-1 0 0 0,-7 2-16 0,-1 1 0 16,0 1-6-16,4-2-20 0,-1-1 1 0,3-1-14 16,-1 0 9-16,2 0-20 0,3-2-11 0,-1 0-1 15,-2 2-6-15,0 0-26 0,2-1 4 0,1 1 2 16,-1 0 4-16,0 0 29 0,2 0 1 0,0 0-1 0,2 0-1 15,0-2-17-15,27 0-11 0,7-6 3 0,6-3-5 16,7-2 11-16,10-6-8 0,2-2 0 0,4-1-3 16,-2-2-2-16,2-2-8 0,2-1 1 0,-4 1-4 15,0 0-2-15,-5 2 4 0,0-2-2 0,-1 1 1 16,1 1-13-16,-6 4-29 0,2-3-7 0,-4 3-23 16,3-1-187-16</inkml:trace>
  <inkml:trace contextRef="#ctx0" brushRef="#br2" timeOffset="-5532.04">2343 2517 64 0,'0'0'5'0,"0"0"13"0,0-2 24 16,0 0 6-16,0 0-4 0,0 1-12 0,0-3 18 16,-1 0-8-16,-1 0 15 0,0 1-32 0,0-1-7 0,0 0-8 15,0 1 7-15,0-1 2 0,1 0-20 0,-1 2 6 16,0 0-10-16,0 1 8 0,0-1 0 0,0 0-4 15,0 0 1-15,1 0 5 0,1 0-10 0,-2 0 10 0,0 1-10 16,0 1 10-16,2 0-2 0,0 0-4 0,0 0 2 16,-2 0-3-16,0 0 5 0,0 1 4 0,1 1 1 15,-1 2 0-15,2-2-10 0,-6 16 0 0,2 3-3 16,1 1 1-16,-3 2 4 0,1 4-5 0,-1 2 6 16,0 1 6-16,3 5-11 0,-1 1 9 0,0-2-10 15,1 4 6-15,-1 0 7 0,0-5-6 0,2 3 6 0,0 2-16 16,1-12 12-16,1 7-5 0,0-8 6 0,0-9-9 15,0 1 5-15,1-1 3 0,-1-8 2 0,2 0 6 16,0-1-1-16,-2-4-5 0,2-1 3 0,0 3-1 16,-2-4 17-16,2 1-5 0,1-1 8 0,9 6-10 0,-1-3-1 15,2 1 2-15,2-2-2 0,-1-4 7 0,1 0-12 16,0-2-1-16,0-4-4 0,2-3-6 0,1-2 6 16,1 0 5-16,-1 7-2 0,1-18-4 0,0-4-6 15,-1 0 2-15,1 0-1 0,-1 0 5 0,-1 1 1 16,2 1-9-16,-3-2 6 0,3-1-2 0,-4-5 1 15,0 0-1-15,-2 1-1 0,0 5 1 0,-2 2-5 0,4-2 6 16,-4 3-5-16,2 1 13 0,-4 4-11 0,-2 1 9 16,1 2-9-16,1 2 7 0,-3 4-9 0,-3 3 4 15,-1 1-4-15,0 1 4 0,-2 0 4 0,0 2-14 16,2-1 9-16,-2-1-7 0,0 0 4 0,0 2 6 0,0 0-4 16,0 1-11-16,-2-1 14 0,0 0-9 0,0 2 11 15,1 0-8-15,-1 0 2 0,0 0 0 0,0 2 1 16,-2 0 3-16,1-1-3 0,-1 3-1 0,0-2-3 15,0 13 2-15,1 2 2 0,1 3 0 0,-13 0 0 16,4 3-5-16,2 3 7 0,3 0-4 0,2 3 4 16,2 5-3-16,2-1 1 0,0 3 3 0,0-5-2 0,2 3 2 15,0 4-8-15,2 1 6 0,0 2-5 0,-1-5 8 16,-1-5-2-16,0-1-2 0,0-2 1 0,0 1 3 16,0-1-7-16,-1 4 3 0,-1 1-4 0,0 3 2 15,0-1 3-15,-3 2 1 0,-1 0 2 0,-3 0-2 0,-1-1-3 16,-1 1 1-16,0-10 0 0,-3 7 5 0,3-8 5 15,-2 0-8-15,0-2 8 0,0 0-6 0,0-7 1 16,1-4 6-16,1 0-4 0,-11-6 9 0,1 6-10 16,-1-3 0-16,-1-5-2 0,3 1 12 0,-1 7-6 15,0-6 5-15,3-3-5 0,-7-2 4 0,5-2-7 0,-1-2 3 16,-3-4-4-16,3-1 16 0,-1-2-8 16,3-3 0-16,4 3-3 0,0 0-1 0,-3-8-4 0,-1-3 4 15,4 1-4-15,0 2 6 0,5-1-3 0,3 3-3 16,-1 0 0-16,3 0-12 0,-1 8 5 0,2-4-5 15,0 5 3-15,0 2-25 0,2 3 5 0,0-1-8 16,-2-2 7-16,1 0-2 0,1 1-47 0,0 1-40 0</inkml:trace>
  <inkml:trace contextRef="#ctx0" brushRef="#br2" timeOffset="-4868.93">3062 3772 113 0,'0'0'25'0,"0"0"-3"0,0-2 1 15,0 0 6-15,0-1-14 0,0-1-11 0,0-3-5 16,-2-5 1-16,0-1 0 0,0 0 8 0,2 4-11 15,-1-2 1-15,-1 2-4 0,2 3 6 0,-2-3 10 16,0 1-5-16,2 3 8 0,-2-3 2 0,0 5-3 16,0-3 13-16,-1 1-10 0,-1-1 4 0,2 2-7 15,0 1-4-15,0-1 2 0,-1 2-4 0,-1 0 3 16,0 2-1-16,-1 0 2 0,-5 4-7 0,1 3 6 0,-2 14-6 16,0 14 7-16,0 0-9 0,0 2-3 0,-2 1 4 15,1 1-3-15,-1-4 13 0,2-2-12 0,4-3 5 16,-1-4-5-16,1-2 4 0,5-2 4 0,-3-1-4 15,1-4 4-15,2-1 1 0,-5-3-6 0,1 0 8 0,-1 0-9 16,5-2 6-16,-2-1 0 0,2-1-8 0,-3-2 6 16,-1 1 1-16,2-3-2 0,1 1 1 0,1-2-4 15,0-1-2-15,2-1 2 0,-2 2-8 0,0 0 1 16,0-1-67-16</inkml:trace>
  <inkml:trace contextRef="#ctx0" brushRef="#br2" timeOffset="-4394.41">3164 3822 660 0,'-2'-2'9'0,"0"-1"0"0,1-3 22 0,-3-3-23 15,0 1-4-15,4 5-6 0,0 1-13 0,0 0-14 0,-2-2 8 16,0 1-8-16,1-1 28 0,1 2-4 0,0 0 7 15,0 0-5-15,1 0 2 0,1 1 5 0,0-1-3 16,2 0 6-16,3 2-2 0,10 0 12 0,0 0-10 16,-1 2 10-16,3 3-8 0,-2 1-10 0,1 1 8 0,-5 1-8 15,0 1 14-15,-2-3-14 0,2 7 4 0,-1 1-6 16,-3 1 13-16,-2 2-8 0,-1-2 5 0,-4 2-6 16,1-3 13-16,9 1-9 0,-3 2-2 0,-2 0-1 15,-3-2 3-15,-2 1 0 0,-2 1 2 0,0-2-2 16,-2 2-1-16,-4-1 4 0,1-1-3 0,-3 0 1 15,1 0-6-15,1-4 11 0,-1 0-4 0,1-2 5 16,1-1-6-16,1-3 0 0,-1 1 8 0,-3-2-6 16,3-2 6-16,-1-1-5 0,2 1-3 0,2-2 2 0,1 0 7 15,-1 0-3-15,-2 4 0 0,0 0-2 0,1-2 2 16,1-1 6-16,0 1-2 0,0 0 1 0,0 0-9 0,2-2-5 16,0 0 7-16,0 0-6 0,2 0 4 0,2-2-8 15,1 0-1-15,18-7 0 0,3-2 5 0,0 2-5 16,1-1 1-16,7 1-4 0,-3 2 6 0,-5 1 1 15,2 0 1-15,-7 3-3 0,-1 1-14 0,0 0-1 16,1 0-3-16,-1 2 2 0,-1 0-12 0,1 0-20 16,-3 0-19-16</inkml:trace>
  <inkml:trace contextRef="#ctx0" brushRef="#br2" timeOffset="-3849.82">3974 3256 333 0,'0'0'15'0,"0"0"-15"0,-2 0 12 16,0 0-7-16,0 0-6 0,0 0 0 15,0 0-1-15,1 0 1 0,-1 0-2 0,0 2-4 0,0 0-5 16,0 0 1-16,0-1-8 0,2 1-3 0,0 0 15 16,0 0-8-16,0 0 45 0,0 0 9 0,2 0-3 0,0-1 2 15,2-1-15-15,1 0 10 0,19 0-1 0,1 0 3 16,2-3-13-16,1-1-6 0,4 0-2 0,-3-1 0 16,7-1 1-16,-1 1-5 0,-5 1 2 0,-4 2-4 15,0 0-3-15,-6 0-2 0,4 2-1 0,-1 0 0 16,-5 0 1-16,-3 0 0 0,-2 0 2 0,2 0-1 15,-2 0-2-15,-2 0-7 0,-4 0 0 0,-1 0-1 0,-2 2 10 16,-1 0-4-16,1 0-1 0,0 0-3 0,-2 0-9 16,0-1-11-16,-1 1-24 0,-1 0-3 0,0 0-159 15</inkml:trace>
  <inkml:trace contextRef="#ctx0" brushRef="#br2" timeOffset="-3587.84">3918 3484 566 0,'-2'0'20'0,"0"-1"-3"0,0-1 1 0,1 0 9 16,-3 0-14-16,0 0-3 0,0 0-14 0,1 2 2 16,-1 0-7-16,0 0 0 0,2 0-16 0,1 0 0 15,-1 0-3-15,0 0 13 0,2 2 23 0,0 0-2 0,2 0 10 16,1 0 7-16,16 1-14 0,11 1 14 0,3 0-14 15,1-4 14-15,3 0-10 0,0 0 1 0,7-2-2 16,3-2 17-16,1-1-13 0,6-1 5 0,-2-1-9 16,-2-1-9-16,-2 1 9 0,-3 1-8 0,-4 3 7 15,-4-1-19-15,-9 0 1 0,-4 2-7 0,-6 0 6 16,1 2-12-16</inkml:trace>
  <inkml:trace contextRef="#ctx0" brushRef="#br2" timeOffset="-1128.01">5279 2721 48 0,'0'0'15'0,"0"0"2"0,0 0 20 0,0-2 5 0,0 1-4 16,0-1-4-16,0 0-12 0,0 0-10 0,0 0 3 16,0 0-17-16,0 0 2 0,0 1-1 0,0 1 1 15,0 0 3-15,0 0-12 0,0 0 8 0,0 0-10 16,0 1 18-16,0 1 1 0,-2 0-4 0,0 2 3 16,-3 13 3-16,-3 5-2 0,1 0 11 0,-2 4-10 15,-1 2 3-15,1-2 6 0,-2 2-12 0,0-2 9 0,-2 3-12 16,0 3 2-16,0-4 2 0,0 3-2 0,0-5 4 15,0-1-1-15,-2-1-1 0,0-2-2 0,0 0-5 16,-2 4 5-16,16-2 0 0,-11 1 3 0,-1 1-8 0,2 0-2 16,2 3-2-16,0-1 2 0,3 2 1 0,-1 1 9 15,1 1-7-15,1 1 7 0,-1 1-8 0,-1-1-1 16,1 1 10-16,-3 1-9 0,3 0 4 0,2 0-2 16,-1 1-2-16,3-7 0 0,0 5 9 0,-2-4-10 15,-1-1 6-15,-1-3-6 0,-1 0 0 0,1-3 2 16,-1-3 0-16,-1-1 3 0,-1-3-4 0,0-3 8 15,1 2-14-15,1-2 11 0,1 0-5 0,1-4-5 16,3 1-1-16,-2-3-5 0,2-1-5 0,-1-3-88 0</inkml:trace>
  <inkml:trace contextRef="#ctx0" brushRef="#br2" timeOffset="-439.19">5012 2901 518 0,'0'-1'9'0,"0"-1"-1"0,0-15 1 15,0-9 1-15,1 11-7 0,1 2-14 0,0 2 3 16,2 2-2-16,-2 5 5 0,1-3 5 0,-1 3 1 15,9 0-1-15,4-3 1 0,-2 3-1 0,0-2 0 16,0 1 2-16,2-1-2 0,0-3 0 0,2 5-2 16,5-1 1-16,-2-1-2 0,5 1 4 0,2-1-1 15,-1 0 7-15,-1-10-5 0,0 5 1 0,0 3-3 0,-3 4 0 16,-2 3 2-16,1 1-1 0,-1 1 0 0,-1 3 0 16,-3 2 1-16,3 1 4 0,-2 2-6 0,-1 1 0 15,1-8 0-15,-4 14 3 0,-2-1-3 0,0 6-6 16,-3 1 2-16,-1 4 5 0,-3 0-6 0,0 2 12 15,11-6-11-15,-6 2 7 0,-4 2 8 0,-5-2-5 0,-1-2 7 16,-5 3 4-16,-3-5-7 0,-6 4 6 0,9-3-6 16,-20-1 6-16,2-5-3 0,-2-2-7 0,-2-6 4 15,4 3-6-15,4-5 13 0,-4 1 2 0,1-3 1 16,-3-1-9-16,0 15 6 0,2-6 1 0,8-5 2 16,3-3-5-16,-2 1 2 0,0-2-11 0,0 0 9 15,6 0-14-15,1-2 8 0,6 0 1 0,-1 0 1 0,-1 0 0 16,2 0-11-16,0 0 0 0,0 0-2 0,1 0-4 15,-1 0 3-15,2 0 6 0,0 0-3 0,2 0 2 16,1 0-1-16,10 0 0 0,13 0 1 0,0 0 0 0,0 0 1 16,0 0-3-16,2-2 2 0,-2 2-9 0,2-2 10 15,0 2-5-15,-2 0 6 0,2 0-9 0,-2 0 1 16,-2 2 4-16,0 2-2 0,-4 1 5 0,1 1-3 16,-3-1 0-16,-5 1-1 0,4 1 5 0,-6-1-2 15,2 1-5-15,-2 1 3 0,-3-3-3 0,-8-3 3 16,9 11 4-16,-2 2-2 0,-1 2-2 0,-4-1 7 0,-2 1 2 15,-6 0 2-15,-5 0 0 0,2-1-5 0,-17-1-1 16,-2 2 1-16,-4-4 0 0,3 0 1 0,-1-2-1 16,4-4 1-16,-2 1-7 0,2-6 13 0,0 0-7 15,2 14 10-15,-4-5-9 0,4-5 8 0,0-4 0 0,2-2 3 16,3-2-3-16,1-2-6 0,1 1 0 0,2-3 0 16,8 4 2-16,-3-2-16 0,3 1 5 0,1 1-11 15,-3-4-6-15,5 4-5 0,1 1-12 0,-1-1 0 16,2-2-73-16,0 0-36 0,0 1-18 0</inkml:trace>
  <inkml:trace contextRef="#ctx0" brushRef="#br2" timeOffset="3.42">6257 3065 116 0,'0'0'40'0,"0"0"0"0,0 0 23 0,0-2-10 0,0 0-3 16,0 0-30-16,0 0-17 0,0 0-1 0,2 1-2 16,0-1 3-16,2 0 0 0,14-4 1 0,12 1 0 15,4-1 10-15,3 2-5 0,2 1 6 0,5-3-6 16,1 1 0-16,1-1 1 0,-1 2-1 0,-1 2 2 16,-1 1 2-16,-2 1-7 0,-6 0-2 0,-3 0-1 15,-6 0 4-15,-4 0-6 0,-3 0-1 0,-1 0-2 0,-3 0 0 16,-2 0 6-16,-4 0 4 0,-3 0-2 0,-1 0-6 15,-3 0 3-15,0 0 5 0,2 0 0 0,0 0-2 0,-1 0-14 16,-1 0-2-16,0 0-2 0,0 0-7 0</inkml:trace>
  <inkml:trace contextRef="#ctx0" brushRef="#br2" timeOffset="225.33">6371 3269 451 0,'0'0'27'0,"0"0"-2"0,-2-2 17 0,0 0-8 15,0 0 0-15,0 1-20 0,0-1-6 0,1 0-3 16,-1 0-2-16,-2 0-7 0,2 0 2 0,0 0 2 0,0 1 0 16,1 1 3-16,-1 0-3 0,0 0 4 0,0 0-2 15,2 0 11-15,0 0 0 0,2 0 0 0,0 0 1 16,26 0 8-16,14-2-15 0,3 0 8 0,11-4-11 15,-1 1 3-15,-1 1 3 0,0 0-8 0,-8 1 5 16,3-1-21-16,-9 0 6 0,-2 0-9 0,-3 3 5 0,-2-1-30 16</inkml:trace>
  <inkml:trace contextRef="#ctx0" brushRef="#br2" timeOffset="6763.77">8034 2227 22 0,'0'-1'3'16,"0"-1"8"-16,0 0 11 0,0-2 2 0,0-5 7 15,0-4-6-15,0-4 5 0,0 0 4 0,2-1-1 16,2-1 9-16,0-3-3 0,-1 2 2 0,1-1-2 0,0 3 1 16,-2 3-11-16,-1 4 0 0,-1 3-4 0,0 3-8 0,0-1-4 15,0 4 2-15,0-2-1 0,0 1 8 0,0 1-15 16,0-2-5-16,0 0-2 0,0 1-3 0,0-1 3 15,0 2 0-15,0 0-1 0,0 0-1 0,0 1 1 16,0 1 1-16,0 0 0 0,-1 1 0 0,-1 1-1 16,0 2 4-16,0 2-3 0,-9 18 13 0,3-4-10 15,-1 4 0-15,2-3-3 0,-1 3-2 0,1 2 2 16,-1-2 0-16,1-2 0 0,0 1 6 0,1-5-1 16,-1 6-4-16,-1 0 1 0,3-3-2 0,-1-1 0 0,0-1 7 15,1-3-6-15,-1 1 2 0,3-2 5 0,-1 0-8 16,0-2 7-16,0 0-4 0,1 0-3 0,1-4 3 15,-2 2-3-15,0 0 8 0,3-3 1 0,-1 1 3 16,0-1-3-16,0-1-8 0,0-1 6 0,0-1-5 0,0 1 6 16,1-1-7-16,-1-1 7 0,-2 2-1 0,2-3 2 15,-5 3-3-15,-3-2 5 0,-1-1 0 0,0-1 1 16,-2 7-11-16,0-1 7 0,0-1-4 0,2-1 6 16,0-2 4-16,2-3-5 0,-1 1 4 0,3 0-4 15,-2 0 6-15,3-2-12 0,2 0 4 0,1 0-5 16,-1 0 5-16,0 0 1 0,1 0-8 0,-1 0 5 15,0 0-4-15,2 0 2 0,0 0 4 0,1 0-5 0,-1 2-9 16,0-2 7-16,2 2-2 0,0 0 3 0,0-2-2 16,2 0 4-16,0 0-1 0,1 0 3 0,14 1-4 0,7-1 10 15,-2 0-6-15,4 0 7 0,2 0-8 0,0 0-4 16,2 0 8-16,-6 0-8 0,0-1 5 0,-4 1 2 16,1 0-2-16,1 0 1 0,-5 0-7 0,1 0 5 15,7 0 0-15,-9 0 5 0,3 0-2 0,-4 0-6 16,-13 0-1-16,5 0 0 0,-3 0 12 0,-1 0-12 15,-1 0 4-15,2 0-7 0,0 0-2 0,-2-2 8 16,-1 0-6-16,1 0 5 0,-2 0-12 0,0 0-2 16,-2 0 1-16,1 1-2 0,-3-3-10 0,0 2-7 15,-7 0-9-15,-6-7 2 0,4 1-26 0,-2-1-39 0,2-2 3 16,0 2-16-16,2-1 14 0</inkml:trace>
  <inkml:trace contextRef="#ctx0" brushRef="#br2" timeOffset="7048.15">7691 2049 414 0,'0'-2'22'0,"0"0"-4"16,0-1 22-16,-2-10-9 0,0 3 0 0,2 1-38 16,0 5-3-16,0 1-2 0,0-1 0 0,0 0 2 15,0-1 0-15,2-1 5 0,0 2-3 0,0 1 5 0,0-3 3 16,12 1 4-16,5-3 1 0,0 1 11 0,1-1 18 15,4 1-10-15,4-4 12 0,2 0-7 0,1-1-5 16,1 5 8-16,-1 1-9 0,1 3-9 0,-6-14-10 16,-2 6 0-16,-2 5-2 0,-3 3-4 0,-1 1 3 15,-5 2-2-15,0 0 5 0,-5 0 3 0,1 0-6 16,4 0-1-16,-7 0-1 0,3 0-2 0,-3 0-5 16,-1 0 3-16,1 0-4 0,1 0-1 0,-1 0-14 0,3 2 2 15,0-1-7-15,-1 1-10 0</inkml:trace>
  <inkml:trace contextRef="#ctx0" brushRef="#br2" timeOffset="7514.21">8630 2372 372 0,'0'0'12'0,"0"0"-17"0,0-2 14 0,0 0-7 16,2 1 8-16,0-1-11 0,-2 0 4 0,2 0-6 0,0 0 9 16,-2 0-4-16,2 0 5 0,-2 1-4 0,0-1 6 0,0 0 14 15,0 0-6-15,0 0 10 0,0 0-2 0,-2 2-9 16,0 0-3-16,-2 0-1 0,0 0 8 0,-5 0-12 16,-6 0 15-16,2 0-14 0,0 2 15 0,0 0-15 15,2 2-1-15,-2-1-2 0,2 3 0 0,2 0 4 16,-1-1-5-16,3 1 4 0,-2 3-6 0,-1 8 0 15,-1-1 3-15,4 3-5 0,-2 0-7 0,7 1 13 0,0 0-7 16,0 3 8-16,-15 1-10 0,6 0-4 16,4 2 6-16,1 2-3 0,4 0 9 0,1 1-11 0,1 3 7 15,0 0-7-15,0 3 10 0,0-4 0 16,0 1-11-16,0-4 7 0,0 0-3 0,0-2 6 0,0 1-2 16,0-1 4-16,0-1-7 0,-2-7 4 0,0 1 8 0,0-3-3 15,-2-1 6-15,1 0-9 0,-1-2 2 0,2-4-4 16,0-1-2-16,0-3 14 0,-1 3-6 0,1-4 9 15,0-1-12-15,2-1 5 0,0 0-3 0,-4 2 4 16,0-1-3-16,1 1-1 0,-1 0-6 0,2-2 3 16,0 0-8-16,-1-1 2 0,-1 1 0 0,2-2 0 15,-4 0-6-15,5 0-22 0,-9 0-2 0,5-2-8 0,-1 1-31 16,4 1-125-16</inkml:trace>
  <inkml:trace contextRef="#ctx0" brushRef="#br2" timeOffset="7766.22">8125 2790 594 0,'0'-2'11'0,"0"0"-3"0,0-1 19 0,0-5 4 16,-2-5-4-16,2 4-35 0,0 3 6 15,2 1-5-15,0-1 7 0,0 2 11 0,15 1-6 0,3-3-1 16,8 1-2-16,-2-1-10 0,6-1 11 0,-1-1 5 15,-1 3 3-15,9-3 9 0,-8 3-15 0,7 1-4 16,-7 2 0-16,1 0 8 0,-5-16-14 0,-1 6 7 0,-3 7-10 16,-5 1 5-16,-3 2-11 0,0 2 1 0,-4 0-3 15,-2 0-3-15,-1 0-6 0,-3 0-6 0,-1 0 2 16,0 0-4-16</inkml:trace>
  <inkml:trace contextRef="#ctx0" brushRef="#br2" timeOffset="8422.98">7533 3295 622 0,'0'0'12'0,"-2"0"0"0,0-2 3 0,0 0-10 0,1 0 3 15,-1 1-19-15,0-1 1 0,0 0 1 0,0 2 1 16,-2 0 9-16,1 0-8 0,1 0 10 0,-4 0-10 16,-3 0 9-16,-4 0 2 0,4 0-2 0,-1 0 3 0,-3 0 11 15,-1 0-8-15,1 0 5 0,-6 0-6 0,6 0 5 16,4 0 9-16,-1 0-4 0,7 0 8 0,-3 0 11 16,-1-2-16-16,3 2 8 0,2 0-12 0,-2 0 3 0,3 0-4 15,-1 0-1-15,0 0-2 0,0 0-4 0,-2-2-5 16,2 0 5-16,1 0-4 0,-1 1 4 0,2-1-5 15,0 2-4-15,0 0 1 0,0 0-8 0,2 0 11 16,-1 0-2-16,1 0 5 0,2 0-9 0,0 0 5 16,5 0-4-16,0 0 4 0,4 0-2 0,2 0 4 15,0 0 1-15,0 2 0 0,0-1-8 0,-2-1 4 16,7 2 2-16,2-2 2 0,3 0-4 0,1 0 0 16,-6 0-4-16,6 0 3 0,-2 2 0 0,2-2 3 0,-2 0 1 15,4 2 1-15,4 0-11 0,-4 0 3 0,1 0 1 16,3-1 2-16,1 1 5 0,1 0 1 0,1 0-7 15,4 0 3-15,-2-2-7 0,4 2 1 0,3-2 5 16,-6 2-1-16,-5-2 5 0,-3 1-1 0,-6-1 1 0,6 2-1 16,-3 0 1-16,-1-2-5 0,-1 0-5 0,-9 0 1 15,3 0-4-15,-1 0 11 0,-1 0-3 0,-2 0 4 16,-2 0-6-16,-2 0-3 0,-2 0 0 0,1 0-3 16,-3 0-8-16,1 0-12 0,-1 2-6 0,-1 0-40 15,-1 0-381-15</inkml:trace>
  <inkml:trace contextRef="#ctx0" brushRef="#br2" timeOffset="9474.22">7396 3852 152 0,'0'-2'8'0,"0"-2"7"16,0-10 9-16,0-5-18 0,0 2-1 0,0 2-5 0,0-1-1 15,0-1 1-15,0 0 2 0,0 1-1 16,0 3 8-16,1-6 7 0,-1 2 6 0,2 2-2 0,0-3 15 16,0 7 1-16,0-2 6 0,-2 0-4 0,2 3-5 15,0-3 3-15,-2 6-11 0,0 0 8 0,0 1-18 0,0 4 1 16,0 0 1-16,0 0 2 0,0-1 5 0,0-1-7 15,0 0-3-15,0 3 1 0,0-1 0 0,0 0-13 16,-2 0 11-16,0 2-12 0,0 0 0 0,0 2 2 16,0 0-6-16,0 0 5 0,1 1 8 0,-5 6-12 15,-3 10 6-15,3-2-8 0,-1 5 6 0,1 2 6 16,1 0-3-16,1 2 2 0,0 0-14 0,0 2 5 16,3 2 1-16,1 1 1 0,0-5 0 0,0 2 7 15,-2 0-10-15,2 0 7 0,0 0-11 0,0-4 7 0,0-2 0 16,-2 2 2-16,2-1-5 0,0 1 6 0,0 0-2 15,2 0 3-15,0 0-6 0,1-1 2 0,-1-3 0 16,-2 0 2-16,0-1 6 0,0-4-10 0,0 0 7 16,0-2-8-16,0-2 0 0,0 2 3 0,0-2-6 0,0 0 7 15,0-4 11-15,0 1-10 0,0-4 6 0,0-1-8 16,0 1 0-16,0-2 0 0,0 0 2 0,0 0 2 16,2 1 13-16,0 1 4 0,0 0-5 0,0-2 5 15,-1-1-1-15,1-1-11 0,2 0 6 0,0-1-9 16,-2 1-2-16,12-12 11 0,-1 1-6 0,2-9 7 0,8-2-14 15,-5-4 9-15,6 0-7 0,0-2 7 0,-7 0-3 16,5 0-1-16,-3 0 2 0,-2 0-3 0,7-1-10 16,-6-5 10-16,-1 5-5 0,-2-9 7 0,0 5-3 15,-2 1 2-15,2 5-2 0,-2 2 2 0,-2 5-5 0,-2 1-2 16,-1 3 1-16,-1 6-1 0,0-3 5 0,-3 8-9 16,2-4 4-16,-3 3-6 0,-1 6 3 0,0-2-5 15,0 2-8-15,0 0 4 0,2-4-10 0,-1 3-11 16,1-1 2-16,-2 0-6 0,0 2-10 0,0 0-246 15</inkml:trace>
  <inkml:trace contextRef="#ctx0" brushRef="#br2" timeOffset="10035.17">7912 4177 73 0,'0'0'9'0,"0"0"3"16,0 0-1-16,0 0-7 0,-2 0 0 0,0 0-8 15,0 0 16-15,0 0-9 0,0 0 13 0,1 0-6 0,-1 0 13 16,0 0 6-16,0 0 0 0,0 0 14 0,0 0 6 15,0 0 5-15,1 0-2 0,-1 0-7 0,0 0-23 16,0 0-1-16,0 0-5 0,-2 0-4 0,1 2-2 16,-1 0 2-16,0-1 1 0,1 1 7 0,-1 2-17 15,2 0 5-15,0 11-8 0,-3-1 8 0,1 1-5 16,0 4-5-16,1-4 2 0,-1 0-4 0,2 1 4 16,-2-1 8-16,1-2-5 0,-9 4-2 0,3-2 4 0,4-2-10 15,-1 0 7-15,2 0-12 0,2-4 14 0,1 2 4 16,-1 0 3-16,2-3 0 0,0-1 17 0,0-3-8 15,0 1 13-15,0-1-7 0,0 0-2 0,0-2 2 16,2 1-1-16,-1 1 10 0,3-2-23 0,0 0 12 0,1 0-15 16,8 0 7-16,0-2-4 0,0 0 1 0,0-2-2 15,-2-2-4-15,-1 0 8 0,-3 1-11 0,-1-1 9 16,-1 0-8-16,1-11 2 0,-2 0 6 0,-1 1-3 16,1-1 9-16,7 0-11 0,-2-2 3 0,-3 2-5 15,-2-1 1-15,-2 3 9 0,-2-2 4 0,0 2 2 16,-2 0 4-16,0 3-10 0,-2 1-7 0,0 2 3 15,-1-1-5-15,-3 3-2 0,-5 1-1 0,2 2-2 16,-2 0-9-16,4-5 2 0,-2-1 0 0,2 3 0 0,-2 1-5 16,1 2-4-16,3 2-3 0,-1 0 1 0,3 0-3 0,3 0-29 15,-2 0-5-15,1 2-25 0,-1 0-188 0</inkml:trace>
  <inkml:trace contextRef="#ctx0" brushRef="#br2" timeOffset="10702.79">9377 2322 590 0,'0'-2'0'0,"0"0"2"0,0-1-4 16,0 1 1-16,0-6-2 0,0 6 0 0,0 1-14 15,0-3 0-15,0 0-2 0,0 0 18 0,0 3-4 16,0-1 11-16,0 0-6 0,0 0 14 0,0 0 16 16,0 0-8-16,0 1 12 0,0-1 3 0,0 0-7 15,0 0-4-15,0 0-1 0,0 0-12 0,0 0-10 16,0 1 0-16,0-1-3 0,0 0 2 0,0 2-9 16,0 0 8-16,0 0-8 0,0 0 16 0,0 0-9 0,0 2 0 15,0 0-2-15,0-1 5 0,0 3 5 0,0 0-6 16,0 3 4-16,-2 8-9 0,0 0 2 0,-2 0 3 15,2 0-1-15,-1 1 3 0,-1 3-2 0,0 1 3 16,1 3-2-16,-3 1 8 0,0 4-13 0,1 1 2 0,-1 7-4 16,-1 1 8-16,-1 4-4 0,1 3 6 0,0 8-6 15,-3 0 8-15,1 6-3 0,0-1-10 0,-1-5 5 16,1-2-7-16,0-5 8 0,-2-2 0 0,0-6 2 16,-2 0-4-16,-2 0 6 0,0 0-3 0,-4 4 5 15,1 4-6-15,-1 1 3 0,-3 4-2 0,0 4 2 16,1 0 0-16,3 0-5 0,3 1 5 0,4-3-7 15,1 0 1-15,3-7 2 0,0-1 0 0,3-6 2 16,-2-3 2-16,1-2-1 0,1-7-4 0,-2-2 1 0,3-1-2 16,-1-5-1-16,0-1 6 0,1-2-3 0,-1-2 12 15,0-2-13-15,0 0 5 0,3-2-6 0,-1 1 5 0,2-3 4 16,0 1-8-16,0-3 6 0,0 1 0 0,0-3-8 16,0-1 5-16,0 0-6 0,0 0 3 0,0 2 3 15,0-1-3-15,0 1 3 0,0 0 0 0,0-2-3 16,0 0-6-16,0-1-2 0,0 1-20 0,0 0 0 15,0 0-9-15,0 0-1 0,0 0-49 0</inkml:trace>
  <inkml:trace contextRef="#ctx0" brushRef="#br2" timeOffset="11187.95">9323 3876 669 0,'0'-4'6'0,"0"-16"-5"16,0 1 23-16,0 5-16 0,0 1-3 0,0 3-2 16,0 7-5-16,0-1 4 0,0 0 0 0,0 0 2 15,0 1-7-15,0 1 3 0,0 0-1 0,0 0 2 16,0 0 8-16,0 0 2 0,0 1 4 0,0-1-3 0,0 0-11 16,-2 0 6-16,0 2-1 0,0 0 3 0,0 0 0 15,1 2-5-15,-1 0-1 0,0 0-1 0,0 1-5 0,-5 16 9 16,-3 1-4-16,3 3 7 0,-1-1-19 0,-1 0 10 15,2-3-3-15,-3 3 5 0,3-5 7 0,0 3-7 16,-1-3 5-16,1 1-7 0,-1 1-6 0,5-4 12 16,-1 0-8-16,0-2 11 0,0 0-6 0,3-2-3 15,-1 2 2-15,0-2-3 0,2 2 7 0,0-4-7 16,0 2 5-16,0 1-6 0,0-5 7 0,0 2 2 16,0-1-3-16,0-5 3 0,0 3 2 0,0-4 0 15,2 1 7-15,0 1-4 0,-1 0 10 0,1-2-5 0,0 0-2 16,0-1-2-16,2-1-7 0,1 0 9 0,6-3-3 15,4-5 4-15,0-3-3 0,2 2 2 0,0-11 1 16,-1-3 1-16,1 1-6 0,-2-2 4 0,2 3-7 16,-3-3 5-16,1 2-9 0,-2 0 10 0,0-1-7 0,-3 1 5 15,1 2-9-15,-4-1 0 0,1-1-2 0,-3 7 0 16,1 2-5-16,-3 4 4 0,1 1 1 0,-2 7 0 16,-2-1-15-16,4-2-17 0,-1 0-4 0,1 1-3 15,-2 1-20-15,0 0 8 0,0 0-9 0,0 0-2 16,-1 2-117-16,-1 0-20 0</inkml:trace>
  <inkml:trace contextRef="#ctx0" brushRef="#br2" timeOffset="11535.67">9666 3930 232 0,'0'0'50'0,"0"0"-2"0,-1-2 20 15,-1 0 3-15,0 0-13 0,0 1-1 0,-2-1-17 16,1 0 1-16,-1-2-5 0,2 4-9 0,-7-7-7 15,-6-3-1-15,6 5-2 0,-1 1-5 0,1 2-9 16,2 2 0-16,-3 0-3 0,1 0-10 0,0 4 7 16,-1 2-5-16,1 1 6 0,2 15-2 0,-3 4-4 0,3-2 1 15,3 2-2-15,-1 2-6 0,3 0 6 0,-2 2-1 16,2 0 4-16,0-1 1 0,-1 1 9 0,-16 1-4 16,6 1 6-16,6 0-7 0,1 3-1 0,4-2 4 15,2 1-2-15,0-1 1 0,0-3 7 0,0-4-6 0,0-2 7 16,2 0 6-16,0-3-5 0,0 3 2 0,-2-6-4 15,0 3 2-15,0-1 8 0,0-3-1 0,-2-4 2 16,0 0-7-16,0-6 7 0,0-3-5 0,-1 2 5 16,-1-1 1-16,0 1-10 0,-3-3 4 0,-6 1-7 15,0 5 0-15,0-1-1 0,0-3-5 0,0 1 3 16,-2-2-5-16,0-2 1 0,2-2-1 0,2 0-2 0,-2 0-13 16,6-2-15-16,-1 0-3 0,3 0-21 0,-3-4-170 15</inkml:trace>
  <inkml:trace contextRef="#ctx0" brushRef="#br2" timeOffset="11769.1">9228 4290 847 0,'0'-2'12'0,"0"0"-1"0,0 1 16 15,0-3-7-15,2 0 4 0,-2 2-16 0,4-5-5 0,-1 1 1 16,14-1-3-16,5 1-2 0,1 1 10 0,1-1-8 15,0 4 10-15,0 0-6 0,-2 1-7 0,-1-14 7 16,-3 5-10-16,-1 5-5 0,-2 1-2 0,0 2-5 16,-2 2 4-16,4 0 2 0,-3 0-11 0,5 0-4 0,-4 0-3 15,-6 0-25-15,0 0 15 0,1 0-1 0,1-2 4 16,6-1-8-16,-3-1-149 0</inkml:trace>
  <inkml:trace contextRef="#ctx0" brushRef="#br2" timeOffset="12076.18">9967 4108 915 0,'0'-2'36'0,"0"-1"86"0,0-1-114 0,0-3-11 16,0 5-2-16,0 0-6 0,2-2-11 0,0 0 13 15,0 3 3-15,1-1 3 0,1 0 2 0,4 0 5 16,6-2-7-16,-1 2 5 0,2 1-2 0,-4-1-5 0,2 0 6 16,-3 2-4-16,-1 0 5 0,-3 0-6 0,1 0-6 15,-3 0 1-15,1 0-7 0,-3 0 10 0,0 0 2 16,0 0 2-16,0 0 7 0,1 0-5 0,-1 0-2 16,2 0-4-16,2 0-2 0,-5 0-17 0,3 0 1 15,2 0-9-15,-4 0-23 0,-1 0-14 0,1 0-1 16,2 0-5-16,0 2-9 0</inkml:trace>
  <inkml:trace contextRef="#ctx0" brushRef="#br2" timeOffset="12250.43">9841 4383 1145 0,'0'-4'20'0,"-2"-9"36"0,0-7-41 15,2 9-13-15,0 3 0 0,0 5-4 0,0 1-9 16,13 0 11-16,17-17-3 0,-2 6 5 0,3 4-7 0,3 2-3 15,-3 1 7-15,5 0-4 0,-1 1 12 0,0-1-16 16,0 1 1-16,-1-1-6 0,-3 2 3 0,-1 1-17 16,-2-1-4-16,-2 2-6 0,-2-2-33 0,2 1-197 15,0-1 36-15</inkml:trace>
  <inkml:trace contextRef="#ctx0" brushRef="#br2" timeOffset="12290.57">10662 4079 11 0,'1'0'-1'0,"1"0"7"15,2 0-6-15</inkml:trace>
  <inkml:trace contextRef="#ctx0" brushRef="#br2" timeOffset="12654.6">10871 4045 476 0,'0'0'64'0,"0"-2"64"15,-1 0-13-15,-1 1-36 0,0-1-7 0,0-2-11 16,0 0-28-16,0 1-15 0,0 1 5 0,1 0-9 16,-1 0-11-16,0 0 4 0,0 0-8 0,0 0 7 15,0 1-6-15,0 1-4 0,1 0 9 0,-1 0-7 16,0 1 3-16,0 1 2 0,-2 0-3 0,1 2 3 15,-1 1 6-15,-5 10-10 0,3-2 3 0,0 0-4 0,3 0 2 16,-1 0 7-16,2-2-10 0,0 1 8 0,2-1-9 16,0-2 2-16,0 0 7 0,0 1-4 0,0-3 7 15,2 2-6-15,0-1 4 0,2 1-2 0,-1-4 3 0,1 1 11 16,7 0-9-16,4-5 11 0,2 1-10 0,0 9 11 16,1 1-9-16,3-5 7 0,-1-1-19 0,0-5 2 15,1-1 6-15,-4 0-3 0,-1-1 4 0,-1-3 3 16,0-2-12-16,-4 1 9 0,0-3-6 0,2-1 3 15,-4 0 2-15,1-10-2 0,-7 1-3 0,12-3 14 16,-5 3-6-16,-3-3 8 0,-3 1-6 0,-4-2 2 0,0 1 6 16,-4 3-2-16,-3-3 7 0,-3 1-2 0,-3-1-7 15,-2 1 3-15,10-2-15 0,-19 1-16 0,0 3 8 16,-4 3-14-16,2 7-11 0,2-8-22 0,-6 4-49 16,0 11-11-16,-1 6-372 0</inkml:trace>
  <inkml:trace contextRef="#ctx0" brushRef="#br2" timeOffset="17096.64">22160 10883 92 0,'-2'-1'0'0,"1"-1"3"0,-3 0 10 0,0 0 6 0,-13-7 3 16,4 1 2-16,-3-1-8 0,-1 0-12 0,2 1 2 16,0 3-5-16,2-1 11 0,4 2-12 0,-4-1 3 0,0-1-5 15,-2 1 5-15,-3-1 16 0,-1 1-6 16,-1 1 8-16,-3 0-4 0,3 0-7 0,3 3 10 0,-3-1-10 15,5 0 4-15,-4 2 1 0,3 0-11 0,-5 0 9 16,1 2-7-16,-1 0-2 0,-3 3 2 0,0 1-5 16,0 1-2-16,0 2-4 0,-4 4 5 0,0 0-5 15,0 2 2-15,-1 2 3 0,-1-2 0 0,-4 2 1 0,1-1 1 16,-2 3-7-16,-4 1 5 0,3-1-4 0,1-1 13 16,-4 1-7-16,8-2-2 0,-7-14 0 0,3 20 8 0,2 3-6 15,1-4 4-15,4 4-5 0,2 2 4 16,4 1-9-16,-2 3 7 0,2 0-6 0,-1-3 13 0,3 3-11 15,3-2-1-15,1 3-2 0,-1 0 8 0,4 5-5 16,2-1 4-16,0 2-6 0,5 0-1 0,-1 2 5 16,1 3-4-16,-18-1 5 0,11 0 2 0,5 1-4 15,5-3 3-15,1 0-5 0,2 1-7 0,4-3 5 16,1 6-2-16,3-4 2 0,1 0 3 0,0-2-6 16,0-4 5-16,3 0-4 0,1-1 14 0,1 1-8 15,3 0-1-15,2 2-2 0,-1 1 2 0,1 1-3 0,-1 1 4 16,3 1-3-16,1 4 7 0,0-1-10 0,-16 5 4 15,22 1-7-15,3 0 6 0,-3-4-1 0,6-3 3 16,-3-8-4-16,3-1-3 0,5-5 4 0,-4-1-15 16,0-4 10-16,0-3-23 0,-3-1 5 0,-2-5 19 0,3-4-7 15,1-1 43-15,1-1-17 0,0-4-2 0,-1 1-6 16,5 0 0-16,-6 14-3 0,6-7 1 0,2-4-1 16,0-5 8-16,1 0-6 0,5-3 5 0,-5-1-7 15,1-1-4-15,4-3 14 0,-7 0-5 0,3-1 9 16,-4 1-2-16,-4-2-2 0,-5-1 0 0,2-2 0 0,-1-1 6 15,1-1-12-15,1-2 9 0,3-2-10 0,-3 1 15 16,2-3-15-16,1-2 8 0,1 1-11 0,0-3 3 16,0 18 4-16,6-25-4 0,-4 0 6 0,-8 2-1 0,1 0 7 15,-6 0 2-15,-2-4 0 0,2 0-7 0,0 3 14 16,-6-7-11-16,-1 3 13 0,3-1-9 0,-5 4 0 16,1-2 0-16,-5 1-2 0,-1-3 0 0,-3 1 7 15,-4 1-5-15,-1 2 4 0,0-2 0 0,-2 4-8 16,14 2 7-16,-3-4-7 0,-7 4 12 0,-2-2-10 15,-2 0 4-15,-2-2-6 0,-2 1 2 0,-2-3-4 16,-2 2 5-16,-3-4-5 0,0-3 0 0,0 4-1 16,-3-7-1-16,1 3 2 0,-2 2 1 0,-3-6 5 0,1 3-4 15,-2 3 4-15,2 0-11 0,-3-1 0 0,1 3 4 16,0-3-1-16,0 1 11 0,1 1-11 0,-1 3 6 16,-2 1-7-16,16 0 6 0,-18-4 6 0,-1 3-6 0,2-1 5 15,-1-2-8-15,-1 1 3 0,3-3-1 0,-3-1 3 16,0 0 1-16,-1-4 4 0,-3 4-3 0,0-1 1 15,-3 1-11-15,1 7-6 0,0-2-1 0,0 10-2 16,0 1-10-16,-1 6-50 0,-3 6-79 0</inkml:trace>
  <inkml:trace contextRef="#ctx0" brushRef="#br2" timeOffset="18653.55">13434 8973 133 0,'0'0'-41'0,"0"0"25"0,0 0-43 16,0-2 62-16,0 0 8 0,0 0-1 0,0 0-3 16,0 1 5-16,0-1-8 0,0 0 1 0,-2 0 11 15,0 0 2-15,0 0 5 0,0 0 23 0,-1-1-2 16,-1-1 1-16,-2 0-5 0,-7-1-13 0,-2-1 11 0,1 2-2 16,-5 3 2-16,0 1-22 0,-5 3 6 0,0 5-14 15,-2 5 11-15,0 3-15 0,0-8-1 0,-4 22 4 16,3 1-5-16,-3 4-2 0,-2 4 5 0,1 4-9 15,-3 4 6-15,-1 1-9 0,0 6 11 0,-2 3 1 0,3-1 2 16,3 1-11-16,1-3 3 0,0-5 1 0,6-1 1 16,2-5-1-16,5 1 1 0,2-3-2 0,2-2 4 15,4 2 1-15,-2 3-4 0,3 3-2 0,5-1 0 16,1 4 2-16,-22 0-2 0,14 4 9 0,10 2-7 16,10-2 0-16,1-2 0 0,6-2-7 0,3-7 6 15,-18-2 3-15,35-6-9 0,6 0 8 0,-1-5-9 0,1-4 8 16,2 2-8-16,-6-6 5 0,-2 2-5 0,-2-2 8 15,0 1-1-15,4-1-5 0,0-4 5 0,8 3-4 16,-3-6 8-16,6-2-3 0,8-4 5 0,7-5-4 0,2 25-11 16,2-17 6-16,-3-12-11 0,-6-4-12 0,-1-5 17 15,-3-6-8-15,-2-2 16 0,1-3 13 0,-1-1-5 16,4-1 2-16,1 0-4 0,4-3-3 0,4-1 0 16,-6 2 4-16,4-4-3 0,-5 4 5 0,-10 22 10 15,-2-29-8-15,-12-2 8 0,-3-3-15 0,-9-3 8 16,0 0 0-16,-3 2 3 0,-3-2 12 0,-1 2-6 15,0 0 2-15,-2-4-3 0,-4 0 6 0,-2-2 6 16,-2 1 0-16,-3 3 0 0,0-6-11 0,20 2 8 16,-13 1-4-16,-7-1 6 0,-6-5-6 0,-7-4-9 0,-6-8 0 15,-4-5-3-15,-5-5-1 0,-6-4-3 0,29 5 2 16,-46 6-1-16,-3 11 20 0,-11 13-17 0,-8 7-14 16,-5 16-11-16,-6 10-113 0</inkml:trace>
  <inkml:trace contextRef="#ctx0" brushRef="#br2" timeOffset="22564.39">11068 2721 256 0,'0'0'-70'16,"0"0"38"-16,0 0-18 0,-2 0 3 0,0 0 55 0,1 2 0 16,-1 0-13-16,0 0 6 0,0 0-10 0,0 1-2 15,0 1 15-15,0 0 0 0,1 0 11 0,-1-1 35 0,2 1-10 16,0 0 5-16,0-2-9 0,2 1-9 0,-1 1 1 15,3-2-3-15,9 5 3 0,13 4 7 0,2-3-19 16,0-3 0-16,5 1-8 0,1-2 1 0,-1-1 8 16,4-1-6-16,-7 0 5 0,3 0-8 0,1 0 1 15,-6-2 1-15,1 0-3 0,-4 0-12 0,-3 0 7 16,-4 0 2-16,-1 0 2 0,-4 0 4 0,-2 0-2 16,-1 0-6-16,-7 0 2 0,3 0-4 0,-2 0 0 15,-1 0 3-15,1 0-3 0,0 0 0 0,-1 0-14 16,1 0-14-16,0 0-19 0,-2 0-210 0</inkml:trace>
  <inkml:trace contextRef="#ctx0" brushRef="#br2" timeOffset="22780.62">10975 3094 462 0,'0'0'23'0,"0"-1"-6"16,0-1 1-16,0 0 11 0,0 0-18 15,0 0-7-15,0 0-10 0,0 0 4 0,0 1-6 16,0-1 11-16,0 2-14 0,2 0 2 0,0 0-6 0,0 0 16 16,2 0-4-16,18 2 7 0,8-1-5 0,5 1 8 0,9 0-1 15,5 2-4-15,5 0 3 0,-2-4-6 0,0 0 5 16,0-2-7-16,0-2 5 0,1 0-11 0,1 2-11 16,-2 2 7-16</inkml:trace>
  <inkml:trace contextRef="#ctx0" brushRef="#br2" timeOffset="25968.12">12242 2703 256 0,'0'0'-40'0,"0"0"25"0,-2 0-1 0,0 0 2 0,0 0 34 16,0 0-1-16,0 0-17 0,1 0 2 0,-1 0-5 16,0 0 2-16,0 0 20 0,0 0 7 0,0 0 4 15,0 0 30-15,-1 0 15 0,-1 0-8 0,0 0 9 16,1 0-16-16,-1 0 6 0,0 0-9 0,2 0 5 15,0 0-40-15,1 0-10 0,-1 0 1 0,2 0-4 16,2 0-4-16,-1 0 0 0,3 0-1 0,11-2 0 0,11-2 4 16,-2 0-2-16,2 1 3 0,-2-1-3 0,2 0 5 15,0 1-5-15,-2-1 7 0,2 0-5 0,-3 0 12 16,-3 1-10-16,0-1-1 0,1 2-2 0,-4 0 3 16,-3 0-1-16,-1 1-6 0,-3-1 2 0,-1 0-3 0,-3 2-10 15,-5 0 5-15,1 0-8 0,2-2 3 0,0 0-70 16,-1 2-11-16,-1 0-29 0,0-2-123 0</inkml:trace>
  <inkml:trace contextRef="#ctx0" brushRef="#br2" timeOffset="26688.79">13261 2437 335 0,'0'0'6'0,"0"0"4"16,0-2-6-16,0 2-9 0,0 0-10 0,0 0-2 15,0 0-44-15,0 0 7 0,2 0 5 0,0 0 6 0,0 0 44 16,-1-2 50-16,1 1 7 0,2-1 14 0,0-2 28 0,3-7-7 15,6-10 0-15,-2 1-3 0,2-6-16 0,-2 2-19 16,2-2-12-16,-1-2 0 0,-3 4-28 0,2-2 4 16,-4 4-1-16,1 3-1 0,1-1-16 0,0 1 0 15,-1 2 1-15,-1-1 2 0,1 3 5 0,-5 6-10 16,3-1 5-16,-6 9-6 0,4-3 4 0,-1 0 6 16,1 0-8-16,0 1 8 0,0-1-7 0,-3 0-4 15,1 2 0-15,0 1-2 0,0-1 7 0,0 2-3 0,0 0 1 16,0 0-3-16,-1 2 9 0,1-1-8 15,0 3 2-15,2 9-5 0,1 11 10 0,-3-1-8 0,-2 3 4 16,-2-2-5-16,1 4 10 0,-1-4-3 0,0-2 3 16,2-2-4-16,0-3-6 0,0 0 5 0,0 1-4 15,0-3 3-15,0 0-3 0,0 2 6 0,0-2-1 0,0-1 4 16,0 3-6-16,0-2 0 0,0 0 0 0,0 0-2 16,0-2 6-16,0 2 0 0,0-2-1 0,-2 0 0 15,0 0-4-15,-2 0 7 0,1-2-4 0,-3 0 7 16,-1 0-3-16,5-2-7 0,-19 1 3 0,1 1-3 15,0-2 8-15,-1-2-5 0,-3-1 8 0,-2 1-8 16,2-3 2-16,2 4 5 0,-1-5-9 0,1-1 10 0,3 0 1 16,3 9-9-16,-1-2 2 0,4-3-4 0,0 0 8 0,4-3 4 15,-1-1-2-15,3 0 2 0,3-2-4 16,1 0 3-16,1 0-3 0,0 0 2 0,0 0-11 16,-2 2 5-16,1-2 7 0,1 0-2 0,0 0 0 0,0 0-6 15,2 0-3-15,0 0 1 0,2 0 0 0,0 0 1 16,0 0 0-16,18 0 0 0,4 0 2 0,0 0-2 15,2 0 1-15,4-2-2 0,0 0 3 0,1 0 1 16,3 0 7-16,1 1-4 0,6-3 1 0,2 2-3 16,-3 0-1-16,-1 2 1 0,-2-2 0 0,-5 2-3 15,0 0-3-15,-3 0 2 0,-3 0 0 0,-2 0 0 16,-3 0 0-16,-4 0 0 0,-4 0 0 0,1 0-5 0,-4 0 4 16,-3 0-4-16,1 0-4 0,-7 0-4 0,3 0-9 15,0 0 0-15,-2 0-52 0,0 0-42 0,-1 0-5 0,-1 0-12 16,0 0-39-16,-1 0-37 0,-3 0 26 0</inkml:trace>
  <inkml:trace contextRef="#ctx0" brushRef="#br2" timeOffset="27076.16">12819 3178 525 0,'-2'-2'73'0,"-1"0"106"0,-16-11-133 0,0 0-31 16,1 2-8-16,-1 4-3 0,1 1-7 0,1 2 1 15,2 3 1-15,4 1 0 0,0 0 4 0,3 0 1 16,3 0-5-16,1 0 2 0,2 0-7 0,-1 1-1 16,-1 1 6-16,2 0-4 0,0 0 19 0,2 0 6 15,0 0-4-15,2 0 4 0,2-2-2 0,12 1 0 0,20 1 2 16,-1 0-1-16,8-2 6 0,5-2-7 0,0-1 4 15,10-3-6-15,-1 0-2 0,3-1 2 0,3 0 1 16,6-1-1-16,5 3-2 0,9 1-2 0,7 2-7 16,2 2 4-16,1 0 1 0,-7 2-10 0,-5 0 7 15,-8 1-8-15,-6 1 2 0,-2 2-1 0,-2-1-2 0,-6 3 1 16,-1-1 2-16,-6-1 0 0,-5-1-1 0,-8-1 0 16,-4 0-6-16,-3-2 3 0,-8-1 1 0,0 1 0 15,-5 0-7-15,-6-2-2 0,-7 0-4 0,0 0 0 16,-2 0-23-16,-1 0-53 0,1 0-5 0,-2 0-20 15,-2 0-59-15</inkml:trace>
  <inkml:trace contextRef="#ctx0" brushRef="#br2" timeOffset="27387.42">13140 3468 709 0,'-2'-2'89'0,"2"0"170"0,-7-17-224 0,3 8-24 16,2 4-2-16,2 5-7 0,-1-2-10 0,1 1 1 16,0-1-2-16,0 2 4 0,0 0 1 0,0 0-8 0,0 2 5 15,0 0-6-15,-2 0 13 0,0 2-3 0,0 2 5 16,-7 16-3-16,-4 14 3 0,0 7-2 16,0-3 1-16,0 7-1 0,0 1-3 0,0 1 4 0,0 1-1 15,2-5 4-15,-1-2 5 0,3-6-10 0,2-7 1 0,-1-4-5 16,1-2 5-16,3-5 10 0,0 0 0 0,3-2 5 15,-1-2-6-15,0 0-2 0,2-2-5 0,0 0 3 16,0-2-5-16,0 0 5 0,0-1-3 0,0 1 0 16,0-1-27-16,0-1-24 0,0-1-17 0,0-1-6 15,0-1-78-15,0-2-18 0,2 1-5 0,0 1 4 16,-1 0 42-16</inkml:trace>
  <inkml:trace contextRef="#ctx0" brushRef="#br2" timeOffset="27953.71">12919 3917 105 0,'0'-2'20'0,"0"0"-2"0,0-1 27 16,0-20 2-16,-1-5 1 0,1 2 8 0,0-3 5 16,0 1 2-16,0-2 0 0,0-1-15 0,0 1 1 15,1 4 4-15,1 2 1 0,2 1 6 0,-2 3-8 16,1 3-12-16,1-1 6 0,0 3-22 0,0 2-13 16,1 0 2-16,1 2-4 0,-1 2 6 0,3-1-16 15,12 1 10-15,-1 0-11 0,3-1 11 0,2 3-6 0,2 0-1 16,0 3 0-16,4-2 5 0,-2 3-7 0,1-1 1 15,3 2-3-15,0 0 9 0,-1-16-3 0,1 5 1 16,-1 5-3-16,3 3 1 0,-5 3 0 0,-1 2-6 16,-7 2 3-16,-8-1-5 0,-4 1 9 0,-2 0 12 15,3 2-5-15,1 3 13 0,-6-3-9 0,3-2-6 0,-4 13 0 16,5-2-12-16,0 2 9 0,-1-1-1 16,-3 1 4-16,-1-2-7 0,-2 2-1 0,-1 0-1 0,-1 2 0 15,0-1-9-15,-1 1 5 0,-5-2 0 0,-3 2 4 16,1-4 10-16,-3 1-5 0,-11 1-3 0,-6-2 0 15,-2 2-7-15,1-6 6 0,-3 3-1 0,-1-5 2 16,3 2-1-16,-2 1 0 0,-1-3 1 0,1 2-2 0,3-5-1 16,-1 2 11-16,2-3-8 0,6 3 8 0,-2-1-14 0,3-1 8 15,1 11-4-15,-2-4 4 0,5-5-9 0,4-4 10 16,-2 1-4-16,4-1 6 0,-2 0-6 0,4-2-1 16,-1 0 5-16,5 0-5 0,1 0-2 0,0 0 3 15,1 0 0-15,-1 0 2 0,2 0 10 0,0 2-11 16,0 0 8-16,1 0-9 0,-1-1 8 0,2 1 8 15,2 0-6-15,-1 0 5 0,3 0-19 0,5 3 5 16,12 8-3-16,3 0 5 0,0-1 7 0,-2-3-10 16,1-2 8-16,-1 1-9 0,2-1 6 0,2-1-6 15,-2-1 1-15,2 1-2 0,-4-2 2 0,1-1 0 0,1 3-2 16,-4-2 0-16,1 1-2 0,-1 1 3 0,-3-1 4 16,1 1-1-16,1-2-1 0,-2-1 0 0,1 1-2 15,-5-2 0-15,-2 2-10 0,1-3-1 0,-3 1-10 0,4 2 4 16,2 0-19-16,-6-2-57 0,6 1 8 15,-11-3-28-15,1 2-19 0,4 2-60 0,-5-2-8 0</inkml:trace>
  <inkml:trace contextRef="#ctx0" brushRef="#br2" timeOffset="28404.49">14102 3644 642 0,'0'-2'39'0,"-2"-2"64"0,0-1-75 0,-1-4-11 15,-1-1-6-15,2 7 0 0,2 1-7 0,-4-2-6 16,1 0 5-16,-1 2-5 0,0 1 7 0,1 1-9 16,-7 0 4-16,1 0-5 0,-2 1 14 0,2 3-9 15,-1 2 0-15,1-1-4 0,2 1 3 0,-1 9 3 16,-1 0 3-16,1-2 0 0,3 0-9 0,-3-4 8 0,3 0 0 15,1 4 4-15,-3-5-4 0,5 1 5 0,-2-4 5 16,2-1 3-16,-3 4 20 0,-1 1-16 0,-1 4 2 16,3-2-7-16,0 4-9 0,2 2-1 0,2 1-4 0,0 6 3 15,2 0-4-15,2 4 6 0,0-2-6 0,1 2 4 16,1 0-11-16,-1 2 4 0,-1 1 0 0,0 1 2 16,0 3 3-16,-1 2-1 0,-1 2-2 0,-2 0-1 15,0 0 1-15,0 2-3 0,0-4 6 0,-2 4-5 16,0-2 7-16,1-4-4 0,-3-1 3 0,0-6-4 15,0-4 6-15,1-2 0 0,-3-3 1 0,1-3 0 0,-3 5-1 16,3-6 2-16,-3 1-3 0,3-5 4 0,-1-1 1 16,0-1-8-16,5-2 7 0,-12 1-6 0,1-3 7 15,-1-3-6-15,4 0 0 0,2 0 0 0,1 2-6 16,2-1-2-16,1-1-30 0,-1 0 10 0,0-2-107 0,1 0-44 16,-1-2-10-16</inkml:trace>
  <inkml:trace contextRef="#ctx0" brushRef="#br2" timeOffset="28627.21">13530 4145 194 0,'0'0'42'0,"-2"-1"58"0,2-1-44 0,0 0-19 0,0 0 2 16,0 0-5-16,2 0 12 0,0 0-6 0,0 1 8 15,0 1-4-15,15-10 39 0,1 1 9 0,6-2-7 16,0 2 3-16,8-3-24 0,5 3-14 0,2 2 3 0,0-1-9 15,6 1-10-15,-1-1-16 0,4 3-1 0,6-1-6 16,2 1-7-16,5 1-2 0,8 2-3 0,3-2 0 16,3 1-15-16,3-1-26 0,-6-2-33 0,-7-1-38 15,0 1-508-15</inkml:trace>
  <inkml:trace contextRef="#ctx0" brushRef="#br2" timeOffset="42688.59">15296 3163 1 0,'0'0'0'0,"0"0"1"16,0 0-1-16,0 0 1 0</inkml:trace>
  <inkml:trace contextRef="#ctx0" brushRef="#br2" timeOffset="42888.61">15303 3189 9 0,'0'0'2'0,"0"0"-2"0,0 2 6 16,0 0 8-16,0 0-6 0,-1 0 6 0,-1 1-7 16,0 1 1-16,2-2 4 0,-4 9-3 0,-1 2-4 0,-3 0 19 15,1 2-10-15,-4 2 14 0,-4 5 3 0,0 2-9 16,11 4 9-16,-20 5-12 0,-4 8-7 0,-7 7 11 16,-2 8-5-16,1 7 6 0,-3 6-18 0,0 1 7 15,0-1-13-15,2-8 10 0,-2-5-15 0,4-8 11 16,4-3 0-16,1-4 3 0,4-2-9 0,5-2 4 15,3-4-1-15,3-3 4 0,0-2 7 0,6-6 17 16,-4-1-9-16,5-3 9 0,1-5-11 0,0 0-9 16,3-2 6-16,-2-7-6 0,1 2 14 0,1-5-2 0,0 1 4 15,1 2-5-15,-1-2-1 0,0 0-26 0,2 0-9 16,0-1-14-16,1-1-96 0</inkml:trace>
  <inkml:trace contextRef="#ctx0" brushRef="#br2" timeOffset="43264.15">15548 3295 400 0,'0'-2'35'0,"0"0"45"0,2 0-51 15,0-1-13-15,0-1-5 0,0 0 0 0,0 1-10 16,0-1 1-16,-1 2-2 0,1 0 2 0,0 0 2 0,0 0-11 15,0 1 3-15,0-1-6 0,0 0 12 0,-1 2 0 16,1 0 9-16,0 0-6 0,0 0 13 0,0 0 8 16,0 2-4-16,0 0 7 0,-1-1 8 0,-1 1-7 15,0 2 3-15,0 7-6 0,-3 11-9 0,-5 4-7 16,-5 4-4-16,-3 5 1 0,-3 4-5 0,-5 10-4 16,22-3 1-16,-28 12-1 0,-3 3 1 0,-2 0 3 15,-2 8-1-15,-6-13 3 0,0-6-4 0,2-4 4 16,0-5-1-16,-1-2 1 0,1-4-1 0,2 2-6 0,2 1 5 15,7-5-4-15,2 2 2 0,6-5 1 0,3 0-3 16,6-3 3-16,2-4 7 0,0-1-9 0,4-3 6 0,1-1-6 16,2-3 2-16,2-4-3 0,-1 2 1 0,-7 0-2 15,5-4-2-15,-3 4-4 0,5-3-15 0,1-1 5 16,0 0-60-16</inkml:trace>
  <inkml:trace contextRef="#ctx0" brushRef="#br2" timeOffset="44687.9">8365 12980 53 0,'0'0'0'0,"0"0"3"16,0 0 24-16,0 0-12 0,0 0-3 0,0 0-11 0,0 0 2 15,0 0 4-15,0 0 14 0,0 0-7 0,0 2 32 16,0-1-10-16,-2 1 5 0,0 2-6 0,2 0 5 0,-9 12 10 15,-2 3-10-15,-4 5 11 0,-4 4-14 0,17 9-18 16,-16 4 7-16,-6 7-13 0,1 8-4 0,-6 5 0 16,-5 8-6-16,3 3 6 0,-5 1-3 0,10-1-8 15,-3-3 5-15,5-8-7 0,1-9 4 0,3-7 8 16,3-8-6-16,0-2 7 0,3-3-7 0,1-3 3 16,0-1 1-16,1-4-1 0,5-3-8 0,1 1 7 15,1-7 0-15,3-2 4 0,0-2-8 0,-3-4-4 0,-1 3-11 16,4-7 2-16,0 3-41 0,2-4-77 0</inkml:trace>
  <inkml:trace contextRef="#ctx0" brushRef="#br2" timeOffset="45059.68">8719 12972 457 0,'0'0'13'0,"0"-2"33"0,0 1-33 0,0-1-7 16,0 0 1-16,-1 0-5 0,-1 0-10 0,2 0 4 16,0 0 3-16,0 2 0 0,0 0 5 0,0 0-1 15,0 0 1-15,-2 2 0 0,0 0 10 0,0 0-1 16,0 2 5-16,2-1-4 0,-5 14 8 0,-3 2 4 15,1-1-2-15,-2 3 2 0,-1 3-12 0,-1 4 6 16,-2 3-12-16,-2 6 11 0,-3 8-8 0,-5 9-9 0,-1 3 13 16,-2 12-13-16,-2 3 8 0,27 6 2 0,-35 2-10 15,-3-4 7-15,-9-5-7 0,2-10 11 16,-6-5-6-16,5-6 5 0,3 0-9 0,7-7 16 0,5-4 13 16,6-6-3-16,9-5 8 0,2 0-17 0,4-4-4 15,4-2-3-15,-2-3-12 0,3-6-2 0,2 0-6 16,-5-2-2-16,2 0-59 0,3-1-202 0</inkml:trace>
  <inkml:trace contextRef="#ctx0" brushRef="#br2" timeOffset="57424.92">11694 7235 65 0,'0'0'0'0,"0"0"3"0,0 0 35 0,0 0-8 0,0 0 3 16,0 0-11-16,0-2-1 0,0 0 21 0,0 0-4 16,0 1 7-16,0-1-12 0,0 0-7 0,0 0 0 0,0 0-3 15,0 0-8-15,0 0 8 0,0 1-5 0,0-1 6 16,0-2-12-16,0 0 8 0,0 1-3 0,0-1 3 16,2 2-16-16,-2 0-2 0,2 0 3 0,-2 0 0 15,1 1 15-15,-1-1 0 0,0 0-8 0,0 0 5 16,0 0 5-16,0 0-11 0,0 0 7 0,0 1-11 15,0-1-6-15,2 2 10 0,-2 0-5 0,2 0 6 16,-2 0-8-16,2 0-5 0,0 0 4 0,0 0-4 0,0 2 1 16,-1-1 3-16,1 1-4 0,0 0 4 0,0 0 2 15,0 2 0-15,0-1-4 0,-2 1 2 0,3 7-3 16,1 0 13-16,0 2-2 0,0 4 6 0,-1 0-7 0,1 0 4 16,-2 1-1-16,-2 1 0 0,0 1-15 0,0 0 5 15,0 1 3-15,-2 1 1 0,-2 0-4 0,-1 1 4 16,-1-1-6-16,1-2 5 0,-1 1-11 0,2-4 5 15,1-1-1-15,-1-1 4 0,2-2-1 0,0-2 1 16,0-1 0-16,0-3 1 0,1-1 9 0,-1-1-8 16,0 1 5-16,2-4-7 0,0 1 1 0,0-1 3 0,-2 2 0 15,0 0 3-15,0-1 10 0,0-1 6 0,1 0-1 16,-1 0 1-16,0-2-19 0,0 0-5 0,0-2 4 16,0 0-4-16,0-2 5 0,1-3-5 0,-1-12-3 15,0-1 1-15,2 0 0 0,0-1 1 0,0 1 1 16,2-1 1-16,0 1 0 0,1-2-5 0,1 1 2 15,0 1-3-15,1-3 10 0,1 5-9 0,-1-4 2 0,3-1-4 16,-3 5 2-16,3-4 2 0,-1 3-3 0,-1 2 3 16,1-5 0-16,1 3-1 0,-1-1 2 0,1 0-2 15,-3 3 6-15,-1 4-5 0,0 2 6 0,-1 1-6 16,3-1 7-16,-1 0-9 0,-1 4 3 0,4-4-2 16,-5 5 8-16,-1 2-9 0,9-1-1 0,2-5-2 0,-2 3 1 15,-3 3 6-15,1-1-2 0,2-1 2 0,0 2-10 16,1 4 9-16,-5 0 3 0,2 0 3 0,-3 0 5 0,-2 0-6 15,-1 2-2-15,1 0 0 0,3 0 2 0,-1 9 1 16,1 6 1-16,-5-4-1 0,8 0-4 0,-3 0 2 16,0 0-1-16,-1 0 3 0,0 0 7 0,-1 0-7 15,-1-2-1-15,0 0-2 0,-3-2 5 0,-1 3-8 16,0-1 6-16,-3 2-7 0,-1-2 8 0,-2 0-2 16,-1-2 0-16,1 2-2 0,-10-3-4 0,-3-1 4 15,-3 1-2-15,-2-1 3 0,3 1-1 0,5-3-3 16,-1 1 3-16,4-3-3 0,0 1 10 0,2 0-13 15,1 0 3-15,1 3-4 0,2-1 8 0,1-3-6 0,2-1 2 16,1 0-4-16,1-2 10 0,0 0-6 0,0 0-1 16,-2 4-3-16,1-1-1 0,-1 1 5 0,2 0 3 15,0-1 0-15,0 1-4 0,1 0-4 0,-1 0 4 0,0-1-4 16,0 1 5-16,2 0-1 0,0-2-5 0,0 3 2 16,0 3-9-16,0-3 12 0,2 3-1 0,0-3 3 15,1 3-7-15,1-1 2 0,0-1 3 0,0-1 0 16,1 3 1-16,6-3-1 0,2 1 0 0,0 1 0 15,-2 1-4-15,2-1 4 0,-1 0-1 0,-3 1 3 16,-2-1 3-16,1-1-8 0,-5 1 5 0,1-1-4 16,-2-2 4-16,0-1-1 0,0 1-7 0,0 2 4 0,-1-3-7 15,-1-1-6-15,0 0 8 0,0 0-10 0,2 2-13 16,-2-3-68-16,2 3 1 0,2 0-26 0,0 0-47 0,-1-1-81 16</inkml:trace>
  <inkml:trace contextRef="#ctx0" brushRef="#br2" timeOffset="57892.84">12171 7480 623 0,'0'0'19'0,"0"-2"1"0,0 0 1 0,0 0 1 16,0 1-7-16,0-3 0 0,0 0-12 0,0 0 1 0,0 1-3 15,0 1 3-15,0 0-9 0,0 0 5 0,0 0-4 16,0 0 10-16,0 1 7 0,0-1-6 0,0 0 8 16,0 0 5-16,0 0 6 0,-2 0 5 0,0 0-1 15,1 1 15-15,-1-1-12 0,0 0 5 0,0 0-8 16,0 2-1-16,0 0-13 0,0 0-1 0,1 0-5 16,-1 0-8-16,-2 0 3 0,0 2-4 0,2 0 3 0,-1 1-4 15,-1 1 0-15,-5 7 2 0,-1 8 1 0,3 1 1 16,1 1-6-16,3 3 2 0,-1-2-1 0,2 0 1 15,0 1 2-15,0-3-1 0,1 4 1 0,-14-1-2 16,4 1-2-16,3 2-1 0,6-2 0 0,2-2 6 0,0 0 3 16,0-1-2-16,0-1 1 0,0 4-5 0,0 1-1 15,2-1 2-15,-2-2-1 0,2-2 2 0,-2-3 2 16,2 2-4-16,-2-3 1 0,0-3-6 0,0 2 6 16,0-4 0-16,-2 0 3 0,0 2 4 0,0-1-3 15,-1-3 5-15,1-4-5 0,0 1 7 0,2-4-7 16,-4 2 5-16,-7-3-6 0,-4 1 4 0,6 6-5 0,3-5-1 15,3-1 0-15,-3 2-9 0,2-2 11 0,1 0-9 16,-1 0 9-16,0-1-9 0,0 1 2 0,1 0-2 16,-1 0 1-16,-2-2-10 0,-3 0-9 0,2 0 10 15,-1 0-9-15,-1 0 7 0,0 0-28 0,1 0-3 0,-1-2-9 16,5 2-28-16,-1-2-62 0,-1-1-18 0</inkml:trace>
  <inkml:trace contextRef="#ctx0" brushRef="#br2" timeOffset="58128.37">11889 7868 747 0,'0'-2'35'0,"-2"0"53"0,0 1-73 0,0-3 0 15,0 0-9-15,1 0 5 0,-1 3-17 0,0-1-4 16,2 0 4-16,0 0-2 0,2 0 8 0,0 0 5 15,1 0-3-15,7-1 5 0,16-5-4 0,3 3 14 16,5-3-5-16,-5 1 8 0,1 1-2 0,11-3-11 16,-6 0 5-16,8-2-7 0,0-1-1 0,-6 5-28 15,9-2-25-15,-3 1-7 0,0 1-128 0</inkml:trace>
  <inkml:trace contextRef="#ctx0" brushRef="#br2" timeOffset="81461.88">28767 4953 48 0,'0'0'0'0,"0"-2"6"0,0 0 56 0,0 0-18 15,0 1 7-15,0-1-29 0,-2 0 1 0,0 0-13 16,0 0 5-16,0 0-6 0,0 0-3 0,0 1 5 16,1-1-12-16,-1 0 8 0,0 0-10 0,0 0 11 15,0 0 2-15,0 2 3 0,0 0 5 0,1 0-3 0,-1 0 1 16,0 2-3-16,0 0-5 0,-2 0 0 0,4 0-8 16,-2 18 4-16,-7 2-7 0,2 3 8 0,-3 1-1 15,1 1 1-15,0 3-8 0,0 2 2 0,-1 5 7 0,-1 0-4 16,-2 8 2-16,2-1 6 0,-2 3-3 0,0-1 6 15,0-5-2-15,2 1 0 0,-2-6 0 0,2-1 0 16,-2-2-11-16,2-5 12 0,1 2-11 0,1-8 12 16,3 1-10-16,1-5 8 0,-1 1 7 0,3-4-3 15,-3-1-2-15,2 1 10 0,-1-4-12 0,1 2 12 16,0-3-22-16,1-1 10 0,-1-2-9 0,0-3 8 0,2 2 0 16,0-4-1-16,1-2 15 0,-3 3-10 0,0 1 14 15,0 0 3-15,1-2-2 0,1-1 2 0,0 1-6 16,0-2-3-16,0 0-8 0,2-2 4 0,0 1-15 0,0-3-2 15,2-5 2-15,4-12-1 0,1 1-6 0,2-3 4 16,3-1-4-16,1-2 5 0,1-3 3 0,-1-5-4 16,2-5 5-16,0-4-5 0,0-7 0 0,0-5 3 15,-2-1-3-15,-2-2 2 0,0 8-4 0,0 2 2 16,0 0-3-16,1 5 3 0,-3 0-2 0,0 8-1 16,-1 2 5-16,-1 5-4 0,2 0 3 0,-1 6 7 15,-1-1-11-15,-1 5 8 0,-1 3-12 0,1 0 6 16,-1 4 1-16,-1 2 1 0,0 1 5 0,3-1-9 0,-5 5 5 15,9-1-6-15,2-1 4 0,10 4 0 0,-1-3-2 16,0-3 2-16,-2 5-3 0,1-1 2 0,-4 2 0 16,-3-9 0-16,9 2-2 0,-8 5 4 0,1 4-3 0,-1 0 2 15,-4 0-6-15,-3 0 3 0,3 4 1 0,-7-3 0 16,-1 1 2-16,1 0-1 0,2 6 1 0,5 8 0 16,-6-1-4-16,-1 0 7 0,-2 2-7 0,-2-3 7 15,-2 3-4-15,-2 0 2 0,-1 0 1 0,-3 3-2 16,1 0-5-16,-1-1 4 0,-1 1 3 0,-2 1-1 15,0-3-1-15,0 1 1 0,-2 3 0 0,2-1 2 16,-4-1-3-16,7 1 2 0,-14 1-3 0,3 0 5 16,-5 0-4-16,2 1 7 0,-2-3-3 0,-4-1 3 0,6-1-5 15,-4 1-2-15,0 1-2 0,2-1 1 0,0-4 5 16,3-6-3-16,1 4 8 0,3-2-8 0,4 0-1 16,4 2 6-16,-1-9-7 0,3-2 6 0,1 3-11 0,5-3 8 15,-1 0 0-15,-2 2 4 0,0 0-7 0,1-1 2 16,1 1-3-16,0 0 3 0,0-1-4 0,2 1 7 15,0 0 1-15,0-1 2 0,2 1-10 0,0 0 2 16,0 0-5-16,1-1 6 0,3 1 2 0,7 9-1 16,0-2-2-16,0 6-1 0,-2-2-1 0,2 0 3 15,-2 1 3-15,2 1-1 0,0 0 0 0,0-2-1 0,0-1 0 16,4-2 1-16,-4-1 2 0,4 0 0 0,-3-4-4 16,1 1 1-16,0-1-7 0,4-1 10 0,3-1 2 15,-2 1 2-15,-3-2-13 0,-4-1 6 0,-2-1-1 16,2 2 3-16,9-2-7 0,-1 0 2 0,-3-1-1 0,-1 1 1 15,-2 9-6-15,2-1-70 0,-4-5-10 16,-4-1-29-16,4 0-117 0</inkml:trace>
  <inkml:trace contextRef="#ctx0" brushRef="#br2" timeOffset="81994.16">29693 5215 978 0,'-2'-6'20'0,"-9"-29"38"0,2 7-47 0,1 8-3 16,3 7-8-16,1 5 4 0,2 3-9 0,0 1-1 16,-1 0 5-16,-5 1-4 0,-5-3 3 0,-2 2-8 15,0 4 2-15,1 0-3 0,-5 4 10 0,2 2-3 16,2 1 5-16,-1 4-1 0,1 0 7 0,2-7-10 0,0 9 3 15,2 2-5-15,1 0 6 0,1-2 2 0,4-2-4 16,-1 2 3-16,2 2-7 0,3 1 5 0,-3 7 1 16,0-3 1-16,2 1-1 0,-14 3 3 0,4-2-3 0,3 8 3 15,4 1-12-15,1-3 6 0,0 5-1 0,2 1 3 16,0-4 8-16,2 3-8 0,0 0 4 0,0-1-7 16,0 1 3-16,0 1-3 0,0 1 0 0,0 0 0 15,0 1 11-15,2-1-5 0,0 0 0 0,2 1-3 16,1 3-8-16,-1-8 7 0,2 4-2 0,-1-1 4 15,-1-6 1-15,0 3 5 0,-1-5-1 0,-1-4 1 0,0 3-7 16,0-9 1-16,0 3 2 0,-2-1 1 0,0-3 6 16,0 2-7-16,0-4 5 0,-2 0-3 0,0-6 21 15,0 1-6-15,0-4 4 0,1-1-4 0,-1 1 8 0,-9 5-17 16,-1-1 7-16,-1-3-10 0,2 1 5 0,2-2 0 16,-2-3-5-16,0 1 3 0,1-2-10 0,-1 0 8 15,0 0-8-15,4 0 6 0,-1-2-10 0,3 1 3 16,-1-3 1-16,4 0 1 0,0-11-5 0,-11-3-59 15,4 1-4-15,0-5-21 0,1-4-27 0,5-2 6 16,3 2-14-16,0-6-5 0,3 4-135 0</inkml:trace>
  <inkml:trace contextRef="#ctx0" brushRef="#br2" timeOffset="82176.7">29173 5824 504 0,'0'0'96'0,"0"-2"-4"0,-2 0 9 0,0-2-4 0,1 1-29 16,-1-1-24-16,2 2-15 0,-4-3 1 0,2 1-5 16,2 2 0-16,0 0-20 0,0 0 10 0,0 0-11 15,0 1 19-15,0-3-8 0,0 0-5 0,2 0 2 16,7-3 7-16,25 0-12 0,3-1 13 0,6-1-12 0,3 0 13 16,8-1-14-16,0 5-2 0,9-3-4 0,0 5-11 15,2-27-19-15,0 15-21 0,-8 9-11 16,-3 5-193-16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10:50.9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22242 13139 77 0,'-2'0'0'0,"0"0"6"0,0 0 73 0,1 0-13 16,-1 0 3-16,0 0-26 0,0 0-10 0,0 0-13 15,0 0-1-15,0 0-2 0,1 2-2 0,-1 0-5 16,2 0-2-16,0 0-1 0,0 0-3 0,0 1-1 0,0 1 4 16,-6 16-4-16,1-1 5 0,-3 5-6 0,1 0 5 15,-3 0-5-15,3 2 11 0,-2 2 0 0,1-2 2 16,3 0 0-16,-1 0 12 0,2-5-9 0,3-5 3 15,1-3-6-15,0-1-6 0,0-5 14 0,1 0-7 0,1-3 9 16,-2-2-8-16,17 9 0 0,2-2-2 0,5-3 2 16,0-6-9-16,6-4 2 0,3-5-1 0,4-6 0 15,2-2-10-15,6-7 5 0,3 19-1 0,8-27 5 16,9-1-1-16,7-3 1 0,10 1 0 0,-4-2 2 16,0 0 9-16,-8 3-12 0,-5 1 2 0,2 1-6 15,-4 3-4-15,-3 3-21 0,3-2-2 0,-2 0-8 16,0 4-39-16,2 2-188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55:41.8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24030 11890 72 0,'0'0'0'0,"0"0"37"16,0-2 13-16,0 0 17 0,0 0 8 0,0 0-33 0,0-1-8 15,0-1 2-15,0 0-9 0,0 0 10 0,0-3 3 16,0 3-11-16,0 1-1 0,0-1-5 0,-2 0-5 16,0 0 0-16,0 3 10 0,1-1-7 0,-3 0 6 0,-5 0 10 15,-6 0-9-15,0 2 10 0,-2 0 0 0,0 4-4 16,-1 1 3-16,-1 5-6 0,1 1-2 0,3-2-7 15,0 2-3-15,0-9-2 0,2 13-8 0,0 0-3 16,2-2 5-16,0 2-4 0,2-4 0 0,3 2 0 16,-1 0-6-16,3 0 5 0,-4-4-6 0,5 4-4 15,-1-4 4-15,2 3-3 0,-7 1 8 0,3-2-3 16,1 7-6-16,5-3 0 0,0-2-5 0,2 2-3 0,1-2 9 16,3 0-8-16,1 0 0 0,1-2 1 0,-5 0-3 15,18-1 4-15,1 1 6 0,-3-2-4 0,1 0 4 16,-1 1-5-16,-1-1-2 0,1-2 8 0,-1 3-5 15,1-1 8-15,-4 2 5 0,0 0-6 0,-4 0 1 16,0 0-3-16,0 4 2 0,0 0-2 0,-1 2 7 0,-3-2-6 16,-1 0 0-16,-3-4 1 0,1 0 0 0,5 2 3 15,-3-4 15-15,-1 0-3 0,-1 1 2 0,-2-1-2 16,-2 0 6-16,0-1-12 0,-4 1 7 0,1-2-9 16,-1 3 7-16,-17-5-3 0,1 1-4 0,-2-3 3 15,1 1-3-15,3-2 0 0,-1 0 0 0,1 0 0 16,-3 13-5-16,4-6 4 0,3-4-6 0,1-1 6 0,1-2-5 15,1 0-16-15,0-2 4 0,4 0-12 0,-1 0-25 0,5 0-61 16,-1 0-19-16,0 0-18 0,0-2-104 16</inkml:trace>
  <inkml:trace contextRef="#ctx0" brushRef="#br0" timeOffset="687.47">24102 11899 185 0,'0'0'68'0,"0"-2"0"0,-1 0 11 0,-1 0-12 16,-2-1-11-16,0-1-5 0,-1 0 0 0,-6 2-2 16,-2-3-1-16,1 1-13 0,3 2-12 0,-4-7 7 15,0 2-11-15,0 1-9 0,0 4 4 0,-2 2-5 16,-3 2 6-16,-1 4-3 0,-3 5 2 0,0 4-3 0,-1-2 1 15,-1 13-7-15,7 5 6 0,1 1-2 0,3-3 2 16,0-1-7-16,5-4-4 0,5 2 3 0,1-1-3 16,-13-1 8-16,7-2-5 0,5 0 0 0,3 1-2 15,2-1-5-15,3 0-2 0,3-1-2 0,5 1 2 16,0-2-1-16,-6 3 1 0,13-1-1 0,-1-2 3 16,1 1 6-16,-5-3-5 0,0 3 4 0,-2-1-5 0,-2 0 6 15,-1 3 1-15,-1-1-3 0,-4 0 3 0,-1 1 3 16,7-7 2-16,-1 3 2 0,-5-1-2 0,-3-3 3 15,-2 4 14-15,-2-6 4 0,-2-4 3 0,-1 0 7 0,-8 1-6 16,-15-3 0-16,-4 2-1 0,1-5 2 0,-6 18-9 16,1-10 1-16,-3-7-4 0,-1-5 1 0,6-2-9 15,-1-1-2-15,9-3-2 0,6 0-10 0,1-1 0 16,6 1-7-16,6 3 3 0,3 1-36 0,0 0-55 16,0-2 8-16,1-1-24 0,-1-6-2 0,6-8-27 15,7-1-21-15</inkml:trace>
  <inkml:trace contextRef="#ctx0" brushRef="#br0" timeOffset="2140.65">24570 11760 1039 0,'-2'-2'14'0,"-1"-2"20"15,-10-5-34-15,-2 0 16 0,0 1-8 0,8 5 10 16,-1 1-18-16,3 0-5 0,-1 2-1 0,-1 0-1 16,3 0 7-16,-2 4-3 0,1 7 5 0,-1 24-4 0,-1 6 2 15,-1 1 0-15,3 10 0 0,-6 0 0 0,-1-3 6 0,1 1-3 16,2-2-4-16,0-5 1 0,-1 0-6 0,1-3 7 16,-2-2 5-16,2-3 0 0,1-2-4 0,1-1 7 15,5-2-7-15,0-8 9 0,0 2-3 0,-11-6-6 16,4-3 3-16,2 0-3 0,3-4 4 0,2-5 2 15,0 3-4-15,2-7 5 0,0 4-7 0,0-5 0 16,0 3 2-16,0 0-1 0,2 0 13 0,0-3-7 16,0 1 2-16,2-2-3 0,5 0 3 0,11-7-12 0,2-4 2 15,-1-2-4-15,-4 3 4 0,1-16 2 0,1-3-1 16,-1 1 1-16,-1 0-1 0,0 2-5 0,-2 2 6 16,3-2-4-16,-1 4 7 0,-4 3-4 0,2 1-3 15,-6 5 0-15,0 1 0 0,-1 5-4 0,-3 1 2 16,1 5-2-16,-1-3 6 0,1 0 7 0,1 0 7 0,-1 3 0 15,0 1 17-15,-5 0-17 0,1 0-4 0,0 7-3 16,17 21-8-16,-8 0 5 0,-6 1 1 0,-3 1 1 16,-2 0-1-16,0 0-6 0,0-6 0 0,0-4-1 15,0-3 1-15,0-1 1 0,0-3 5 0,0 0-2 16,0-5 4-16,0-3-12 0,0-1 0 0,0 0-5 16,2 0-10-16,0-1 5 0,0-1 0 0,2 0 4 0,3-2 8 15,15-4-7-15,2-5-5 0,2-6 0 0,2 11-6 16,4-25 3-16,-1-1 3 0,7 2-2 0,2 2 6 0,-1 0-6 15,0 2 7-15,-7 0-6 0,1-2 9 0,-7 2 7 16,0 3-4-16,-2-1 4 0,-7 2-1 0,2 3-2 16,-3 0 0-16,-3 8-1 0,-1 3 3 0,-7 5 1 15,-1-1 3-15,0-2 0 0,-1 0 12 0,1 2 0 16,0 1-2-16,-2-1 0 0,-1 2-5 0,1 0-9 16,0 2 10-16,-2 1-9 0,-2 12 8 0,-3 7-6 15,-3 3-2-15,1-5 0 0,-1 0 9 0,1-3-11 0,0-2 5 16,-1 0-7-16,1 0 11 0,1-4-4 0,1 2 0 15,1-4-1-15,2 2 0 0,2-1 1 0,0-1-2 16,0-4 0-16,0 1-13 0,2 0 0 0,0-3 0 16,-2-1 2-16,5 2 4 0,8 5 6 0,2-1-1 15,-2-5 3-15,2-1-1 0,4-2 0 0,-6 0 1 0,3-4-1 16,-1-1-2-16,-2-1 0 0,4-3 3 0,-2-2-1 16,1 7 4-16,1-14-3 0,-2-1-6 0,0 0 3 15,0 1 0-15,-4-1-1 0,0 1 7 0,0 1-5 16,0 0 5-16,-1 2-10 0,-1 2 4 0,-4 2-5 15,3 2 6-15,-6 5 0 0,1-1-1 0,1 1 0 16,0 0 0-16,0 1-6 0,-1 1 6 0,-1 0-1 16,0 0 21-16,0 0-2 0,0 2 3 0,0 0-4 0,-1 2-6 15,1 0-3-15,0 2-6 0,0 5 3 0,-2 9-3 16,0 1 2-16,0-2-4 0,-2-1 1 0,-2 1-5 0,3-2 5 16,-1 0 3-16,0-4 0 0,0 0-5 0,0-2 6 15,0 1-4-15,2-3 6 0,0-1-4 0,0-1-4 16,0-1 0-16,0-2-3 0,0 2 4 0,0-1-15 15,2 1 6-15,0 0-10 0,0-2 11 0,2-1 6 16,3-1 1-16,12 0 1 0,3-3-9 0,6-5 8 16,-4-1-1-16,7-4 3 0,5-2 1 0,-7 0-8 15,-1 0 1-15,-6 2-2 0,-1 0 7 0,1 12 3 16,-1-20-1-16,-3 4 3 0,-1-1-8 0,-6-3 2 0,6 5-3 16,-6-5 4-16,-2 8 0 0,-3 4 5 0,-4-2-5 15,-1 7 6-15,3 0-4 0,0 1 10 0,0-1 3 0,-3 2 0 16,1 0-3-16,0 0 2 0,0 2-6 15,0 2 5-15,-2 0-16 0,0 0 3 0,-2 22 0 0,-2-5 2 16,1 1 3-16,-1-3 2 0,-2 0-4 0,3-4 3 16,-1-2-5-16,2-2-5 0,2-2 6 0,0-1-4 15,0 0 7-15,0-5-12 0,0 1-2 0,0 0-3 16,2 2-1-16,2 0 8 0,5 1 0 0,11 3 2 0,4-7-4 16,-1-1 4-16,-1-3-5 0,0-3 5 0,1-1-12 15,-5-1 11-15,3-1-6 0,-5 2 8 0,1-1-2 16,-4 1 2-16,0-1 3 0,-4 3-3 0,2-1 1 15,-5 4-2-15,0 0 2 0,-1 1-2 0,-1 1 0 0,0 0 3 16,-1 0-3-16,1 0 3 0,0 0 6 0,-1 0-2 16,1 0 2-16,0 0-4 0,0 0-7 0,-1 0 3 15,1 0 1-15,2 1 1 0,-1 1 0 0,4 0 5 16,2 0-5-16,2 0 6 0,4-2-9 0,4-2-8 16,1-5 2-16,4-6-2 0,4-6 9 0,3 12-2 15,-1-23 1-15,-3 0-1 0,-3 0 5 0,-5-3-3 16,1-6 3-16,-2 0-3 0,1 0-3 0,-4-2-4 0,-3 2 2 15,-1 2-2-15,-3-4 3 0,-1 4 2 0,-3 0-2 16,14 4 2-16,-7 1 1 0,-6 2 8 0,-3 4-7 16,-2 4 6-16,-2 2-6 0,0 3 8 0,-2 4 6 15,-2 2 1-15,1 3 18 0,1 5-7 0,2 1 3 0,-2-2-7 16,0 0-14-16,0 2-6 0,0 1 2 0,1-1-2 16,-1 2-1-16,0 2 7 0,-2 1-6 0,2 27 9 15,-3 9-1-15,-1 4-2 0,2 1-2 0,-1 8 0 16,-1 0 2-16,3 2-5 0,1 2 4 0,-22-2-5 15,12-6 7-15,11-2-5 0,1-9 4 0,1-3-5 16,1-8-5-16,2-6-4 0,3-1-2 0,-3-10-1 0,0-1-24 16,-2-5-53-16,-2-1-2 0,11 6-19 15,0-3-21-15,2-1-104 0</inkml:trace>
  <inkml:trace contextRef="#ctx0" brushRef="#br0" timeOffset="2321.73">26587 11760 1222 0,'0'-2'50'0,"0"0"107"0,-2 0-155 0,2 0-26 15,0 1 4-15,0-1-10 0,4 0 14 0,29-11-12 16,19-4 1-16,11-1-6 0,4-1-8 0,0-5-271 0</inkml:trace>
  <inkml:trace contextRef="#ctx0" brushRef="#br0" timeOffset="16193.87">28958 11175 410 0,'0'0'0'0,"0"0"1"0,2-2 1 16,-1 0-3-16,1 0 4 0,0-1 22 0,13-16 1 16,18 1-5-16,8-5 0 0,-2-1-17 0,-2-4 10 0,-1 0-1 15,-5 4 2-15,1 0 2 0,-4 4-10 0,-2 1 9 16,-4 1-9-16,-2-1 15 0,-1 6 14 0,-4 0 2 16,-2 4 5-16,-6-1 11 0,-1 3 12 0,-4 1 1 15,0 5 2-15,-1-3-3 0,-1 2-18 0,0 0-19 16,0 0 2-16,2-1-52 0,-2-1 18 0,-2 2-1 0,1 0 4 15,-18 2-3-15,-16 8 8 0,-6 8-6 0,-4-14 6 16,-3 32-11-16,2 5 6 0,1-4 4 0,0-2 1 16,10 1 3-16,5-8-9 0,10 2 2 0,7-10-3 15,6-1 6-15,5 0-13 0,0-3 5 0,-11 5-9 16,7-2 2-16,6-1-3 0,2-5 1 0,2-1 1 0,1-1 17 16,3-2-5-16,22 3 0 0,1-1-4 0,1 0 3 15,-4 1 5-15,-2 1-4 0,-6 0 3 0,-1-4-9 16,-6 3 7-16,0 1 2 0,-4 0 2 0,-4 0 7 0,-1-2 13 15,2-1-1-15,-1-1 6 0,-1-1 11 0,-2-1-3 16,-2 1-1-16,0-1-2 0,0 3-17 0,-4-1 6 16,-3 1-3-16,-23-1 3 0,-5 1-8 0,-4-1-11 15,2 2 3-15,-4-1-6 0,2-1 5 0,0 1-2 16,3-1 0-16,5-1-1 0,3-1-6 0,9 1-9 16,5-4-8-16,4 1 2 0,7-1-20 0,1-2-70 15,-2 4-9-15,0 0-22 0,3-1-24 0,1-1 52 16,1 0-28-16</inkml:trace>
  <inkml:trace contextRef="#ctx0" brushRef="#br0" timeOffset="17553.74">29916 10792 687 0,'-2'-1'153'16,"0"-1"39"-16,-2 0-62 0,1-2-85 0,-12-9-4 15,-4 4-15-15,8 3-21 0,2 3 4 0,1-3-10 0,3 2-7 16,-1 1 2-16,-7-3-1 0,2 2 1 0,4 4-1 16,-8 0 0-16,4 4 0 0,-2 3 1 0,-6 6 2 15,4 0-3-15,-5 17 6 0,1 5-3 0,1 4 5 0,-1 4 5 16,1 5-5-16,-5-1 6 0,5 1-7 0,-3-1 0 16,5 1 2-16,1-6 0 0,-2-4 1 0,8-7 0 15,3-7-1-15,1-1 0 0,3-5 4 0,0-1 1 16,-9-2-3-16,3-4 1 0,5-2-10 0,-1 0 9 15,4-3-2-15,0 1 5 0,0-3-4 0,0 0-1 16,0-2 0-16,2 1 0 0,1 1 4 0,16 5-6 16,7-1 1-16,4-6-2 0,1-4 2 0,5-6-1 0,-5-1 0 15,3-4-1-15,5-5 1 0,-10 1-5 0,3 13 5 16,-2-22-4-16,-4-4 9 0,0 3 2 0,0-1-3 16,-4-4 2-16,-2 6-14 0,-1-2 11 0,-2 1-5 15,-4 8 7-15,0 0-10 0,-6 6 4 0,-1 6 1 0,-1 5 1 16,-3 0 0-16,0 2 10 0,0 0-7 0,1-3 9 15,1 1-4-15,0 0-6 0,-2 2 3 0,0 2-4 16,-1 0-2-16,1 11 1 0,-2 16 1 0,-2 5 1 16,-3-7-1-16,-3 1 3 0,1-5-4 0,0-3 5 15,-1-1-6-15,3-6 3 0,-1 1 2 0,2-2 0 0,2-7 1 16,1 1-2-16,1-1-4 0,0-1 3 0,0-2-10 16,0 0 6-16,0 1 1 0,1 1 1 15,1-2-1-15,2 0 0 0,9 0-3 0,9-2 2 0,2-4 1 16,2-5 3-16,0-4-3 0,4-6 2 0,-4 15-3 15,2-22-3-15,0 0 4 0,-2-1-3 0,3-3 4 0,-4 0-1 16,-7 2 4-16,3 4-3 0,-10 2 6 0,2 7-7 16,2 0 2-16,-12 4-2 0,3 4 3 0,-1-1-2 15,-5 6-1-15,2 2-2 0,-2-1-2 0,2 1 12 16,2-4-2-16,0 0 5 0,-3 2-13 0,1 0 7 16,0 2 1-16,0 0 4 0,0 0-4 0,0 2-1 15,0 0-5-15,-1 2 5 0,1 7-6 0,0 4 3 0,0 2 2 16,0-4-1-16,0 0 0 0,0 0-3 0,-1-2 0 15,-1-6 0-15,2 3 4 0,0-3-7 0,0-1 0 16,0 0-5-16,2-1-3 0,-3-3 6 0,18 12-3 16,1-5 5-16,3-5 2 0,6-2-4 0,1-8 5 15,0-3-5-15,3-4 3 0,-3-1-1 0,2-1 1 0,-5-2-2 16,-1 14 1-16,-2-14 1 0,-1-1 2 0,-3 3 0 16,-1 0 1-16,-1 1-6 0,-3 3 3 0,0 3-3 15,-4 5 10-15,-5-1-7 0,-1 3 2 0,-3 3-4 16,0-2 7-16,2-2-2 0,-1 0-2 0,1 2 1 15,0 1 3-15,-2 1-2 0,0 0 7 0,-1 1-5 16,1 3 8-16,-2 7-11 0,-2 15 1 0,-3-2-3 0,-1 1 6 16,1-9 1-16,-1-1-2 0,4-7 0 0,-1 3-4 0,1-4 2 15,0-1-1-15,2-3 1 0,-2 1-8 16,2 0-1-16,0 0 2 0,0-1 0 0,2-1 9 0,0 0-3 16,1-2 0-16,25-2-2 0,4-3 1 0,-1-5-5 15,1-3 6-15,3 0-5 0,-7 2 1 0,-2 4 2 16,-4 1-5-16,-10 4 4 0,2 0-3 0,-6 2 1 15,3 0-2-15,-4 0 2 0,-1 0-4 0,5 4 5 16,-3 0 0-16,6 3 1 0,-2 1 1 0,-3-3-5 16,4 5 1-16,2-1-3 0,5 0-16 0,6-1-14 0,4-5 2 15,-1-3-3-15,3-3 20 0,-4-5 10 0,2-3-3 16,-1-6 5-16,1 15 4 0,0-24 2 0,1-1 2 16,1-1 0-16,-2-4 0 0,1-3 0 0,3 0-2 15,-1-3 0-15,0 1 2 0,8-2-3 0,2 0 0 0,-8 2-1 16,2 2 4-16,-12-2 2 0,-7 0 1 15,1-2 1-15,-1-2-2 0,1-4 4 0,-10-1 2 0,-2 1 0 16,16 4 12-16,-12 6 11 0,-6 2 3 0,-5 3 1 16,0 4 3-16,-3 9-11 0,-1 4 3 0,2 8-6 15,-2-1-5-15,3 2-17 0,-5 3-2 0,-9-9-2 16,-3 3 0-16,-3 7 2 0,-3 5-4 0,0 8 2 16,0 0-2-16,0 26 3 0,3 6 4 0,3 3-1 0,-1 1 4 15,1-5-10-15,6-7 4 0,3 0-3 0,2-1 10 16,3-1 0-16,0-2-4 0,1 3 2 0,1-1-4 15,-21 2-6-15,10 0 5 0,6-2-5 0,3 1 1 0,2-3 0 16,2 1-9-16,0-7 5 0,2-4-20 0,0-10 2 16,0-2-8-16,0-2 4 0,-2-7-39 0,2 2 37 15,0-1-7-15,-1-1 17 0,1-2-17 0,0 0-39 16,0-2-5-16,-2 1-7 0,11-27 18 0,-3-2 28 16,-3 2 17-16,-1 2-2 0,-2 0 25 0,-2 4 10 15,0 1-2-15,0 3 10 0,0 3 21 0,0 2 38 0,0 2-11 16,0 3 16-16,0-1-29 0,0 4-12 0,0-1 1 15,0 2-6-15,0 1 0 0,0-1-20 0,0 0 6 16,0-1-11-16,3-3 3 0,3 1 1 0,14-3-6 16,14 1 5-16,-1-2-5 0,4 0-8 0,1 0 3 15,-1 0-8-15,5 1-14 0,-8 1-75 0,-1 0-23 0</inkml:trace>
  <inkml:trace contextRef="#ctx0" brushRef="#br0" timeOffset="18317.25">30439 12079 575 0,'0'0'11'0,"0"0"1"0,0-2-10 16,0 0-2-16,0 1-7 0,0-1-16 0,0 2 8 15,0-2-2-15,0 0 5 0,0 0 13 0,2 0 3 16,-2 0 3-16,8-16-2 0,-1 3 14 0,1-5 13 16,-1 3-2-16,0 0 5 0,3-5 0 0,-3 3 2 15,-1 1 6-15,-1-1-3 0,-1 4 15 0,0 2-7 0,-1 0-6 16,-1 2-1-16,0 0-20 0,-2 0 7 0,0 2-3 15,0 1 3-15,0 1-1 0,0 1-8 0,0-1 7 16,0 1-8-16,-2 3 0 0,2 1-7 0,0 0 2 0,0 0-3 16,0-2 2-16,-2 1-11 0,1-1 4 0,1 0-5 15,0 2 0-15,0 0 0 0,0 1-5 0,0-1 5 16,0 0-3-16,0 0 9 0,0 0-2 0,0 0 5 16,0 0-8-16,0 2-4 0,0 0 3 0,0 0-4 15,0 0 6-15,0 0 2 0,0 0-4 0,0 0 2 16,0 0-8-16,0 2 2 0,0 0 6 0,0 4-2 0,-2 27 10 15,-4 4-2-15,-1 6-6 0,-1 5 4 0,-3 2-9 16,-2 2 3-16,-2 2 4 0,0-6-1 0,-1 1 3 16,1-7-8-16,2 3 4 0,2-2-2 0,3-4 10 0,1-2-9 15,-1-4-1-15,3-3-1 0,-1 0 9 0,3-3-8 16,-1-2 8-16,0-5-9 0,0-1 2 0,3-3-3 16,-3 3-1-16,2-8-1 0,0 0 3 0,-2 0-19 15,1 2-24-15,-3 4-5 0,1-4-140 0,-1-2-158 16</inkml:trace>
  <inkml:trace contextRef="#ctx0" brushRef="#br0" timeOffset="18831.09">30037 12590 427 0,'-2'-2'121'0,"0"0"218"0,0-5-285 0,-4-8-22 16,3 4-4-16,1 3-1 0,0 1 0 0,2 3-17 16,0 0 1-16,0 1-6 0,0 1-3 0,0-2 0 15,0 2 2-15,0 0-1 0,0-1 2 0,0-1-2 0,0 0-4 16,0 0 1-16,0 3 3 0,0-1 9 16,0 0 7-16,2 0-1 0,0 2 10 0,0 0-3 0,-1 0 1 15,1 2-2-15,0 0-4 0,0 1-12 0,-2 1 4 16,4 15-5-16,-2 1 6 0,-1 4-9 0,-1-1-1 15,0 3-2-15,0-4 5 0,2 0-5 0,0-3 3 0,0-3-3 16,0 3 7-16,2-4-6 0,-1 2 5 0,3-1-5 16,-1-1 6-16,1-4-8 0,1 0 2 0,-5 1-3 15,17-3 0-15,-3 0 9 0,5-5-5 0,-1-2 8 16,4 13-2-16,4-6 8 0,11-4-2 0,4-5 3 16,0-5-7-16,5-12 7 0,0-7-3 0,1 18 3 15,3-38-20-15,-6 3-9 0,-3-7-16 0,-4-2 3 16,-2 1-53-16,-4-3-150 0</inkml:trace>
  <inkml:trace contextRef="#ctx0" brushRef="#br0" timeOffset="24893.8">30768 5046 58 0,'0'-2'19'0,"0"0"27"0,0-2-12 0,0-3-6 16,0-6 3-16,0 0-3 0,2 2 1 0,-2-2-4 15,2 2-6-15,0 0 3 0,-1-1 2 0,-1 5 10 16,0-2 9-16,0 3-4 0,0-3 1 0,0 1-11 16,0 1 3-16,0 1-4 0,0 1 2 0,0 1 7 15,0 2-5-15,0-1 7 0,0-1-2 0,0 0-27 16,0 0 2-16,0 1-12 0,0 1-9 0,0 0 9 15,-1 0-3-15,-1 0 5 0,0 2-6 0,0 0 5 16,0 0 2-16,0 2 1 0,0 0-5 0,1 0 3 0,-1 2 0 16,2-3 2-16,-8 12-5 0,3 2 1 0,-1 2-5 15,2 2 5-15,3 1 2 0,1 4-2 0,1-2 4 0,1 4-4 16,2 0 0-16,2 6 8 0,-1 1-11 0,-1-3 10 16,0 7-19-16,-3 2 12 0,-1-2 1 0,0 2 4 15,0 0 4-15,0-1-11 0,-3-1 1 0,1 0-6 16,0-4 1-16,0-7 7 0,-2 2 0 0,1-2 3 15,-1-4-2-15,2-1 1 0,-2-1-2 0,3-3 1 16,-1 0 3-16,-2 1-3 0,2 1 0 0,0-1-2 16,0 1-7-16,2-2 6 0,0-1-1 0,0 1 2 0,0-2 6 15,0-2-8-15,0 0 3 0,0-2-3 0,0-4 8 16,0 1-1-16,0-3-4 0,0 1 1 0,0 0-2 16,0-3-2-16,0 1 8 0,0 0-6 0,0-1 8 0,0 1 3 15,0-2 1-15,0 0 3 0,0 0 10 0,0 0-15 16,2-1 6-16,0-1-7 0,0 0 4 0,0 0 2 15,0-1-7-15,0-1 6 0,-1-2 2 0,11-18-3 16,-1-2 6-16,2-1-5 0,2-2-2 0,-1-3-6 16,3 0-2-16,2-3 1 0,-1-3 4 0,5-3-7 15,-1-1 3-15,-20-11-5 0,26 1-5 0,-2-9 6 0,0 0-1 16,0-1 3-16,-4 3-1 0,2 3 0 0,-4 4 2 16,1 3-2-16,-1 6 0 0,-5 8 2 0,-2 1 1 15,-2 4 1-15,-5 2 13 0,-1 6-8 0,1 1 3 16,-4 5-4-16,2-1-2 0,-1 5-5 0,5 1-1 0,-5 4 0 15,-3 3-2-15,0 0-1 0,0 0-2 0,4-2 1 16,0 1-7-16,0-1-6 0,-1 0-4 0,-1 2-1 16,0 0-17-16,0 1 10 0,0-1-6 0,0 0 6 15,-1 0-21-15,1 2-100 0,0 0-27 0</inkml:trace>
  <inkml:trace contextRef="#ctx0" brushRef="#br0" timeOffset="25471.1">31438 5699 103 0,'0'0'34'0,"0"0"13"0,-2 0 32 0,1 0 4 15,-1 0 0-15,0 0-21 0,0 0 8 0,0 0-14 16,-2-1-5-16,1-1 0 0,-1 0-7 0,0 0 4 16,1 0-24-16,-1 0 3 0,0 0-6 0,0 1 4 15,1 1-14-15,-1 0-7 0,0 0-3 0,1 0 0 16,-9 0-3-16,9 0 6 0,-3 1 1 0,1 1 1 15,-3 2-8-15,3 0 1 0,-8 7-1 0,5 6 2 16,1 1 4-16,-1 1-3 0,7 1-1 0,-3-1 0 0,-4-1 6 16,5 1-7-16,-1-1 6 0,0 1-6 0,-7-2 7 15,0 1-3-15,4-3-3 0,-1 2 2 0,3 0 0 16,1-3 3-16,2 1 2 0,2-2-2 0,0-2-1 0,0-3 0 16,2 1 4-16,0 0-1 0,1-1 8 0,-3-6-10 15,0 0 2-15,12-1-3 0,4 11 11 0,5-1-4 16,-3-4 1-16,-3-3-2 0,6-2 2 0,-3-2-4 15,1 0 0-15,-1-2-1 0,1-2 7 0,-3-1 1 16,3-3 0-16,-2-1 1 0,-2 0 0 0,-1-3 8 16,3 7 1-16,-4-12-1 0,0-1-5 0,0-1-3 15,-2-3 3-15,-1 1-3 0,-1-1 3 0,-2 0-4 0,-1-2 0 16,-2-1 1-16,-1 3 0 0,-1 0 2 0,0 0 0 16,13 1 1-16,-6-1 3 0,-3 1 4 0,-4 1-4 15,-2 5 7-15,0 0 14 0,-2 2-25 0,-2 2 5 16,0 2-16-16,-1 1-19 0,-8 7-43 0,-15-18-30 0,-15 8-11 15,-7 11-142-15</inkml:trace>
  <inkml:trace contextRef="#ctx0" brushRef="#br0" timeOffset="26803.75">25114 12922 256 0,'0'-2'41'15,"0"-1"-13"-15,0-36 18 0,2 0 1 0,2 1-21 16,-2 3-3-16,1 9 15 0,1 0 0 0,0 6 3 15,0 1-7-15,-1 2-1 0,-1 4-1 0,0 2 1 0,0 4 2 16,0 1-1-16,-2 4-5 0,0-1 2 0,0 1-10 16,2-2 10-16,-1 0-9 0,1 1 7 0,0 1-21 0,0 0 21 15,-2 0-1-15,0 0 5 0,0 2-12 16,0 2-9-16,0 0 7 0,-11 37-8 0,-4 2 4 0,-4 11 2 16,1-4-7-16,-4 4 7 0,-1 2-1 0,3-8-13 15,-4 5 8-15,2-7-9 0,-1-1 6 0,3-1-1 16,1-1-6-16,3 2 4 0,1-2 0 0,0-2-6 15,0 2 5-15,4 1-5 0,2 1 9 0,-1-2-6 16,5-6 0-16,-1-1-2 0,1-1-3 0,-1-3 2 16,0 0-2-16,3-4 3 0,-1-6 3 0,2-3-3 15,0-4-3-15,0-2-2 0,1-2-9 0,-1 2 4 0,2-5-1 16,0 1-1-16,0-5-32 0,0 2-63 0,0-2-17 16,-2 1-27-16,0 1-162 0</inkml:trace>
  <inkml:trace contextRef="#ctx0" brushRef="#br0" timeOffset="27159.04">24485 13449 540 0,'-2'0'151'0,"0"-1"28"16,-2-1-51-16,3 2-71 0,-12-15-14 15,5 7-39-15,3 3-2 0,3 1 4 0,2 2-3 0,0 0-5 16,0 1 0-16,0-1-9 0,0 0 8 0,0 0 3 0,-2-2 0 15,2 1 1-15,0-1-1 0,0 0-8 0,2 2 6 16,0 0 4-16,-1 1 1 0,1-1 0 0,0 0 2 16,0 2-1-16,2 0 2 0,-1 0 2 0,1 2 4 15,0 0-7-15,0 1 6 0,-3 7 1 0,3 10-4 16,2 0 6-16,-1 6-5 0,-1 0 4 0,2 2-13 16,1 4 4-16,-1-6-5 0,1 2 1 0,-5-2 0 15,2 0 5-15,1-2-3 0,1 0 1 0,1-6 1 16,1 1-4-16,-3 0 6 0,1-5 4 0,3-1-3 15,-2 0-2-15,3-3 0 0,-1 1 6 0,2-4-1 0,2 1 5 16,2-3-4-16,2-3 11 0,1 11 16 0,5-2-6 16,4-5 6-16,9-6-22 0,6-6 2 0,9-9-1 0,6-9 2 15,3 13-2-15,6-35-10 0,-3-14 4 0,-3-3-7 16,-1-7-10-16,-12-8-127 0,-1 5-127 0</inkml:trace>
  <inkml:trace contextRef="#ctx0" brushRef="#br0" timeOffset="30135.72">30150 6507 256 0,'0'0'32'0,"-2"0"-2"0,0-2 26 0,0 0 7 16,-2 1-9-16,1-1-6 0,-7-2-12 0,-3 0 0 0,0 1-6 16,-1-1-19-16,3 2 3 0,-4-2 1 0,0 2 3 15,-2 1 16-15,2-1-4 0,0 0-1 0,1 0 0 16,-3 0 1-16,0 0 3 0,0 0-4 0,4 2 3 15,4-1-7-15,2 1 3 0,-1 0-2 0,-1-2 1 16,3 2-10-16,5 0-6 0,-1 0 6 0,0 0-6 16,0 0 4-16,-2 0-9 0,1 0 0 0,-1 0-2 0,0 0 12 15,2 0-11-15,0 0 0 0,1 0-4 0,-1 0-2 16,0 0-3-16,0 0 7 0,2 0-4 0,0 0 7 0,0 0-3 16,2 0-6-16,0 0 2 0,1 0-3 0,3 0 0 15,9 2 4-15,5 1-2 0,3 1-2 0,3-2 9 16,3 2-6-16,5-3 7 0,3 1-6 0,9 0 4 15,4 0 0-15,10 0 2 0,10-2-1 0,12-2-2 16,2-4-1-16,5 1 0 0,0-3 0 0,-7-1 5 16,3-2-4-16,-2 2 3 0,1-1-10 0,5 5 9 15,-5-1-1-15,-3 3 5 0,-1-1-9 0,-13 0 1 16,-4 2 2-16,-9 0 1 0,-11 1 4 0,-2-1-8 0,-8 2 6 16,-5 0-4-16,-2 0 23 0,-6 0 1 0,-3 0-3 15,0 0 3-15,-6 0 2 0,0 0-19 0,-4 0 8 16,-1 0-13-16,0 0-3 0,-3 0 3 0,-1 0-6 15,2 0 4-15,0 0-9 0,-1 0-6 0,1 0-24 0,0 0 2 16,-2 0-113-16,-1 0-144 0,1 0-9 0</inkml:trace>
  <inkml:trace contextRef="#ctx0" brushRef="#br0" timeOffset="31235.21">30670 7200 178 0,'0'0'30'0,"0"0"33"0,0 0-24 0,0-2-15 15,0 0-1-15,0 0-3 0,0 0-7 0,0 0-5 0,2 1-3 16,-1-1 1-16,1 0 4 0,0 0-10 0,0 0 7 16,0-2-7-16,0 1 3 0,0-1 5 0,-2 0 3 0,3-7 2 15,3-4 11-15,-2 2 6 0,1-3-7 0,-1 1 8 16,-2 4 4-16,1-2-8 0,1 0 9 0,-2 1-11 16,0 1 5-16,0 4-15 0,-1-2 5 0,1 1-8 15,-2 3-3-15,0-1 4 0,0 2-14 0,0 2 9 16,2-1-12-16,0-1 6 0,-2 2-1 0,2 0 3 0,0 0-1 15,-2 1 12-15,0 1 3 0,0 0 1 0,0 0-5 16,0 1-11-16,0 1 4 0,0 2-5 0,-2 15-2 16,-2 8 7-16,-1 1-9 0,-1-2 8 0,0 2-3 15,-3 0 3-15,0-4 0 0,-4 6 0 0,-2 0-6 16,2-4 1-16,2-2 7 0,0 0-3 0,0-4 6 0,1-3-5 16,-1 0-2-16,2-3 1 0,2-1 0 0,-1-1-2 15,3-3 4-15,1-4-3 0,2 1 7 0,0-2-7 16,0-1 2-16,2-1-4 0,-2 2 0 0,1 0-10 15,1-2-3-15,-2 1-5 0,2-1-29 0,0 0-46 16,0 0-31-16,-2 2-9 0,0-1-144 0</inkml:trace>
  <inkml:trace contextRef="#ctx0" brushRef="#br0" timeOffset="31752.55">30699 6830 990 0,'0'-2'9'0,"0"0"2"0,0-1 0 16,0-1-3-16,0 0-1 0,0 1-15 0,0 1-12 15,0 0-4-15,0 0 0 0,0 2 4 0,0 2 13 0,0 2 1 16,0 20 3-16,-3 15 1 0,-3-2 4 0,-1 2-1 15,-4 0 4-15,-2 0 0 0,0 2-5 0,-2-2 3 16,-4-4-3-16,2-3 0 0,16-1 9 0,-18 1-7 0,6-1 9 16,-6-3-11-16,5-2 5 0,2 0 7 0,-2-4 0 15,2 2 9-15,-2-1-11 0,1-1 5 0,5 0-4 16,6-1 7-16,-11-1-13 0,6 1-4 0,5-3-1 16,2-1 2-16,0-2-2 0,2 0 9 0,2-6-7 15,1 0 3-15,4 0 2 0,16-5-8 0,-1 2 4 16,2 10-9-16,-4-6 2 0,4-3-7 0,-2-5 3 15,4 0-27-15,-6-2-43 0,-1-2-7 0,-1-2-15 0,-7 1-28 16,2-3 14-16,0-1 9 0,-2-1-2 0,0-1 3 16</inkml:trace>
  <inkml:trace contextRef="#ctx0" brushRef="#br0" timeOffset="32253.95">31191 7380 785 0,'0'0'31'0,"0"-2"-1"0,0 0 31 0,0 0-6 15,0 0 3-15,0-1-23 0,-1-1-15 0,-1 0-11 16,0 2 1-16,0 0-18 0,0 1-11 0,0-1 7 16,0 0-8-16,1 0 12 0,-1 0-1 0,0 0 4 15,0 1-2-15,0-1 10 0,0 0-2 0,0 2 1 0,1 0-1 16,-1 0 5-16,0-2 3 0,0 2-6 0,0-2 5 15,0 0-4-15,0 0-8 0,1 1 12 0,-1-1-11 16,2 0 3-16,0 0 0 0,0 0-4 0,0 0 4 16,0 0-3-16,0 1 8 0,0-1-5 0,2 0 6 15,-1 0-3-15,1 0 1 0,0 0-1 0,0 0 1 0,-2 1 5 16,0-1 6-16,0 2 2 0,0 0-1 0,0 0-16 16,0 0 6-16,-2 2-5 0,-2-1 5 0,-3 1-6 15,-17 24 1-15,-4 2-1 0,2 2 1 0,0 5 6 0,6 2-6 16,1 2 2-16,4 0-3 0,6-2-4 0,5-1 5 15,2-5-2-15,-16 3 2 0,10-5-4 0,8-3 1 16,4-2 2-16,2-3 0 0,5-1 4 0,-9-3 3 16,25 2-2-16,-1-12 3 0,4 4 2 0,4 0-1 15,-5-3 4-15,5 3-4 0,-8-2 3 0,-6-1 1 16,1-1-5-16,-7 0 3 0,-1-1-8 0,-7 0 13 16,1 1-2-16,-1 0 7 0,-4-3 15 0,0 0 12 15,-2-2-3-15,2 1 3 0,-2 1-14 0,0 0-17 16,-4-2 1-16,-17 5-8 0,-18-3-10 0,-1-4 6 0,1-6-6 15,5-5 6-15,3 0-14 0,-1-6 1 0,4-1-4 16,2 12 0-16,6-24-36 0,3 4-38 0,2 0-13 0,4-1-9 16,2-1-70-16,1 0-170 0</inkml:trace>
  <inkml:trace contextRef="#ctx0" brushRef="#br0" timeOffset="32505.25">31498 6698 725 0,'0'-1'223'0,"0"-1"67"0,-2-6-136 16,-4-12-136-16,3 9-10 0,3 7-17 0,-2 0-10 16,0 2 4-16,0 1-4 0,0 1 9 0,0 1-2 15,-7 3-2-15,-21 35 2 0,-1 6 4 0,-3 5 0 16,-1-2 2-16,0 2-2 0,1-3 2 0,1-8-13 15,0-4-17-15,7-7-3 0,0 1-87 0,3-6-171 16</inkml:trace>
  <inkml:trace contextRef="#ctx0" brushRef="#br0" timeOffset="33661.07">16256 3663 1000 0,'0'-4'25'0,"-4"-7"-20"0,-9-32 34 16,0 8-13-16,-2 3 6 0,2 6-11 0,-3 0-7 0,10 4 0 16,-20-4-15-16,0 2 4 0,-4 2 2 0,-1-1 0 15,-4 1 0-15,1 2 0 0,4-3-3 0,-5-1 1 16,0 0-3-16,-6 0-1 0,0-2 6 0,2-2-5 15,4-5 5-15,-4-3 4 0,0 1-7 0,0 2 6 16,0-1-8-16,0 6-3 0,0 0 1 0,-7-1-2 16,-3 3-2-16,-6 2 2 0,-7 0 1 0,-5 1 2 0,-3 5 1 15,-10-1-6-15,-4 1 1 0,-1 3-3 0,2 5 8 16,1 5-3-16,-4 1-3 0,-6-29 1 0,-12 18-3 16,-10 9 6-16,3 6 2 0,5 0 0 0,6 4 11 0,7 0-11 15,-2 1 4-15,-1 3-6 0,-6-3 3 0,-4 5 0 16,6 1-2-16,3 0 1 0,10 2 0 0,5 2-2 15,0 3 6-15,-3 5-5 0,-4-1 1 0,-2 4 0 16,2 2-1-16,7-4 1 0,6 4 0 0,7-27 1 16,6 35 2-16,4 3 0 0,-3-2-2 0,3-6 1 15,-6 1-5-15,6 1 3 0,-3 3-3 0,1 1 1 16,7 2 3-16,2 2-1 0,6 3-5 0,9 6 7 16,5 1-4-16,6 2 5 0,6 3-3 0,5 3 2 0,2 5-1 15,7-1 2-15,2 0-7 0,3-7 3 0,-24-3-1 16,20-2 2-16,7-1-1 0,7 2-4 0,6 2 1 15,7-1-2-15,4 7-2 0,-20 1 7 0,35 8-6 16,7 5 7-16,4-3-13 0,5-5 7 0,8-2 1 0,-5-11 2 16,5-1 3-16,4 0-4 0,-4-11 0 0,3 2-2 15,6 1 2-15,10-1 1 0,9 4 1 0,7 1 0 16,0 0-4-16,-1 0 3 0,-6-3-3 0,-2 1 4 16,3-1 2-16,10 1-1 0,6-1 1 0,3-6-1 15,6-4-3-15,-11-11 3 0,-4 0-3 0,3-5 3 0,3-2-1 16,11-2 2-16,3-2 1 0,-9-8 1 0,-4-1-7 15,-5-2 7-15,-4 33-8 0,13-24 6 0,4-11-8 16,0-4 8-16,-6-5 4 0,-10-4 1 0,-11-5-2 16,-4-3 6-16,3-9 1 0,3-3 3 0,-1 31 12 0,2-42 4 15,-8-5-3-15,-9-6 1 0,-4-3-7 0,-11-3 8 16,2 5-3-16,-3 0 5 0,-1 1-3 0,-3 3 5 16,-1 0-1-16,-1 2 2 0,-8-4-7 0,-5-7-3 15,-6-3 5-15,-7-8-5 0,-4-4 8 0,-8-2-9 16,-7 0 0-16,-1 5-1 0,-9 3 10 0,27 7 4 15,-20 0 1-15,-14 0 2 0,-12-2 8 0,-12-6 13 16,13-9-9-16,-35-5 5 0,-15-1-31 0,-12 3-23 0,-7 5 8 16,-14 5-13-16,-8 8 4 0,-22 6-10 0,-20 5 3 15,-21 2-5-15,-9 4-5 0,-28-2-4 0,-15 3-10 16,-22 8 2-16,-33 6-44 0,-18 24-126 0,-34-38-47 0</inkml:trace>
  <inkml:trace contextRef="#ctx0" brushRef="#br0" timeOffset="56706.42">17452 7079 256 0,'-2'-2'-29'0,"0"0"22"0,0-1 3 15,-9-14-5-15,9 0 31 0,-20-1-5 0,-1 6-8 16,-1-4 0-16,2 1-4 0,4 2-6 0,-3-2 2 0,1 2 4 16,-4 0-4-16,3 0 3 0,-1 0-2 0,-2 2 2 15,5 2-3-15,-3 3 4 0,0 0 3 0,-3-1 5 16,3 1-1-16,-2 3 14 0,0-3-17 0,-2 4 8 15,0-14-11-15,-2 4 6 0,-5 5-10 0,-5 3 2 16,-6 4-4-16,-1 0 10 0,-5 4-10 0,-2 3 5 0,2 1-5 16,0 1 7-16,0 2 7 0,2 0-6 0,3 4 8 15,4-2 9-15,0 0-5 0,4 2 3 0,2 2-4 16,0 1-2-16,1 1-7 0,-1-15 4 0,1 20-5 16,-3 4 11-16,-3-4-16 0,-9 2 4 0,1-6-7 15,2 1 3-15,-5-3 11 0,11 3-7 0,-3-1 7 16,0-1-11-16,4-1 8 0,2-1 3 0,2 2 0 15,3-1 3-15,1 3-3 0,5-1-2 0,3 2 1 0,1 2-4 16,2 0-10-16,3 2 5 0,0 2-6 0,4 0 1 16,2 6 5-16,2 3-5 0,1 4 4 0,5 5-4 0,1 6 4 15,0 7-2-15,0 3 2 0,0 1-8 0,-26-2 2 16,15-9 3-16,6-4 1 0,7-5 6 0,0-8-7 16,2-1-3-16,3-1-1 0,1-5-11 0,1 0 11 15,3-2-4-15,-1-2 7 0,2-2-7 0,2-1-5 16,2 1 6-16,-11-2-5 0,14 3 15 0,3-5 0 15,1 1-2-15,2 3 0 0,6-1-13 0,-4-1 13 16,9 2 0-16,0-1 5 0,2-5-4 0,14 9-4 0,-5-7-4 16,8-3 2-16,5 5 6 0,-5-10 2 0,2 3 4 15,0 1-4-15,-6-10-10 0,0 5 10 0,2-5-7 16,3-2 8-16,1 2-6 0,4 1 5 0,6 25-1 0,-2-19 3 16,4-7 8-16,1-6-4 0,-8-4 4 0,-3-5-5 15,-8-2 2-15,-7-2-7 0,-1 1 4 16,-3-3-4-16,0 0 2 0,-2-1 6 0,-1-3-6 0,-1 3 7 15,4 16-3-15,-4-19-7 0,6-6 7 0,-2 2-7 16,-4 1 12-16,3-2-4 0,-9 0 0 0,-3 0-2 16,4 0 0-16,-4-2 7 0,-2-1 1 0,-4 1 2 15,-1-4 3-15,-2 1-7 0,-2-3-1 0,1-5-2 16,-3 0 2-16,-3-7-6 0,-1-4 1 0,-4-6-3 0,-1-3-1 16,2 1 7-16,-4-1-7 0,24 5 5 0,-13 2-6 15,-10 2 6-15,-3 3 3 0,-3 3 0 0,-3 3 7 0,-3 4-5 16,-2 1 3-16,-2 3-5 0,0 2-9 0,-6-5 7 15,12 5-4-15,-27-3 6 0,-3 1-1 0,2 5 6 16,1 2-5-16,-5 6 4 0,-1 3-10 0,-3 2 2 16,-4 4 4-16,5 7-3 0,3 2-6 0,-2-18 0 15,2 14-5-15,-2 6 5 0,-2 10-2 0,-1 8-10 16,-5 4 1-16,-3-18-7 0,-1 30-15 0,-7-1-56 16,5 4-9-16,-3-2-22 0,4 1-87 0</inkml:trace>
  <inkml:trace contextRef="#ctx0" brushRef="#br0" timeOffset="59051.42">25237 6559 45 0,'-2'0'14'0,"0"-2"0"15,-2 0 0-15,1-1-5 0,-8-8-1 0,-8-6-2 16,-5-2-8-16,0 3 9 0,0-3-8 0,-8-3 7 15,4 3 3-15,-5-1-7 0,-2-3 5 0,-1 1 0 0,-3 2 3 16,0-3-1-16,0 9 1 0,0-1-2 0,-2-2 13 16,1 0-3-16,-7 1 5 0,-1 6-1 0,-4-5-3 15,-6 2-5-15,-9 4 0 0,-5-4-9 0,-6 2-10 16,4 4 10-16,3-6-10 0,6 3 15 0,4 5-7 16,0-1 0-16,-2 2-2 0,-4 1-4 0,-11-3 6 15,-2-3 0-15,-5 3 5 0,-3-5 10 0,8 4-14 16,1-1 5-16,4 1-7 0,5 1 13 0,1 3-4 0,-9-3 4 15,-2 4-4-15,-7-3 2 0,-6 1 3 0,6 0-4 16,3 1 2-16,6-29-14 0,8 19 1 0,-3 9-1 16,-1 4 0-16,-4 0 0 0,-11 2 5 0,0 0 2 0,-4 2 1 15,6 1-11-15,7 3 8 0,4 1-10 0,5 2 10 16,-5 0-4-16,-7 0-3 0,-3 2 8 0,-9-1-6 16,3 6 5-16,3-1 0 0,3 1-4 0,12 6 1 15,-2-1-12-15,3 5 12 0,-5-2-2 0,-5 0 5 16,-6 1-7-16,-4-2 3 0,6-1 0 0,5-2 3 15,9-3-6-15,8-1 8 0,6 1-7 0,3 1 7 0,1 1-6 16,-1-1 11-16,-5 0 0 0,-1 1 1 0,-1-1-9 16,2 3 7-16,5-3-5 0,6 0 7 0,9 3 0 15,2-18-8-15,4 27 2 0,3 5-5 0,1 2-7 0,1 7 8 16,6 4-2-16,0 6 6 0,2 7-2 0,-1-1-5 16,1 1 1-16,0-8-2 0,0-3 5 0,-1-5-5 15,-3-3 3-15,2-1-4 0,2 0 0 0,1 1 0 16,7 3-2-16,2 5 3 0,1 2 9 0,6 5-13 15,1 6 7-15,-24-2-9 0,17 0 8 0,11-1-5 16,4-3-1-16,3-3-2 0,6-3-6 0,4-6-6 16,1-4 3-16,5-1-3 0,-18 1 6 0,27 0-9 0,-1-1 5 15,5 5-5-15,3-1 18 0,0 1-7 0,7 3 5 16,8-2-5-16,3 0 4 0,16 6 26 0,5-6-8 16,4-1 15-16,-3-10-20 0,-6-5 6 0,-8-6-7 15,-4-2 6-15,8 0-3 0,12 4 5 0,33 3 6 16,12 1-5-16,-2-1-6 0,-7 1 6 0,-15-6-13 0,-1 0 10 15,8 0-7-15,10-6-6 0,2 3 12 0,1-5-10 16,-1 1 21-16,-8-2-11 0,1-1 4 0,6 1-6 16,8 3 2-16,8-3-7 0,-2 0 1 0,-8-4-2 15,-4-4 3-15,8 4 3 0,8 0-7 0,1-2 4 16,-3-3-1-16,-12 1-3 0,-2-2 2 0,14-1-3 16,3-2-6-16,1 33 7 0,-3-34 5 0,-13-4 0 15,-1-7 4-15,9 1-4 0,3-4 0 0,-1-1-1 0,-2-1-1 16,-10-1 4-16,-7-3-5 0,8-4 5 0,3 1-5 15,-1 0 1-15,-3-3 0 0,-14 1 0 0,-10 0 5 0,-3-2-8 16,3 0 5-16,1-1-5 0,-1-1 14 0,-1 2-2 16,-12-2 3-16,-9 0-3 0,-5 0 0 0,-10 0 4 15,-2-2 4-15,-1 19-1 0,1-24 2 0,-1-8 5 16,-4-6-5-16,-2-1 5 0,-8 0-9 0,-5-6-2 16,-7 2 1-16,-8 0 0 0,0 0 8 0,-3 6-14 15,-8 3 4-15,0 2-7 0,-6 0 1 0,-5-1 5 16,20 1 1-16,-11 4 1 0,-7-1-3 0,-8-4-2 0,-5-3 1 15,-8-5-1-15,-5-6-3 0,-2-1 3 0,-4-4-5 16,23-3 5-16,-31 3-9 0,-8 2 13 0,1 1-9 16,-2 6 10-16,-1 4-13 0,5 1 8 0,-3 5-1 15,-1-1 3-15,0 2 5 0,-1-1-12 0,-4-1 7 0,-4-5-7 16,-5-3 12-16,-8-6-15 0,0-3 6 0,-4 1-8 16,-1-4 8-16,0 9-5 0,3 4 4 0,2 3-4 15,0 7 5-15,-1 4 0 0,-7 3 1 0,-6 5 0 16,-5 4 1-16,-10 2-7 0,-7 5 1 0,1 0-1 15,0 6 4-15,4 6-7 0,-4 1 1 0,-6-31-1 16,-15 23 3-16,-5 12-2 0,2 4-3 0,4 4-1 0,6 3-4 16,5 2-3-16,-10 5-4 0,-3 3-3 0,5 3-45 15,11 4-40-15,16 1-30 0,14-27-7 0,3 35-153 16</inkml:trace>
  <inkml:trace contextRef="#ctx0" brushRef="#br0" timeOffset="59750.66">27554 6528 432 0,'0'0'0'0,"0"-2"-1"0,0 0 7 0,0 0-5 16,0 0 4-16,0 0-14 0,0 0-5 0,0 1-2 15,0-1 0-15,0 0 9 0,2 0-3 0,0 0 10 0,0 0-8 16,-1 2 11-16,3 0 4 0,0 0-4 0,0 0 3 16,-1 0-7-16,-1 0 12 0,0 2-5 0,0 0 8 15,0 0-4-15,0 2 15 0,1 5-4 0,1 11 6 16,-4 3-19-16,0-1-2 0,-2 4-1 0,-2-2 1 15,-1 0 8-15,-1 0-10 0,1 0 2 0,1-1-5 16,0-3 2-16,1 2-1 0,-1 1 0 0,2-1 0 0,2-4 8 16,0-1-3-16,0 0 1 0,0-6-4 0,0 2 1 15,0 0-2-15,2-2 2 0,0 0-3 0,0-1 3 16,-2-7 3-16,1 1-3 0,-1-2 2 0,0 0 4 0,4 3 50 16,-2-1-5-16,7 0 18 0,2 5-19 0,1-3-6 15,2-1-2-15,5-3-2 0,3-4-16 0,12-9-8 16,7-11-6-16,11 7 1 0,11-26-15 0,18-5 3 15,12-5-3-15,19-2 2 0,3-3-14 0,2-3 3 16,7-1 4-16,4-5-1 0,13-5-11 0,8-14-12 16,1-11-11-16,-7-3 1 0,-9 1-41 0</inkml:trace>
  <inkml:trace contextRef="#ctx0" brushRef="#br0" timeOffset="61847.64">16882 11544 6 0,'0'0'0'0,"0"-1"1"16,-2-1 8-16,0 0-3 0,0 0 0 0,0 0-10 15,-2 0 2-15,1 0 1 0,-1 1-2 0,-5-3 3 16,-4 0-4-16,0 0 5 0,-6 1-1 0,4-1 4 0,-1 0-5 16,-5 1 5-16,8 1-5 0,-2 0 7 0,1 0 5 15,-1 0 2-15,-6-2 4 0,-7 1-5 0,2 1-16 0,0 0 11 16,0 0-7-16,2 2 9 0,2 0-17 0,-6-2 14 16,2 2-8-16,0-2 10 0,-2 1-9 0,2 1 3 15,-2-2 21-15,1 0-8 0,-1 0 39 0,0 0-36 16,-2 0 3-16,-1 0-12 0,-1 2 1 0,-5 0 5 15,-2 0-10-15,-9 0 9 0,-8 0-8 0,-2 2 14 16,-1 0-4-16,1 2 7 0,8-2-11 0,-4 1 6 16,2 3 5-16,2 0-3 0,4 1 2 0,1 0 0 0,4 1-7 15,1-1 4-15,-3 3-13 0,2-1 6 0,-7 2-7 16,0 2 6-16,-1 0-11 0,-1 4-2 0,2-2 6 16,3 1-5-16,3 1-1 0,1 0 9 0,7-2-6 15,1 1 8-15,5-1 0 0,2 0 4 0,4 0-5 16,3-10 2-16,1 20-13 0,1 4 3 0,0 6 3 0,2-1 0 15,2-1-3-15,2 3 0 0,0-3 0 0,2 4 0 16,3 2-4-16,1-7 8 0,1-3-10 0,2-3 9 16,0-3-4-16,-13-1 2 0,6-2 1 0,4 1 0 15,3 1 1-15,2 0-6 0,3 1 8 0,5-1-8 16,3 4 8-16,2-2 6 0,-11 4-5 0,22-2 4 0,2 5-11 16,2-1 4-16,7 7-1 0,4 2 4 0,6 0-6 15,3 2 2-15,0 0-4 0,6-2 3 0,0 0 0 0,3-4-3 16,-1-1 4-16,-4-6-4 0,-2-2 1 0,-1-2 6 15,4-2-3-15,5 0 4 0,-1-1-11 0,10-5 9 16,9 3-4-16,1-6 5 0,10 2-5 0,-4 0 3 16,-8-6-1-16,-1 0 0 0,-4-1-5 0,1-1 6 15,3 0-6-15,6 1 6 0,2-3-1 0,9 1-2 16,0 0 1-16,-4-3-2 0,-5-1 0 0,-10 0 5 16,-1 28-4-16,-1-19 5 0,3-7-12 0,8-4 12 15,3-6-4-15,0-1 6 0,3-5-7 0,-6-1 2 0,-8-1-2 16,1-5 2-16,-7-3 1 0,-6-4 1 0,4-4 8 15,2 25-7-15,0-40 6 0,0-1-4 0,-2-5-5 16,-6-6 3-16,-5 5-1 0,-8-8 16 0,-7-1 1 16,-9 5 5-16,-4 3 6 0,-5 1 10 0,-3 3 1 15,-9 1 2-15,-1 2 0 0,-6-3-2 0,22-3-4 0,-17-3 1 16,-12-10-15-16,-12-10-8 0,-9 1 4 0,13-8-4 16,-39 8 7-16,-19 6-7 0,-1 4 2 0,-12 9-4 15,-8 3-2-15,-1 7-17 0,-11 8-12 0,-21 7-2 16,-12 6-29-16,-30 9-1 0,-13 8-8 0,-19-28-4 15,-20 38-68-15,-9 25-175 0</inkml:trace>
  <inkml:trace contextRef="#ctx0" brushRef="#br0" timeOffset="64692.49">14152 5911 94 0,'0'0'34'16,"0"0"-4"-16,0-2 17 0,0 0 0 0,0 1-9 16,0-1-21-16,0 0-11 0,0 0-4 0,0 0-1 15,0 0-9-15,2 0-28 0,0 1 8 0</inkml:trace>
  <inkml:trace contextRef="#ctx0" brushRef="#br0" timeOffset="64987.98">14579 10001 576 0,'0'0'-12'0,"-2"0"46"0,1 0-29 0,-1 0 25 15,0-1-44-15,0 1-50 0,2 0 11 0,0 0-29 16,0 0-43-16</inkml:trace>
  <inkml:trace contextRef="#ctx0" brushRef="#br0" timeOffset="65943.47">9158 6221 103 0,'-2'0'26'0,"0"0"-5"16,-2 0 15-16,-1 0 3 0,-16-2-9 0,-1 2-22 15,3 0-5-15,3 2-2 0,1 4-1 0,-2 3-4 0,-1 2 5 16,-1-5-5-16,0 16 5 0,-3 0 0 0,-4 2 2 16,2-3 0-16,-2 3-1 0,0-2-2 0,4 1-3 15,-2-1 1-15,3 2-1 0,3 0 6 0,-1 2-7 16,4 4 4-16,-3 1-4 0,1 3 3 0,-2 5 1 15,1 2 4-15,-1 9-1 0,1 4-1 0,-1 7 0 16,0 4-2-16,1 4 1 0,-1-4 3 0,4 0-1 16,-1-8-4-16,1-7 0 0,2 0-7 0,2-3 7 15,-2-1-3-15,2 2 4 0,0 4 6 0,-1 6-12 0,5 1 6 16,3 8-9-16,2 2 14 0,-27 2-7 0,18-1 3 16,11-9-5-16,3-5-5 0,3-4 9 0,3-7-11 15,2-5 11-15,4-1-3 0,2 0-9 0,1 2 15 0,5 0-11 16,-22 0 9-16,33 2-1 0,1-1-3 0,4 3 2 15,6 3 5-15,7 2 0 0,9-3-4 0,10 3 2 16,10-7-2-16,1-3-1 0,-2-1 4 0,-4-5-4 16,-7-4-5-16,-3-1 8 0,7-3-3 0,12-2 4 15,4-1-7-15,19-3-3 0,2-1 1 0,-10-3-1 16,0-1 0-16,-14-2 5 0,5-2-3 0,18 1 4 0,8-1-12 16,9-4 13-16,-1-1-13 0,-14-3 13 0,-3 1-12 15,5 0-17-15,10-2 10 0,16 1-14 0,-4-1 9 16</inkml:trace>
  <inkml:trace contextRef="#ctx0" brushRef="#br0" timeOffset="66303.8">14095 8869 36 0,'42'-13'18'0,"10"-8"-7"16,45 12 29-16,-10-37-8 0,-7-3 10 0,-15-3 2 15,-11 4-14-15,-10 0 10 0,-1 2-9 0,-6 1 24 0,-1 0-5 16,-5 3 8-16,-1 1-13 0,-4-2-11 0,-2 4-5 15,2 2-3-15,-6 0-11 0,6 0-7 0,-5-6 0 16,-5-3-5-16,-3-6-7 0,-1-6 8 0,-1-3-1 16,-8 0 4-16,1 1-6 0,22 1 1 0,-17 3 3 15,-9 4-2-15,-5 0 5 0,-6 4-8 0,-4 1 4 0,-2 5-5 16,0-1 2-16,16-3-1 0,-25 1-3 0,-8-7 2 16,-3-4 8-16,2-3-5 0,-6-4 6 0,-4 3-6 15,1 3 1-15,-10 3 7 0,-5 7-10 0,-12 3 7 16,-5 1-8-16,-10 2 4 0,1 4 3 0,0 2-1 15,-3 0-6-15,9 3 1 0,-3 4-3 0,-13 2 3 16,-9 0 6-16,-18 0-4 0,-5 0 0 0,1 4-2 0,2 5 4 16,-6 8-2-16,-19 3 1 0,-12 5-3 0,-6-1 0 15,3-34 1-15,-9 33 5 0,-8 8-3 0,-7 6 6 0,-7 2-2 16,-4 6 4-16,-5 7-4 0,-2 2-7 0,-13 7-25 16,-4 8-27-16,6-32-8 0,-6 54-190 0</inkml:trace>
  <inkml:trace contextRef="#ctx0" brushRef="#br0" timeOffset="68269.57">18761 13550 26 0,'0'0'26'0,"0"0"-3"0,0 0 22 16,0 0 4-16,0 0-4 0,0 0-2 0,0 0 15 16,0 0-13-16,0 0 11 0,0 0-28 0,0 0 0 15,0 0-2-15,0 0 1 0,-2 2 5 0,0-1-2 16,0-1 7-16,-2 0-7 0,1 0 3 0,1 0 9 15,-6 0-5-15,-1 0 6 0,2 0-10 0,-1 0-3 16,1 0 4-16,-1 0-4 0,3 0 1 0,-1 0 15 0,1 0-10 16,1 0 9-16,2 0-33 0,0 0-1 0,0 0-1 15,-1 0 0-15,-1 0-3 0,0 0-4 0,2 0 0 16,0 0 0-16,1 0 12 0,-1 2 3 0,0 0-3 0,2 0 1 16,0 0-7-16,0 0 6 0,5 14-3 0,7 5 2 15,-11-4-17-15,31-3 7 0,1 3-2 0,12-2 6 16,5 0 7-16,6 0-7 0,7-4-1 0,-2-4-2 15,4-1-4-15,2-3-1 0,2 27 2 0,3-19-2 16,6-7 4-16,9-4 1 0,14-4-2 0,3-1 2 16,3-5-3-16,-4 1-2 0,-11 0 1 0,-3-2-2 15,4 0 2-15,8 1-1 0,-1-3 5 0,8 4-5 16,-10-2-2-16,-7-2 7 0,-8 2-5 0,-12-2 6 0,-4 4-12 16,-4 1 8-16,-2 4 0 0,-5 3 4 0,-4-1 1 15,-6 2 0-15,-7 0-1 0,-5 0 2 0,-5 0 0 0,-6 0 11 16,-10 0-4-16,-6 0 6 0,-5 0-2 0,4 0 6 15,-5 0 7-15,1 0-3 0,2 0 7 0,0 0-17 16,-2 0-3-16,-1 0-5 0,1 0-14 0,-2 0-1 16,0 0-5-16,-2 0-1 0,1 2-35 0,-9 1-56 15,-19 12-21-15,-3 2-23 0,-9-15-180 0</inkml:trace>
  <inkml:trace contextRef="#ctx0" brushRef="#br0" timeOffset="68827.93">19186 14010 641 0,'-2'-2'8'16,"0"0"1"-16,0 1-8 0,-1-1-3 0,-3-2-3 0,-9-5-3 15,6 3-23-15,1 2 1 0,5 3-11 0,-5-3-14 16,-3-2 21-16,-4 1-4 0,-3-1 13 0,-1 2 21 16,-1 1 20-16,1 1 13 0,1 0 3 0,-5 0 46 0,3 0-6 15,-4 0 6-15,-6 1-8 0,8-3 2 0,-8 0-15 16,4 0 6-16,2 1-9 0,-4-1-1 0,4 0-7 16,2 1-3-16,1 1-1 0,1 0-11 0,3 0-12 15,2 0 4-15,4 0-7 0,0 2-2 0,4 0-10 16,-1 0-2-16,6 0 0 0,-1 0 3 0,-1 0-16 15,0 0 3-15,0 0-6 0,3 0 1 0,-1 0 4 16,0 2-7-16,2 0 6 0,0 0-6 0,0 0 14 0,2 0-1 16,1-1 4-16,10 7-2 0,13 3 2 0,8-2-3 15,3-1 2-15,4-3-2 0,9-1 11 0,-2-2 0 16,8 0 3-16,-2-2-9 0,3-2 3 0,1 0 0 16,1-2 2-16,3 1 5 0,-3-1-13 0,6-2 10 15,7 1-10-15,10-3 17 0,7 1-11 0,6-2 1 16,1-1-4-16,-5 1 8 0,-2-2-5 0,-5 2-1 0,0-1-1 15,1 1-1-15,6 2 1 0,-4-1-1 0,2 1-1 16,-5-1-2-16,-15 3 13 0,-3-1 4 0,-14 2 4 16,-1 3 7-16,-7-1 7 0,-3 2-6 0,-6 0 5 15,-3 0-19-15,-2 0-8 0,-8 0 1 0,-2 0-4 16,-5 0-3-16,-4 0 10 0,0 0-9 0,-9 0 9 0,0 0-20 16,2 0-64-16,-2 0-8 0,0 2-54 0,-2-1-368 15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10:48.2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10244 12978 13 0,'0'0'0'0,"0"0"28"0,0-2 10 0,0 0 19 16,0 0 1-16,0 0-22 0,0 1-8 0,0-1-27 0,0-2 12 16,0 0-12-16,0 1 12 0,0-1 1 0,0 2-3 15,0 0 3-15,0 0 2 0,0 0 2 0,0 1-10 16,0-1 5-16,0 0-13 0,0 0 11 0,0 0-3 16,0 0 4-16,2 0-13 0,0 2 6 0,-1 0 1 15,1 0 3-15,0 0 5 0,0 2 2 0,0 0-1 0,0 2 3 16,0 0 5-16,-2-3-9 0,1 11 5 0,1-1-7 15,-2 0 5-15,2 2 10 0,-2-2-9 0,0 2 9 16,2 2-8-16,-2 0 4 0,0 0 1 0,0-3-2 16,0 1-5-16,0 0 0 0,0 0-5 0,2-1 3 0,0-1-8 15,0 0 0-15,-1-2-1 0,1 0-1 16,-2-3-7-16,0 0 6 0,0-3 4 0,0 1 0 0,0-2-7 16,2 2-3-16,0-1-2 0,0 1 0 0,0-2 2 15,0 0 2-15,-1 0-5 0,3-1 3 0,0-1-5 0,0 0 7 16,10-1 2-16,3-3 1 0,0-2-3 0,7-5 5 15,2-2-2-15,7-5 2 0,3-3-6 0,4 16 4 16,1-27-1-16,2-7 4 0,0-5-6 0,1-14 9 16,5-5-11-16,1-8 9 0,2-1-14 0,3 5-8 15,10 2-1-15,6 7-8 0,5 3-47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4T05:57:12.6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27586 5820 256 0,'0'0'11'16,"0"0"5"-16,0-2 18 0,0 0-3 0,0 1-7 15,0 1-12-15,0 0-19 0,0 0 6 0,0 0-5 0,-2 0 14 16,0 1-4-16,0 1 2 0,0 0-2 0,0 2 5 0,-3 5 0 16,1 10 1-16,-9 5 1 0,0 2 8 15,2 4 0-15,-6 5-3 0,6 4 0 0,-6 2-6 0,-3 7-10 16,5 0 10-16,-2 2-10 0,4-1 13 0,0-7-11 16,0-5-2-16,0-7-2 0,2-6 13 0,0-3-5 15,4-5 10-15,-1-3-8 0,1-3 20 0,-2 1 2 16,5-6-2-16,0 1 1 0,4-4-6 0,0 0 13 15,0 0 2-15,-2 1 4 0,0 1 5 0,1 0-12 16,-1-2 1-16,0-1-6 0,0 1-13 0,0-2-9 16,2 0 0-16,0-2-2 0,0-1-4 0,4-14 2 0,7-18-1 15,2-8 2-15,2-3-1 0,0-5 1 0,-4-2-3 16,0-7 1-16,2-1-6 0,0 0 7 0,6 5-1 16,-3 8 4-16,3 1 2 0,-1 6-8 0,-1 4 2 0,-2 8-4 15,-2 4 6-15,-2 5-3 0,-2 5 5 0,-1 2-5 16,-3 4 10-16,-1 3-11 0,-2 3 2 0,0-1-5 15,0 0-5-15,-1 2 7 0,1 0-5 0,2 1 6 16,0-1-6-16,-1 2 7 0,-1 2 0 0,0-1 2 16,0 3-9-16,7 18 9 0,1 6-6 0,-5 2 6 15,-1 2-7-15,-2-5 1 0,-2 3 5 0,2 0-3 16,-1 1 0-16,3 1 0 0,0 0-4 0,1-5 2 0,1 5 1 16,1-4 8-16,-1-4-6 0,1 0 7 0,-1-7-8 15,1-2 0-15,1-2 7 0,-1 0-4 0,1-2 2 16,-3-2-5-16,12 2 4 0,0-7-3 0,1 1 6 0,-1-3-4 15,2 11 1-15,1-3-2 0,-1-5 1 0,-5-3 1 16,-1-2 1-16,-1-2 2 0,1-2 5 0,0-3 0 16,1-4 2-16,-2-2 0 0,-5-21 11 0,2-1-3 15,1-2 3-15,1-4-3 0,-2 4 0 0,0-2-10 16,-3 2 3-16,-4 2-5 0,5-1-1 0,1 3-1 16,1 1 4-16,-2 5-1 0,1-1 2 0,-5 5-4 15,1 5-2-15,0 1 0 0,7 2-5 0,-4 4 0 0,-1 0-2 16,-4 5 2-16,0 3 5 0,-2-1-13 0,2 0-11 15,-1 1-4-15,-1-1-57 0,0 2-7 0,-1 0-11 16,-1 0-8-16,0 2-141 0</inkml:trace>
  <inkml:trace contextRef="#ctx0" brushRef="#br0" timeOffset="445.78">28412 5967 739 0,'0'0'33'0,"0"-2"-2"16,0 0 17-16,0 0-1 0,0 0-8 0,0 1-20 15,0-3-6-15,2 0-1 0,0 0-1 0,-2 3-9 0,13-9 0 16,7 1 3-16,0 0-2 0,3-4 0 0,-5 2 4 16,5-1-7-16,-3-1 7 0,-1 0 0 0,-3 0-9 15,-1 2 5-15,-2-2-6 0,-4 2 13 0,1 0-4 16,-3 0-1-16,-1 0-1 0,-3 0 0 0,7-1 6 15,-5 3 4-15,-1 2-1 0,0-3-2 0,-2 3 1 16,-2 1-2-16,0 1 2 0,0 3-1 0,0 0-1 0,-4-2-3 16,-5-3 2-16,-16-4-1 0,3 7-4 15,-6 2 5-15,-1 6-6 0,-3 5-2 0,0 2 5 0,-1 6-4 16,3-13 4-16,-3 24-4 0,1 1-5 0,4 1-1 16,2 0-2-16,4 0 2 0,9-3-1 0,2 3 1 0,7 2 0 15,-12-8 1-15,4-2 1 0,7-5 0 0,3-2 2 16,2 1 4-16,4 1 3 0,3 0 0 0,1-4 0 15,1 0-2-15,2-6 0 0,15-3-3 0,0 0 1 16,2 14-5-16,5-7-16 0,-1-7 5 0,-1-4-12 16,3-6-16-16,-3-1-6 0,1-4-11 0,0-4 6 15,1-4-15-15,-7 3-67 0,2 10 13 0,-2-18-36 0,0-2-31 16</inkml:trace>
  <inkml:trace contextRef="#ctx0" brushRef="#br0" timeOffset="876.45">29049 5681 405 0,'0'0'104'0,"0"0"26"0,0-2-22 15,0 0-65-15,0 0 6 0,0 0-38 0,0 1-12 16,0-1 4-16,0 2-6 0,0 0 3 0,0 0 6 16,0 0-6-16,0 2 5 0,2-1-6 0,-1 3 2 0,1 0-1 15,2 7 2-15,0 8 1 0,1 1 4 0,3 0-3 16,-1 1 3-16,2-1-1 0,1-1 5 0,1-1 1 15,0 3-1-15,0-4-4 0,-9 1-6 0,15 1 8 16,-2-4-8-16,-4-1 4 0,2-2 4 0,-2-3-9 0,-2-4 7 16,0-1-9-16,-3 2 9 0,0-4-4 0,-1 1 5 15,-1-1-22-15,-2-2-4 0,0 0-4 0,1 2 1 16,1 0-13-16,0-2 6 0,-1 0 0 0,-1-2 3 16,0-2 10-16,2-7 1 0,3-11 4 0,-3-4-2 15,0 2 0-15,-2-2-9 0,1 0-4 0,1 2-2 16,0-1-20-16,-1 5 5 0,1 0 7 0,0 3 1 0,0 0 37 15,-3 4 4-15,1 2 2 0,0 2 2 0,-2 1 18 16,0 5 7-16,0 1-1 0,0 0 0 0,0-2-8 16,0 2 3-16,-2 0-4 0,0 2 3 0,-1 0-12 15,-7 2 6-15,-14 11-2 0,-4-11 3 0,-5 24-6 0,0 4-7 16,1 0 1-16,-3-1-4 0,-2 3-3 0,1-1-2 16,1 5-3-16,5-1 3 0,8-3 2 0,0-5-3 15,1-6 2-15,6-6-3 0,4-2 1 0,6-6-4 16,-1 1 1-16,4-5-3 0,0 1 8 0,2-2-13 15,-1 2-8-15,1-1-5 0,1-1-42 0,1 0 0 16,4 0-7-16,24 0 0 0,7-6-41 0,9-11-57 0</inkml:trace>
  <inkml:trace contextRef="#ctx0" brushRef="#br0" timeOffset="1189.21">29959 5362 184 0,'0'-4'81'0,"1"-13"88"15,1-5-52-15,-2 9-40 0,0 2-5 0,0 3-10 16,0 3-24-16,0-1-20 0,0 2-5 0,0 1-3 16,-2 1-12-16,1 0 3 0,-1 0 0 0,-2 2 2 15,-7 4-1-15,-8 0 1 0,-3 31-2 0,0 4 2 0,-2-2 8 16,-4-2-5-16,7 2 1 0,1-5-3 0,-1 1 2 16,5-5-2-16,-3 2 1 0,1-4-1 0,-1 0 1 15,-3 2 1-15,-2 0 4 0,5 1-3 0,6 1-7 0,4-2 7 16,3 0-6-16,4-2 8 0,-14 0-16 0,6-2 8 15,7 2 2-15,3-6 4 0,3 1-2 0,5-3 10 16,-1-5-10-16,-5 2 11 0,20-6-14 0,4-3 2 16,2-2 0-16,0 14 0 0,5-7-8 0,3-9-14 15,-5-4 1-15,5-5-4 0,-7-2-3 0,1-4-2 16,0-2-3-16,-6 2 0 0,2-4-8 0,-6 10-29 16,1-19-16-16,-1 2-9 0,-3-2-85 0</inkml:trace>
  <inkml:trace contextRef="#ctx0" brushRef="#br0" timeOffset="1378.32">29574 5727 263 0,'0'0'84'15,"0"0"-6"-15,-2-2 35 0,0 1 2 0,1-1-20 16,-1 0-31-16,2 0-42 0,0 0 7 0,2 0-15 16,1 0 7-16,33-16 2 0,16-3-3 0,1 7 6 15,7-1 4-15,-1 0-16 0,3-2 4 0,-5-1-8 16,-1-1-10-16,0 2 4 0,-1 1-6 0,1 4 3 15,-2 1-30-15,-6 2-16 0,-2 2-1 0,-8 1-4 0,-1 0-16 16,-11 3-124-16,-6 1-19 0</inkml:trace>
  <inkml:trace contextRef="#ctx0" brushRef="#br0" timeOffset="2029.84">28728 6624 104 0,'0'-2'62'0,"0"0"-8"0,0-1 64 0,0 1-9 16,0-11-10-16,0 0-14 0,0 4-4 0,0-1-3 16,0 5-17-16,0 1-9 0,0 2-7 0,0 0-1 0,0-1-30 15,0-1-14-15,0 0 6 0,0 2-7 0,0 0 18 16,0 2-5-16,-2 0-3 0,0 2-1 0,-2 0-5 16,-3 0 5-16,-10 24-6 0,0 2 5 0,1 3-8 15,-1-1 1-15,2 5 5 0,2-1-3 0,2-1-1 0,2-1-3 16,1-4 2-16,3 3-3 0,1-7 2 0,2 0 7 15,0-3-6-15,-9-6 6 0,4 0-4 16,1-2 4-16,2-2 7 0,4-6-3 0,0 1 8 0,0-4 3 16,0 1-4-16,2 1 5 0,0-2 3 0,2 0-13 15,11 0 4-15,5-4-8 0,4-6-8 0,0-5 7 16,-5 0-9-16,3 12 8 0,-3-14-8 0,-4 7 3 16,-2-3 4-16,-8 6-2 0,1-1-2 0,-4 2-5 0,-1 4-2 15,3-2 0-15,0 1-5 0,0-1 15 0,-1 2-9 16,1 0 10-16,-2 2-10 0,-2-1 2 0,11 24 6 15,-4-1-3-15,1 0 6 0,-3-7-5 0,3-1-1 16,-3-5-2-16,3-1 8 0,1-3 0 0,11-1 3 0,-1 7-4 16,3-2-3-16,4-4 4 0,4-7-1 0,3-3 3 15,-7-5 0-15,2-7 3 0,0-1-1 0,-2 14 2 16,0-26 5-16,-5 0 8 0,-5-5-3 0,-3 3 3 16,0 4-11-16,-2 0 6 0,1 2-1 0,-5-2 1 15,2 2-7-15,-5-2-7 0,2 1 3 0,-5 1-4 16,1 0 4-16,0 2-10 0,13 0 5 0,-6 3-5 0,-1 1 8 15,-3 1-5-15,-1 0-7 0,-2 2 2 0,-2 2-17 16,0 4-22-16,0 3 0 0,0 5-9 0,0-3-17 0,0 0-1 16,-2 2-2-16,0 0 0 0,0 1-6 0,0 1-141 15,-1 1 20-15</inkml:trace>
  <inkml:trace contextRef="#ctx0" brushRef="#br0" timeOffset="3190.18">29311 6912 303 0,'0'0'19'0,"0"0"-1"0,1 0 24 16,1 0-5-16,0 0 6 0,2 0-2 0,0 0 5 16,14-4 7-16,1 0-1 0,-1-1 24 0,5-4-10 0,1-3 0 15,0-1-5-15,7-3-15 0,1-1-12 0,3-2-4 16,2-1-1-16,-3 1-8 0,-5 3-6 0,-1-3 4 0,-2 2-5 16,0 16 7-16,-2-14-13 0,-3-2 4 0,-3 2-6 15,-5 0 8-15,2 2 0 0,-7 2-3 0,-1 0 2 16,-3 2-3-16,-2 0 17 0,3 1-4 0,-1 1 7 15,-2 1-13-15,0 1-1 0,-2 1-5 0,0 0 2 16,0 0-14-16,-2 1 4 0,0-1-2 0,-11-3 4 16,-19-3-4-16,-1 8 2 0,3 4 1 0,-9 6-1 15,-2 3-4-15,8 2-3 0,3 2-1 0,8 0 2 16,3-12 8-16,1 20-10 0,-3 1 6 0,7-2-7 16,2-2 0-16,5 1 0 0,3-1-3 0,2 1 5 0,-12-1 8 15,4 0-7-15,5-1 3 0,3 0-3 0,2-1 6 16,0-9-1-16,2 3 3 0,1-3-3 0,1-2 1 0,0 1 2 15,20-3-2-15,0 12 2 0,2-6-5 0,4-5 2 16,3-4-3-16,4-6 2 0,4-2-1 0,-4-3-2 16,4-2 6-16,-2-2-4 0,-3-4 8 0,1-1-4 15,0-1-5-15,-4 0 2 0,1-1 2 0,-3 18 0 16,-3-20 4-16,-4 1-4 0,0 1 0 0,-3 1 0 16,-5 5 3-16,-4-1-1 0,-3 2 9 0,-4 0-10 15,-1 0 4-15,0 2-5 0,5 0 6 0,-3 1-3 0,-1 1-3 16,-3 2 0-16,-2-1-1 0,0 1-2 0,0 3 2 15,0 0-3-15,0 2 2 0,-4-1 7 0,-3-3-3 16,-10-3 3-16,1 3-7 0,-3 3 0 0,0 3-1 0,3 0 1 16,-1 1-5-16,4 3 1 0,2 2-3 0,0-1 3 15,-4 6 1-15,2-7-8 0,2 13 8 0,5 0-8 16,4 1 9-16,1 1-5 0,-12-1-1 0,3-1 1 16,5 0 5-16,3-3 3 0,2 1 1 0,2-2 0 15,1-2-4-15,3 1 1 0,3 1 2 0,4-6 0 16,13 0 5-16,2-5-3 0,0 17-3 0,2-8 2 0,1-5-4 15,3-5-3-15,-3-2 2 0,4-5-2 0,-1-3 5 16,3-4 1-16,6-4-1 0,-6 0 0 0,4-1-6 16,0-3 4-16,-10 3-3 0,4 16 4 0,-5-22 1 0,0-2-4 15,-2 0 7-15,-2 0-5 0,3-2 5 0,-4-2-5 16,-1 1 0-16,-6-3-1 0,-1 0 10 0,0-1-7 16,-4-2-1-16,-2 5-1 0,-2 0-1 0,-3 6 1 15,-3 2 1-15,-1-2 0 0,9 9 0 0,-5 6 3 16,-2 1-3-16,-3 4 2 0,1 1-7 0,0 1 1 15,-2 0 3-15,0 0-1 0,0 2 5 0,-2 0-5 16,0 2 2-16,-1 0-2 0,-1 0 7 0,-9 14-6 16,2 9 2-16,2-1-3 0,-3 0-5 0,1-4 6 0,2 1-3 15,0 3 4-15,-4-6-4 0,3 8 4 0,-3 0-5 16,2-1 5-16,4 1 0 0,-4 0 4 0,3 0-4 16,-3 1 1-16,2 3-4 0,-2-2 5 0,0 0-2 15,1-2 3-15,3 0 0 0,-10-6-6 0,8 2 8 0,-4-1-7 16,4-4 3-16,-2-1 3 0,1-1-4 0,5-4 4 15,-1-1 0-15,4-5 2 0,2-3-2 0,-2 2 2 16,1-1 6-16,-1 1 1 0,0-2 0 0,0 0-1 16,0 0-10-16,0-2-17 0,2 0 1 0,0-2-7 15,2-2 3-15,11-14 1 0,-2-12-1 0,21 0 0 0,-1 2-8 16,3-3 3-16,-1-1 1 0,4 1 2 0,2-1 12 16,-7 2 0-16,-1 3 8 0,-1 2-5 0,-2 5 6 15,-6 1-7-15,1 5 0 0,-1 2 0 0,-5 1 15 0,-3 8-14 16,-4-1 4-16,-3-2-8 0,-5 6 9 0,2-3-12 15,-1-1 12-15,1 2-10 0,-2 0 39 0,0 2 1 16,-2 2 3-16,-2 0-4 0,-22 5-15 0,-19 25 5 16,0-1-11-16,-5 7 9 0,-2-1-11 0,4 0 4 15,1-4 0-15,8-1 0 0,9-4-7 0,8-4-6 16,7-2 1-16,7 0-3 0,2 1 5 0,-9-5-5 16,2 4 5-16,8-7-5 0,1-2 10 0,2 2 8 15,3-4 1-15,1-3 3 0,9-1-1 0,21-5-9 0,-1 0 0 16,2 0-2-16,0 18-6 0,-3-11 0 0,1-3 0 15,1-6 1-15,-3-2-2 0,1-2-4 0,-4-3 1 16,0 0-1-16,-4 1-1 0,-2-1-3 0,-1 1-6 16,-5 0 3-16,-1 3-11 0,-9 1-2 0,-1 0-7 0,-1 0-2 15,0 0-62-15,-2 0-150 0,-1 1-8 0</inkml:trace>
  <inkml:trace contextRef="#ctx0" brushRef="#br0" timeOffset="3748.22">27484 7714 917 0,'-2'-2'60'0,"-2"0"-5"0,-22-11-16 0,4 2 6 0,5 4-32 15,0-1-5-15,2 3-8 0,8 3 4 0,0 0-5 16,-1 2-5-16,4 0 1 0,1 0-5 0,-1 0 4 15,2 2-8-15,0 0 13 0,0 0-3 0,2-1 5 16,2 1 14-16,2 0 0 0,20 9 12 0,23 0-6 16,8-5 16-16,14-4-12 0,3-6-6 0,12-3 0 15,5-4-4-15,22-4-6 0,10 2 9 0,13-2-8 16,7-2 3-16,-2 2-8 0,6 0 5 0,11 1-4 0,5 1 14 16,-3 0-13-16,-4 0 5 0,-5 1-6 0,-8 3 7 15,8 2-2-15,-5 1 0 0,-12-1 0 0,-7 1-4 16,-10 1-5-16,-4-1 4 0,-1 2-3 0,-3 1 1 0,-8-1 5 15,-14-2-8-15,-14 3 8 0,-10-1-8 0,-11 2 1 16,-9 0 1-16,-9 0 0 0,-6 0 12 0,-8 1-6 16,-5 1 9-16,-4 0-7 0,-3 0 18 0,-2 0-9 15,-1-2-6-15,-1 0-2 0,-2 0-19 0,0 0-9 16,-2 0 1-16,-24-7-5 0,-20 0-1 0,-4 3-5 16,-13 2-4-16,-12 4-1 0,-8 2-11 0,-14 2-18 0,-1 2 4 15,1 1-11-15,-1 2-18 0,3 1-20 0,-3-1-9 16,-10 4 0-16,-5 0-12 0,-6 2-27 0,2 1-8 15</inkml:trace>
  <inkml:trace contextRef="#ctx0" brushRef="#br0" timeOffset="4017.24">27554 8091 574 0,'-33'-2'59'0,"-21"0"79"16,11-3-67-16,4 1-14 0,9 0-6 0,8 0 0 15,5 3-17-15,12 1-18 0,1 0-8 0,0 0-3 16,3 0-13-16,-1 0 6 0,2 0 9 0,2-2-3 15,14-2 19-15,36-9-4 0,11 2 4 0,8-2-2 16,5 2 15-16,2-2-12 0,7-2 2 0,16 2-5 0,8 0 1 16,23-4-2-16,7-1 0 0,4-1-1 0,8 1 3 15,5-1 0-15,9 2-6 0,8 1 3 0,-4-1-11 0,3 0 0 16,3 0 0-16,1-1 0 0,1 3-2 0,-8 2-6 16,-4 6 3-16,-4 3-3 0,-8 0 6 0,-18 0-6 15,-12 1 3-15,-18 3-3 0,-4 0 5 0,-3 0 4 16,-7 0-1-16,-11 0 4 0,-4-4 15 0,-11-2-6 15,-11 5 2-15,-8-3-7 0,-7 0-12 0,-5 2 6 16,-6-1-6-16,-4-1 6 0,-4 0-10 0,-5 0-20 16,-2 1 0-16,-4-1-13 0,-3 2-45 0,-2 0-381 15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08:50.3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24373 7738 1 0,'0'0'0'0,"0"0"2"0,0 0 7 0,0 0 2 15,0 0 5-15,0 0-6 0,0 0-6 0,2 0 5 16,0 0-9-16,0 0 11 0,0-2-2 0,0 0 5 16,0 1 8-16,1-1-1 0,7-4 25 0,6-5-6 15,3 9 0-15,-1-11-4 0,-1 0-5 0,4 2-21 16,1-2 6-16,0 2-11 0,4 0 5 0,-4 1-10 16,3 1 9-16,-1 0-8 0,0-2 23 0,0 1 0 0,2-1-5 15,0 0 4-15,0 2 4 0,2-2 13 0,0 0-6 16,1 1 6-16,1-1-18 0,-4 4-1 0,6-1-2 15,-6 3-1-15,0-1-11 0,1 2-6 0,-8 3 2 16,-4-1-3-16,-4-8 0 0,0 3 0 0,-5 5 2 0,-1 0 0 16,3-1 9-16,-5 1-7 0,1 2 1 0,0 0-3 15,-2 0 0-15,1-2-2 0,1 0 1 0,-2 0 1 16,0 0 3-16,0 2-1 0,0 0-4 0,-2 0 1 16,0 0 0-16,0 0-4 0,-2 0 6 0,0 0-5 15,-2 0 1-15,-5 2 1 0,-15 6-3 0,-2 1 3 16,-10 6-1-16,5 0-1 0,-1 1 2 0,-1 3-1 15,0-1 1-15,1 1 4 0,0 0-2 0,3-1 2 16,-3 1-9-16,4-3 3 0,-1 1 2 0,1-2 1 0,0 0-3 16,-2-2 2-16,2-2 0 0,0-2 3 0,6-1 4 15,0-1-4-15,3-1-3 0,4-3 0 0,-1 3-2 16,5-4 1-16,-2 0 1 0,1 0 0 0,7-2 9 0,-1 0-4 16,3 0-1-16,-1 0-1 0,2 0 11 0,0 0-6 15,2 0 11-15,2-2-11 0,2 0-2 0,24-9 0 16,1 0-3-16,3-4 3 0,3 0 4 0,2-2-11 15,2 0 2-15,4 1-5 0,0 1 4 0,1-2 2 16,3 0 2-16,3 1 0 0,0-1 3 0,0 2-6 16,2 4 1-16,-11 2-2 0,-8 3-9 0,-10 2 12 15,-9 3-3-15,-2 1 7 0,-3 0-6 0,-7 0-4 16,0 0 3-16,1 0-4 0,-1 0 7 0,0 1-8 0,-2 1 5 16,0 0-6-16,-4 0 3 0,-18 11-2 0,-17 6-4 15,-6-3 3-15,7-3-6 0,-5 2 9 0,0-2 1 16,0 2 3-16,3 0 5 0,-3-2-6 0,-2 0 0 0,3-2-2 15,-3-2 0-15,2 2 2 0,4-1 0 0,0 1 0 16,2-2 3-16,7-3-5 0,1 1 3 0,12-3-2 16,4 0-1-16,7-3 7 0,5-1-5 0,-3 2 7 15,0 0-7-15,2 0 12 0,2 0-6 0,0-2 9 16,4 0-8-16,33-8-1 0,21-8 3 0,1-5-3 16,6-3-2-16,6-4-7 0,5-1 0 0,13-1-4 0,8-2-5 15,1 6-41-15,0 2-22 0,-14 6-25 0,-10 1-256 16</inkml:trace>
  <inkml:trace contextRef="#ctx0" brushRef="#br0" timeOffset="1401.28">11089 7630 29 0,'-2'0'0'0,"0"0"12"15,-2 0 119-15,2 0-31 0,-7-1 6 0,0 1-64 0,1 0-12 16,1 0-18-16,3 0-9 0,0 0 5 0,1 0-13 16,1 0-1-16,-2 0 7 0,0 0-5 0,3 0-1 15,-1 0 2-15,0 0-5 0,0 0 6 0,2 1 4 0,0-1 14 16,0 0 2-16,0 0 3 0,2 0 3 0,2 0-4 15,7 0-3-15,18-5 2 0,5-3-2 0,1 1-4 16,4-2 0-16,-2-1-4 0,0 1-8 0,6-2 6 16,0 2 1-16,1-1 1 0,-3 1-7 0,-4 0-4 15,-3 1 1-15,-3 1-1 0,3-2 8 0,-6 1-6 16,0 1 1-16,-4 1-1 0,-2 1 3 0,-5 1-3 16,-3 2 3-16,-4 0-3 0,-5 2 1 0,-3 0-1 15,2 0 3-15,0 0-1 0,-3 0-2 0,1 0 4 16,-2 0-7-16,0 0 8 0,-2 2-4 0,-5 0-4 0,-23 9 3 15,1 2-4-15,-5 0 7 0,1 0 1 0,-6 2-5 16,2 0 1-16,-8 0-9 0,-1 0 9 0,-1-1 2 16,5-2 1-16,6-3-3 0,7 0 3 0,4-3-1 15,7-1 5-15,3-1-3 0,6-2-2 0,7-2 0 0,-2 0 1 16,0 2 5-16,3 0-3 0,-1-1-1 0,0-1-1 16,2 0 0-16,2 0 6 0,1 0 2 0,23-7 1 15,8-4-4-15,12-4-3 0,-3 0 0 0,3-3 0 16,1-1 8-16,-4 0-3 0,3-1-1 0,2 0 0 15,2-1-8-15,-1 3 2 0,4 1-5 0,5 0-1 16,0 4-40-16</inkml:trace>
  <inkml:trace contextRef="#ctx0" brushRef="#br0" timeOffset="17397.95">8781 4455 14 0,'0'0'2'0,"0"0"3"0,0-1-7 0,0-1 3 15,2 0 1-15,-1 0 3 0,1 0 2 0,0 0-3 16,-2 0-1-16,0 1-1 0,0-1-5 0,0 0 9 16,0 0-2-16,0 0 5 0,0 0 1 0,0 0-1 0,0 1 4 15,0-1-2-15,0 0 4 0,0 0 4 0,0 0-2 16,0 0 3-16,0 0-9 0,0 1-6 0,0-1 2 15,2 0-2-15,0 0 6 0,0 0-8 0,0 0 1 16,-1 0-4-16,1 1 6 0,0-1 0 0,0 0-1 16,0 0-1-16,0 0-9 0,0 0 12 0,-1 0-2 0,1 1 7 15,-2 1-7-15,2-2 6 0,0 0-4 0,0 2 4 16,0-2-6-16,0 0 8 0,-1 0-2 0,1 0 4 16,2 1 3-16,0 1-11 0,-2 0 6 0,9-2-9 15,4-2-1-15,1 2-3 0,5 0 1 0,-8 2 1 16,-2 0 4-16,2 0-6 0,5-2 2 0,7 2-2 15,1 0 4-15,5-1 3 0,-1-3 3 0,1 0 0 0,1-1 8 16,-2-3-14-16,-1 1-2 0,-3 1-2 0,0 1 2 16,0-1-1-16,-2 0 7 0,-1 3-6 0,1-1 1 0,-4 0-2 15,1 1-3-15,-1 1 2 0,1 0 6 16,-3 0-5-16,-3 0 1 0,0 2-3 0,-2 0-2 0,0 0 2 16,-2-2 2-16,0 2-1 0,-2 0 7 0,-1 0-11 15,1 0 4-15,-7 0-5 0,2 0 2 0,-1 0 3 16,1 0 0-16,-2 0 2 0,0 0 4 0,0 0 6 15,0 0-5-15,-2 2 2 0,0 0-14 0,0 0-19 16,0 0-9-16,-2 0-6 0,0-1-54 0,0 1-14 16</inkml:trace>
  <inkml:trace contextRef="#ctx0" brushRef="#br0" timeOffset="18040.06">9583 4108 61 0,'0'0'32'0,"0"0"-2"0,-2 0 17 16,0 0-1-16,0 0-6 0,0-2-2 0,1 1-7 15,-1-1 0-15,0 0-4 0,0 0-11 0,0 0 6 16,0 0-8-16,0 0 6 0,1 1-7 0,-1-1-4 16,0 0 3-16,0 2-5 0,0 0-2 0,0 0 1 15,0 0-6-15,1 0 2 0,1 0-7 0,0 0 6 16,0 0 1-16,0 0 2 0,0 0-1 0,1 0-2 15,1 0 3-15,0 0-4 0,0 0 0 0,0 0-2 0,0 0 4 16,0 2-2-16,-1 0 2 0,3-1-4 0,0 1-2 16,0 0 0-16,-1 0 2 0,-1-2 6 0,4 2-1 15,7 3 3-15,0 1-6 0,-2-2 4 0,11 3-6 16,-5-1 5-16,0-1-2 0,1 1-3 0,-3-4 6 16,4 1-6-16,8 1 5 0,1 0 4 0,-2 0-7 0,-2-3 5 15,-5 1-6-15,1 2-4 0,1 0 5 0,-5-1-3 16,1 1 4-16,-4 0-3 0,-4-1 2 0,-1 1-2 15,1 2 2-15,-3-3-1 0,-4 1-2 0,1 9 0 16,-1 0 4-16,7 0 0 0,-1 0 5 0,-3-2-4 16,-1-1 3-16,0 1 1 0,-4-6-1 0,0 5 1 15,0-5 2-15,0 1 2 0,0-1-4 0,-2 1 5 0,0-1 6 16,0-1-12-16,-11 2 9 0,-3-1-11 0,1-1 10 16,-4-2 2-16,2 2-7 0,-3 10 4 0,-6-2-14 15,2-5 7-15,2-1-5 0,-3-1 5 0,9-1-1 0,-7 0-4 16,-4-3 8-16,4 1-7 0,-3 2 1 0,6 0-1 15,0-1-2-15,-3 1 0 0,-1 2-15 0,6-1-39 16,1 1-13-16,0 1-12 0,2 1-74 0,-1 3 32 16</inkml:trace>
  <inkml:trace contextRef="#ctx0" brushRef="#br0" timeOffset="20327.25">9041 4400 9 0,'0'0'8'15,"0"0"-2"-15,0 0 5 0,0 0-1 0,0 0-2 16,0 0 1-16,0 0 11 0,0 0 1 0,0 0 2 16,0 0 0-16,0 0 3 0,0 0-1 0,0 0 1 0,0 0-5 15,0 0-14-15,0 0 7 0,0 0-9 0,0 0 5 16,0 0-2-16,0 0-6 0,0 2 4 0,0-1-5 15,0 1 6-15,0 0 3 0,0 0 1 0,0 0 10 0,0 0-8 16,0 0 9-16,0-1-9 0,0 1 10 0,0 2-10 16,0 0 5-16,0-1-6 0,0 1 2 0,0 0-2 15,0 0-5-15,0-1 4 0,0 1-12 0,0 0 5 16,0-1-4-16,0 3 6 0,0-2-5 0,0-1 3 16,0 1-5-16,0 0 2 0,0-2-1 0,0 5-1 15,0 1 4-15,0-1-3 0,2 6 0 0,-2-6 3 16,1 5-5-16,1 1 4 0,0-2-4 0,0 4-2 15,-2 3 10-15,0-3-6 0,0 4 2 0,-2-6 2 0,0 1-6 16,2 1 5-16,0-2 3 0,0 2-6 0,0-6 0 16,0-1-1-16,0-3 7 0,0 3-4 0,0-3 4 15,0 3-5-15,0-1 0 0,0-1 1 0,0 1 1 0,0 1-2 16,0-3-7-16,0 3 10 0,0-3-4 16,0 3 7-16,0-1-10 0,0 1 2 0,0 3 1 0,0-2 0 15,-2 4 7-15,1-2-7 0,-1 0 4 0,0 0-5 16,-2 2 4-16,0-2-2 0,-1 4 1 0,1 0-2 15,-1 4 1-15,1-3 2 0,0 3 1 0,0 1-1 16,3-1-4-16,-1 1 0 0,0-1 1 0,0 1 0 16,2 5 0-16,0-1 0 0,0 2-4 0,0 0 5 15,0 0 4-15,2 3 0 0,-2-3 2 0,0 4-1 0,0-4-4 16,0-2 6-16,-2 4-3 0,0-2 4 0,-2 0-7 16,1-4 6-16,1-5-7 0,0 0 6 0,0 1-4 15,2-1-1-15,-2-2 1 0,0-2-3 0,1 0-3 0,1 0 2 16,0 2 2-16,0 0 0 0,0-2 8 0,0 1-6 15,0 1 1-15,0 2-4 0,0 0-7 0,0 1 11 16,0 3-5-16,0-1 6 0,0 2-5 0,0-1 3 16,0-1-2-16,0 1 0 0,1-1-1 0,1-1 2 15,2 1-3-15,0-1 1 0,-1 1-6 0,1-1 4 16,-2-1 3-16,2 1-1 0,-1-1 1 0,1 3 6 16,0-1-1-16,0 4 1 0,1 1-7 0,-1-1-3 15,0-2 3-15,-3 2-2 0,1 4 2 0,0-2-1 0,0 4-2 16,0-1 3-16,-2-5 7 0,0 2-7 0,0 2 3 15,0-2-3-15,0-2 1 0,0-1-4 0,0 1 1 16,0-4-3-16,0 3 3 0,0-3 7 0,2 2-5 16,0 1 6-16,-1-1 0 0,1 0-5 0,0 0 3 0,-2 1-4 15,0 1-4-15,0 0 3 0,0 0 1 0,0 0 0 16,0 0 2-16,0 2-2 0,0 0 1 0,0 2-1 16,0-2 0-16,0 2 4 0,0-2-1 0,2 4 2 15,0-2-3-15,0-1-5 0,-2 1 1 0,0-2-2 16,0 4 9-16,0-2-10 0,0 0 5 0,0-2-7 15,0-4 8-15,0 2 0 0,0-2 2 0,0-1-1 16,-2-1 0-16,-2 1-4 0,0-1 1 0,-1 2-2 0,1-1 3 16,-1 3 0-16,-1 0 2 0,0 0 1 0,1-2 4 15,1-1-10-15,-1 1 2 0,1-1-5 0,2-3 7 0,0 3-1 16,2-3 2-16,0-1-1 0,-2 3 6 0,0 1-6 16,-1-3 2-16,1 5-3 0,0-3 2 0,0 2-4 15,0 2 2-15,2-1-2 0,-2 1 3 0,1 2 1 16,-1 4-3-16,2 1 1 0,0 3-7 0,0-7 10 15,0 1-6-15,0 0 6 0,0-2-10 0,0 2 5 16,0-4 4-16,0 0-1 0,0 2-3 0,0 0 7 16,-2 0-7-16,0 2 7 0,2 2-13 0,0-4 8 15,0 0-2-15,0 0 5 0,0-4 2 0,0 2-3 0,0-2 3 16,2 4-2-16,2-1 6 0,-1-1-3 0,3 5-1 16,-1-1-1-16,1 0-5 0,0 2 5 0,-1-2-2 15,-1-2 3-15,0 3-7 0,-3 1 0 0,1 2 2 16,0-3 0-16,-2-1 6 0,0-2-5 0,-2-4-1 15,2 3 0-15,0-1 0 0,0-4-3 0,0 4 5 0,0-3-4 16,-2-1 1-16,1 1 5 0,-1-3-5 0,2 3 4 16,0-5-6-16,2 3 7 0,1-2-1 0,1-3 4 15,-2 1-11-15,2 2 3 0,-3-2 2 0,1 2 0 16,0-3 1-16,0 3 1 0,2 2-7 0,-2-4 5 16,-1 1-1-16,3-1-3 0,-2-2 5 0,0 2-3 15,0-2 5-15,-2 0-5 0,0 0 6 0,0-2-5 0,0 2 7 16,0 4-2-16,0-6-5 0,0 4 3 0,0-4-1 15,0 0 0-15,0 0-2 0,0-3 0 0,0-1-3 16,0-1 8-16,0-1-5 0,0 1 5 0,0-3-7 16,-2 5 3-16,2-4 1 0,-2 1 0 0,0 1-5 0,0-3 6 15,0 1 0-15,1 0 2 0,-1 0-14 0,0-1 14 16,2-1-5-16,-2 4 6 0,0-1-9 0,0 3 1 16,2-6-1-16,0-1 3 0,-2 3 9 0,1 0-8 15,-1 0 0-15,0-1-2 0,2 1 3 0,0 0-2 16,0-1 0-16,0 1-3 0,0 0 6 0,0 0-6 15,-2-1 4-15,2 1-5 0,0 0 5 0,-2 5 3 16,-2 2-4-16,1 0 3 0,1 0-6 0,0-1 3 16,0-1 0-16,0 0 0 0,0-1-1 0,1-3-3 0,-1 1 4 15,2-1-2-15,0 1 12 0,0 0-11 0,-2-3 2 16,2 1-5-16,-2 0 3 0,2-1 4 0,0 1 0 16,0-2 1-16,0 2-3 0,0-1 1 0,0 3 1 0,0-2-1 15,0-1-2-15,0 1 5 0,0 2 0 0,0-3 1 16,0 1-5-16,0 0 4 0,0 0-5 0,0-1 5 15,0 1-1-15,0 0-2 0,2 1-2 0,-2-1 1 16,0 0-1-16,2 1 3 0,-2-1 1 0,2 3 0 16,-1-1-4-16,1 1 0 0,0-1 2 0,-2 1-1 15,2 3 3-15,-2-5-5 0,0 3-2 0,0-3-1 0,0 1 6 16,0-2 1-16,0 1-2 0,0-1 0 0,0 0-8 16,0-3 11-16,0 1-2 0,0 2 4 0,0 0-5 15,2-1-1-15,0 1 6 0,0-2-3 0,-1 0 7 0,1 0-7 16,0 0 6-16,0-1-5 0,0 1 12 0,0 0-16 15,0 0 4-15,-1 0-5 0,1 0 8 0,0 0-1 16,0-1-6-16,0-1 2 0,0 0-2 0,0 0 3 16,-1 0 0-16,1 0 1 0,0 0-4 0,0 0-4 15,0 0 8-15,0 0-5 0,0 0 1 0,-1 0 5 16,1 0-6-16,2 0 5 0,0-1 0 0,-2 1-3 16,11-4 4-16,-6 2-5 0,0 0 2 0,10-3-1 15,-4-1 1-15,2 0-1 0,5-1 5 0,-5 1-8 16,2 1 1-16,-2 1-4 0,0 0 3 0,-1 1 2 15,-1 1 1-15,0 0 3 0,2 0 3 0,-2 0-6 0,0 2-3 16,2 0-1-16,0 0-2 0,2 0 6 0,1 0 1 16,1 0 2-16,-2 0-8 0,1 0 4 0,-1 0-1 15,1 0 2-15,3 0 0 0,-1 0-1 0,3 0 3 0,-1 0-2 16,-2 0 6-16,-1 0-4 0,-2 0-4 0,1 0 1 16,-1 0-6-16,-6 0 2 0,2 0 3 0,-4 0-1 15,2 0 2-15,-5 0 1 0,1 0-1 0,1 0 0 16,-4 0 5-16,-1 0-3 0,1 0-1 0,0 0 0 15,-1 0-1-15,1 0 0 0,0 0 4 0,-2 0-4 16,0 0 3-16,-1 0 0 0,1 0-2 0,0 0 2 16,0 0-2-16,0 0-2 0,0 0-1 0,-2 0-1 0,0 0-4 15,0 0-42-15,0 0-3 0,0 0-20 0,0 0-70 16</inkml:trace>
  <inkml:trace contextRef="#ctx0" brushRef="#br0" timeOffset="21001.44">9492 9755 47 0,'0'0'12'0,"0"0"0"0,0 0-2 0,0 0 5 16,0-2-7-16,0 2 10 0,0 0-4 0,0 0-1 0,0 0-1 16,0-2-4-16,0 0 16 0,0 0-5 0,0 0 9 15,0 0 4-15,0 1 6 0,0-1-2 0,0 0 2 16,0 0-7-16,0 0 4 0,0 0-1 0,0 0 2 16,0 1 5-16,0-1-16 0,0 0 3 0,0 0-10 15,0 0-8-15,0 0-10 0,0 0 4 0,0 1-4 16,0-1 4-16,0 0-4 0,0 2 1 0,2 0-1 0,0 0 7 15,-1 0-7-15,1 0 1 0,0 0-1 0,0 0 3 16,2 0-6-16,-1 0 3 0,5 0-3 0,7 4 6 16,-4-3 0-16,0 1 3 0,-4 0-2 0,5 2-1 0,2 0 5 15,-1-1-5-15,8 1 7 0,-3 0 0 0,-1-2-3 16,0-1 5-16,-8 1-5 0,4 0 0 0,2 0 3 16,4 0-4-16,-5-2 4 0,7 0-10 0,-3 0 5 15,1 0-3-15,-4 0 6 0,-4 0 1 0,2 0-9 16,-2 0 2-16,0-2-2 0,0 2 3 0,-5 0 1 15,3 0 1-15,-3 0-1 0,-3 0-4 0,3 0 1 16,-2 0-3-16,-1 0 2 0,1 0-1 0,0 0-4 16,0 0 7-16,-3 0-4 0,1 0 7 0,0 0-5 15,0 0-3-15,0 0 2 0,0 0 9 0,0 0-5 0,-2 0 1 16,0 0-4-16,0 0 0 0,0 0 0 0,0 2 2 16,0 0-2-16,0 0 6 0,0-1-5 0,0 1 0 15,-2 0-1-15,0 0-4 0,0 0 6 0,0 0-2 0,0 0 2 16,0-1-5-16,1 1 8 0,-3 0-2 0,0 0 4 15,2-2-6-15,-7 4-1 0,-2 1-1 0,-2 1-2 16,2-2 1-16,-4-1 2 0,4 1 2 0,3-2-1 16,-7 2 1-16,2-1 1 0,2 1-3 0,-5 2 1 15,1-1-1-15,0 1 1 0,0-3 1 0,0 1 0 16,4 0-1-16,-2 0 11 0,0-1-5 0,6-1 6 16,-4 2-7-16,5-2 3 0,-5 1 1 0,3-1-1 0,7-2-8 15,-1 0 4-15,-4 2-5 0,4-2 5 0,0 0-3 16,1 0-31-16,-3 4-44 0</inkml:trace>
  <inkml:trace contextRef="#ctx0" brushRef="#br0" timeOffset="42738.03">12841 10384 10 0,'0'0'0'0,"0"0"5"15,0 0 71-15,0 0 26 0,0 0 12 0,0 0-14 0,0 0-11 16,0 0-31-16,0 0-1 0,0 0 1 0,0 0-3 16,2 0-15-16,0 0 6 0,0 0-9 0,0 0-12 15,0-2-2-15,0 2-8 0,-1 0 4 0,3 0-13 0,0 0 2 16,0 0-6-16,5 0 4 0,-2 0-6 0,-5 0-4 16,4 0 7-16,-4 0-3 0,1 2 9 0,1 0-9 15,0 2 1-15,-4-3-3 0,5 7 6 0,1 1-2 16,1 2 2-16,-1-1-1 0,-1 1 3 0,-1-2 0 15,0 4-4-15,-2-6 2 0,1 5-2 0,-1-3-3 16,0-2 4-16,0 1-4 0,-2-3 3 0,0-3 8 16,2 4-3-16,-2-3 5 0,0-1 4 0,2 2 9 0,-1 0 1 15,1-1 2-15,0 1 4 0,0 0-6 16,2-1-4-16,-1-1-1 0,1 0-14 0,0 0 6 0,0 0-2 16,-1 0 3-16,1 0-12 0,0-2 4 0,-1 0-6 15,-1 0 7-15,6 0-5 0,1 0-2 0,-2-2 2 16,3-2-2-16,-3 0 5 0,4-3 1 0,4-4-5 0,4-2 4 15,3-15-3-15,6-5-2 0,3-6 7 0,7-6-7 16,2-3 1-16,7-1 1 0,1-1-2 0,4 2 1 16,4 5 4-16,0 1 3 0,1 4-2 0,-1 5 1 15,-4 1-3-15,-2 5 0 0,-4 2 4 0,-7 1-3 16,-2 4-8-16,-7 1-2 0,-2 5-3 0,-4 1 2 16,0 1 3-16,-1 3-31 0,-3 2-5 0,-1 1-14 0,-3 1-66 15</inkml:trace>
  <inkml:trace contextRef="#ctx0" brushRef="#br0" timeOffset="50602.25">25103 4266 6 0,'0'0'0'0,"0"0"4"0,0 0 47 0,0 0-22 16,0 0 3-16,-2 0-25 0,0 0-5 0,1 0 7 0,-1 0-4 15,0 0 2-15,-2 0-15 0,0 0 13 0,1 2-8 16,-3-2 9-16,4 0-9 0,-9 2 4 0,4 0 2 15,-1-2 1-15,-1 0-4 0,7 0 0 0,-2 0 7 16,1 0-3-16,1 0 14 0,-4 0-13 0,1 0-2 0,-1 0-2 16,2 0-1-16,1 0-1 0,1 0 3 0,0 0-1 15,-2 0 3-15,1 0-4 0,-1 0-2 0,0 0 1 16,1 0 3-16,-1 0 0 0,0 0 2 0,0 0-4 16,1 0-3-16,-1 0 0 0,0 0 4 0,1 0-1 15,-1 0 4-15,0 0 2 0,0 0-7 0,1 0 3 16,-1 0-3-16,0 0 13 0,1 0 3 0,-1 1 3 0,2 1-4 15,-2 0-5-15,1 0 0 0,-1 0 0 0,0 0 8 16,0-2-5-16,1 0 0 0,-1 0-1 0,0 0 6 16,2 0-10-16,-1 0 7 0,-1 0-8 0,0 0 9 15,1 0-1-15,-1 0-5 0,0 0 2 0,0 0-8 0,1 0 9 16,-1 0-5-16,2 0 3 0,-3 0-15 0,-3 0 5 16,1 0 1-16,-1 0 1 0,1 0 2 0,-1 0 0 15,1 0 3-15,0 0-3 0,-1 0-7 0,1 0 11 16,-1 0-11-16,3 0 11 0,-3 0-12 0,3 0 5 15,-1 0 4-15,1 0 0 0,1 0-1 0,-2 0 2 16,1 0-3-16,-1 0 2 0,1 0-6 0,-1 0 7 16,0 0-1-16,1 0 3 0,-1 0-3 0,1 0-5 15,-1 0 1-15,2 0-1 0,-1 0 4 0,1 0 6 0,2 0 0 16,-3 0 2-16,1 0-4 0,2 0 3 0,-2 0-5 16,1 2 5-16,-1-1-8 0,0 1-5 0,1 0 2 15,-1 0-4-15,2 0 11 0,0 0 4 0,0 0-5 0,0-1 3 16,1 1-14-16,-1 0 5 0,0 0 4 0,0 0 0 15,0 0 11-15,0 0-14 0,0-1 2 0,2 1-3 16,0 0 7-16,0 0-5 0,0 0 5 0,0 0-5 16,0 0 3-16,0-1-5 0,0 1 3 0,0 0-2 15,0 0 9-15,0 0-10 0,0 0 1 0,0 0-2 16,2-1 6-16,0 1-6 0,0 0 2 0,0 0-2 16,0 0 13-16,1 0-10 0,3 0 1 0,9 3-4 0,3 1-3 15,-1-3 5-15,0 1 5 0,1 0-1 0,3 0 1 16,-3-3-4-16,3 1-5 0,-3 0 3 0,1 2 2 15,5 0-1-15,-2-3 6 0,3 1-7 0,2 2 1 0,9-2-1 16,-1 2 1-16,0-3 0 0,0 1 1 0,-5-2 0 16,2 0-2-16,-3 0 1 0,3 0-3 0,-4 2 7 15,0-2-6-15,1 0 5 0,-4 0-4 0,-7 0-3 16,3 0 7-16,-1 0-4 0,-3 0 8 0,-1 0-12 16,1 0 4-16,-4 0-6 0,-2 0 8 0,-1 0-1 15,-5 0-1-15,-1 0 2 0,0 0 4 0,-3 0 0 16,3 0-5-16,0 0 3 0,0 0-7 0,-1 0 3 15,-1 0 1-15,0 0 2 0,0 0 7 0,0 0-12 0,-2 0 7 16,0 0-9-16,-2 0 16 0,0 0-14 0,-2 0 4 16,-5 0-7-16,-6 0 6 0,-7-2 6 0,0 2-8 15,-3-2 5-15,-2-1-9 0,2 1 5 0,-1 0 2 16,-1 0 0-16,-5 0-2 0,0 0 4 0,1 1-2 16,3-1 3-16,0-2-3 0,-3 2-5 0,-1 0 0 0,6 0-2 15,-2 1 11-15,4 1-8 0,0-2 2 0,2 0-5 16,1 0 11-16,5 0-7 0,-1 0 4 0,0 0-5 15,2 1 3-15,2-1 3 0,0 0-2 0,2 0 0 16,0 0-9-16,4 0 7 0,-1 2-4 0,3 0 6 16,1 0-2-16,2 0 0 0,0 0 4 0,-2-2-3 0,1 1 0 15,-1-1 3-15,2 0-2 0,0 0 2 16,0 0-2-16,2 0 1 0,0 0-3 0,2 1 2 0,0-1-5 16,0 0 6-16,2 0-4 0,7-2 3 0,4-1-6 15,-2 1 4-15,0 2 2 0,0 0-1 0,0 2-2 0,0 0-1 16,0 0 2-16,0 0 0 0,0 2 0 0,-2 0 5 15,6 2-7-15,-4-1 5 0,3 3-8 0,5 1 6 16,1-1-1-16,4 0 4 0,4-1-2 0,-1-1-2 16,5-2 1-16,-3 0-2 0,1-1-1 0,3 1 2 15,-7-2-5-15,7 0 5 0,-3 0 2 0,-2 0-4 16,1 0 4-16,1 0-4 0,-4 2 2 0,-4 0 1 16,-2 0-1-16,-3 0 0 0,3 1 2 0,-4-1 2 15,-1 0-4-15,0 0 2 0,-4-2-5 0,-2 2 3 16,-2 0 0-16,-3-2 2 0,-1 0 2 0,-1 0-5 0,0 0 3 15,-2 0-3-15,0 0 7 0,1 2-5 0,1-1-1 16,0 1 0-16,-3 0 1 0,1 0-2 0,0-2 2 0,0 0-2 16,0 0 5-16,0 0-4 0,0 0 4 15,-1 2-4-15,-1 0 0 0,0 0 0 0,0-1-4 0,0-1 4 16,0 2 1-16,0 0 1 0,0 0-2 0,0 0 0 16,0 0 1-16,0 0-7 0,0 1 9 0,-1 1-9 15,1 0 8-15,-2 5 1 0,-2 8-5 0,2-6 3 16,0 0 2-16,0 6-4 0,1-4 6 0,-1 0-5 15,0 2 9-15,2-8-11 0,0 6 1 0,0 2-5 0,0 0 1 16,0 3 5-16,0 1 0 0,0-2 2 16,0-1 0-16,2-1-2 0,1 2-3 0,1 0 1 0,2-1-4 15,-1 1 10-15,-1-2-2 0,2 0 5 0,-1 0-5 0,1-1-4 16,-1 3 0-16,3 0-2 0,-3-1 5 0,1-1 3 16,-2 0 2-16,-1 2-3 0,-1 1-11 0,-2 1 3 15,0 3 3-15,0 2 1 0,-2 1 3 0,0 2-1 16,-1 3-3-16,-1 4 2 0,0-1-5 0,1 2 6 15,-1 4 0-15,2-2 4 0,0 1-4 0,2 2 1 16,0-6-5-16,0 1 3 0,4 0 5 0,0-5-6 16,3 5 6-16,0-9-8 0,1 0 2 0,-1-2-6 15,1-3 7-15,-1-1-3 0,1 1 11 0,1-1-11 16,2 1 1-16,-2-1-4 0,2 0 7 0,1 5-1 0,-3-3 1 16,0 4 0-16,-1 0 5 0,-1 0-6 0,0 4 1 15,1 1-2-15,-1 6-2 0,-1 6 2 0,-2 5 1 16,-1 6 0-16,1-6 4 0,-2 1-2 0,2-3-7 15,-1-1 4-15,3-5-4 0,-1-1 2 0,1-3 3 0,0-5-1 16,3 1 7-16,-2-2-9 0,3-1 4 0,1 3-6 16,-2-1 5-16,2 3 2 0,0 1-3 0,2 2 1 15,-2 0 5-15,2 2-8 0,-1 2 5 0,-1 4-7 16,-2 5 8-16,-2-4-2 0,3 6 1 0,-3-3-2 16,-1-5 6-16,-3 4-4 0,-3-10-2 0,0-1 0 15,0-2-8-15,-1-2 8 0,-5 5-3 0,0 1 4 0,-1-1 3 16,-2 5-4-16,-2 0 1 0,1 5-2 0,3 4-2 15,1-4 5-15,4 4-1 0,1 0 3 0,1-3-9 16,0 5 3-16,3-4 2 0,5-6 2 0,-1-1 9 16,1-4-11-16,-1-6-1 0,2-1-2 0,-1-2 2 0,1-1 4 15,2 3 1-15,-2-1 0 0,1 1-4 0,-3 1-2 16,1 5-3-16,-1 1 2 0,-3 1-3 0,1 7 13 16,-1 3-7-16,-2 0 7 0,-2 4-10 0,0 2-2 15,-2-3 7-15,-2 3-5 0,1-4 3 0,-3-4 0 16,0-3 1-16,1-2 2 0,-3-2-2 0,3 1 1 15,-3 1-4-15,1 3 3 0,3 3 1 0,1 3-3 16,3 2 0-16,0 3-3 0,0 1 6 0,0-1-1 16,0-1-1-16,0-8 0 0,0 0-6 0,0-9 9 0,0-3-2 15,0-5 5-15,0-7-6 0,0 4-2 0,0-2 2 16,-2-3-4-16,0 1 3 0,0-2 1 0,0 0 0 16,2-1 0-16,0-1 3 0,0-1-3 0,0 1 2 15,0-1-2-15,0-1 0 0,2-3 10 0,0 0-9 0,-2 0 7 16,2 0-7-16,0-4 6 0,-1 0-1 0,1-4 1 15,0 1-5-15,0-1 8 0,0 1-2 0,0-1 2 16,0-1-10-16,-1-3-2 0,-1-1 2 0,2 2-1 16,0 0 8-16,0-1-2 0,0 1-3 0,0 0 1 15,0-1-4-15,-1 1 1 0,1 0 2 0,0-2 1 16,-2 0 3-16,0-1-1 0,0 1-1 0,0 0 0 16,-2 0 0-16,0 0-3 0,-1 0 4 0,-3 0-4 0,-14 5-3 15,1-1 2-15,-1-3-2 0,-3 1 2 0,7-2-1 16,-10 2 1-16,3-1 1 0,-4 1 0 0,-7 0 2 0,-1-1 3 15,-2 3-1-15,-2 1 2 0,2 1-6 0,-4 1 0 16,-4 2-2-16,6 0 1 0,0 1-2 0,0-3 2 16,2-2 0-16,-4 1 0 0,2-1 0 0,0 1 5 15,-5-1 1-15,-1 0-1 0,-1-3-6 0,-4 0 3 16,1 0-4-16,1-1 4 0,0 1-2 0,0 0 2 16,3-1 1-16,4 1 1 0,0 0-2 0,4 0-2 15,0 1-2-15,0 1 0 0,2-1 2 0,1-1-2 16,1-2 6-16,1 2-4 0,2-3 9 0,3 1 3 15,4 0-3-15,3 0 3 0,5-2 3 0,2 0-7 0,2 0 0 16,5 0-2-16,-5 0 4 0,7 0-9 0,1 0 6 16,1 0-7-16,-2 0 3 0,0 0-12 0,1 0 5 15,1 0-8-15,0 0 6 0,0 0-1 0,0 0-2 16,0 0 1-16,2 0-7 0,0 0-61 0,0 0-17 0,0 0-22 16,0 0-120-16</inkml:trace>
  <inkml:trace contextRef="#ctx0" brushRef="#br0" timeOffset="51147.09">24710 9998 589 0,'0'-2'14'0,"0"0"19"0,-2 0-26 0,2-2 0 16,0 1-1-16,0-1 1 0,0 0 0 0,0 2-3 16,0 1-7-16,0-1 3 0,0 0 1 0,0 0-3 15,0 0 8-15,0 0-7 0,0 0 0 0,0 2 8 16,0 0-1-16,0 0 8 0,0 0 11 0,0 0 7 16,0-1-4-16,0-1 5 0,0 2-2 0,0 0-12 15,0-2 4-15,-2 2-7 0,0 0-12 0,0 0 4 0,0 0-6 16,-1 0 7-16,-5 0-8 0,-7 2 5 0,-5 1 1 15,-1 5 1-15,-5 3 2 0,0 2-10 0,0 2 1 0,-1-13-2 16,-5 20 1-16,-1 4 4 0,-1 2 1 0,-1-2 0 16,5 4-7-16,-3-1 2 0,3 1 0 0,2 0 1 15,-1-6-5-15,3-2 4 0,1-1-2 0,1-5 3 16,2 3 1-16,0 1-1 0,1-3 2 0,1-2-1 16,3 0 4-16,-1 0-5 0,1-1-1 0,4-1 0 15,2-3 4-15,1 1-8 0,3-6 6 0,1 1-6 16,3 1 5-16,-1-1 0 0,2 0-6 0,0-3 5 15,-1 3-4-15,3-4 6 0,0 0 2 0,0-1 0 0,0 1 7 16,0 0-1-16,0 0 11 0,0 0-7 0,0 0 18 16,1 1-9-16,3 1-1 0,22 11-1 0,6-4 8 0,7-4-7 15,2-3-3-15,5-2-2 0,6-2-9 0,-2 0 0 16,-2 0-1-16,-5 0-1 0,-6 0-6 0,-2 0 4 16,-1 2-3-16,-4 0 4 0,-4 0-12 0,-4-1 9 15,-2 1-1-15,-3 0 4 0,-4 0-6 0,-4 0 0 16,-3-2-2-16,-2 0-2 0,-1 0-44 0,1 2-120 15,0 0-50-15</inkml:trace>
  <inkml:trace contextRef="#ctx0" brushRef="#br0" timeOffset="52068.54">24880 4136 11 0,'0'0'-1'15,"0"0"-1"-15,0-2 9 0,2 0-3 0,0 1 5 16,0-1-9-16,0 0 15 0,0 0 4 0,0 0 5 16,-1-2 21-16,1 1 14 0,0-1 7 0,0 0 4 15,-2 2 29-15,2-3-32 0,0-1 4 0,0 1-16 0,-1-1-20 16,-1 4-6-16,2-1-7 0,0-1 2 0,0 0-20 16,0 0-3-16,0 3-1 0,-2-1 0 0,0 0 4 0,0 0 8 15,0 2-3-15,-2 0 3 0,0 0-6 0,-2 0-1 16,-16 7-3-16,-2 5 1 0,-3-1 3 0,-1 2 1 15,-1 0 5-15,-3 2-4 0,0-1-1 0,-1-1 9 16,-3 0-6-16,-3 2 5 0,2-4-11 0,1 2-2 16,1-2 3-16,1 1-2 0,-3-1 6 0,2 0-6 15,8-2-2-15,5 0 1 0,-2 3-2 0,5-3 6 16,-3 4-5-16,1 0 3 0,6-11-12 0,2 16 6 16,5-1 4-16,1-4 1 0,1 0 4 0,-3-4-6 0,1 1-1 15,2-1 0-15,3 0 1 0,1-3-1 0,0-1 5 16,0 1-5-16,1-1 11 0,1 1-8 0,0 0 5 15,24-1-4-15,0 12 8 0,8-6-9 0,1-4-2 16,-7-5 0-16,5-2 12 0,-3 0-15 0,1 0 5 0,3 0-7 16,-6 0 12-16,-4 0-8 0,-2 0 4 0,-3 2-4 15,-3 2 1-15,-5 0-7 0,2 1 4 0,-3-1-6 16,-1 1 0-16,-2 1-74 0,-1 1-72 0</inkml:trace>
  <inkml:trace contextRef="#ctx0" brushRef="#br0" timeOffset="67208.39">16872 5647 32 0,'0'0'5'0,"-2"0"3"0,1 0 9 16,-1 0 0-16,-2 0-2 0,-5-1-4 0,-12-1-11 16,-5 2 1-16,-3 0-1 0,1 2-3 0,-2 1 5 15,-5 1-3-15,3 2 2 0,-1 1-6 0,-2 0 7 16,7 1 0-16,-4-1 2 0,4 1-9 0,0-1 0 0,1 1 5 15,1-1-2-15,1-1-1 0,3-1 3 0,2 3-1 16,-1-1 4-16,1 0 7 0,-1 1-10 0,3-1 1 16,-1 3-2-16,3-3 4 0,1 0-7 0,-2 3 0 15,0 1-2-15,-1 0 14 0,-1 2-7 0,2-2 1 0,-3 4-3 16,3-13-6-16,-3 13 13 0,-2 0-6 0,3-1 6 16,1-1-14-16,1 0 9 0,0 0 0 0,2 0 3 15,8 0 0-15,-4 0 16 0,5-1-3 0,-1 1 4 16,-4-4-19-16,1 0 11 0,3 4-9 0,-1 6 10 15,1 1-6-15,1 2-12 0,-7 2 7 0,4 1-8 16,-2-3 5-16,-6 2 4 0,2 4-4 0,-1-2 2 0,1 5 7 16,-2 1-4-16,2-4 1 0,-1-2-4 0,-3-4 2 15,0 0-4-15,3-3 9 0,1 0-6 0,0-1 28 16,4-1 1-16,2 0-3 0,-3-3 1 0,7-1-17 0,-3 2 11 16,1 0-11-16,3-4 11 0,-1 4-14 0,1-2 1 15,2 0 2-15,0 2-3 0,0 2-6 0,1 3-3 16,-1 2 2-16,-2 6-2 0,0 0 2 0,-1 4 1 15,1-1-4-15,0 6 2 0,2 2-3 0,-1-3 9 16,1 1-1-16,-15-11 5 0,4 2-10 0,6-4 11 16,3-6-2-16,0 3 4 0,2-6-3 0,2 1 8 15,0-3-5-15,0-3 5 0,0-1-15 0,0-2-1 16,2 4 0-16,0-1 0 0,0-1-8 0,2 0 12 0,-2-5-7 16,1 2 9-16,-1-3-16 0,7 3 10 0,10 1-2 15,0-1 6-15,-1 1-7 0,6-1 0 0,0-4-4 16,1 1 3-16,2 1 3 0,-1 0 0 0,-3 0-1 15,5 14-1-15,3-5-2 0,1-4 1 0,1-1 2 0,1-3-1 16,-3-1-1-16,1 0 0 0,1-2-1 0,-5 0 1 16,0-2 4-16,-2 0-9 0,-2 0 5 0,0 0-5 15,-2 0 5-15,2-2 0 0,-1 0-3 0,1 0 3 16,0 0 0-16,0 0 3 0,0 0-3 0,2 1 3 16,0-1-4-16,2 0-1 0,0 0 6 0,0 2-3 15,3 0 7-15,1 0-1 0,1 0-10 0,-3 0 5 16,2 0-7-16,-4 0 0 0,3-2 6 0,4 0-4 0,-7-1-1 15,4-3-1-15,-4 0 1 0,-2 1 2 0,1-3 8 16,-4 3-4-16,-1-1-4 0,-2-1-1 0,1-1-11 16,-1-1 2-16,-1 0-1 0,-1-2 1 0,3 0-3 0,-4-1-48 15,-1 1 17-15,1 8-22 0,0-14 54 0,-1 2 14 16,3-4 1-16,-2 3 3 0,5-3-10 0,2-5 9 16,0 0-6-16,4-2 6 0,-4-4-3 0,-3 6 0 15,5 2 5-15,-10 1-3 0,1 3 2 0,2 1-6 16,-12 2 5-16,8 0-4 0,-2 2 5 0,-7-3-4 15,3 1 4-15,-6-2-3 0,5 0 6 0,-1 1-11 16,-3-3 4-16,0 1-3 0,-2-3 3 0,1 1 10 16,3 1-12-16,-2-1 10 0,-1 1-5 0,10 1 8 0,-2-5 3 15,-3 3-1-15,-3-1-13 0,-3 1 8 0,-2 0-9 16,0-6 8-16,-2 0-9 0,1 0 5 0,-5-2-2 16,-1 0 3-16,-1 0-6 0,1-5 6 0,1 5-4 15,-1-2 5-15,-1 0-4 0,1 4-11 0,-2-3 7 16,-4 1-9-16,0 2 14 0,-2 0-7 0,0 2 3 0,4 7-4 15,2-3 16-15,-14 3-8 0,1 0 6 0,0 2-7 16,-2 2 10-16,-2 0 3 0,0 2-2 0,-4 0 2 16,-2 4-3-16,-1-5-9 0,-4 5 5 0,-2 1-6 15,-4 3 5-15,-5-21-8 0,-4 11 1 0,-10 9-7 16,-1 6-16-16,-3 7-102 0</inkml:trace>
  <inkml:trace contextRef="#ctx0" brushRef="#br0" timeOffset="69028.25">18714 4959 76 0,'0'0'0'0,"0"0"5"0,0-2 1 0,-2 0-2 15,0 0 2-15,1 0-6 0,-1 0-1 0</inkml:trace>
  <inkml:trace contextRef="#ctx0" brushRef="#br0" timeOffset="71622.75">19622 9394 17 0,'0'0'8'16,"0"0"0"-16,0 0 11 0,2-2 7 0,0 1-2 16,0-1 10-16,0 0 3 0,-1 0-4 0,1 0 5 15,0 0 10-15,0 0-12 0,0 1 7 0,0-3-10 16,0 0 2-16,-1 0-5 0,1 1-2 0,0 1 0 16,0 0 1-16,0 0-6 0,-2 0 2 0,0 2-4 0,0 0 0 15,0 0-6-15,-2 2-5 0,0 2 1 0,0 1-3 16,-3 14-5-16,-1 1 4 0,2-3-6 0,1 0 1 15,-1 0 12-15,2-4-2 0,0 3 5 0,2-3-11 16,0 0 14-16,0 0-3 0,0-5 8 0,2 3 1 16,0-4-5-16,2 1 2 0,3 1-2 0,-3-3 3 0,9 1-9 15,5 2 1-15,-8-1-5 0,12 5 4 0,-5-6-8 16,3 4 3-16,2-5-6 0,-7-1 0 0,2-1-3 16,0 0 2-16,-2 0-1 0,-1-3 8 0,-1 1-8 15,-1 8-2-15,-5-7 0 0,2 3-4 0,-3-4 9 16,-1 0 1-16,3-1 1 0,-3-1-10 0,1 0 3 15,-1 0 0-15,1 0 3 0,-2 0 3 0,-1 0-5 16,-1 0 1-16,2-1-2 0,0-1-3 0,-1 0 4 0,1 0-1 16,0 0 4-16,0 0-2 0,1-9-4 0,3-2 0 15,-1-2-1-15,0-1 11 0,5 1-10 0,-1-2 6 16,2 6-7-16,5-6 9 0,-1 4-7 0,3-2 2 16,3-1-3-16,-3 3 2 0,4 0 0 0,-3 1-1 0,1 5 1 15,0 3-1-15,1 2-1 0,-3-12 2 0,-1 4-2 16,1 3-2-16,0 3 6 0,3 2-2 0,-5 2 4 15,3 0-5-15,-3 0 2 0,5 2-2 0,-3 2 1 16,-1-2 2-16,-1 1 0 0,3 1 1 0,-1 0-2 16,2 3-9-16,-3-1 12 0,-1-1-6 0,1 1 7 0,-2 0-7 15,1 1 1-15,-3 0-1 0,2 3 1 16,-1-1 0-16,-1 0 3 0,0 1-1 0,-2-1 1 0,2 2 3 16,2-9-5-16,-1 9 6 0,-3 0-7 0,0-2 5 15,0-1-3-15,-1 3 1 0,1 0-2 0,-2 0-4 16,0 0 8-16,-2-1-3 0,-1-3 5 0,-1 2-9 0,-1-5 3 15,-1 4-1-15,-3-3 1 0,2 1 0 0,-2-1 7 16,1 1-7-16,-3-4 6 0,2 1-7 0,-2-1 2 16,4 2 4-16,0 0-3 0,-1-1-6 0,-1 1 5 15,0-2-3-15,0 0 4 0,0 0 3 0,0 0-5 16,-1-1 6-16,1 1-7 0,0 0-4 0,0 0 6 16,0 0-6-16,0-2 8 0,1 0-1 0,1 0-2 15,-2 0 0-15,11-4-1 0,2-1 4 0,2-3-7 16,1-1 4-16,1-2-6 0,-1 0 8 0,3-1-1 0,-3 1-6 15,10-5 3-15,6-3-4 0,-1 2 1 0,2-1 1 16,2 1-3-16,-1 2 6 0,1 0-6 0,4-1 6 16,-4-1-7-16,0 2-1 0,-2 0 9 0,-1 2-3 15,-1 4 6-15,0 1-7 0,-1 3-5 0,0 1 4 0,-1 0-4 16,-1 3 8-16,0 1 1 0,3 3 1 0,0 3 0 16,8 3-2-16,0-1 2 0,2-1-5 0,-2 2 4 15,-2-1-8-15,3-1 15 0,-3 1-8 0,4-1 9 16,0 2-10-16,-6-3 5 0,2-1 5 0,-4-1-2 15,0 0-4-15,1 3 1 0,-1-1 5 0,2 3-3 16,0 2 3-16,0 0-3 0,0 1-7 0,1-1 3 16,6 0-3-16,-3 0 4 0,0 2-1 0,-2 0 2 15,-4-2-4-15,2 2 3 0,-1-2-2 0,-5 0 1 0,-3-1-8 16,-6-3 5-16,-3-1 5 0,-1-1-2 0,3 1-1 0,-3-2 3 16,1-1-2-16,-2-1 4 0,-1 0 1 0,3 0-3 15,0-2-3-15,1 0 1 0,6 0-4 0,0 0-2 16,5-2 0-16,5-2 0 0,1 1 8 0,6-3-3 15,9 0 3-15,5-1-3 0,-5 3 2 0,11 1-3 16,-7-1 0-16,-6 0-3 0,4-1-3 0,-9-1 4 16,-1-1 3-16,-3 1 0 0,-2 2 8 0,-4 1-10 15,0-1 1-15,-3 0-4 0,0 0 8 0,-3 3 0 16,1-3-1-16,-4 2-1 0,-2 0 0 0,-3 0-3 16,-5 0 1-16,1 1-2 0,-2-1 11 0,-4 0-8 0,0 0 0 15,-5 2-7-15,-1 0-24 0,1 0-56 16,-2 0-21-16,-1 0-25 0,1 0-209 0</inkml:trace>
  <inkml:trace contextRef="#ctx0" brushRef="#br0" timeOffset="75536.58">21518 10729 37 0,'0'0'0'0,"0"0"24"16,0 0 9-16,0-2 15 0,2 1-2 0,0-1-17 15,-1 0-8-15,1 0 0 0,0 0 1 0,0 0 1 16,0 0-2-16,0 1 13 0,-2-1-2 0,2 0 4 16,-2 0-7-16,1 0 5 0,1 0-3 0,0 0 2 0,-2 1-15 15,2-1 3-15,0 0-5 0,-2 0 5 0,2 0-9 16,0 0-1-16,-1 0-1 0,1 1 0 0,0-1-4 15,0 0 7-15,0 2-7 0,-2 0 7 0,2 0-7 16,0 2-6-16,-1 0 5 0,1 1-5 0,0 3 2 0,4 7-1 16,-1 2-1-16,1 0 2 0,-1-1 6 0,1 3-8 15,0-4 0-15,-1 0-1 0,-1-2 10 0,0 0-9 16,-1-3 10-16,1-1-10 0,-4-5 4 0,4 2 16 16,9 5-11-16,7 0 12 0,4-5-12 0,2-4 5 15,4-4-1-15,5-5 2 0,2-2-11 0,6-6 5 16,5 1-1-16,2-5 2 0,6-1-1 0,7-2 9 15,2-4-6-15,4-2 6 0,2 0-17 0,-1 29 8 16,1-33 0-16,3-1 2 0,6 1-13 0,0-1-33 0,-4 4-2 16,-6 3-11-16,-10-2-30 0,-8 8-95 0</inkml:trace>
  <inkml:trace contextRef="#ctx0" brushRef="#br0" timeOffset="109517.92">6939 14309 256 0,'0'0'-63'0,"0"0"31"0,0 0-7 15,-2 0 4-15,0 0 44 0,0 0 2 0,0 0-4 16,1 0-7-16,-1 0 6 0,0 0-12 0,0-2 11 0,-2 0-8 16,1 1 9-16,-1-1-5 0,0 0 2 0,0 0 11 15,1 0-7-15,-1 0 9 0,0 2 2 0,1 0-5 16,-1-2 4-16,0 1 0 0,0-1-11 0,1 0 4 16,-1 0-9-16,0 2-6 0,-1-2 9 0,-1 0-5 0,2 2 6 15,-1-2 2-15,-1 1-9 0,3 1 2 0,-7-4-4 16,-1 0 0-16,-2 0 4 0,0 1 3 0,2-1 0 15,0 2-4-15,0 0 4 0,0 0-3 0,5 2 5 16,-5 0-5-16,2 0 7 0,-3 0-1 0,-4 0 5 16,3 0 3-16,0 0-4 0,-6 0 1 0,4 0 0 15,-3 0 13-15,-6 0-13 0,3 0 1 0,-1 0-6 0,0 0-5 16,1 0 5-16,-1 2-5 0,0 0 6 0,1 0-5 16,3 0-5-16,-1 2 4 0,-1-1-5 0,-1 1 8 15,3 2 2-15,-3 1-6 0,3 0 3 0,-1 1-8 0,1 1 10 16,-1 0-5-16,0-1 7 0,3-1-7 0,1 1 8 15,0-1 5-15,-2 0-1 0,1-1-1 0,3 0-3 16,-8-1-3-16,4 1 1 0,-7 1-4 0,0-1-1 16,-4 1-1-16,-1-1-1 0,4-3-1 0,-2 3-3 15,3-2 5-15,-1-1-4 0,-1 1 12 0,2 0-6 16,2 0-2-16,-2-1 0 0,5-1 4 0,3 2-3 16,-5 0 0-16,6-1-2 0,-1 3-9 0,1-2 13 15,2-1-3-15,0 1 5 0,0 0-6 0,3-1 2 16,-1 1-1-16,2 0 0 0,0 1-4 0,-1 1-2 0,-1 1 6 15,2 1-4-15,0-6 7 0,-2 9-2 0,-1 2 3 16,1 0-2-16,0 5 3 0,2 1-5 0,-2-6 0 16,0 2-2-16,1-2 1 0,-1 0 2 0,2 0 1 15,0-2-2-15,-1 0-9 0,3 2 9 0,-1-2 0 0,1 4 3 16,0 0 1-16,1 0-2 0,-3 2-5 0,1-1 2 16,1 1-7-16,-2 2 11 0,1-3-1 0,1 5 2 15,-6-3-9-15,3 1 2 0,1 1-1 0,2-1 2 16,-1 1 6-16,6 1-7 0,-3 3 3 0,1-4-5 15,-11 2 4-15,2 4 5 0,2-1-4 0,2-1 3 16,2 0-9-16,1-2 8 0,0 2 0 0,1 2 4 0,-1 0-6 16,1 4-1-16,-1-6-2 0,1 2 0 0,1 0 0 15,-2 0 3-15,3-4 1 0,-3-1 1 0,-1-1-6 16,-1-3 6-16,1 2-2 0,-1-1 5 0,3-1-5 16,-3 1 2-16,1 1-4 0,-1 0 3 0,-1 1 1 0,2-1-7 15,1-1 5-15,-1 1-6 0,1 1 11 0,1-1-2 16,1 1-3-16,2-1 0 0,2-1-3 0,0 1-6 15,2-1 11-15,2-1-8 0,1 3 8 0,1 1-5 16,1-1-1-16,1 1-1 0,1-1 1 0,0 1 3 16,0-1 0-16,4 6 1 0,-1-4 6 0,-1 2-5 15,0 1-3-15,0-1 0 0,0 0 2 0,2 4 1 16,-2-4 2-16,2 0-3 0,-2-2-2 0,2 1-2 0,-1-3-2 16,-1-1-2-16,0-3-4 0,-2-3 3 0,0 0 0 15,-7-4 0-15,15 3-12 0,-2-5 15 0,3 0-8 16,3-1 11-16,-3-2-3 0,3 1 7 0,1 1 1 15,2-2 1-15,2-1-2 0,0 3-8 0,2 1 7 0,2 1-8 16,1 1 3-16,1-2-14 0,3 5-1 0,4-1-2 16,-4 0 14-16,6 2 2 0,0-2 0 0,-4 2-2 15,4-2-15-15,-4 0-20 0,-5 0 4 0,-3 1-5 16,-4-3 30-16,-1-2 6 0,2 1 6 0,0-3-3 16,3-1 2-16,-1-2 3 0,2 16-2 0,3-5 3 15,-1-5 12-15,3-3-13 0,4-1 6 0,0-2-7 0,2 0 5 16,6-2-3-16,-1 2-3 0,8 1 1 0,0 1 3 15,-6 0-6-15,-4-2 10 0,-8 0-10 0,-1-1 3 16,-3 1 5-16,-1 2-8 0,1-2 7 0,-3 0-13 16,1 0 9-16,0-1 1 0,0 1 1 0,1-2-1 0,3 0-2 15,1-2 2-15,2-1-2 0,2-5 2 0,5-1 5 16,1-2-8-16,3-2 9 0,1-2 18 0,-3-2-4 16,0 1 8-16,-5-1-10 0,-4 0-14 0,-5 0 0 15,-2 1-4-15,-2-1 2 0,-1 0-5 0,1-1-6 16,-2 16 5-16,-2-17-6 0,-1-1-11 0,-1 1 16 15,0 1-11-15,1-3 11 0,-3 1-31 0,-2-2 28 16,-5-2-10-16,0-1 16 0,0-1-9 0,-1-1 12 16,1 1 11-16,-4-8 4 0,0 1 45 0,-3-6-21 0,-4-4 5 15,1 0-13-15,20 4-19 0,-10 2 5 0,-6 0-9 16,-5 0 9-16,-2 2-17 0,-4-1 0 0,-1 1 3 16,-1 0-2-16,-1 1 1 0,-1-3-2 0,-1 0 0 15,-4-6 1-15,-2-1 8 0,-2-8-12 0,-3-4 0 16,-1-1-5-16,1-3 6 0,0 4 15 0,-1 1 4 0,5 5 3 15,-3-1-3-15,-1 3-4 0,-1 0-3 0,1 3 2 16,-1-1 2-16,-1 0 17 0,0 1-3 0,20-3 7 16,-24 1-11-16,-8-3 8 0,-1 0-11 0,0 2 8 15,-8-2-30-15,-1 3 6 0,3 1-3 0,-4 7 3 16,2 4 1-16,1-1-3 0,1 7 5 0,0 1-4 16,4 2 3-16,0 2 0 0,-2 3 2 0,2 6-2 15,-2 0-6-15,0 4 10 0,-4 2-9 0,-3 3 11 0,-5 5-5 16,-6-25-17-16,-4 14-7 0,-3 12-10 0,1 8-70 0</inkml:trace>
  <inkml:trace contextRef="#ctx0" brushRef="#br0" timeOffset="111846.06">2269 9285 85 0,'0'-2'26'0,"0"0"26"0,0-2 4 0,0-1-6 16,0-3-1-16,0 3-3 0,0 1-15 0,0 0-4 15,0 1-2-15,0 1 0 0,0 0-5 0,-2 0-3 16,0 2 2-16,1 2-1 0,-1 4 4 0,-19 34-9 16,-1 7 2-16,0 7-3 0,1-1 4 0,-1 1-3 0,2 0-1 15,1-4 1-15,1-5 4 0,1-2-6 0,0-4-2 16,-1 1-1-16,-1 3 6 0,0 2-10 0,-3 3 9 15,2 4-9-15,1 2 3 0,-1 9 0 0,1-2-5 16,2 0 4-16,-1-5-4 0,3-2 3 0,2-6 1 16,0-7 0-16,2-2-4 0,3-9-2 0,3-8 0 0,1-5 0 15,2-4 9-15,0-6-2 0,2-1 7 0,0-4-6 16,0 1 8-16,0 1 1 0,0-2-6 0,0 0 4 16,0 0-18-16,0-2 8 0,2-2-5 0,0-2 5 15,15-33-5-15,0-8-3 0,-1-5 2 0,3-7-4 16,-2 1-10-16,-3-5 12 0,3-1-8 0,0 1 8 15,1 2-14-15,1 3 6 0,-2 2 1 0,3 4 3 0,1 2 8 16,3-4-1-16,-4 2-1 0,2-8 0 0,1 2 4 16,-3 1-8-16,-1 1 9 0,-5 6-9 0,1 7 12 15,-4 5-5-15,-1 7-2 0,-1 5-1 0,-2 1 3 0,-1 8 6 16,0 4 0-16,-3 4 0 0,1-1-12 0,-2 3 8 16,0 1 4-16,0 0 2 0,-1 3 6 0,3-1-5 15,0 2 4-15,0 2-3 0,-1-1 4 0,8 20 9 16,6 22-11-16,-6 9 9 0,-3 3-24 0,-6-1 2 15,-1 0 2-15,-1-6 2 0,2-5 0 0,0-4-4 16,2-2-1-16,0-5 0 0,-1-3-1 0,1 1 0 16,2 0-1-16,-1 0 1 0,1-3 1 0,1 3 5 0,1-2-3 15,-3 0 2-15,3 0-7 0,-3-1 2 16,1-1 0-16,-1 0 1 0,1-1 1 0,-2-5 0 0,-1 0 3 16,1-3-4-16,-2-2-5 0,0 0-24 0,0-2-13 15,-1 0-6-15,-1-2-72 0</inkml:trace>
  <inkml:trace contextRef="#ctx0" brushRef="#br0" timeOffset="112367.74">1978 10198 586 0,'0'-2'21'0,"0"1"-1"15,0-1-3-15,0-2 5 0,0 0-12 0,2 1-6 0,-1-3-2 16,3-3-2-16,24-4 2 0,5-4-3 16,6 2-23-16,2-2-1 0,-2 4-7 0,-2-3-14 0,-1-1 21 15,-7 0-3-15,1 1 11 0,0 1 8 0,-4 2 9 16,0 2-1-16,-2 1 3 0,-2 3-5 0,-3-1 19 16,-1 3-8-16,-3 1 13 0,-2 0 6 0,-2 3-1 15,0-9 5-15,-1 5-6 0,-3 1-7 0,1 0 6 16,-3 2-7-16,1 1 7 0,-3 1-1 0,-1 0-2 15,0 0 1-15,2 0-3 0,0 1 0 0,-1 1-15 0,-1 0 9 16,0 2-11-16,2 7 10 0,-1 6-10 0,-3 1 4 16,0 3-4-16,-1 1 7 0,-3 4-11 0,0-4 4 15,2-3-5-15,-1-1 13 0,-1-1-10 0,0 0 1 16,0 0-3-16,3-4 1 0,-1 0 10 0,2-6-2 0,0-5 5 16,0 2-3-16,0-1 11 0,0 1 0 0,0-2 4 15,0 0-4-15,0 0-3 0,2-2-5 0,-1-2 1 16,1 0-10-16,2-2 4 0,5-18 3 0,8-4-2 15,2-2-3-15,-5 2 2 0,3 0-5 0,0 2 5 16,-4-2-8-16,-2 2 1 0,0 0 1 0,-5 1 0 16,-4 3-2-16,3 3 4 0,8-1 0 0,-5 3 3 0,-5 2 0 15,-1 2-6-15,-2 3-1 0,0 3-3 0,-2 1-1 16,2 2-13-16,-3 0 0 0,-16-11-6 0,0 6-12 16,1 3-5-16,1 4-4 0,0 2-1 0,4 2-21 15,2-1-25-15,4 1-16 0,1 0-10 0,4 1-114 0</inkml:trace>
  <inkml:trace contextRef="#ctx0" brushRef="#br0" timeOffset="112773.07">3108 9690 48 0,'0'0'25'0,"0"-2"-2"0,0 0 31 15,0 0 4-15,0 0 1 0,0 0 11 0,0 0 0 0,0 1-3 16,0-1 2-16,0 0-13 0,0 0-18 0,0 0-1 15,0 0-4-15,0 0-3 0,0 1-15 0,0 1 8 16,-1 0-10-16,-1 1 4 0,0 1-11 0,0 2-2 0,2-2-2 16,-7 15-2-16,-1 1 1 0,3 1 4 0,-1 1-2 15,0 2-3-15,1 1 0 0,-1 1-2 0,1 0 2 16,-1 0 2-16,2 0 1 0,1 0-3 0,-3 0 3 16,1 1-7-16,1-5 13 0,-2 0-3 0,3 1 6 15,-1-3-14-15,2 1 4 0,0 0-2 0,2-5 5 16,0 1 10-16,0-2-15 0,0 2 1 0,0-4-6 15,2 0 1-15,0-1-1 0,0-5 6 0,0 1-2 16,-2-4 9-16,1-2 4 0,14 9-11 0,2-2 7 0,3-5-12 16,3-4 7-16,3-7 8 0,2-6-2 0,3-3-4 15,4 12 12-15,3-20-10 0,2 0 11 0,3 2-12 16,4-2 5-16,1 2 2 0,6 2 0 0,-2 1-12 0,-4 3 4 16,-2 1-9-16,-7 4 6 0,-3 0-8 0,-9 4 11 15,-1-1-6-15,-7 3 5 0,0 0-17 0,-5 3-7 16,-2 2-1-16,-3-5-5 0,-2 1-32 0,-1 2-86 15,1 1-40-15</inkml:trace>
  <inkml:trace contextRef="#ctx0" brushRef="#br0" timeOffset="113286.89">3316 10588 407 0,'-1'-2'18'0,"-1"-1"14"0,-4-10 6 0,1-4-15 16,-1 0-4-16,2 2-3 0,2 4-12 0,2 2-5 16,0 2 1-16,0-1-2 0,0 4 0 0,0 1 6 15,2-1-5-15,0 2 6 0,0 0-8 0,0 0 1 16,0 1 6-16,0-1-2 0,-1 0 10 0,1 2 8 15,0 0-3-15,0 2 9 0,0 0 18 0,0 1-20 0,3 12 9 16,1 9-15-16,-2 2-6 0,-3 2 1 0,-1 2-4 16,-3 3 5-16,-3 4 7 0,-1 4-11 0,-3 4 3 15,-1 3-5-15,-2 2 3 0,2 4-3 0,0 4 3 16,0-6-3-16,2-6 4 0,-1-1 1 0,1-5-2 16,2-3 1-16,-3-1-4 0,3-5-2 0,-1-5 5 0,1-3-5 15,1-5 0-15,1-1-2 0,-1-4-5 0,1-2 2 16,1-2-4-16,0-1-9 0,1-1 0 0,1-3-6 15,2-2-19-15,-2 1-42 0,0 1-10 0,0 0-11 16,0-2-42-16,0 0-7 0</inkml:trace>
  <inkml:trace contextRef="#ctx0" brushRef="#br0" timeOffset="113861.01">3086 10586 720 0,'0'0'26'0,"0"-2"-2"0,0 1 9 15,0-1-7-15,0 0-2 0,0-2-14 0,0-1-4 16,4-10 7-16,5-4-8 0,-7 4 6 0,26-7-7 16,5 0 0-16,4 0 0 0,6-6 6 0,2 5-2 15,5 3-3-15,-2-4 2 0,4 5 0 0,-2 3-2 0,-2-1 0 16,-1 9-2-16,-6 5-3 0,-8-18 0 0,-1 12 1 15,-10 7 0-15,-5 2 1 0,-1 6 9 0,-8-4 3 16,-3 1 2-16,-1-1 8 0,4 7-6 0,5 16-1 16,-4-3-1-16,-5 0 3 0,-4 0-11 0,-2-1 4 15,-6 1-7-15,-3-1 1 0,6 1-1 0,-25 0 1 0,-2 0 0 16,-3-1-5-16,-2-1 3 0,0-3-4 0,-2 1 3 16,7-1-3-16,-1-2 3 0,5 0-3 0,0-2 3 15,0 2-3-15,6-4 3 0,3 2 0 0,1 0-1 16,1-4-9-16,4 0 7 0,2-1-3 0,4-4 3 15,3-1-6-15,2 1 7 0,2-2-2 0,0 0 3 16,0 0-12-16,-4 1 8 0,2 1-2 0,1 0 5 0,1-2 1 16,0-1-9-16,1 1 6 0,1 0-6 0,6-2 13 15,21 0-4-15,3-4-2 0,3-3-1 0,6-2-5 16,2-2 5-16,1-1-2 0,3 1 3 0,-3 2 0 0,-3 0 1 16,2 1-3-16,-10 3 2 0,-3-1-3 0,-6 4-1 15,-5 0 3-15,-3 2-2 0,-3 0 7 0,-1 0-5 16,-3 0 1-16,-4 0-2 0,-1 0 10 0,0 2-3 15,0 0 7-15,-3 2-5 0,1 0 13 0,-2-3-7 16,2 9-1-16,-2-1-2 0,-2 4-8 0,-1-4 11 16,-5 2 1-16,-5 1 3 0,-15-1 2 0,-5 4-8 15,-4-1-1-15,0 1 0 0,-4 0 9 0,-9 0-15 16,3 0 5-16,1 0-9 0,-1 0 7 0,10 1-4 16,4 1 0-16,1 0-5 0,3 1-32 0,6 1-95 0,1-4-67 15</inkml:trace>
  <inkml:trace contextRef="#ctx0" brushRef="#br0" timeOffset="123983.41">11787 15195 1 0,'0'0'0'0,"0"0"3"0,0 0 43 0,2 0 17 16,-1 0 6-16,1 0-15 0,0 0-13 0,0 0-35 15,2 0 4-15,-1 0-4 0,3 0-1 0,3-2-5 0,-1 2 2 16,-1-2 0-16,1 0 14 0,-1 0-3 0,-5 2-5 15,2 0 6-15,-3 0 15 0,3 0 10 0,2-2 1 16,3-1 0-16,-3 1-1 0,1 0-11 0,-3 2 5 16,3-2-8-16,1 2-5 0,-5 0 7 0,8 0-5 0,-9 0 6 15,9 0-11-15,-5 0-2 0,-2 0-2 0,1 0 1 16,-1 2 6-16,0-2-9 0,7 6 1 0,-7-3-5 16,1 1-3-16,6 13 5 0,0 1-2 0,-1 1 3 15,-3 3 0-15,-1-3-10 0,-1-3 7 0,1 3-7 16,-4-4 13-16,0-4 2 0,-1 0-5 0,1-2 4 15,0 1 5-15,0-3 0 0,0-1 3 0,-2-4-3 16,0-1 0-16,0 1 5 0,0 0-3 0,2 2 2 0,3-2-11 16,14 11 3-16,-2-4-4 0,3-2 4 0,2-3-2 15,2-4 1-15,10-4 2 0,1-7-2 0,4-9-4 16,9-2-8-16,6-38 3 0,17-9-5 0,10-5-13 0,25-4-13 16,4-2-18-16,5 2 1 0,-4 2-83 0,-9 2-235 15</inkml:trace>
  <inkml:trace contextRef="#ctx0" brushRef="#br0" timeOffset="129735.88">8391 16390 44 0,'0'0'0'0,"-2"0"4"0,0 0 52 0,0-1-11 16,0-1 3-16,1 0-14 0,-1 0-3 0,0 0-5 0,0 0 5 16,0 0-5-16,0 1 1 0,0 1 8 0,1 0-6 15,-3 0 6-15,0 0-8 0,0 0 15 0,1 0 2 16,-1 0 4-16,-2 0 13 0,1 0-21 0,-3 0-1 15,5 0-8-15,1 0-11 0,-2 0-2 0,0 0 1 0,1 1-3 16,-1 1-10-16,2 0 8 0,0 2-8 0,-3 5 7 16,-3 10-9-16,1 3 0 0,3-2 4 0,0 5-3 15,3-3-5-15,1 4 4 0,0 0-2 0,1 0 4 16,3-4 5-16,0 0-6 0,1 3 5 0,-1-7-4 16,2 1 16-16,-1-4-8 0,-1-4 6 0,2 0-7 15,-1-2-1-15,1-1-4 0,5-1-3 0,0-5 2 16,2 0-1-16,0 0-6 0,0 7 2 0,4 0-3 0,-1-3 1 15,1-3-2-15,4-3 2 0,-1-1 0 0,2-5 5 16,0-1-8-16,3-5 3 0,-1 1-4 0,0-4 7 16,-2 1-3-16,2-1 0 0,0 0-1 0,4 0 7 0,2 0-6 15,0 0 3-15,1 0-3 0,3 2 8 0,-1 0-12 16,1 0 4-16,-1 2-4 0,0 2 9 0,3 2-5 16,-7 1 2-16,1 0-3 0,-9 5 0 0,1-3 0 15,0 2 1-15,0 0 0 0,-1 2 11 0,-5 0-11 16,3 0 1-16,-4 0-2 0,0 2 1 0,1 2 2 15,-1-1 1-15,0 1 0 0,0 2 3 0,0-1-1 16,0 3 2-16,1-1-2 0,3 2-2 0,-2 1 3 16,-1-1-6-16,-1 0 4 0,-4-1 0 0,4 1-4 0,0 2 5 15,0 0-5-15,-2-9 9 0,0 13-6 0,0-2 6 16,2 4-6-16,2 1 1 0,-4-3 1 0,-2 0-3 16,-2-4 2-16,-2-2-9 0,3 4 4 0,-3 0 0 15,2 0 1-15,-3 0 8 0,-2-5-8 0,3-3-1 16,-5-1-2-16,0 2 4 0,3-1 3 0,-3-1 0 0,2 2 0 15,-4-5-2-15,4 3-2 0,-1 0 1 0,1 0-1 16,0-3 0-16,0 1 1 0,-1 0-3 0,1-2 1 16,7 0-8-16,0-2 10 0,0-1-1 0,6-5 4 15,-2 1-4-15,2-4-2 0,1 9 1 0,1-15-1 16,-1 0-2-16,1 1 5 0,1 1-2 0,-3-4 2 16,2 4-5-16,-5 0 4 0,3 1 0 0,-2 2 1 0,-2-1 1 15,2 2-2-15,-2 2 0 0,2 0-3 0,-2-1 1 16,0 3 0-16,2-2 4 0,-1-1-2 0,5 5 8 15,-4-3-8-15,2 3 1 0,1-1-3 0,3 1 7 0,-3-1-6 16,4 1 1-16,1 1-3 0,-1 0-1 0,4 0 10 16,0 1-6-16,2-3 6 0,-4 2-5 0,6 1-2 15,-1 1 3-15,5-19-3 0,1 8 7 0,-5 6-3 16,-1 1-1-16,1 3-2 0,0 1-8 0,0 2 16 16,-3 0-6-16,-2 0 9 0,-3 2-9 0,-4 0 2 15,3-1 5-15,-3 1-3 0,3 0 10 0,-1 0-4 16,3 0 2-16,-3 0-3 0,-1 0 3 0,-3-1 3 15,3 1 1-15,1-2 0 0,3 0-3 0,-1 0 0 0,0 0-4 16,4 0 3-16,-4-2 0 0,8-1-1 0,0-3 3 16,-1 1-4-16,9-3-5 0,-7-1 7 0,3 0-7 15,1-1 7-15,-4 1-12 0,10-4 0 0,-2 0 3 16,2 0-1-16,0 0 3 0,-6 2-16 0,1 0-10 0,-3 0-5 16,4-2-48-16,-2 0-53 0,4-2-60 0</inkml:trace>
  <inkml:trace contextRef="#ctx0" brushRef="#br0" timeOffset="153166.68">30107 8665 45 0,'0'0'0'0,"0"-2"3"16,0 0 33-16,0 0-3 0,0 0 8 0,0 0-8 0,0 0 4 16,0 2-9-16,0 0 4 0,0 0-5 0,0-1 2 15,0-1-4-15,0 0-4 0,0 0 0 0,0 0-20 16,0 0 9-16,0 0-8 0,0 1 9 0,0-1-1 15,0 0 0-15,0 0 10 0,0 0-6 0,2 0 18 0,-2 2-3 16,0 0 3-16,0 0-4 0,0 0-3 0,0 0-2 16,0 2-3-16,0 0 2 0,0 2-12 0,0 9-2 15,-4 16-6-15,-1 3 5 0,-1-2 0 0,-1 3-8 16,-1-3 1-16,-1 1-3 0,-2 5-1 0,-2-1 7 16,-2 2-3-16,0 0 3 0,0 2-10 0,0-2 9 15,-1 2-4-15,3-3 6 0,0 1 0 0,0-2-2 16,2-3 3-16,-1-3-5 0,1-3-8 0,2 2 11 0,2-6-7 15,-3 3 7-15,3-3-10 0,1-4 11 0,1-5-4 16,-1 0 3-16,2-3-10 0,3-5 9 0,-1-1-1 16,0 0 3-16,0-1-9 0,0-1-7 0,0 0 1 15,0 0-2-15,1-2 0 0,1 0 6 0,0-2-6 0,0-2 4 16,0-12-15-16,3-14 15 0,3 0 0 0,-1 1 5 16,5-3-2-16,-1 4 4 0,2-5-5 0,-2 1 5 15,1 1-8-15,-1 1 9 0,0 0 1 0,2 1 1 16,1-1-2-16,-3 2 3 0,0 2-4 0,0-2 5 15,1 2 2-15,-3 0-5 0,1 0 10 0,-1 2-9 16,0 0 8-16,1 2 0 0,-1 1-1 0,1-1 1 16,-3 5-4-16,3 0-2 0,-1 1 1 0,1 3-1 0,-1 0 0 15,2 0 9-15,1 0-9 0,-5 5 9 0,14-3-2 16,-3 4 7-16,3-1-3 0,-1 1 2 0,3 3-9 16,-1 2 1-16,4-14 3 0,-1 8-3 0,-3 5-4 0,-1 3-5 15,-1 1-2-15,3 3-1 0,-3 3 10 0,-5 1-4 16,-5-1 5-16,-5 12-6 0,-1-4 3 0,2 5-1 15,2-1-1-15,8 1 0 0,-4-1 6 0,-5-1-1 16,-1 1 2-16,-4-1-3 0,0 3-5 0,-4-3 6 16,-3 1-4-16,-2 1 4 0,-3-1-8 0,1-2 1 15,4 1 4-15,-14-1 0 0,-1 0 5 0,2-1-11 16,-1-1 2-16,1 0-4 0,-1 0 14 0,1-2-11 16,0-2 5-16,-1-2-6 0,1 1 8 0,3-5-4 0,0-1-2 15,4 0 1-15,0 5 8 0,4-3-12 0,0-1 11 16,3-3-10-16,3 0 10 0,-1 0-7 0,0 0 3 15,0-1-4-15,3-1 5 0,-1 0-4 0,0 0-3 16,2 0 1-16,0 0-5 0,0 0 6 0,2-1 3 0,0-1 1 16,1 0-6-16,1 0 10 0,2 2-11 0,8-2 10 15,-3 0-6-15,2 2 1 0,2 0 3 0,-2 0-3 16,2 2 0-16,2 4-3 0,-4-1 1 0,4 3-1 16,-3-1-2-16,3 2 6 0,2 3-3 0,-3-1 3 15,3 0-6-15,1 0 4 0,5 2 0 0,-9-4 2 16,3 2-7-16,-2-1 1 0,-8-5-1 0,9 6 1 15,-6-3-13-15,2 1 4 0,-1-2-13 0,-5-3 8 16,3 2-28-16,-5-4-19 0,-3-1-7 0,3 1-9 0,1 2-55 16</inkml:trace>
  <inkml:trace contextRef="#ctx0" brushRef="#br0" timeOffset="153442.09">30852 9090 178 0,'0'0'24'0,"0"0"1"0,0 0 16 15,0 0-5-15,0 0 2 0,0 0 6 0,0 0-25 0,0 0 3 16,0 0-10-16,-2 0 5 0,0 2 1 0,0 0-1 16,0-1-1-16,0 1-5 0,0 2 1 0,1 0 5 15,-1 3-3-15,-4 8 13 0,2 0-14 0,-1 2 4 16,-1 1-7-16,3 1 11 0,-1 1-12 0,0 1 4 15,0 1-7-15,-1 0-2 0,1-3-4 0,0 5 0 0,1 0 0 16,1-4-3-16,0 1 8 0,2-8-9 0,0-6 8 16,0 1-1-16,0-3 0 0,0 3 2 0,0-7-3 15,0 3-7-15,0 0-3 0,2 0-11 0,0-1 3 16,0 1-36-16,-1-2-49 0,1 0-4 0</inkml:trace>
  <inkml:trace contextRef="#ctx0" brushRef="#br0" timeOffset="153736.9">30970 8869 356 0,'0'0'49'0,"0"0"-4"0,0 0 31 0,-1-2-5 16,-1 0-5-16,0 0-21 0,0 0-8 0,0 1-6 16,0-1-1-16,0 0-32 0,2 0 3 0,0 0-3 0,0 0 2 15,0 0-7-15,2 1-36 0,0-1 1 0,0 2-16 16,0 0-33-16,2 0-59 0</inkml:trace>
  <inkml:trace contextRef="#ctx0" brushRef="#br0" timeOffset="154707.47">29285 9833 33 0,'0'0'15'0,"0"0"6"0,0 0 13 0,0 0 2 15,0 0-11-15,-2 0 11 0,0 0-6 0,0 0 9 16,0 0 2-16,0-2-5 0,0 0 11 0,1 0-10 16,-1 0 5-16,0 2 0 0,0-2-9 0,0 2 6 15,-2-2-12-15,1 2-5 0,-1 0-4 0,0 0 0 16,1 0-6-16,-1 0-2 0,2 0-1 0,0 0-1 16,0 0-8-16,0 0 1 0,1 0 2 0,-1 0 0 0,0 0 3 15,0 0-3-15,0 0 1 0,2 0-2 0,0 0 4 16,0 0 5-16,2 0-2 0,0 0 1 0,0 0-7 15,0 0 1-15,16 2 1 0,4-2 0 0,6 2 10 0,2-2-10 16,7 0 4-16,6 0-6 0,5 0 7 0,11 0-8 16,1 0 8-16,7-2-8 0,1 0 2 0,-1 1 4 15,0-3-10-15,-7-2 7 0,-1 1-8 0,2-1 8 16,4 2-5-16,6 1 6 0,9-1-6 0,3-2-3 16,1 3 6-16,3-3-5 0,-7 2 7 0,-8 1 2 15,-3-1-5-15,-6-2 4 0,-4 1-1 0,5-1 0 16,4 1 3-16,1-1-3 0,2 1 0 0,-1 1-1 15,-7 0-2-15,-9 2-1 0,-2 0-4 0,-11 1 8 16,-4-1 1-16,-5 0 2 0,-5 0-6 0,-2 0-2 0,-5 0 3 16,-1 2-2-16,-6 0 1 0,-2 0 4 0,-4 0-6 15,-5 0 5-15,0 0-9 0,2 0 3 0,-1 0 2 16,1 0-1-16,-2 0-16 0,0 0-23 0,0 0-15 0,-2 0-4 16,0 0-81-16,-2 0-76 0</inkml:trace>
  <inkml:trace contextRef="#ctx0" brushRef="#br0" timeOffset="155160.04">29791 10044 441 0,'0'0'7'0,"0"0"2"0,0 0-1 0,0 0-5 0,0 0 0 16,0 0-7-16,0 2 6 0,0 0 2 0,0 7 2 15,4 19-8-15,-4 9 2 0,-4 6-7 0,-3 3 7 16,-2 1 0-16,-8-1 14 0,-2 1 2 0,-5-5 3 16,21-3 14-16,-27-3 6 0,2-5 2 0,2-3-2 15,-4-4-2-15,4 2-20 0,0-2-1 0,0-3-7 16,6-1-8-16,3-1 4 0,2-3-4 0,4-1 2 15,4-2-13-15,1-4-28 0,1-1-6 0,1-3-10 0,0 1-43 16,4-4-34-16</inkml:trace>
  <inkml:trace contextRef="#ctx0" brushRef="#br0" timeOffset="155407.69">29988 10479 294 0,'0'0'19'0,"0"0"21"16,0 0 4-16,0 0 11 0,0 0-44 0,0 0 29 15,0 0-9-15,0 0 15 0,0 0-3 0,0 0-17 0,2 0 5 16,0 0-9-16,2 0 5 0,11 0-1 0,9 0 2 16,4-2-4-16,-1-2-7 0,5 0-3 0,-1 3-9 15,7-3 4-15,1 0-10 0,-4 0 2 0,2 1-2 16,-7 1 1-16,1 0-9 0,-3 0-7 0,-6 2 9 0,-1 0-10 15,-8 0-9-15,-4 0-16 0,-3 0-10 0,-1 0-3 16,-1 0-60-16</inkml:trace>
  <inkml:trace contextRef="#ctx0" brushRef="#br0" timeOffset="155706.63">30289 10258 662 0,'-2'-2'11'0,"0"0"-3"0,0 0 2 15,1-2 12-15,-1 1-12 0,0-1-3 0,-2 0-1 16,2 1-10-16,0 1 7 0,1 0-10 0,-1 0 2 16,0 0-2-16,0 0 2 0,0 0 4 0,0 2-1 15,0 0 6-15,1 0-4 0,-1 2 3 0,0 0 1 16,0 2 0-16,2-2 2 0,-4 11 19 0,-1 9-14 15,-1-2 12-15,1 5-14 0,-3 4 3 0,1-3-1 0,-3 6-4 16,1-4 3-16,-2 1 0 0,-2 1-11 0,0-2 1 16,0 2-6-16,0-3-8 0,2-2 3 0,0-1-7 15,1-4 4-15,1 1-11 0,4-5-2 0,-1 1-4 0,1-2 1 16,1-4-8-16,2-2-7 0,0-1 4 0,0-3-9 16,2 1-23-16,0-4-24 0</inkml:trace>
  <inkml:trace contextRef="#ctx0" brushRef="#br0" timeOffset="156093.16">30794 10261 223 0,'0'-1'33'0,"0"-1"3"0,0 0 1 15,0 0-14-15,0-11-3 0,0 4-19 0,0 1 12 16,0 3-5-16,0-3 7 0,0 3 5 0,0 1-8 15,0-2 8-15,2 3-5 0,0-1 26 0,-2 0-5 16,2 2 7-16,-2 1-7 0,0-1 4 0,0 0-14 16,0 0 5-16,0 2-7 0,0 0-2 0,0 2-3 15,0 0-6-15,0 7 4 0,-2 15-5 0,0 2-9 16,-2 4 1-16,-3 3-2 0,-1 4 6 0,-1-1-5 0,0 3 2 16,-2-2-4-16,-1-4-2 0,1 3 3 0,0-7-6 15,-2 1 4-15,-2 0-2 0,2-4 0 0,-3 1 5 16,1-2-2-16,0-1 7 0,4-4-4 0,0-1 0 15,0 1-3-15,-1-1-12 0,1-1 14 0,0 1-3 16,4-6 6-16,-1 0-6 0,1-2 3 0,1-4-4 0,3-1 3 16,-1 0 1-16,2-3-15 0,-2 1-2 0,1 0-9 15,-1-1-36-15,0 1-2 0,0 0-10 0,3-2 5 16,-3 0-23-16,0-1-18 0,0-1 4 0,1 0-8 16,-1 0 27-16</inkml:trace>
  <inkml:trace contextRef="#ctx0" brushRef="#br0" timeOffset="156658.59">30801 10137 507 0,'0'-2'23'0,"0"0"-8"0,0 0 9 16,0 1 14-16,0-1-17 0,0-2-6 0,0 0 1 15,0 2 1-15,2-9 1 0,2 0 3 0,3-2 1 16,-3 2-9-16,22 0 6 0,2-2-15 0,2 4 11 15,-1-3-5-15,5 7 6 0,-3 1-15 0,1 2 5 16,-4-16-3-16,-10 8 4 0,3 7 2 0,-8 3 3 16,0 0-3-16,-2 2 1 0,-4-1 1 0,-3 1-2 15,-2 2 8-15,5 13-8 0,-3-1-1 0,-2 3 1 0,-4 3-5 16,-3-1 5-16,-7 1-9 0,9 0 6 0,-25-3-3 16,0 3 3-16,2 2-9 0,-2-5 5 0,2-1-1 15,-2-1 4-15,4-2 1 0,0 0-3 0,2-2-3 16,1-4 0-16,3 2-4 0,1-3 4 0,6 3 1 0,0-6 2 15,1-3-2-15,5 2-3 0,1-2 2 0,2 0-1 16,0-2 1-16,2 2 2 0,-3 1-2 0,-1 1 2 16,2 0-10-16,0-1 11 0,0-1-9 0,1 0 10 15,1 0-10-15,0 0 7 0,1 0 3 0,1 0 1 16,2-2-1-16,5 0-8 0,10 1 2 0,1 1-3 16,-1 0 11-16,1 0-5 0,1 0 2 0,-3 2-3 0,3-1-4 15,-1 1 6-15,1 0-4 0,1-1 3 0,-4 1 1 16,1 2 1-16,0-1-3 0,-5 1 0 0,-2-1-10 15,1 3 12-15,-2-1-2 0,-4-1 4 0,-3 1-4 0,5 6 3 16,-1 2-3-16,-5-2 1 0,1 4-5 0,-4-2 4 16,0-2-1-16,-4 0 0 0,-1-2-2 0,-3 0 6 15,1-2 1-15,-17-1 2 0,1-3 2 0,3 1-3 16,-4-1-1-16,5 1-2 0,-3-2-2 0,0 10 4 16,1-2 0-16,-1-5 3 0,2-1-8 0,-1-3 6 15,1-1-5-15,-3 0 4 0,1-2-9 0,2 0 9 16,-1 0-4-16,5-2 3 0,1 0-7 0,2 0 0 15,2 1 0-15,3 1-1 0,3 0-13 0,1 0-35 0,2 0 4 16,-2-2-16-16,1 0-18 0,1 0-21 0,0 0-11 16,2 0-7-16,0 0-90 0</inkml:trace>
  <inkml:trace contextRef="#ctx0" brushRef="#br0" timeOffset="157361.04">31559 10050 336 0,'0'0'31'0,"0"-2"7"16,-2 0 2-16,0-2-18 0,2 2 4 0,-3-9-12 15,1 0-8-15,0 4 5 0,2 1-7 0,0 2-4 0,0 1 4 16,0 1-3-16,0-2 4 0,0 0-3 0,2 1 10 15,0 1-1-15,-1 0 6 0,1 0 2 0,-2 0 6 16,0 0 0-16,0 2 3 0,0 0 0 0,0 0-6 16,0 2 1-16,0 0-4 0,-2 2-5 0,-1 11-9 15,-7 11 0-15,1 3-2 0,-2 7 3 0,0 3 3 16,0 3-3-16,-2 5 3 0,-2 3-10 0,2-4-2 16,-2 5 1-16,0-11 0 0,0-2 2 0,2-7 3 15,2-3 0-15,2-4 1 0,0-4 4 0,1-5 1 0,1 0 0 16,1-4 3-16,1-1 7 0,-1-1-1 0,2-4-4 15,1 3 1-15,1-4-16 0,2-3 1 0,0 1 5 16,0 0-2-16,-4 2 3 0,0 0 0 0,1-3-4 0,-1 1 4 16,0 0-4-16,2-2-4 0,1 0-4 15,-1-2 1-15,0 0 1 0,2-1 1 0,0-23-3 0,5-2 1 16,5-4-2-16,1-7 5 0,2-5 2 0,-2-3-2 16,4-3-9-16,0 0 5 0,1-2 1 0,-1 4 2 15,2-2 1-15,-4 9 3 0,0 6-2 0,0 3 2 16,0 6-6-16,-4 6 5 0,2-1-3 0,0 4 4 15,-1 3-8-15,-7 1 8 0,12 1-2 0,2 5 3 0,-2 0-8 16,-2 1 7-16,0 4-2 0,-2-2 4 0,-2-3 0 16,1 2 1-16,-1-1 4 0,-2 2-3 0,-1 2 8 15,-1 1 2-15,-1 1-3 0,-2 0 2 0,2 0-2 0,-2 0-8 16,1 1 10-16,1 3-10 0,2 4 8 0,5 12-5 16,-4 2-7-16,-1 2 2 0,-3 2-2 0,-1 0-1 15,0 2 2-15,-2 4-1 0,0-4 3 0,0 5 0 16,0 0 1-16,0-3-2 0,0 4-2 0,0-7 0 15,0 7 3-15,0-3-1 0,0 1 1 0,0-4-3 16,0-6 2-16,-2-1-1 0,0-5 2 0,1 3-3 16,-1-2 0-16,2-4 0 0,-2 1 3 0,0-4 3 15,2-3-7-15,-2 0 6 0,2-1-3 0,-2 0 2 0,2-5-1 16,0 1 0-16,-2 2-3 0,1 0-22 0,-1-1 4 16,0 1-13-16,0-2-22 0,0 0-89 0,-2 0-8 15</inkml:trace>
  <inkml:trace contextRef="#ctx0" brushRef="#br0" timeOffset="157647.32">31410 10334 314 0,'0'0'19'0,"-1"0"29"0,-1 0-31 0,0 0-5 15,0-2-5-15,0 2 1 0,0 0-8 0,2 0 23 16,0 0-2-16,0 0 9 0,2 0 11 0,0 0 14 16,0 0 0-16,2 0 4 0,5-2 4 0,9-2-19 15,5 1 7-15,1-3-12 0,2-1-3 0,4-4-22 16,-3 1 0-16,5-1-7 0,0 4-3 0,-1-1-11 15,-1 3 2-15,-2-1-5 0,-4 1 6 0,-2 1-37 16,2-2-1-16,-3 4-18 0,-5 1-71 0</inkml:trace>
  <inkml:trace contextRef="#ctx0" brushRef="#br0" timeOffset="160259.22">15792 15161 21 0,'0'0'10'0,"0"0"1"0,-2 0 23 16,0 0 9-16,0 0 0 0,0 0 2 0,-1 0-6 15,-1 0-14-15,-2 0 8 0,-1 0-22 0,-6-2 4 16,2 1 4-16,-2 1-2 0,-2-2 3 0,4 2-18 0,-4 0 9 15,0 0-11-15,2 0 10 0,0 0-9 0,0 2 1 16,-4 3-2-16,4-1 8 0,-2 1-6 0,1 1-4 16,-1 1 1-16,0 1-7 0,0 1 8 0,-2 2 6 15,1 0-2-15,-1-9 1 0,0 13-1 0,1 4-2 0,1-1 4 16,-2-1 6-16,0 2-2 0,1 1-2 0,-7-3 1 16,5-1 2-16,-1 5 3 0,-3-6-4 0,5 1 4 15,-3-1-4-15,-1 0 0 0,1 2 13 0,1-4-9 16,1 2 9-16,-3-2 4 0,6 0-9 0,-1 2 7 15,1-4-10-15,2 2-3 0,-4 0 5 0,6-2-4 16,-4 2-3-16,4-2 4 0,2 2-6 0,-1-2 5 16,7 2-18-16,-5 2 10 0,5-2-7 0,-7 0 9 15,3 0-3-15,-1 0-11 0,3 0 10 0,1 2-10 0,2 0 11 16,2-1-6-16,0 1 3 0,2 0-2 0,2 0 5 16,3 2-7-16,3-1-3 0,3 5 1 0,0-3 10 0,-12 3-6 15,24 1-1-15,-3-1-4 0,-2-1-8 0,4-3 6 16,-1-4-3-16,1 0 6 0,-4 0 1 0,1-2 4 15,-1 2 1-15,1-2 1 0,1-2-1 0,-4-1 4 16,1-5-5-16,1 5 4 0,3-3-1 0,-1 3-5 16,4-1 10-16,0-1-9 0,2 1 3 0,5-1 2 15,1 1-5-15,5 1 2 0,1-1-12 0,5 4 4 16,9 4-10-16,-8 0 7 0,6 0-16 0,-2 2 0 16,-7-3 6-16,4 3-3 0,-10-2 9 0,-2 2 7 0,-5-3-5 15,-2-1 6-15,1 2-3 0,1-2 11 0,0-3 2 16,1-3 2-16,1-1-5 0,-1-1 0 0,5-1-6 15,1 0 3-15,2-3 2 0,3 1 8 0,7 22-1 16,6-11 2-16,3-7 3 0,1-6-11 0,-3-4 10 16,-8-3-11-16,-3-1 15 0,-2-1 2 0,-3 0-3 0,1 0 3 15,2-3-3-15,-4 1 2 0,4 0-1 0,-2 0-1 16,5-2-10-16,-1 2-1 0,-1-2 5 0,3 0-3 16,-7 0 3-16,-1 0-10 0,-5 0-2 0,-5 2-1 15,-4 2 10-15,-3-3-6 0,-2 1 7 0,-3 0-6 16,-2 2 10-16,-2 5-3 0,0-14-4 0,-4-5 4 0,4-3 10 15,-2-2-6-15,-1-3 3 0,-3-1-5 0,2 1-5 16,-3 3 0-16,1-2 4 0,-1 4-4 0,-1 4-3 16,1 0 2-16,0 1-7 0,-5 1 6 0,1-1 7 0,11 3-8 15,-3-1 4-15,-3 1-6 0,-3-1-2 0,-2 4 3 16,-2-2 0-16,0 1 2 0,0-1 8 0,-4 0-10 16,0 1 8-16,-1-1-8 0,-3 0 15 0,-1-1-9 15,1 3 0-15,-3-4-3 0,0-1-1 0,0 1-3 16,-4-3 3-16,13 3-2 0,-14 1 7 0,-7-1-7 15,-1 4 4-15,0-1-3 0,-8-5 4 0,-3 3-9 16,4-3 2-16,-10 1-4 0,2 7 9 0,0 4-5 16,-6-8-1-16,3 4-3 0,-5-2-6 0,4-2 7 15,-1 6-2-15,-3 4 4 0,-3-1-1 0,-7 3 10 0,-10-3-6 16,-7 3 7-16,-6 1-8 0,-4 2 7 0,1-31 0 16,5 23 3-16,2 12-7 0,9 11-7 0,-6 8-3 15,-5 10-3-15,-11-21-15 0,-22 36-43 0,-2 12-7 0,-3 5-19 16,7 4-87-16</inkml:trace>
  <inkml:trace contextRef="#ctx0" brushRef="#br0" timeOffset="161408.62">20304 14430 49 0,'0'0'0'0,"0"0"4"0,0 0 48 0,0 0-13 16,0 0 3-16,-2 0-20 0,0 0-3 0,0 0-14 16,0 0 5-16,2 0-6 0,0 0 8 0,0 0 8 15,0 0 4-15,0 2 1 0,0-1 10 0,0 1-5 16,0 0 1-16,0 0-2 0,0 0-3 0,0 0 4 15,0 0 0-15,0-1 1 0,0 1-7 0,2 17 3 16,-2 5-3-16,0 0 4 0,-2 2-7 0,0 0-6 0,0-2 0 16,-1-3-2-16,1-1-7 0,0-5 8 0,0 2-5 15,0-4 8-15,0-2 3 0,2-4-4 0,0 1 3 16,0-3-5-16,0-1 3 0,0 0-1 0,0-2-2 16,2 1 1-16,0 1 0 0,2 0 7 0,-2-4 3 0,26 11 1 15,-1-7 0-15,3-4 4 0,7-8-1 0,0-3 2 16,8-8 3-16,7-7-6 0,0 13 3 0,2-33-5 15,5-8-2-15,2-7-15 0,6-6-4 0,17-9-2 16,14 4-2-16,12-5-10 0,9 1-12 0,-6 6-10 16,-5-1-125-16</inkml:trace>
  <inkml:trace contextRef="#ctx0" brushRef="#br0" timeOffset="172134.18">24557 14120 256 0,'0'0'-51'0,"0"0"36"15,-2 0-6-15,1 0 2 0,-1 0 47 0,0 0-8 16,0 0-9-16,-2 0-3 0,1 0-3 0,-1 0-4 0,0 0-4 15,-3-2 5-15,-4 0-6 0,-1 0 4 0,3 0-1 16,-2 0 0-16,-4 1-1 0,0-1 0 0,-1 2 8 16,1 0-5-16,-4 0 6 0,2 2-14 0,-7 3 11 15,4 1-4-15,-2-1 8 0,-4 3-1 0,3-1-9 16,-3 2 4-16,4 1-5 0,-2 1 8 0,2 0-8 16,-1 0 11-16,1 0-8 0,2 0 2 0,-1 1-2 15,-1 1-2-15,2-2 1 0,-1 0 3 0,1 0-2 16,1-2 4-16,2 1-2 0,1 1 6 0,-3 2-1 15,1-2-8-15,1 0 4 0,-2-6-3 0,1 14-5 0,-1 5 8 16,1-2-6-16,-5 4 2 0,-3 4-1 0,-2-2-3 16,-9-2 1-16,4 0-8 0,-6-2 13 0,0 0-5 15,4 0 8-15,-8-1-5 0,6-1 2 0,0-2 0 16,5-1 2-16,6 0-11 0,0-1 11 0,6 1-8 16,1-1 9-16,6 1-6 0,-4-1 6 0,4 1 3 0,2 1 1 15,-2 1 7-15,4 1-1 0,2 4 2 0,3 2-3 16,0 2-3-16,-18 7-4 0,9 2 0 0,7 3-2 15,6 3-6-15,0 3 7 0,6 2-3 0,1 2 5 16,3-3-11-16,1-3-4 0,0-9 5 0,0-3-2 16,2-3 5-16,0-3-3 0,0-4 2 0,4 2 0 0,-12 0 1 15,18 0-13-15,4 2-2 0,1-4-3 0,6 2 0 16,1 0 9-16,-7-4-7 0,11 3 7 0,-4-9-11 16,0 5 13-16,6-6 1 0,-11-4 4 0,2 0 2 0,-3-6 11 15,3 3-7-15,1-1 8 0,1-1-7 0,1-2-3 16,2-3 1-16,4 22-2 0,3-10-1 0,8-6 1 15,10-3-7-15,6-2 0 0,3-4-59 0</inkml:trace>
  <inkml:trace contextRef="#ctx0" brushRef="#br0" timeOffset="172894.8">28412 14330 84 0,'0'0'28'16,"0"0"-4"-16,0 0 11 0,0 0 6 0,-2-2-10 15,0 0 4-15,0 0-16 0,0 0 6 0,1 0-7 16,-1 0 14-16,2 1-4 0,-2-1 4 0,2 0-3 16,0 0 6-16,0 0-14 0,0 0-5 0,0 0-4 0,0 1-11 15,0-1 9-15,0 2 0 0,0 0 4 0,0 0 3 16,0 2 2-16,0 1-3 0,0 10 0 0,-2 21-17 15,2-3 10-15,-2 3-2 0,0 1 5 0,0-7-12 16,1-2 11-16,-3-2-5 0,2-4 8 0,0 1-14 0,0-3 10 16,0-3 1-16,1-2 5 0,-1-2 10 0,2-3-11 15,0 1-1-15,0-2-3 0,0 1-3 0,0-3-5 16,0-1 7-16,0 0-5 0,0-2 4 0,2 1 5 16,1 1-3-16,8 2 5 0,15-3-1 0,6-4 5 15,5-12-13-15,6-10 9 0,7 5-16 0,13-34 8 16,8-8 3-16,12-8 0 0,4-7-11 0,4-1 8 15,-3 0-9-15,-7 2 6 0,3 0-10 0,5 1-42 16,17 3-5-16,15-7-20 0,5-2-75 0</inkml:trace>
  <inkml:trace contextRef="#ctx0" brushRef="#br0" timeOffset="177369.92">4648 16131 63 0,'2'-2'22'0,"-1"0"-3"0,1-2 23 0,13-18-7 16,4-10 2-16,-1 3-17 0,3-5-6 0,-3 1 8 15,1 1-7-15,-1 1 6 0,1-1 10 0,-2 4-6 0,-1-2 7 16,-1 1-15-16,-2 3 1 0,2-2-5 0,-2 4 4 16,2 0 0-16,0-1-12 0,0-1 5 0,-1 0-9 15,-1 1 0-15,0-1-2 0,-1 0-1 0,-3 0 1 16,0-4 1-16,-3 2 3 0,-1-4 5 0,-1-1 1 15,-4-2 3-15,0-1 17 0,-7-1-3 0,-1-2 10 16,-1-2 8-16,-4-5-10 0,2 3-5 0,0 4-2 16,-2-2-18-16,0 4 2 0,-2 0-1 0,2 2 1 15,0 2-7-15,0 3 8 0,0 2-5 0,0 4 4 0,-4-2-21 16,15 5 16-16,-20 3-7 0,-4 3 9 0,-2 4-5 16,-2 3-10-16,-1 5 5 0,-3-16-8 0,-8 12-6 15,-18 14-11-15,-8 17-18 0,-18-5 1 0,-5 50-77 0</inkml:trace>
  <inkml:trace contextRef="#ctx0" brushRef="#br0" timeOffset="178848.47">14182 14493 140 0,'-2'-2'0'0,"0"2"11"0,-14-7 113 0,1-10-30 16,0 6 3-16,4 7-61 0,0 0-17 0,-2 2-15 16,0 1-5-16,0-3 3 0,1 2-1 0,-1-7 1 15,0 3 2-15,-1 4-3 0,-1 2-1 0,-2 6-5 16,0 3 5-16,-1 4-3 0,-1 2 3 0,1 13 0 15,-3 0-3-15,1 1 3 0,-1-1 8 0,1 0-10 16,-2 2 6-16,-1 0-7 0,5-1 7 0,-8 5-8 16,3 1-4-16,-1 2 0 0,-5 2 8 0,8 0 1 15,1 2 4-15,3 7-3 0,-3 0-5 0,1 6 7 0,4 0-7 16,-1-2 7-16,3 2-7 0,7-2 1 0,-5 0 2 16,-13-6 0-16,11-5 7 0,7-4-9 0,6-1 2 15,2-3-3-15,2-1 11 0,3-3-10 0,2-3 5 0,6 2-5 16,0-2 9-16,-13-2-7 0,20 0 5 0,0-1-5 15,6-3 4-15,-2 1 0 0,0-1-4 0,6 4 1 16,-6-5-6-16,2-1-10 0,0-1 7 0,-4-4-5 16,4-2 20-16,-1 0 3 0,3-1-2 0,0-7 1 15,-2 16-9-15,1-10 1 0,3-7 6 0,1-6-1 16,6-7 5-16,0-4 0 0,0-5-6 0,2 14 4 16,-2-25 0-16,2-5 2 0,0 1 3 0,0 0-3 0,-2 1-5 15,0 3 0-15,-2-3-6 0,-7 3 4 0,-1-2 1 16,-1-5-6-16,0-4 1 0,0-7-4 0,2-8-4 15,-1-12 5-15,3-1 4 0,-4-7 0 0,3-1 9 0,-3 6-8 16,-4 3-4-16,2 8 1 0,-2 2-5 0,-5 5 4 16,5 4 2-16,-11 0 0 0,-2-2 3 0,-2 0-4 15,19-4 1-15,-15 4-3 0,-9 2 11 0,-4 1-5 16,-7 5 6-16,-5 5-6 0,-4 0 19 0,-3 6-3 16,8 5 1-16,-24 2-4 0,-4 3-5 0,-4 9-11 15,-5 4-6-15,-6-16-9 0,-7 17-85 0</inkml:trace>
  <inkml:trace contextRef="#ctx0" brushRef="#br0" timeOffset="179906.07">22170 14138 137 0,'0'0'16'15,"0"0"1"-15,0 0-10 0,-2 0 6 0,0 0-11 16,0 0 11-16,0 0-20 0,0 0 7 0,0 0-9 15,2 0 16-15,0 0-8 0,0 0 1 0,0 0-3 16,0 0 4-16,-1 2-4 0,-1 0 3 0,0 0-5 16,0 0 5-16,0 1 2 0,-2 3-2 0,1 11 3 0,-14 3-4 15,0 2 1-15,1 4 0 0,-3 6 0 0,-3 1-3 16,-2 6 8-16,-6 4-6 0,2 0 6 0,0-2-13 16,-2 1 12-16,6-3 2 0,0 0 3 0,0 2-9 0,2-2 2 15,3 4-4-15,1 0 3 0,-1-1-10 0,6 3 12 16,0-2-6-16,4-1 8 0,3 3-4 0,4-6 4 15,1 0 12-15,-22 2-7 0,12-2 14 0,7 0-10 16,4 0-2-16,0-2 0 0,4 4 5 0,4 3-17 16,1-3 4-16,4 0-7 0,0-4 3 0,2-2-1 15,0-1-1-15,3 1-1 0,1-2-1 0,-6 3 2 16,20-1-1-16,2-4 2 0,6 1-11 0,-6-6 11 16,6-2 0-16,0-2 6 0,-4-3 18 0,2-2-6 0,-3-4-1 15,-3-4-2-15,4 0-8 0,-3 12 3 0,3-6-2 16,-4-8 3-16,1-3-9 0,1-2 1 0,0-2-2 15,2-4 0-15,-3-2-4 0,1-3 0 0,2-2 4 0,0-2-1 16,4-2 13-16,-6-2-18 0,2-1 7 0,-3-3-8 16,-3 14 20-16,3-23 1 0,-4-1 6 0,-1-3-2 15,-1-3 17-15,-6-2-3 0,-1-4 2 0,-3-3 0 16,3-4 9-16,-4-13 3 0,-1-2-3 0,-3-8 1 16,-2-5-20-16,1 8 5 0,-5-1-9 0,-1 6 6 15,-5 8-22-15,25 1 5 0,-16 4-2 0,-10 4 1 16,-6 1-14-16,-5 1 8 0,-8-4-5 0,-7-2 6 15,17-2-3-15,-39 6-40 0,-4-1-12 0,-8 7-26 0,-6 10-174 16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5T05:46:07.61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12260 3148 11 0,'0'0'14'0,"0"0"-8"0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5T05:46:08.25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12412 3299 90 0,'0'0'1'0,"0"0"0"0,0 0 10 15,0 0-9-15,0 0 9 0,2 2-6 0,0-1 3 16,0 1 2-16,0 0-3 0,0 0-10 0,0 0 2 15,-1 0-2-15,1 0 3 0,0-1 4 0,0 1-5 16,-2 0 10-16,0 0-9 0,0 0 3 0,0 0 4 16,0 0-5-16,0-1 8 0,0 1 3 0,0-2-7 15,0 0 4-15,0 0-3 0,0 0 23 0,0 0 9 16,2 0-4-16,-2 0 5 0,0 2-4 0,2-2-9 0,0 2 6 16,-1-2-8-16,1 2 11 0,0 0-4 0,0 0 1 15,0-1-1-15,0 1 7 0,0-2-6 0,-2 0 7 16,1 0-9-16,1 2-9 0,-2-2-7 0,2 0-2 15,0 2 0-15,0-2-6 0,0 0-5 0,0 0-2 16,-1 0 1-16,1 0 0 0,0 0 2 0,2 0-3 0,0 0 1 16,-1 0-6-16,1 0 9 0,0 0-4 0,-1 0 5 15,-1 0-10-15,2 0 8 0,2-2-2 0,1 0 3 16,2-1-9-16,-1 1 9 0,1-2-3 0,-2 0 5 16,1 1-7-16,-1-1 3 0,-1 0-2 0,-2 2 1 15,1-1-5-15,-1 1 3 0,5-6 1 0,-1 3 0 16,1-3 2-16,0 3-4 0,-3 1 6 0,-3 2-4 0,1 0 4 15,2-1-2-15,-4 3 1 0,1-2 0 0,1-2 10 16,0 0 42-16,-1 1-9 0,-1-1 20 0,0 0-7 16,0 2-20-16,0 0 1 0,0 1-8 0,0-1-13 15,-1 0-9-15,1 0-3 0,-2 0 0 0,0 0-1 0,0 0-8 16,0 2 6-16,0 0-7 0,0 0 9 0,0 0-5 16,-2 2-1-16,1 0-1 0,-1 0-1 0,0 0 2 15,0 0 2-15,0 0 0 0,0 1-1 0,0 1 3 16,1 0-4-16,-1-1 2 0,0 1 3 0,-2 4-8 15,0-1 7-15,1-1-8 0,-1-1 5 0,0 3-1 16,-1 1-1-16,-1 2 0 0,1 0 1 0,-1 0-3 16,2-1 3-16,1 1-3 0,1-2 4 0,-2 2-3 0,2 0 2 15,0 0-2-15,0-1 5 0,1-1-1 0,-1 0-2 16,0 1 1-16,0-1 3 0,2-4-7 0,0 1-25 16,0 0-9-16,0 3-217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5T05:46:09.35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12607 4608 657 0,'0'0'20'0,"-1"0"33"0,-1-2-54 0,0 0 0 0,0 0 0 16,0 2 1-16,0 0 2 0,0 0 3 0,1 0-6 15,-1 0 5-15,0 0-4 0,0 0 7 0,0 0 1 16,0 0 3-16,0 0-5 0,1-2 8 0,-1 2 4 0,0 0 1 15,0 0 20-15,0 0-8 0,0 0 2 0,0-2-5 16,1 2-18-16,-1 0-9 0,0 0-1 0,2-1-2 16,-2-1 2-16,2 0-55 0,-2 0-5 0,2 0-21 15,0 0-61-15,0 0 3 0,-2 1-2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5T05:46:13.59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12500 3856 328 0,'0'0'0'16,"0"0"0"-16,0-2-1 0,-2 0 4 0,0 0-2 15,0-2 2-15,2 1 27 0,-4-8-9 0,3 1 17 16,-1 5 8-16,-2-6 20 0,0-4-14 0,1 4 13 16,-3-12-33-16,2 10 12 0,2 2 8 0,-1 0 0 15,3 7 15-15,-2-3-16 0,-2-2 1 0,2 3-6 0,0 0 2 16,1 1-12-16,-1 1 2 0,0 0-4 0,0 1 1 16,2 1-14-16,0 0 4 0,0 0-8 0,-4-2 0 0,1 1-3 15,-1-1-3-15,2 2 1 0,0 0-10 0,0 0-2 16,0 1 5-16,1-1-4 0,-1 0-1 0,0 2-1 15,0 0-2-15,2 2 2 0,0 0 1 0,0-1 2 16,0 1-1-16,2 2 1 0,-2 0-3 0,4 7 17 16,-1 0-3-16,3 4 8 0,1 5-9 0,1 3 4 15,-1 3-8-15,1 0 7 0,-1 0-1 0,-1 0-7 16,-1 0 7-16,-1-2-7 0,0 0 6 0,-1-2 0 16,1 2 0-16,0 0 1 0,-1-1-5 0,-1-1 1 15,0 0 3-15,0-1 0 0,0 1 17 0,0 2-2 0,-2 0-5 16,0 0 0-16,0-1-15 0,0-1 21 0,0 0-5 15,0 0 8-15,0 1-15 0,-2-1 1 0,0-2-3 16,0-1 0-16,0 1-11 0,0 1 2 0,1-1-2 16,-1-1 1-16,0-2-1 0,0-6-3 0,0 2 2 0,0-2-2 15,0 0 6-15,2-4-4 0,0-1 0 0,0-2-1 16,0-2-6-16,0-1 4 0,0 3 1 0,0-2 3 16,0 2 7-16,0-2-3 0,0-1-6 0,0-1 3 15,0-1 0-15,2-1-6 0,0-4 5 0,7-22-5 16,-1-3 4-16,-1-1-6 0,-1 4 3 0,-1-1-1 15,1-1 10-15,0 0-5 0,-3-1-2 0,3-3 0 16,-2 4-2-16,-1 1 0 0,1-1 3 0,0-1-3 0,-2 1-4 16,-1 0 7-16,-1 0-6 0,0 3 7 0,0-1 1 15,0-2-5-15,-1 2 0 0,-1-3-3 0,0 5 2 16,2 3-1-16,-2-3 5 0,0 4-3 0,0-4 2 0,0 2-2 16,1 2 0-16,1 1 0 0,0 1 2 0,-2-1 2 15,0 1-4-15,2-1 3 0,-2 3-11 0,2 3 10 16,0-2-6-16,-2 2 7 0,2 3-6 0,0-1 3 15,-2 0 0-15,0 1 0 0,2 1 0 0,0 2 6 16,-1 0-3-16,1 3 2 0,0-1 0 0,0 3-3 16,0 0 5-16,0 1-5 0,0 1 5 0,0 0-8 15,-2-2 1-15,0 0-2 0,0 1 14 0,0 1-14 16,0 0 7-16,0 0-8 0,1 0 9 0,-1 0-2 0,0 1-1 16,0 1-1-16,-2 0-6 0,1 0 9 0,-1 0-5 15,0 1 7-15,2-1-12 0,-3 4 3 0,-1 0 1 16,1 0 1-16,1 5 6 0,0 6-6 0,0 3 0 15,-1 1 0-15,3 1 0 0,0 4 0 0,0-1 4 16,-16 6-2-16,7-6 6 0,3 1-3 0,1 4-3 0,3-6 2 16,-2 6-2-16,5-8-2 0,-3 4 3 0,2 0-3 15,0-1 8-15,-2 5 3 0,3-8-5 0,-1-1 5 16,0 3 4-16,2-5 1 0,0-1-2 0,0 1-1 16,0-6-7-16,0 6 7 0,0-4-2 0,0 2 1 15,0 1-1-15,0-3 1 0,0 0 1 0,0 0 0 16,0-1 1-16,0 1-7 0,0 0 3 0,0 1-5 0,0-1 1 15,0 0 3-15,0 2 2 0,0-2 0 0,0 2-5 16,0-2-5-16,0 0 6 0,0 2-3 0,0 2 9 16,0-1-13-16,0 1 2 0,0 0-3 0,0 1 8 15,0-1-9-15,0 0 4 0,0-2-4 0,0 3 6 0,0-1-3 16,0 1-1-16,0 1 0 0,0 3 11 0,2-1-6 16,-2-1-2-16,2-1-1 0,-2-3-2 0,0-3-2 15,0-3 5-15,0-1-2 0,0 0 6 0,0 2-8 16,0 2 3-16,0 0-2 0,0-3 11 0,0 1-6 15,1 0 1-15,-1 0-2 0,2 2 3 0,0-2-3 16,-2-1-2-16,0-3 2 0,2 2 2 0,-2-1-1 16,2 1 2-16,0 2-2 0,0-2 4 0,-1 3-10 15,-1-7 5-15,2 3-7 0,-2-3 10 0,0 1-5 0,2 3 0 16,-2-3-1-16,2 3 5 0,-2-4-6 0,0 1 6 16,0 0-6-16,2 1 2 0,0 0-2 0,0 1 0 15,-1-1 1-15,-1-3-1 0,0 1-1 0,0-1 1 16,0 2 0-16,0-1 6 0,0 1-3 0,0-1-2 15,0-1 0-15,0 2 4 0,0-1 0 0,0 1 1 0,0-1-1 16,0 1-3-16,0-2 4 0,0-1 0 0,0 3 0 16,0 0-10-16,0-1 9 0,0 3-1 0,0-3 5 15,0 3-1-15,0-1-4 0,0 0 1 0,0-1-2 16,0 3-3-16,0-1 8 0,0-1-10 0,0 2 7 16,0-1-7-16,-1 1 4 0,1-1 1 0,-2 1 1 15,2 0-4-15,0 0 2 0,0 1-2 0,0-3 2 0,0 2 2 16,0-3-5-16,0 3 3 0,0 1-4 0,0-1 4 15,0 0-3-15,0 0 2 0,0-3-2 0,0 3-4 16,0-1 9-16,0 3-5 0,0 0 5 0,0-4-4 0,0 3-3 16,0-3 3-16,0 1-1 0,0 5 7 0,0-2-6 15,0 0 3-15,0 0-3 0,0-2 6 0,0 1-7 16,0 1 1-16,0 2-2 0,0 3 5 0,0-3-4 16,0 2 1-16,0-4-3 0,0 1 4 0,0 2-1 15,0-2 3-15,0 4-2 0,0-3 4 0,0-2 1 16,0 2-6-16,0-3 5 0,2 4 2 0,-1-2-1 15,1 1 2-15,-2-6-3 0,0-1-7 0,2 5 8 16,0 0-6-16,0 0 6 0,2 0-8 0,-3-2 3 16,1-1 4-16,0-1-1 0,2 4-2 0,0-1-2 0,-1 1 1 15,1-2 0-15,0 0 5 0,-2-3-4 0,1 1-2 16,1 1 0-16,0-1 0 0,-2-1 0 0,-1-1 0 16,1-1 0-16,2 4 3 0,-2-5-6 0,2 3 3 15,-1-1-2-15,1 1 7 0,-2-2-2 0,2 1-4 16,-3-1 1-16,1 0 6 0,0-1-6 0,0 1 3 0,2 2-3 15,-2-3 7-15,-1 1-6 0,1 0 0 0,0 1-2 16,0-1-3-16,0 0 5 0,0 0 2 0,-2-1 2 16,2 3-1-16,-2-2 0 0,0 1-2 0,0 1 1 15,0-3-4-15,0 1 6 0,0 2-5 0,0-1 6 16,0-1-11-16,0 2 5 0,0-3 0 0,0 1 0 16,0 0 4-16,0-1-1 0,0 1 0 0,0-2-1 0,0 2-3 15,0-2 1-15,0-1 1 0,0 3 2 0,0-2-3 16,0 0-1-16,0 0-1 0,0 0 1 0,0-1 10 15,0 1-8-15,0 0 2 0,0 2-3 0,0-2 1 0,0 0 2 16,0-1 0-16,0 1-1 0,0 0-5 0,0 0 3 16,0 2 0-16,0-2 2 0,-2 1 2 0,2-1-1 15,-2 2-2-15,2-2 0 0,0 0-4 0,0-1 2 16,0 1 1-16,-2 0 0 0,-2 0 0 0,1 0 2 16,-3 2-1-16,2-3 1 0,-1 3 2 0,1-2-4 15,0 0 2-15,-1 2-2 0,1-3-2 0,0 1 5 16,-1 2-8-16,1-2 7 0,0 0 4 0,-1 1-5 15,1-1 6-15,-2 2-7 0,1-2-3 0,1 0 0 0,0 0 1 16,1-1 0-16,-3 1 4 0,1 0 1 0,-1 0-2 16,0 0 1-16,-1 2-2 0,3-4 3 0,-3 1-3 15,1 1 2-15,3 0-7 0,-3 0 4 0,0 0 0 0,3 0 1 16,-3 0 1-16,-1 1 2 0,1-1-1 0,1 0 0 16,-3 0-9-16,3 0 7 0,-3 1-1 0,1-1 3 15,5-2-2-15,-4 2 4 0,1 0-4 0,-1 0 2 16,1 0-7-16,-5 1 6 0,1 1 0 0,5-2 3 15,-5 2-8-15,5-2 5 0,1-1-1 0,-5 1 2 16,5-2-2-16,-5 4-3 0,-1 0 3 0,3-2-3 16,-3 1 7-16,3-1-1 0,-1 2-3 0,-6 1 0 15,6-1-2-15,-3 2 2 0,-1-1 2 0,4-1-2 16,1-2 2-16,-3 3-2 0,3-3-1 0,3 0-1 0,-5 2 1 16,3 0-1-16,3-4 4 0,-2 1-3 0,-2 1 1 15,3 6 2-15,-5-6-2 0,5 3 2 0,-5-3-7 0,4 5 5 16,-1 3-4-16,-1-3 4 0,1 2-3 0,-1-3 3 15,1 1 3-15,3 1 0 0,-4-1-3 0,2-1 0 16,-3 5-2-16,0 2 2 0,3-8 1 0,-2 5-1 16,1-1 0-16,1-3 0 0,-3 7-4 0,3-4 4 15,0 0 1-15,0 0 1 0,1 3 0 0,1-1-4 16,0-2 2-16,0 2-3 0,0-3 2 0,0-1 1 16,1 6-1-16,-1-2 1 0,2 4 1 0,0 0-1 15,0-6 4-15,0 2-4 0,0-1 0 0,0-1-1 0,2 0-4 16,1 4 4-16,-1-5-2 0,2 1 3 0,0 0-2 15,-1-1 2-15,3 1-5 0,-1 0 6 0,-1-1-1 16,2 1 2-16,-1-2-6 0,-1 3 3 0,2-3 1 16,1 2 0-16,4 1 0 0,-2-1 0 0,4-2 0 0,0 1 0 15,-3-3 0-15,6 3 1 0,-3-1-2 0,-1 1 2 16,2-3-1-16,-1 1 1 0,-1-1 0 0,4-1 0 16,-3 0-6-16,0-1 7 0,2-1-5 0,-2 0 6 15,-2 7-5-15,2-1 6 0,-2-3-1 0,1 1 3 16,-3-2-9-16,4-1 7 0,-4-1-5 0,4 2 6 15,0 0-10-15,-2-2 5 0,0-1 0 0,-1 1 2 0,-1-2-2 16,0 0 2-16,-1 0-4 0,1 0 2 0,0 0-3 16,0 0 4-16,1 0 0 0,1 0 1 0,-4 0-3 15,1 0 1-15,-3 0 1 0,3 0 1 0,-3 0 0 16,1 0 2-16,-1 0-4 0,1 0 2 0,-2 0-2 0,1 0-1 16,1 0 3-16,-2 0-2 0,1 0-3 0,-1 0 3 15,-2 0 2-15,1 0 0 0,1 0-3 0,0 2 4 16,0 0-7-16,-1 0 7 0,1 0-2 0,0 0-4 15,-1-1 6-15,1 1-5 0,0 0 4 0,-2 0-1 16,0 0-4-16,-1 0 2 0,1 0 4 0,0-1-5 16,0 1 4-16,0 0-4 0,0 0 2 0,0 2 4 15,-1-1-5-15,1 1 3 0,2 0-2 0,-2 0 0 16,2-1 2-16,-1 1-2 0,-1 0-6 0,0-1 7 16,0 1 1-16,0 0 3 0,1-1-1 0,-1 1-6 0,-2-2 0 15,4 4-2-15,-2-1 6 0,2 3-2 0,-3-3 3 16,1 1-3-16,0-1 2 0,2 3-4 0,0-1 2 15,-3 1-3-15,3 3 3 0,0-2-2 0,0 6 1 16,-3-4 0-16,1-2 9 0,0 4-8 0,-2-7 3 0,2 1-4 16,0 6 3-16,0-2-4 0,-2 1 3 0,2 2-2 15,-2-4 4-15,1 5-4 0,1 1-1 0,0 3-1 16,0-4 6-16,-2-6-3 0,0 2 4 0,0-2-4 16,0 6-1-16,0 0 0 0,0 2 1 0,0-2 0 15,0 0-2-15,2 5 3 0,-2-7-2 0,0 0 4 0,0 0-5 16,0 0 1-16,0-2 1 0,2 4 0 15,0 0 0-15,-2-4 6 0,0 2-6 0,0-2 4 0,0 2-5 16,0-2-1-16,0 0 0 0,0 2 0 0,0 0 0 16,1 0 2-16,1-1 5 0,0-1-3 0,0 0-3 0,0 2 0 15,-2 0-2-15,0-2 3 0,0 0 6 0,0 0-7 16,0 0 2-16,0-1-3 0,0-1 2 0,0 0 5 16,0 0-6-16,2 1 5 0,0-1-7 0,-2 0 2 15,1 2 2-15,-1-3-1 0,0 1 0 0,0 0 0 16,0-1 0-16,0 1-1 0,0 0 1 0,0 1-3 15,0-1 4-15,0 0-3 0,0 1 2 0,0-1 2 16,0 2 0-16,0-4 1 0,0 3-4 0,0-3 1 16,0 1-4-16,0 1 4 0,0-2 6 0,0 3-6 15,0-3 5-15,0 0-6 0,0-1-1 0,0-4 1 0,0 3 1 16,0 3 0-16,0-3-2 0,-1 7 1 0,1-5-1 16,0-3 2-16,0 3 2 0,0-5 1 0,-2 4-3 15,0-1 2-15,2-1 1 0,-2 3-3 0,0-1 0 16,2-2-2-16,-2 3-2 0,0 0 6 0,2-5-1 0,0 0 2 15,-1 4-3-15,1-4 0 0,-2 1 0 0,-2 5-1 16,2-3 4-16,-2 3-4 0,-1 1 1 0,3-5-3 16,0-1 5-16,0 1 1 0,0 0-1 0,-1 1 1 15,-1 1-3-15,-2 1-2 0,3-1 2 0,-7 7-2 16,10-11 1-16,-1 2 3 0,-7 5-4 0,3-2 3 16,-3 4-2-16,3-1 1 0,1-5 4 0,2-1-2 0,0 0-2 15,-2-1-1-15,4-1 1 0,-5 6-1 0,1-3 6 16,0 1-7-16,3-2 4 0,-3-1-5 0,4-1 9 15,-4 4-7-15,2-3 0 0,0 5-2 0,1-3 3 16,-3 1 0-16,2-2-1 0,0-3 1 0,0 3 0 0,0 0 2 16,2-2-2-16,-3 3-1 0,1-1-7 0,0 0 8 15,0-1 4-15,0 1 0 0,0 0 0 0,1 0-4 16,-1-1-2-16,-2 3-1 0,2-2 5 0,-2 1-4 16,1 1 4-16,-1-1-3 0,2 1 3 0,0-2 2 15,0 1-5-15,1-1 3 0,-1 0-2 0,0-1-7 16,0 1 8-16,0 0-5 0,2-1 4 0,0 1 0 15,0 0-3-15,0-2 3 0,-2 3 6 0,2-1-10 16,0-2 6-16,0 2-7 0,0-1 8 0,0-1-2 16,0 2-1-16,0-2 0 0,0 1 1 0,0 1-1 0,0 0 1 15,0 0-1-15,0 1 4 0,0-1-4 0,-2 3 0 16,2-1-1-16,0 1-2 0,0-1 2 0,0-1 1 16,0 3 0-16,0-3 0 0,0 3 0 0,0-1 2 15,0-3-1-15,0 2-1 0,0-1 0 0,0 1-2 0,0-1 2 16,0 1-3-16,0-1 3 0,0-1 0 0,0 2 1 15,0-3-4-15,0 1 4 0,0 2-1 0,0-4 2 16,0 1 0-16,0 1-2 0,0 0 2 0,0 1-2 16,0 1 0-16,0-2 0 0,0-1-3 0,2 3 1 15,-2-2 2-15,0-1 1 0,0 1 0 0,0 0 1 16,0-1 0-16,2 3-2 0,-2-2 4 0,2-1-4 0,0 3-4 16,0-2 1-16,0-1-1 0,-2-1 2 0,1 2 7 15,1 2-5-15,0-3 3 0,-2-1-4 0,2 2-1 16,0 0-1-16,0-1 3 0,0 3 0 0,-1-2 7 15,1-1-7-15,0 1 0 0,-2-2-3 0,0 0 6 0,2 1-3 16,0 3 0-16,-2-4 0 0,2 3-2 0,0-1-3 16,-1 2 7-16,1-1-4 0,2 3 10 0,-2-3-8 15,0 1-1-15,0-2-2 0,-2-3 6 0,0 1-4 16,0 0 3-16,0 0-3 0,3 4 0 0,-3-5 1 16,0 1-1-16,2 2 1 0,-2-2 0 0,0 0 0 15,4 3 0-15,0-1 0 0,-1 0 0 0,-1-1 2 16,0 1-5-16,0 0 3 0,0 0-2 0,0-1 3 15,-1 1 2-15,1 0-1 0,0-1-2 0,0 1 0 0,0 0-1 16,0 0 1-16,0 1 6 0,-1-1-7 0,-1-2 2 16,2 1-4-16,0 3 3 0,0 0 2 0,0-3-2 15,0 1 0-15,0 0-5 0,-1-1 8 0,1 1-4 0,0 0 5 16,0 0-3-16,-2-1-1 0,0-1 3 16,0 0-3-16,0 0-4 0,0 0 5 0,0 0-1 0,0 1 1 15,0 1-3-15,0 0 2 0,0-3 2 0,0 1-1 16,0 0-5-16,0 0 5 0,0 0-3 0,0 0 4 15,0 0-4-15,0-1 1 0,0 1 0 0,0 0 1 16,0 2 4-16,0 0-4 0,0-1 1 0,0 1-1 16,0 0 6-16,0-1-9 0,0-1 3 0,0 0-5 15,0 0 5-15,0 2 2 0,0-1 0 0,0 1 0 0,0-2-5 16,0 2 4-16,0-1-3 0,0 1 3 0,0 0-5 16,0 0 7-16,0-1-2 0,0 1 4 0,0 0-11 0,0-1 7 15,0 1-1-15,0 4 2 0,0-3 0 0,0 3-5 16,0-5 3-16,0 1-5 0,2 0 5 0,-2-1 3 15,0 1-2-15,2 0 2 0,-2 0-8 0,0-3 5 16,2 1 0-16,-1 0 3 0,1 0 1 0,0 0-4 16,0 0 0-16,-2 0 0 0,0-1 2 0,0 1-5 15,2 0 1-15,0 0-3 0,0 0 5 0,-1 0 4 16,1 0-4-16,0-1 2 0,0 1-5 0,-2 0 1 16,0 0 2-16,0 0-1 0,0 0 7 0,0 0-8 15,0-1 5-15,0 1-6 0,0 0 3 0,0 0 2 0,0 0-3 16,2 0 2-16,0 0 2 0,0-1-4 0,-1 1 1 15,-1 0-3-15,0 0 4 0,0 0-1 0,2 0 0 16,-2 0-1-16,2-1 4 0,-2 1-1 0,0 0 0 0,0 0-1 16,0 0-4-16,0 0 0 0,0 0 2 0,0-1 0 15,0 1 4-15,0 0-5 0,0 0 3 0,2 0-3 16,-2 0 7-16,0-2-4 0,2 2-2 0,-2-2 0 16,0 1 2-16,0-1-4 0,0 0 7 0,0 0-7 15,0 0 4-15,0 2 0 0,0-2-1 0,0 2 0 16,0 0 0-16,0-2-1 0,0 0 0 0,0 2 1 15,0-2 1-15,0 2 1 0,0-2-2 0,0 0 0 16,0 0-2-16,0 0-1 0,0 0 3 0,0 0-3 0,0 2 3 16,0-2-66-16,0 0-40 0,2 0-33 0,-2 0-353 15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12:45.38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13660 6737 13 0,'0'0'0'0,"0"0"5"0,0 0 52 0,0 0-3 16,0 0 4-16,2 0-17 0,0 0-6 0,0 0-16 15,0 0 3-15,-1 0-7 0,1 0-4 0,0 2-8 16,2 0 1-16,0 0-2 0,-3 0 6 0,1 1 9 0,0 3-1 15,6 11 2-15,-3 1-1 0,-1 5 5 0,-2-3 0 16,0 0 3-16,-1-1 6 0,-1-2-6 0,2-1 7 0,-2-3-7 16,0-1 10-16,0-1-16 0,0-4 6 0,0 1-9 15,0-3 4-15,0-1-5 0,2 0-4 0,0-1 3 16,0 1-1-16,0 0 5 0,0-2 2 0,-1-1 1 16,3 1 1-16,4-2-2 0,8-2 1 0,3-7-1 15,3-6-2-15,2 0-6 0,2-14 5 0,4-5-4 16,3-3 8-16,5-4 4 0,4-3-3 0,18-3 3 15,3-1-6-15,13 0-8 0,9-2-2 0,3-4-1 16,-1-4 2-16,-9-14-20 0,-4-6 2 0,-9 2-11 0,-2 0-21 16,2 14-34-16,-2 10-7 0,4 12-14 0,-4 6-81 15</inkml:trace>
  <inkml:trace contextRef="#ctx0" brushRef="#br0" timeOffset="10823.15">15784 5350 13 0,'0'0'0'16,"2"0"0"-16,0 0 7 0,0 0 0 0,2 0 1 15,-1 0-2-15,8 2 2 0,8 0 5 0,-2-2-3 0,7 0 3 16,0 0-14-16,9 0 4 0,-3 0-1 0,2 0 4 16,1 0-10-16,-3 0 5 0,1 2-4 0,1 0 4 15,-2-2-4-15,-1 2 11 0,3 1-4 0,1 3 6 16,1 0-18-16,1-1 3 0,2 3 5 0,6-1-1 16,1 0 3-16,8-1 8 0,4-2-10 0,2-2 8 15,1-1-7-15,2-1 13 0,-1 0 1 0,-5-1 6 16,-1-3 20-16,-2 0-16 0,2 0-4 0,-2-1-5 0,6 1-13 15,5 2 0-15,6 0-2 0,3 2 1 0,-2 0-1 16,-1 0-1-16,-9 0 6 0,-3 2-6 0,-7 0 0 16,-9 2-3-16,-4-2 3 0,-5 0-2 0,-1-1 3 0,-1 1-1 15,0 0 1-15,-2-2 0 0,-2 0 9 0,-2 0-13 16,-6 2 3-16,1 0-4 0,-2 0 7 0,-2 0 0 16,-1-1 2-16,-2-1-1 0,-1 0-2 0,-4 0-1 15,0 0-2-15,-5 0 1 0,6 0 0 0,-5 0 2 16,1 0-3-16,0 0 1 0,0 2-9 0,-3-2 1 15,1 2-9-15,0-2-3 0,0 2-91 0</inkml:trace>
  <inkml:trace contextRef="#ctx0" brushRef="#br0" timeOffset="11346.93">15723 6102 40 0,'0'0'11'0,"0"0"7"15,0-2 3-15,0 1 5 0,0-1-17 0,0 0-7 16,2 0 3-16,0 0-5 0,0 0 0 0,3 0 0 16,19-3 1-16,6-1-1 0,3 3 1 0,3 1 0 15,1-2-1-15,-4 0 1 0,6 1 6 0,2-1-6 0,-2-2 6 16,4 1-4-16,1-1 23 0,1-1 14 0,11-1 9 15,9 1-1-15,7-2 13 0,17-1-33 0,6 1 1 16,7-2-12-16,6 0 3 0,-8-2-11 0,0 4 0 16,2-1-4-16,4 5 1 0,6 1-2 0,-5 2-4 15,-5 0 0-15,-11 2 0 0,-13 0-8 0,-5 2 9 0,-8 0-6 16,0 0 12-16,-2 0-10 0,2 0 3 0,-4-1-3 16,-9 1 7-16,-6 0 0 0,-8-2-3 0,-5 0 1 15,-3 0-7-15,-6 0 9 0,-7 0-2 0,-6 0 5 16,-4 0-3-16,-3 0-8 0,-2 0-4 0,1 2-2 15,1 0-12-15,-2 0-38 0,0 0-6 0,-2-1-14 16,0 1-43-16</inkml:trace>
  <inkml:trace contextRef="#ctx0" brushRef="#br0" timeOffset="11648.85">15896 7073 59 0,'2'0'31'0,"1"2"23"0,40 6-10 0,7-1-17 0,4-3-5 15,2-2-1-15,3-2-3 0,6-2-1 0,9 0 9 0,15-4-4 16,6 1 20-16,13-1-7 0,0-3-6 0,-6-6 2 16,-2-2-5-16,-7 1-3 0,1-5-4 0,14-7 1 15,4 1-8-15,1-3-6 0,-6 2-2 0,-12 6-3 16,-8-1-5-16,-7 5 5 0,0-1-7 0,-4 4 3 16,2 2-41-16,-13 6-153 0</inkml:trace>
  <inkml:trace contextRef="#ctx0" brushRef="#br0" timeOffset="12736.12">15055 2606 33 0,'-2'0'19'0,"0"0"-9"0,-2 0 16 15,-5-2-3-15,-10-1-7 0,6 1-7 0,-2 0 9 16,4 0-9-16,0 0-2 0,-2 0 1 0,-4-1-6 15,-1-1 5-15,-3 2-9 0,-3 0 11 0,-2 2 0 16,-3 0 6-16,-1 2 10 0,2 2-9 0,-2 1 1 16,1 1-4-16,-1 1-2 0,-3 4-2 0,-1 1-3 15,-7 1 1-15,2 1 1 0,0 3-9 0,0 2 6 0,11-16-7 16,-5 31 4-16,0 7-3 0,-3 0 0 0,-1 3-1 16,6 3 5-16,3-7 2 0,4 1-5 0,5-6 2 15,1-1-13-15,-1-3 12 0,4-3-3 0,4-4 5 16,-2 2 7-16,4 0-11 0,3 0 4 0,-1 4-7 15,1 0 6-15,1 5 0 0,1 2 3 0,0 6-2 16,2-2 5-16,-22 3-5 0,9 7-5 0,8-1 1 0,7 3-5 16,0-2 4-16,2-5 2 0,3-3 0 0,3-1 3 15,1-3 6-15,2-5-4 0,2-4 5 0,0-8 0 16,-5 0-9-16,21-1 6 0,3-1-8 0,3-1-3 16,6 1 11-16,2-3-3 0,-6-1 5 0,4 1-10 0,1-2 13 15,-3 0-5-15,10-6 9 0,-3-1-11 0,-3-7 29 16,3 24-7-16,4-14 13 0,0-8-16 0,6-4-6 15,9-7 4-15,6-3-3 0,7-2-2 0,7-2-10 16,-3 0-4-16,-8 0-1 0,-5 1-3 0,-17-1 3 16,-6 2-2-16,-11 2 2 0,-3-1 3 0,-8 1-5 15,-2 0 8-15,-1 2-8 0,-1-2-1 0,-1 9 3 16,-3-22-1-16,1-6 3 0,2-5 0 0,-4-6 3 16,1-6-8-16,1-1 6 0,-2-4-6 0,-2 2 8 0,-4-2-6 15,2 6 4-15,-1 3-7 0,-5 6 3 0,-3 2 7 16,17 3-2-16,-10 2 10 0,-5 4-1 0,-3 2 4 15,-1 2-4-15,-3 0-2 0,-1 1-4 0,-5-1-3 0,-2 0 2 16,-6-4-6-16,11-2 3 0,-20-6 1 0,0-5-1 16,2 0-10-16,0-2 12 0,0-1-5 0,0-3 8 15,0 3-11-15,1 1 0 0,-1 4 4 0,2 5 0 16,-2 4 2-16,2 4 3 0,-1 4-8 0,-3 3 4 16,2 4-5-16,-7 2 1 0,-1 5 0 0,-1 4 0 15,-6-20 0-15,-2 11 0 0,-2 9-1 0,-5 4 0 16,-2 7-1-16,3 6-2 0,3 7 2 0,5-14-3 0,1 31-6 15,5 7-43-15,0 2 1 0,3 12-17 0,4 3-34 16</inkml:trace>
  <inkml:trace contextRef="#ctx0" brushRef="#br0" timeOffset="14036.3">27079 2602 43 0,'0'0'4'0,"0"-1"5"15,0-1 6-15,0 0 0 0,0 0 0 0,0 0-12 16,-2 0 2-16,0 0-5 0,-2 1 11 0,-1-1-10 16,-16-6-1-16,-3 5-2 0,-2 3 2 0,0 0 0 15,-2 1 2-15,-1 3-2 0,-3 2-5 0,2-1 9 16,-5 3-5-16,7-3 7 0,-1 1-6 0,3-1 0 15,1 1 0-15,-1 1 0 0,4-1 4 0,-4 1-4 16,0-1 2-16,6 1-2 0,-8 3-8 0,4-1 13 16,0 2-8-16,-2 2 8 0,5 0-6 0,1-5-5 15,-1 23 9-15,3-1-7 0,-1 1 7 0,1 1 0 16,-1-6-8-16,2 6 5 0,1-1-9 0,3 1 12 0,-2-1-1 16,-2-3 3-16,0 0-13 0,3 0 7 0,-3-4-3 15,2-4 4-15,-2 1 1 0,1-3 3 0,-1-1 0 16,2-2 2-16,4 0-6 0,-2 0 2 0,4-2-4 15,5 1 3-15,0 3 0 0,-7 0 6 0,0 3-2 0,3 1 2 16,3-1 1-16,-1 4-6 0,1 0 5 0,1 4-7 16,2 2 0-16,2 7 6 0,0 4-4 0,2 3 3 15,0-3-12-15,0 6 11 0,1 1-3 0,1-5 8 16,2 3-7-16,-3-7 7 0,1-9 0 0,2-2 2 16,-1-2 2-16,3-4 3 0,1 0-5 0,0-1 3 0,2-3-7 15,-1-3 0-15,1 2 3 0,-9 0-2 0,16-3 13 16,-1 3 27-16,3-2-2 0,3-2 8 0,3 2-13 15,0-6-13-15,5 0-5 0,4 1-3 0,3-3-18 16,10 1-2-16,-2-1 3 0,6-2-3 0,2 3 16 0,-4-3-14 16,0 1 5-16,-9-2-8 0,-2-2 6 0,-3-1-5 15,-5 1 6-15,1 17-6 0,-4-8 4 0,-1-5-6 16,-1-6 2-16,2-2-1 0,0-2 3 0,0-2 0 16,0-1-3-16,-2 0 2 0,0-3 7 0,-4 1-8 15,4-2 7-15,2-2-7 0,-2 0 2 0,5-4 4 16,1 1-8-16,0-1 7 0,-1-2-2 0,-3 3-1 15,-4 14 3-15,4-22-3 0,0-2 2 0,-4-6 1 16,-4-7-1-16,-3-7 1 0,2-6-3 0,-4-10-1 0,1 1-1 16,-1 0-1-16,0-2-5 0,-2 9 10 0,0 0-2 15,-2 4 5-15,0 3-7 0,-2 5-1 0,3 5 1 16,-3 1 0-16,0 3 4 0,-1-4 9 0,-1-2-4 16,-1-4 6-16,-1-9-3 0,1 0 11 0,-4-6-2 0,25 3 4 15,-15 3-9-15,-11 2-5 0,-1 3-1 0,-5 3-1 16,-3 5 0-16,-1 3 1 0,-2 5-3 0,-2 1 1 15,-2 4-8-15,4 2 1 0,-22 4-1 0,-6-1 0 16,0 4-7-16,0 1 11 0,-4 1-5 0,2 2 6 16,-5 0-10-16,-1 2 5 0,1 0-4 0,-1-2 5 15,5 3 3-15,-3 5-5 0,-1 1 5 0,-3 2-7 16,3-22 1-16,-6 11-18 0,-4 9-17 0,-5 8-6 0,-9 5-101 16</inkml:trace>
  <inkml:trace contextRef="#ctx0" brushRef="#br0" timeOffset="19010.37">8614 6394 33 0,'0'0'12'0,"0"0"1"0,-2 0 21 16,0 0 9-16,0 0-3 0,-2 0 0 0,1 0-27 16,-1 0 1-16,-2 0-5 0,-1 0 7 0,1 0-9 0,-1 2 1 15,-1 0-4-15,1-1-2 0,1 1 0 16,3 0 5-16,-3 0-3 0,2 0 1 0,1 0 4 0,-1 0-2 16,2-2 3-16,0 0 0 0,-1 3 5 0,-1 1-2 15,0 0 5-15,0-2 7 0,3 1 1 0,-1-1-2 16,0 0 1-16,0 0-6 0,2 0-8 0,0 0-2 15,0-1-2-15,2 1-8 0,0 0 11 0,7 2-2 0,19 7 2 16,2-4-19-16,5 1 8 0,4-3 0 0,4 1 3 16,3-2 8-16,12-2-10 0,-1-1 2 0,6-1-2 15,0 0 5-15,1 0 6 0,-5-3-1 0,-5-1 4 16,-2 0 2-16,-4-1-7 0,4-1 2 0,4-1-5 16,-2 1-2-16,3 2 5 0,8 1-7 0,2 1 4 15,0 0-15-15,2-2 10 0,-12 2 1 0,-5 1 3 0,-4-3-5 16,-7 0 5-16,-4 0-5 0,-3 3 5 0,-5-1-10 15,-1 0 5-15,-2 2-1 0,-2 0 1 0,-1 0 0 16,-5 0 8-16,1 0-7 0,-4 0 7 0,-2 0-3 0,-4 0-9 16,0 0 7-16,-5 0-7 0,-2 0 7 0,2 0 9 15,-1 0 2-15,1 0 3 0,-2 0 20 0,0 0-17 16,-2 0 2-16,0 0-7 0,-2 0 2 0,0 0-9 16,-2 0-3-16,-12 0-2 0,-9 2 1 0,3-2-8 15,-2 0 9-15,2 0-8 0,-1 2 10 0,1-2-7 16,0 0 3-16,-2 0-3 0,0 0 0 0,-4 0-1 15,0 0 3-15,-9 0-3 0,0 0 0 0,-6 0 0 16,-5-2-3-16,1 2 3 0,1-2 4 0,-4 0-6 16,3 0 3-16,1 0-5 0,-1 0 9 0,5 1-3 0,-1 1-1 15,2 0 0-15,0 0-6 0,0 0 8 0,-3 1-6 16,-4 3 7-16,-8 0-3 0,-5 0 0 0,-4-1 0 16,7-1-2-16,4 0 2 0,10 0 1 0,5 0 0 15,5 0-1-15,5-2-5 0,4 0 10 0,5 0-1 0,1 0 3 16,6 0-14-16,2 0 10 0,4 0-5 0,3 0 7 15,0 0 0-15,1 0-1 0,-1 0 5 0,2 0-5 16,0 0-1-16,2 0-3 0,0 0 1 0,2 0-1 16,17 0 5-16,25 0-9 0,14-2 3 0,9 0-6 15,9 0 6-15,9 0-10 0,-3 0-4 0,0 2-4 16,-3 0-36-16,5 2-110 0,13 4-40 0</inkml:trace>
  <inkml:trace contextRef="#ctx0" brushRef="#br0" timeOffset="22028.01">12669 5427 1 0,'-2'0'0'16,"0"0"5"-16,-5 0 0 0,-19 5 1 0,-2 1 0 15,4-3-6-15,3 1 1 0,-1 2 9 0,1-1-5 0,3 1 4 16,-3 1-16-16,3-1 7 0,-1-1-2 0,-1 3 4 16,-1 1 4-16,5-2-2 0,-5 3-2 0,5-3 0 15,-1 2 0-15,-4 1-6 0,5-1 3 0,-3 0-5 16,1 1 6-16,-3-1 3 0,3 0 2 0,-1 0 0 16,-7 4-9-16,4-1 5 0,-8 1-2 0,6-2 4 15,0 0 1-15,0 0-6 0,1-2 2 0,3 1-3 16,5-3 0-16,2 0 9 0,4-1-10 0,-2 1 9 15,1 1-6-15,1-3 2 0,-2 8 5 0,2 2-4 0,-2 0-8 16,5-2 2-16,2 2-1 0,1 2 2 0,1-2 7 16,-2 3 4-16,0 4-1 0,1 4 2 0,-1 4-9 15,-2 5-4-15,1 1 2 0,-1 6-2 0,1 3 7 0,3-2-3 16,0 1-1-16,-2-3 0 0,2-2 6 0,-20-2-9 16,11-2 5-16,3-1-5 0,5-6 9 0,1-2 3 15,0-4-4-15,2 0 2 0,0-1-12 0,0 1 11 16,0 0-5-16,2 2 8 0,2-1-8 0,-1 3 2 15,3 0 5-15,-1 0-4 0,3 2-3 0,-3-1 0 16,3 7 3-16,1 5 2 0,0-2 9 0,4 7-11 16,0 1 2-16,2-4-4 0,6 2 5 0,-1-8 30 15,-12-4-16-15,19-5 19 0,1-3-29 0,9-5-4 0,-5-5 3 16,5-2-4-16,-2 1 4 0,-3-5-1 0,0-1-3 16,-8-3 1-16,4 1-6 0,-2 13 6 0,-2-6-6 15,2-2 4-15,0-5-6 0,-2-2 2 0,2-2 9 16,2 0-6-16,-1 0-2 0,1 0 12 0,2-2-12 0,2 0 11 15,1-4-17-15,4 1 7 0,4-1 3 0,-6-1 1 16,4-2 2-16,0-1 6 0,-2-1-1 0,4-4 3 16,-5-3 0-16,-3-3-3 0,-2 14 2 0,-1-19-3 15,-4 2-6-15,-4 0 7 0,-1 1-12 0,-1-1 12 16,1 4-10-16,-3-3-4 0,1 3 4 0,-2 0-4 16,-3-1 13-16,1 1-9 0,2-1 7 0,-2 1-8 15,0-2 10-15,0 1-3 0,-2-3 2 0,-2 2-2 0,2 0 3 16,-2-3 10-16,4 3-7 0,-4 0 8 0,4-2-1 15,-4 0-11-15,-2-1 9 0,0-1-10 0,-3 0 6 16,1 0-2-16,-1-5-4 0,0-3 3 0,-5-5-3 0,3-5-7 16,-2-3 5-16,22-1-6 0,-13-2 4 0,-9 2 4 15,-2 1-7-15,-4 3 7 0,-1 5-1 0,-3 2-7 16,1 3 10-16,-2 3-10 0,-2-1 10 0,-1 4-8 16,1 0 4-16,-2 2-4 0,0 0 10 0,0 4-14 15,-3-2 7-15,12 0-8 0,-17 0 4 0,-1 1 7 16,-2-1-8-16,-4 6 7 0,0-3-12 0,-1 5 3 15,-7 3 0-15,-1 0 3 0,-9 1 8 0,-3 3-8 16,-3 0 2-16,-1 1-3 0,1 5 7 0,0-23-9 0,3 16 5 16,1 10-8-16,4 2-1 0,-3 6-2 0,-1 1 3 15,5 4 0-15,2 7 12 0,-1 3-10 0,-1-21-4 16,-5 27-2-16,-4 1-7 0,-4 7 9 0,-2 4-3 16,-7 11 4-16,6 9-6 0,-6 21-33 0,6 28-47 0</inkml:trace>
  <inkml:trace contextRef="#ctx0" brushRef="#br1" timeOffset="-24044.83">9444 6147 9 0,'0'0'0'0,"0"0"2"0,0 0 3 0,0 0 0 15,0 0 6-15,0 0 12 0,0-2 4 0,0 0 8 0,0 2 7 16,0-2-7-16,0 0 6 0,0 1-3 0,0-1 7 16,0 0-4-16,0 0 2 0,0 0-5 0,-2 0-7 15,0 0 3-15,0 1-14 0,0-3 0 0,0 0-2 16,0 0 1-16,1 1-14 0,-1-1 12 0,0 0-13 0,0 2 11 16,0 1-15-16,0-1-3 0,0 0 6 0,1 0-4 15,-3 2 4-15,0 2-1 0,0 0-2 0,-1 5 1 16,-6 19-4-16,0 0 7 0,1 0 1 0,-1-5 4 15,4 3 0-15,-1-4-9 0,1 1 0 0,1-3-1 16,1-3 2-16,1 0 1 0,0 0 4 0,2-4-2 16,-7 2-1-16,4-4 0 0,-1 2-3 0,2-1 2 15,2-5 13-15,1 1-3 0,-1-1 0 0,2-1-2 0,0 2-5 16,0-3 4-16,0 1-1 0,0-2 2 0,0 3 2 16,2-1-6-16,-1 0 4 0,1 0-6 0,0-1 0 0,2-1 3 15,-2-2 1-15,7 4 1 0,2-2-2 0,2 0 3 16,2-2-5-16,0-2 6 0,0-2 0 0,-2-2-3 15,0-1 1-15,-4 0-2 0,-2-3 0 0,1-10-4 16,-3-2 2-16,-1-6-3 0,-2-2 9 0,17 0-10 16,-6 1 6-16,-6 1-7 0,-1-4 4 0,-5 4-2 15,-1 2 0-15,0 2 0 0,0 6 0 0,-1 1-2 16,-3 0 3-16,0 4-3 0,0 4 6 0,3 3-6 16,-1 3 1-16,0 3-1 0,-11-10-3 0,0 3 3 0,0 1-4 15,-2 3 5-15,0 3-1 0,0 2 0 0,-1 3 0 16,1 4-1-16,0 1 2 0,4 18 2 0,0 1-2 15,1 1 1-15,-1 0-2 0,4-1 1 0,-1-5-1 16,1-1 1-16,1 1-8 0,3-7 7 0,-10 1-2 0,3-1 3 16,5-2-1-16,1-2-7 0,2 2 6 0,0-4-4 15,2 0 12-15,0 2-4 0,2-4 2 0,2 0-4 16,1 1-1-16,-1-5 6 0,4 1-2 0,8-4 4 16,-1 1-4-16,2-1-4 0,0 0 2 0,-1 0-3 15,1 9 7-15,0-2-4 0,-1-3 5 0,-1-2-4 16,-2-2 2-16,-2-2 2 0,-1 0-5 0,-1 0 5 15,-3 0-5-15,1-2 6 0,-3 0-2 0,-1 0 3 0,-1-4-5 16,11-12 2-16,-5 3 1 0,-1-2-1 0,-1-3-6 16,-4 1 1-16,-2 1-1 0,0-5 3 15,0 7 0-15,-2 1-2 0,-2-2 0 0,2 8 0 0,-2 0 3 16,3 3-1-16,1 4-3 0,-2-3 1 0,-9 3-1 0,-1-8-2 16,-1 3 6-16,0 1-4 0,2 5 3 0,-2 1-5 15,2 3 1-15,-2 5-2 0,0-5 6 0,2 22-1 16,2-3-6-16,1-2 1 0,1-1-3 0,3 1 3 15,0-1 7-15,1-2-4 0,-8-1 0 0,3-3 4 16,1 2-5-16,3-4 5 0,2 0-8 0,0 1-1 16,2-5 1-16,0 0 0 0,0-1 14 0,0 0-5 15,0-3-2-15,2 1-1 0,-2-2-3 0,2-2 1 16,13 11 3-16,0-4-2 0,3 1 2 0,-1-4 1 0,2-3 0 16,-3-1 1-16,1 0 5 0,-4-1-5 0,-2-1 1 15,0-2-3-15,0-2 3 0,-1 1 3 0,-1-3-2 16,-3-3 1-16,1-9-3 0,-3-1-2 0,1-6 3 0,-1-3-2 15,16-5 5-15,-8 3-9 0,-5 2 2 0,-3 2-3 16,-4 2 7-16,0 0-2 0,0 0-4 0,-2 4 1 16,-2 5-8-16,0 6 10 0,1 2-3 0,1 3 5 15,-2 1-4-15,0 1-3 0,1 0-1 0,-5 1-3 16,-3-1-3-16,-2 4 7 0,0 2-1 0,-2 7 2 16,2-1 0-16,0 19-3 0,2 3 4 0,2 2-4 15,0-1-2-15,1 1 6 0,1 1-4 0,-1-9 6 0,1 1 2 16,3-3-5-16,0-2 2 0,3-5-4 0,-12 4 3 15,5-6-6-15,3 2 4 0,1-4-5 0,2-2 7 16,2 0 4-16,0 1-5 0,0-3 4 0,0-1-7 0,2-1 10 16,0-1 1-16,1 0 3 0,1-3-5 0,15 12-5 15,-1-3 4-15,1-5-3 0,-1-3 5 0,-1-2 2 16,0 0-3-16,-2-2 1 0,0-1-6 0,-1-1 7 16,-1-2-4-16,2-1 5 0,-2-1-3 0,-3 7 0 15,-1-20 2-15,-2-3-3 0,1-4 0 0,-1 0 2 16,6-3-6-16,-5-6 4 0,-5 1-7 0,5-1 5 15,12 2 4-15,-9 7 0 0,-3-2-4 0,-5 4-4 16,-3 0 2-16,0 8-1 0,0 1 1 0,-1 2 3 0,-1 6-5 16,-4-2 4-16,6 9-8 0,0 0 5 0,-17-9-3 15,-1 4 3-15,-4 3-1 0,3 4-5 0,-5 7 6 16,-2 6-5-16,2 4 6 0,0 0-3 0,3 16 0 16,3 2-2-16,1 1 1 0,6-5 3 0,0 1 1 0,3-8 0 15,1-4-5-15,3 1 5 0,2-3-1 0,-9-1 2 16,2 0-5-16,3-4 3 0,2 0-2 0,3 2 2 15,1-2 1-15,0 0-1 0,0 0 2 0,1-2-1 16,1 0 4-16,2 0-5 0,0-4 1 0,-1 1-2 16,3-1 7-16,-4-3-5 0,13 0 4 0,0-1-4 15,-1-1 11-15,1 9-9 0,-2-3 0 0,4-1-2 16,0-3 6-16,-2-2-1 0,3-2 6 0,-3 0-3 16,-4-2 5-16,2-2-8 0,-7 2-3 0,-1-1 1 0,-1-8 3 15,0-10-5-15,1-1 6 0,10 0-5 0,-4-4 2 16,-3-2-2-16,-5 0 0 0,-1-2 1 0,-2 2 2 0,-2 0-2 15,-3 1-3-15,-1 4 0 0,-1 3-7 16,-1 3 5-16,-1 0 3 0,4 6-1 0,-3-2 2 0,3 6-7 16,3 3 1-16,-11 0-2 0,0-5 7 0,0 4-11 15,-2 1 2-15,-2 4-4 0,0 5 6 0,4 3 4 16,-1 1-1-16,4 19 1 0,-1 0-2 0,2 2-1 16,1-1-4-16,1 3 4 0,3-2-1 0,2-6 1 15,1 2 6-15,-14-6-2 0,5-1-1 0,5 1 2 16,3-3-3-16,2 0 3 0,0-3-6 0,0 1 6 0,2-2-2 15,2-2 4-15,-1 1-1 0,1-5 1 0,0 0 5 16,-1-1-3-16,3-2 6 0,5-2-1 0,-2 5-7 16,1-1 5-16,-1-3-2 0,2 1 1 0,2-2 7 15,2-2-5-15,-2 0 0 0,0-4 2 0,-2-1-8 16,-3-1 5-16,5 0-4 0,-4-14 5 0,-2-2-2 0,1-1 1 16,-5-1-8-16,-1-4 1 0,0-1 5 0,17-3-1 15,-4-5 3-15,-8 4-5 0,-1-5-2 0,-5 5 0 16,1-2 0-16,-2 1-3 0,-2 5 3 0,-1 3-3 15,-1 3 7-15,0 8-4 0,1 3 3 0,-1 0-4 16,2 5-2-16,0 1 1 0,-2 3-1 0,1-1 1 16,-3 2-8-16,-9-2 6 0,-1 4-5 0,-5 6 6 15,-3 9-10-15,2 11 14 0,-1 16-3 0,1 7 6 0,2-5-12 16,3-5 8-16,0 0-4 0,2-9 6 0,4-2-3 16,0-2 1-16,4-8 0 0,3 3 0 0,0-3 0 15,-7-1-4-15,2-2 2 0,3-4-2 0,3 0 7 0,1 0-2 16,2-1 0-16,0-3-1 0,0 1 0 0,0-3 1 15,0-1 0-15,2 0 1 0,-1-1 9 0,11 7-8 16,4-1 4-16,3 0-6 0,-1-3 5 0,3-3-3 16,-1-3 0-16,1 0-1 0,-3-1 0 0,-3-3 6 15,2-2-1-15,-4 1 2 0,0-1-8 0,-4 1 5 16,-1-1 1-16,-3 4 0 0,-1-13 5 0,0-1-10 16,7 1 2-16,0-4-4 0,-2-5 7 0,-3 2-4 15,-3-4-2-15,-1-2-1 0,-2-2 1 0,-2-1-2 16,1-3 1-16,-3 6-2 0,0 6 7 0,0 3-7 0,1 6 2 15,-3-3-5-15,2 5 3 0,1 1 2 0,-1 3-2 16,2 3 1-16,-2 0-16 0,3 4 12 0,-12-5-7 16,-2 1 8-16,-2 4-6 0,0 8-2 0,1 3 8 15,-3 13-6-15,2 11 2 0,2-1 7 0,2 3-6 0,2-6 7 16,2-1-3-16,3 0 2 0,3-2 1 0,1-4 1 16,-13-2 1-16,6-2-5 0,1-1 1 0,5-4-3 15,1 0 0-15,2-4 11 0,0 0-5 0,2-4 7 16,1 1-8-16,-1-4 1 0,2-1 2 0,14 10 0 15,3-2 1-15,1-3 3 0,0-4 0 0,3-4 1 16,-3 0-7-16,0-4 7 0,6-4-6 0,-4 1 7 0,2-4-1 16,-4 0-1-16,-5 1-1 0,0-1 0 0,0 8-4 15,-3-16 6-15,-2-1 1 0,-3-3 0 0,-7-3-5 16,14 0 4-16,-3-2 0 0,-5-1 2 0,-6-1 6 0,-2 0-13 16,-2 1 7-16,-2 4-9 0,-1 1 4 0,-1 8-3 15,-5-3-1-15,2 6-1 0,1 0-11 0,-14 7-16 16,1 5-18-16,1-14 0 0,0 7-78 0,1 8-55 15,0 4-14-15,1 7-13 0,3 11-51 0</inkml:trace>
  <inkml:trace contextRef="#ctx0" brushRef="#br1" timeOffset="-21510.4">13564 5116 131 0,'-2'-1'67'0,"0"-1"-55"0,0 0 76 0,0-2-30 16,2 0-19-16,-3-7-2 0,-1 0-10 0,2 2 5 16,0 0-15-16,0-1 2 0,2 3 1 0,0-1 0 0,0 1 7 15,0 1-13-15,0-1 6 0,0 1-8 0,-2-1 17 16,1 1 2-16,1 3-1 0,-2-3 1 0,0 1-4 15,0 1-8-15,0 0-1 0,2 2-4 0,0 0-4 16,0 1 3-16,0-1 0 0,0 0 0 0,-4-2-2 0,1 0-2 16,-1 1 0-16,-2-1-1 0,-3-2 0 0,0 3 3 15,-4-3-7-15,4 4 6 0,-6-1-6 0,2 3 1 16,-2 0 4-16,2 0-5 0,0 1 4 0,2 1-6 16,3 0-1-16,1 2-1 0,1 0-3 0,3-1 4 15,-1 12-1-15,2 0 3 0,-9 2-4 0,2-1 2 16,-1 3 4-16,3 0-2 0,1-1-4 0,3 1 4 15,1-1-5-15,0 1 6 0,2-4-1 0,0 3-6 0,0 1 5 16,0-4-5-16,0-2 3 0,0 0 4 0,0 3-6 16,2-1 7-16,0 2-1 0,-1-6-3 0,1-2 7 15,0 1-7-15,2-3 12 0,0 1-2 0,-3-5-2 0,5 1 1 16,11 7 5-16,-1-2-8 0,1-1 7 16,2-3-7-16,-3-3 9 0,1-2-10 0,-2-2 7 0,5-1-7 15,-7-3 13-15,0-1-11 0,2-4-2 0,-7 1-1 16,7-12-3-16,-6-2 9 0,-2 0-1 0,1-2 1 15,1 0-10-15,-2 2 1 0,6 1-1 0,-5-1 2 16,-5 2 7-16,1 1-6 0,11-1 1 0,-6 5-4 16,-1-1 0-16,-5 3 2 0,-1 2 1 0,-2 2 0 0,0 2 0 15,0 1-3-15,-2 1 1 0,1 1-1 0,-1 2-3 16,2 3-1-16,-10-7-4 0,-4-1 3 0,-3 1 0 16,-5 3 4-16,-4 1 0 0,7 4 1 0,-1 2-8 15,3 2 7-15,-2 1-6 0,-1 5 6 0,1-1-3 16,1 2 2-16,5-2 1 0,0 1 0 0,0 10 4 0,5 0-4 15,-3 3 0-15,6 3-2 0,-1-2 3 0,2 2-6 16,3 2 1-16,-1-2-4 0,-17 3 9 0,6 3-6 16,6-4 6-16,3 0-5 0,4-2 9 0,0 0-3 15,0-2-6-15,2-2 3 0,0 0-4 0,1-5 7 16,1-2 2-16,0-4 0 0,-4-7 5 0,2 1-1 16,0-1 1-16,-1 0-2 0,3-2-4 0,11 1 1 15,2 8-1-15,-1-3 2 0,1-3 7 0,-4-5 2 0,2-1 2 16,0-5-2-16,2-3-7 0,1-4-2 0,-1 0 1 15,0-15-1-15,-6-7-4 0,-2 1 8 0,-3-3-5 16,-1 2 7-16,4 5-7 0,-7-3 0 0,2 5-3 16,14 0 3-16,-6 0-5 0,-7 8 3 0,-1-3-2 15,-2 5 3-15,-2 1-3 0,0 2 1 0,0 4-1 0,-2 0 0 16,0 4-6-16,0 1 3 0,0 2 2 0,2 2-1 16,-2 1-1-16,-9-9-2 0,-2 3 1 0,4 3-1 15,-9 0 1-15,-5 4-2 0,1 2 3 0,-4 6-1 16,7-1 3-16,3 2 1 0,1-7-4 0,4 21 3 15,-2-1-3-15,2 2 2 0,1 2 2 0,-1 0-1 16,4 4 2-16,-1-4-1 0,3 0-3 0,3 0 0 0,-15 0-4 16,4 2 6-16,8-6-1 0,3-2 1 0,2 3-8 15,0-7 9-15,2 3 0 0,-1-6 6 0,3-2 2 0,0-4-8 16,0 3 1-16,3 1-1 0,-1-4 10 0,-3-1-7 16,7-4 3-16,3 7-6 0,-2-2 4 0,0-1 8 15,0-2-3-15,2-3 4 0,-6-1-4 0,3 0-3 16,3-1 2-16,-2-5-3 0,4 4 5 0,-2-20-9 15,-8-10 6-15,-3-1-5 0,4 0 9 0,-3-3-9 16,1 3-1-16,5 3-1 0,-3 0 2 0,13 1-2 16,-8 5 4-16,-6-1-4 0,-1 7 0 0,-2 1 4 15,-2 4-6-15,0 2 3 0,0 4-4 0,0 1 3 16,-2 0-2-16,0 3 2 0,2 1-7 0,-4-2 4 16,-5-1-3-16,-6-3 3 0,-5 3 0 0,3 3-6 0,-3 2 6 15,-1 3-6-15,5 5 9 0,-1 1-4 0,2 2 4 16,2 0-4-16,2 12 2 0,0 1 3 0,1-2-2 15,3-1 4-15,0 1-2 0,3 0-5 0,0-1 2 16,-13 3-4-16,6 0 7 0,4-4 1 0,3-1-1 0,2-6 0 16,2 2-6-16,0 1 8 0,0-1-3 0,2 0 6 15,0-4-9-15,2-1 3 0,-2-5 0 0,3 4 2 16,-1-3 5-16,1-4-3 0,12 2-1 0,0 7 0 16,3 0 0-16,-1-6 3 0,-2-1 2 0,1-2 0 15,3-2-6-15,-7-2 5 0,12-7-3 0,-7 1 4 16,-10 3-6-16,8 3 7 0,-11-18-4 0,-1-5 5 0,10 1-9 15,-8 2 4-15,-3-2-7 0,0 2 4 0,12-3-4 16,-4 1 5-16,-5 2 3 0,-1 3-1 0,-3 3-8 16,-1 1 7-16,-2 2-6 0,0 0 6 0,0 0-4 0,0 2 0 15,-2 0 2-15,0-1-2 0,1 5 1 0,-3 0-3 16,0-1 0-16,2 4-2 0,0 1 0 0,-11 1-2 16,-5-11 5-16,1 4-3 0,2 3 7 0,-3 0-10 15,-1 5 2-15,1 1-4 0,1 1 9 0,4 3-7 16,-2 4 1-16,0 1-2 0,6-2 7 0,-2 3-1 15,5 8 2-15,1 3 0 0,-1-1-2 0,2 2-4 16,1 1 4-16,-14 1-3 0,6 0 8 0,3 0-7 16,5-2 2-16,1 1-3 0,2-3 6 0,0-3 2 0,0-1-2 15,2 3 1-15,0-2 0 0,-1-6-4 0,1-2 8 16,0-3-6-16,0 1 5 0,0-3-2 0,0 1-3 16,-2-3 2-16,3 2 6 0,1 0 1 0,4-1-3 15,3 3 2-15,4-2-1 0,-2-3-2 0,-2-1 3 0,0-1-3 16,-2-3 1-16,4-5 2 0,-2-1-5 0,-1-12 4 15,-1-2-2-15,-2-4-1 0,-3 0 4 0,3 0-4 16,-5-1 0-16,2 1-3 0,0 2 2 0,-1 0-3 16,12 5 0-16,-4-1 0 0,-3 2 0 0,-4 1 0 15,-3 2 0-15,-1 3 1 0,0 2-4 0,0 5 3 16,0 0 1-16,0 5-4 0,0 0-2 0,-1-2-2 16,-1 0-2-16,0 1-1 0,-2 1 1 0,-3 0-1 0,-6 0 5 15,-2 2-2-15,-2 4 6 0,4 1-6 0,2 3 5 16,0 1-4-16,3 13 3 0,1 1-2 0,0 1 9 0,1-2-6 15,2 2-2-15,-12 0-2 0,4 1 0 0,3-1 5 16,4 0-1-16,3-4 2 0,2-1 1 0,0-1-3 16,2-1 2-16,1-2-4 0,3 4 4 0,-2-6 2 15,3 1-1-15,-1-2 1 0,-3-5-2 0,3 0 0 16,-4-1 6-16,13 1-3 0,-8-1 1 0,4 1 8 16,0-1-12-16,-3-2 9 0,8 1-8 0,-4-3 4 15,2-2 4-15,-2-2-1 0,-5 0 9 0,2-3-9 16,-1-1 3-16,-3-9-6 0,1-9-4 0,12-4 1 15,-5-1 0-15,-5-1 2 0,-3 0-3 0,-1 1 2 16,-2 3-1-16,-2-4 0 0,-2 2 0 0,-2 4 1 0,1-2-2 16,-1 5 1-16,0 3-4 0,0 1 2 0,1 2-1 15,-1 4 1-15,0 0 4 0,1 4-5 0,-1-1-2 16,2 4-3-16,-2 3-6 0,-5-1 5 0,0-6 2 0,-4 1-1 16,5 3 2-16,-3 0-5 0,-5 3 6 0,4 1-5 15,-4 1 3-15,3 3 2 0,3 2-4 0,-1 1 5 16,4 1-4-16,-1 10 5 0,-1 3-4 0,4-1 4 15,-1 2-6-15,0 2 4 0,3 1 4 0,-14 1-1 16,6-4-3-16,3 2 3 0,3 0-6 0,3-3 6 16,0 5-6-16,2-8 6 0,0 3 0 0,2-7 0 15,0 1 0-15,2 0-2 0,1 0 1 0,3 0-1 0,-1-4 4 16,-1-4-2-16,8 1 2 0,9-1-1 0,-3-1 8 16,1-3-5-16,-7 9 1 0,5-3-2 0,3 0 6 0,-1-5-3 15,5 0 3-15,-11-4-4 0,1-2-3 0,-3-2 8 16,2-3-4-16,2-5 4 0,-6 7-8 0,0-21 6 15,-2-2-2-15,-1-5 2 0,-1-1-5 0,-1 3 5 16,-4-5-5-16,-1 3 3 0,3 0-9 0,17-1 6 16,-10 4-2-16,-4 3 3 0,-5-1-7 0,-2 4 6 15,0 1-3-15,-4 3 4 0,1 5-9 0,-1 4 2 16,-2 0 2-16,4 5-1 0,1 2 0 0,-5 3-9 16,-9-11 4-16,0 3-5 0,0 4 6 0,-7 1-5 15,5 4 0-15,-5 5 0 0,-2 5 9 0,2 3 0 0,1-11 5 16,5 18-3-16,1 0 1 0,7-1 1 0,-1-2-3 15,2-1 3-15,3-1 9 0,-7 0-26 0,2 2-13 16,5-2-13-16,4 1-102 0,4 5-92 0,5 1-89 16</inkml:trace>
  <inkml:trace contextRef="#ctx0" brushRef="#br0" timeOffset="-2400.87">12815 6992 27 0,'0'0'17'0,"0"0"-1"0,0 0 8 0,0 0 6 0,0 0-5 16,0 0 25-16,0 0 28 0,0 0-10 0,-1 0 13 15,-1 0-37-15,0 0 5 0,0 0-11 0,0-2 8 16,0 0-9-16,0 0-7 0,1 0 4 0,-1-1-7 15,0-1 0-15,0 0-3 0,2 2-1 0,-4-5-1 16,2 3-9-16,-1-3-2 0,1 3 0 0,-2 0-2 16,0 1-11-16,-3-3 6 0,-6-1-1 0,0 1 4 0,0 4 3 15,-6 2-3-15,1 4-3 0,-3 5 1 0,3 2-5 16,1-1 2-16,0 19 0 0,3-6 0 0,2 3 0 16,-1-2-2-16,4-6 2 0,0 5-2 0,3-9 8 15,1-2-3-15,1-1-2 0,-2-4 0 0,-1 4 2 0,3-3 8 16,2-3 10-16,1 1-3 0,1-2 18 0,0-1-9 15,0 1-3-15,0 0-1 0,1-1-8 0,3 1 0 16,9 5 0-16,8 1-2 0,1-3-12 0,-2-3 11 16,3-2-7-16,8-2 9 0,-10-2-16 0,1-2 11 15,0-1-8-15,-9 1 9 0,8-5-12 0,-3-1 9 16,1-1-6-16,-8 2 6 0,4 1-9 0,-2-6 3 16,-2-1 3-16,2-4-2 0,-6-1 7 0,-1 1-6 0,5 4 0 15,-2 0-2-15,-5 8 2 0,0-8-4 0,-2 0 6 16,-2 2-6-16,0-2 2 0,0 6-5 0,-2 0 2 15,0 3-1-15,0 1 7 0,-2 1-3 0,1 2-4 0,-12-7 1 16,-4 0 0-16,4 3 0 0,4 4 1 16,-6 2-2-16,4 0-2 0,0 2 5 0,-5 4-2 0,9-3 2 15,-1 3-5-15,3-1 2 0,5 8 0 0,-13 10 1 16,6-7-4-16,1-1 3 0,3-4-3 0,-1 4 4 16,3 0-2-16,1 2 0 0,2 0 3 0,0-4-1 15,0 0 0-15,2-4 1 0,1-2-1 0,3 1-1 16,7-3-5-16,5 3 7 0,-1-1 1 0,0-3 2 0,-2 7-3 15,3 0 1-15,10-2-2 0,-4-5 3 0,0-2 3 16,1-2-5-16,-5-2 7 0,2-2-6 0,-3 1-1 16,-3-3 5-16,1-3-5 0,-4 0 7 0,0 3-2 15,-4-9 0-15,-1-2 0 0,-4-1 0 0,-1 1-7 0,-1 0 5 16,0-1 0-16,7 5 4 0,2-6 2 0,-3 1-7 16,-6 3-1-16,-2 2-2 0,0 4 3 0,0 3 0 15,-2 0-4-15,-2 1 1 0,-7 3-2 0,-15 0 2 16,4-13 0-16,-8 4 0 0,0 6 0 0,2 5-6 15,-1 0 6-15,3 3-5 0,4 3 5 0,-4 1 4 16,0 4-6-16,7-1 4 0,-1 1-4 0,5-2-2 16,2 0 5-16,-2 3-4 0,4-9-1 0,1 10 2 0,3 0-2 15,5 2 2-15,0 0-1 0,-9 0-1 0,6-2 3 16,1 0-2-16,2-6 3 0,2 3-4 0,0-5 4 16,0 4-2-16,4 4 10 0,-2-5-7 0,-1-4 1 15,-1-3-2-15,0 1 1 0,15 0 8 0,2 2-9 16,-2 7 9-16,-4-5-9 0,2-1 8 0,2-1 2 0,0-2 1 15,3-2-4-15,-5 0 1 0,-2-4-5 0,4-2 3 16,-4 1-1-16,-5 1-2 0,1-9 2 0,-5-7-2 16,13-1 8-16,-6 3-10 0,-1-3 5 0,-4-1-6 15,-3 2 6-15,-1 1-5 0,-3 0-3 0,-1 6 0 16,0 2-1-16,1 4 1 0,-3-2 5 0,0 1-3 16,-8 6-1-16,-7-13 1 0,-1 6-5 0,-4 5 4 0,-4 4-1 15,0 4-5-15,4 5 6 0,-3 6-5 0,-1 4 3 16,8-10 3-16,-2 15-3 0,7 2 3 0,2-5-5 15,2 1 5-15,6-7-2 0,1 0 2 0,4-2-1 0,0-6-2 16,-7 4 3-16,5-3-3 0,1-1-3 0,1 1 7 16,0-1-4-16,2 0 6 0,0 1 6 0,2-3-8 15,-2-3 8-15,2-2-9 0,20 15 1 0,2-4 5 16,2-3-5-16,0-5 5 0,0-3-5 0,-4 0 6 16,-1-1-3-16,1-1 2 0,-5-2-6 0,-2 0 6 15,-4 1-3-15,-4 1 5 0,-1 0-8 0,-3 0 9 16,1 0-2-16,0-2 2 0,-2 1-14 0,3-7 6 15,1-1 0-15,-2 0 4 0,-4 6-1 0,0-3-8 0,0 6 4 16,-2-1-3-16,0-1 2 0,-2 0 1 0,-1 0-6 16,-18-7 5-16,5 6 4 0,1 3-2 0,0 2 1 15,2 4-2-15,2 1-7 0,0 1 6 0,4-1-4 0,0 1 4 16,1-1-3-16,3-1 7 0,1 4 0 0,2 1 1 16,0-2-5-16,-1-1 1 0,-5 3 0 0,6-5 1 15,1 0 2-15,-1-1-1 0,2-1-1 0,0 0-2 16,-2 2-26-16,2-2-30 0,-2 1-13 0,2-1-1 15,0 0-27-15,-2 4-70 0,2-5-34 0</inkml:trace>
  <inkml:trace contextRef="#ctx0" brushRef="#br0" timeOffset="-1699.12">12945 7086 146 0,'0'-1'17'0,"0"-1"27"0,0-2-38 0,0 2-5 15,0-3-1-15,0 1 0 0,0 0 0 0,0 0-12 16,0 1 2-16,0-1-7 0,0 2-8 0,0 0 33 15,0 0 1-15,-2 1 14 0,1 1 9 0,-1 0-10 16,-8 0-2-16,-10 1 0 0,-4 5 11 0,-2 3-1 16,0 4-1-16,-2 2-1 0,0 0-3 0,6-2-1 15,-2 0 0-15,3-4 0 0,7-1 10 0,2-1 3 0,7-3 8 16,-1 0-4-16,4-4 18 0,1 0-4 0,-3 3-4 16,0-1 0-16,0 0-10 0,3 0-17 0,-1 0 6 15,0 0-11-15,2-1 3 0,2-1-4 0,0 0-1 0,1 0-1 16,8-3-8-16,14-7-1 0,-1-1-5 0,-4 0 3 15,-3 2-2-15,-6 1 7 0,-2 1 0 0,1 0 1 16,-5 3-14-16,-1 2 11 0,0-2-6 0,-1 1 9 16,-1-1-8-16,0 0 1 0,0 0 1 0,0 3-1 15,-2-1-4-15,0 0 0 0,0 0-1 0,-2 2 1 16,0 0 1-16,-2 2-4 0,1 0-12 0,-7 3-2 0,3 1-64 16,1-2-88-16,3 5-1 0,1 4-38 0,-9 2-86 15</inkml:trace>
  <inkml:trace contextRef="#ctx0" brushRef="#br0" timeOffset="-877.02">13393 7027 416 0,'0'-2'35'15,"0"0"1"-15,0 0 14 0,0 1-13 0,0-3 2 16,0 0-7-16,0 0-13 0,0 1-3 0,0-1-4 16,0 0-10-16,0 2 2 0,2 1-1 0,-2-1 1 0,0 0-7 15,0 0 9-15,0 0-5 0,0 0 7 0,0 0 1 16,0 1 3-16,0-1 11 0,0 0-6 0,-2 0 14 16,0 2-8-16,0 0 1 0,0 0-2 0,-1 2 4 0,-3 2-14 15,-9 7 2-15,2-8-6 0,-2 16 4 0,2 1-8 16,2-1 3-16,2 1-4 0,1-5 8 0,3-2-7 15,-1-3 6-15,4 3-4 0,1-4 12 0,-3-4-7 16,-2 3 5-16,4-4-4 0,-1 1 7 0,-1 3-6 16,4-5-2-16,-2 3 0 0,2-4-5 0,0 1 7 15,0 1-5-15,0 0 5 0,2 0-1 0,0-1 1 16,0-1 5-16,0 0-3 0,1 0 3 0,1 0-6 16,3-2 0-16,5 0-1 0,-1-2 6 0,-2 0-6 15,0-2 2-15,-3 1-4 0,1-14-7 0,-1-2 6 0,-2-3-6 16,-1 5 6-16,-1-3-3 0,0 1-5 0,0 4 2 15,11-3-2-15,-4 1 7 0,-3 4-6 0,-3-2 4 16,-3 6-5-16,0 3 1 0,0 3-5 0,0-1 3 16,0 2-5-16,0 0 3 0,-1-1 1 0,-1-1-1 0,0 2 3 15,-2 0 7-15,-1 2-11 0,-10 4 3 0,0 3-6 16,0 3 9-16,0-7-1 0,2 16-3 0,4-4 1 16,0 1 3-16,3 1-5 0,0-4 3 0,5-4-6 15,-1 4 3-15,-2-7 3 0,-2 1 2 0,3-1 0 16,1-2-4-16,0-1 2 0,2-1 0 0,0 0 1 15,0 2 3-15,0 0 11 0,0-1-9 0,2-1 8 0,0 0-15 16,0 0 6-16,1-2 6 0,3 0-1 0,9-2-5 16,-2-4 5-16,2-1-7 0,-4 0 7 0,-2-1-7 15,-3 4 3-15,-5-9-2 0,1 6 1 0,4 0-6 0,-1-1 2 16,-1 1 3-16,0-1 0 0,-2 1 3 0,-2 3-7 16,0-5 0-16,0 5-2 0,0 2 0 0,-2-1 0 15,-2-1 2-15,-1 2 0 0,-10-4 9 0,0 3-6 16,4 1-1-16,1 2-1 0,1 0-1 0,4 0-4 15,1 0 2-15,2 0-2 0,-2 2-2 0,1 0-28 16,-1-1-4-16,2 1-10 0,0 2-24 0,0 0-8 16,0 3 0-16,1 2-5 0,-1 6-22 0,2-5-108 15,0-1 9-15,0 6-33 0,0-10 103 0</inkml:trace>
  <inkml:trace contextRef="#ctx0" brushRef="#br0" timeOffset="-128.15">12864 7185 229 0,'0'0'47'0,"0"0"-6"0,0-2 14 15,0 0-2-15,0 0-12 0,-2-1-12 0,2-1-17 16,-2-5 9-16,0 1-13 0,0-1 6 0,0 1-10 15,1 3-2-15,1 1 0 0,-2 0 7 0,0 1-10 0,0-1 6 16,0 2-6-16,0 0 18 0,-1 0 2 0,1 2 6 16,-11-3-4-16,-6 1-3 0,6 2-2 0,-4 4 0 15,3 1 1-15,1 3-4 0,3-3-6 0,3 1 1 16,-2-1 0-16,7-5 16 0,0 4 13 0,-2 2-6 0,-1 3 7 16,1-2-19-16,2-1 4 0,2-1-5 0,0-3 4 15,0 2-10-15,0-2 12 0,24 15 1 0,6-4 3 16,1-6 9-16,8-3-7 0,-1-4 5 0,4-2-5 15,-1-4 3-15,-8-1-15 0,3-2 2 0,-7-1-7 16,3-1-5-16,-6-2 0 0,0 0 1 0,-4 0-2 16,-3 2-1-16,-4 4-1 0,-2-3 1 0,-4 3-1 15,-2 1 3-15,-5-7 3 0,8 2 3 0,-3 0 0 16,-1-6-3-16,-5 2-6 0,-1 2-5 0,-1-1 2 0,-3 6 7 16,-2 1-6-16,-5-1 2 0,-13-8-3 0,-4 3 6 15,0 5-8-15,-1 6 2 0,-3 2-3 0,-5 4 2 0,3 2-3 16,-1 5 2-16,0 4-4 0,3-1 5 0,3 3 1 15,6-2-2-15,10-6 1 0,0 4 0 0,8 6-6 16,-1-1 3-16,3-3-5 0,-7-4 1 0,5-1 7 16,1-1-3-16,4-3 5 0,0 3-3 0,0-2 0 15,0-3 1-15,2 0 0 0,3-1 5 0,25 14 0 16,4-6-5-16,6-5 3 0,3-4-3 0,-6-4-1 16,0-4 5-16,-3-1-5 0,1-2 5 0,-5 1 0 15,-2-3-4-15,-6 0 3 0,-4 0 2 0,-5 3 3 16,-3 3 0-16,-7 3 1 0,-1-2-1 0,8-9 0 0,-5 0 0 15,-3 0-1-15,-2 4-9 0,-4-2 1 0,-1 3-8 16,-16 6 2-16,-14-18-43 0,-6 11-15 0,-5 9-12 16,-6 15-4-16,-8 11-75 0</inkml:trace>
  <inkml:trace contextRef="#ctx0" brushRef="#br0" timeOffset="19905.5">9007 5991 24 0,'0'2'6'15,"0"0"5"-15,-2 1 7 0,-5 27 9 0,0 4-1 16,1 1-1-16,2 6-12 0,4-6 3 0,0 6-4 0,0-6 10 16,0-5-1-16,4 3 2 0,-2-9 0 0,3 0 15 15,3 1 17-15,1-5-13 0,2-1 10 0,-7-1-30 16,20-3 2-16,0 0-3 0,2-2 1 0,6 2-24 16,-8-2 10-16,2 2-8 0,-4-1 8 0,2 3-13 15,-1 0 3-15,-1 0 6 0,0-3-2 0,0 3 8 0,1-4-10 16,1 0 4-16,0-2-4 0,0-1 14 0,-2-5-1 15,3 1 6-15,2-4-4 0,-1 14 4 0,8-3-4 16,3-5-8-16,-4-7 5 0,6-1-12 0,0-3 3 16,-3-5 1-16,3-1 1 0,-6-2-1 0,-1 0-4 15,-6-2 5-15,-4 0-3 0,-2 0-1 0,-5 9 1 16,0-16-2-16,-4-3 3 0,0 1 4 0,-3-2-3 16,-3-2 1-16,1-4-1 0,-4 1 1 0,20-9-5 15,-9-2 7-15,-6-12-4 0,-5 0 11 0,-2 0 14 0,-2 0-15 16,-1 5 14-16,-7 1-13 0,1 3 8 0,-2 6 7 15,-4 4-2-15,0 5 14 0,0 7-6 0,4 5-7 16,-13 3 0-16,-7 1-28 0,-3 5 0 0,-1 1 0 0,0-14-1 16,-2 7-9-16,-1 6-5 0,3 5 0 15,2 4-1-15,3 3-6 0,2 4-40 0,6 3-16 0,-2 2-13 16,3 1-116-16</inkml:trace>
  <inkml:trace contextRef="#ctx0" brushRef="#br0" timeOffset="20810.84">13018 6903 45 0,'-2'0'23'15,"0"-2"4"-15,0 0 20 0,-5-2 2 0,-19-13-11 0,2 3 6 16,-4 1-4-16,-4 0 2 0,1 3-22 0,-8 3-3 15,5 3-1-15,3 2-1 0,-6 2-9 0,3 0 1 0,1 2-1 16,-3 4 2-16,5 3-4 0,-1 4-3 0,3 2 1 16,-1 3-1-16,2-8-1 0,2 14 0 0,0 6 3 15,2-10 1-15,2 4 3 0,5 2 7 0,0-4-5 0,6 6 5 16,0-4-8-16,0-1-3 0,3-1 5 16,-1-3-4-16,2-1 3 0,3-1-7 0,2 1 4 15,-9-3-3-15,0 4 20 0,5-4-7 0,3 1-2 0,1-1-1 16,2 0-2-16,0 0 3 0,2 0 5 0,3 2-4 15,3-3-6-15,1 3-3 0,4 2-1 0,-2-3 2 16,-2 1-3-16,13-2 5 0,1 0-7 0,1-2 8 16,6 0-3-16,-1-4-4 0,5 2 3 0,3-3-3 15,7-1 7-15,-1 0-11 0,7 1 3 0,2-4-6 0,-2-1 10 16,6 25-2-16,-4-17-1 0,0-7-1 0,0-4 0 16,-9-6 1-16,3-1 6 0,-5-2-2 0,4-6 5 15,-3-2-4-15,1 0-1 0,2-1 1 0,1-3 7 0,-1 1-6 16,-1 0 0-16,4-3-2 0,-7 5-1 0,-2-1-4 15,2 1 5-15,-13 1-5 0,-2 0 8 0,-6 10 7 16,-10-19 23-16,-1-2-8 0,-5-5 42 0,16-6-34 16,-9-2-4-16,-11-4-3 0,-5-1 14 0,-8 3 10 15,-10-3-10-15,10 5 6 0,-29 7-42 0,-7 5-13 16,-3 6-3-16,-3 8-5 0,-5 4-13 0,3 8-34 16,-1-23-5-16,-1 16-14 0,-3 10-56 0,-4 13-166 15,-7 11 76-15</inkml:trace>
  <inkml:trace contextRef="#ctx0" brushRef="#br0" timeOffset="23364.92">7516 9699 5 0,'0'0'0'15,"0"-2"28"-15,0 0 14 0,0 0 24 0,-3-16 13 16,1 3-15-16,2 6-4 0,-2-3-29 0,2 5 4 15,0 1-9-15,0 3-4 0,-2-1-5 0,0 0-5 0,0 1 2 16,0-1-10-16,1 2 6 0,-1 0-1 0,0 0 3 16,0 0-6-16,0 1-2 0,0-1 0 0,2 0 1 15,0 0 5-15,0 0 7 0,0 2-4 0,0 0 5 16,0 0-4-16,0 0 0 0,0 2-3 0,0 0 0 16,0 2-7-16,0 1 6 0,-2 16 2 0,1 1-1 15,-1-2-11-15,-2 3 1 0,2 1 1 0,0 0 1 0,0 2 8 16,2-2-9-16,0 2-1 0,0 2-1 0,2 0 4 15,2 0-4-15,2 1 4 0,1-1-4 0,0 0 13 16,1 0-10-16,3 1 9 0,0 1-9 0,0 0 4 0,2-2 12 16,-2-4-5-16,1-4 9 0,2 3-5 0,-12-3 13 15,17-1-10-15,-2-1 10 0,-1-5-15 0,1-2 0 16,2 0 2-16,1-5-2 0,2 0 0 0,-1-5-7 16,-1 14 2-16,1-5-3 0,3-5 1 0,0-1-3 15,-2-4 0-15,4 0-1 0,-2-2-4 0,-2-2 8 16,1-3-8-16,1-1 8 0,-2-1-9 0,0-2 6 15,1-2-5-15,-5 0 4 0,3 7-5 0,-1-12 5 16,-1-4-1-16,-3 1 2 0,7 3-5 0,-5-5-2 0,1 1-1 16,1 2 1-16,-5-5 4 0,7 7-2 0,-1-3 4 15,-4 3-5-15,1 1-1 0,-3 2 1 0,2 2-4 16,-1 0 4-16,1 2-3 0,-2 2 3 0,2 1 2 16,-1 3 1-16,-1 1-3 0,2 0-1 0,-2-7 1 15,0 2 0-15,1 2 0 0,-1 3 0 0,2 2-5 0,-2 2 5 16,1 0-4-16,-1 2 5 0,0 0 1 0,0 1 1 15,2 3-3-15,-2 0 1 0,1-1-1 0,5 4 1 16,-5-1-8-16,3 1 5 0,3 2 3 0,1 0 0 16,3 2-1-16,0 0-2 0,0 0 0 0,3 4 2 15,-1 0 1-15,0-15-1 0,0 20 4 0,-2 0-2 0,2 2 3 16,-4-1-2-16,-2-1-7 0,-5-3 4 16,0 1-1-16,-3-1 1 0,-2-5 0 0,-1 3 0 0,-4-4 6 15,-3-4-6-15,-2-1 1 0,-1-4-3 0,1 1 3 16,0-1 4-16,0 0 1 0,2-1-1 0,-1 1-4 0,-1 0 9 15,0-2-8-15,0-1 7 0,0 1-8 0,0-2 0 16,0 0 9-16,-1-2-5 0,1 1 7 0,0-1-13 16,-2-2 0-16,6-13-3 0,1-3 12 0,2-1-5 15,1-1 0-15,3-4-2 0,0 0 0 0,2 0 9 16,-1 2 2-16,-8 0 0 0,18-2-8 0,0 2 2 16,4 1-6-16,0 3 4 0,0 0-4 0,3 3-1 15,-1 2 1-15,4 0 0 0,-1 0 6 0,2 4-7 16,4-2 5-16,-2 2-6 0,4 2 7 0,-2 1-4 0,0 1-3 15,-2 0 1-15,-1 1-5 0,-1 2 3 0,-2-1 1 16,-3 3 0-16,2 0 2 0,-5-17 0 0,3 8-1 16,0 4 1-16,0 3 3 0,-3 2 0 0,7 2-3 15,-1 0 0-15,3 4-5 0,3 0 4 0,0 1 1 0,3 3-1 16,3-1-3-16,1 2 5 0,-3 1-1 0,0-1 2 16,-6 0 0-16,0 2-6 0,-2 1 4 0,-3-1-5 15,-1 2 10-15,-3 0-2 0,0 1-3 0,-2-1 0 16,4 4-3-16,-4-2 2 0,2 0 3 0,5 0-2 15,-1-2 0-15,3 0 1 0,4 0-2 0,2 0 0 16,5-2-6-16,6-2 7 0,2-1-2 0,2-3 4 16,1-1 1-16,-3-2-3 0,2 0 1 0,-8-2-1 0,-2 1 1 15,-1 1-5-15,1 2 6 0,-1 0-6 0,-2-1 4 16,-1 1 3-16,-1 0-3 0,2 1 2 0,1 1-7 16,-6-2 5-16,1-1 0 0,-4 3 3 0,-4-2-3 0,10 1 4 15,0 1-7-15,-6-2 4 0,4-1-2 0,-7-1 1 16,0 0 3-16,-1 0-2 0,1-2 4 0,-3 0-6 15,1-4 1-15,2-3-3 0,3-1 5 0,-2-1-2 16,4-2 0-16,2-2 0 0,2-2 3 0,2 0 1 16,7-2-4-16,-2-1 2 0,1 1-2 0,1-1 0 15,-6 1 5-15,-3 2-1 0,2-2 6 0,-4 1-8 16,-4 1 1-16,-5 2-3 0,0-2 4 0,-3 0 2 16,-1 2 0-16,0 0 1 0,0 0 6 0,-5 2-5 0,-1 0 1 15,1 0-1-15,-1 0 4 0,-1-1 3 0,1-1 0 16,-1 0-1-16,-1 0-5 0,-3 2 0 0,2 6-1 15,0-8 0-15,-4-2 2 0,0-2-8 0,-2 2 4 16,-6 0-6-16,1 1-1 0,3 2-122 0,0-4-43 0</inkml:trace>
  <inkml:trace contextRef="#ctx0" brushRef="#br0" timeOffset="23950.69">9548 10521 395 0,'0'-3'73'15,"-4"-20"150"-15,-2-8-195 0,1 1-6 0,1 6-2 0,0 9 0 16,1 0-7-16,3 12 5 0,-2-3-8 0,0 0 6 15,0 3-9-15,-2-1-7 0,2 4 6 0,-12-7-7 16,-3 3 13-16,-4 4-2 0,-1 4-1 0,-2 7-2 16,0 4-7-16,3-10 11 0,-3 16-1 0,2-1 4 15,3 0-6-15,3-1-2 0,1-2-2 0,4-1 1 16,0-3 6-16,5 0-11 0,4 2 7 0,-2-4-7 16,-7 4 17-16,6-4-3 0,1 0-1 0,2 1-1 15,2-1 5-15,2-2 1 0,2 2 2 0,3 2-3 0,2-2-4 16,4 2-2-16,12 0-1 0,2-2 1 0,1 2 0 15,-2-1-9-15,2-1 2 0,-2 2-3 0,-4 0 3 0,-3 0 0 16,-4-2-1-16,-2 2 0 0,0-2-2 0,-4-2 5 16,-1-1 1-16,-5 1 0 0,1-3 4 0,-2-3-1 15,-2-1 0-15,2 2 0 0,-2 0 1 0,-2-3 1 16,-2 1 0-16,-16 6 1 0,-12-3 0 0,-1-5 4 16,1-2-3-16,2-1 2 0,1-3-6 0,-1-1-5 15,2-1-1-15,0 1-2 0,4 1-6 0,6 1 1 16,-3-1-2-16,10 2-1 0,-2 1-38 0,4 1-45 15,-1 0-32-15,3 0-15 0,3 0-220 0</inkml:trace>
  <inkml:trace contextRef="#ctx0" brushRef="#br0" timeOffset="24456.74">9609 10924 632 0,'0'-2'71'0,"-2"1"-65"0,0-1 74 0,0-2-31 15,0 0-27-15,1 1-2 0,1 1-8 0,-2-4 3 0,2 1-8 16,0-3-4-16,3-1 6 0,3 0-5 0,9-3 4 16,11-1 0-16,-4 0 2 0,8-1-2 0,-4-3 1 0,5 0 2 15,1 0-3-15,-6 1 4 0,2 1 4 0,-4 0-6 16,-4 0 0-16,-5 0-2 0,-2 0-2 0,-2 2 8 15,-3-1-4-15,-5 1 4 0,1 1-6 0,-2 1 5 16,7 0 2-16,-3 2-1 0,-2 1-3 0,-1 1-1 16,-1 1 4-16,-2 3-2 0,0-3 6 0,0 2 0 15,0 1-7-15,-2-1 3 0,0 2-11 0,-1 0 3 16,-12-3-2-16,-9 1 2 0,0 4-4 0,-4 2-3 16,4 3 2-16,-4 5-2 0,9-3 8 0,1 2-9 15,1 3 2-15,0-1-4 0,-1-8 9 0,-1 14-5 0,1 0 3 16,5 0-3-16,3 1 0 0,5 1-3 0,1-3 2 15,-2 1-3-15,3-4 7 0,-8 2-4 0,3-2 1 16,3 2-3-16,3-2 6 0,2-4 0 0,0 4 0 0,2-4-1 16,1 1-2-16,3-1 3 0,-1-2-2 0,8 3 3 15,8-3-3-15,-1-1-1 0,-5-1-1 0,4-1-2 16,-3 7-8-16,3 0-13 0,5 0-6 0,-4-5-3 16,-1-2-28-16,5-1-13 0,-3-1-1 0,3-2-4 15,-2 0-12-15,-2-2-15 0,1-1-8 0,-3-3-7 16,3-1-83-16</inkml:trace>
  <inkml:trace contextRef="#ctx0" brushRef="#br0" timeOffset="24695.45">10214 10746 217 0,'0'0'75'0,"0"0"-7"0,0 0 16 16,0 0 2-16,0-2-25 0,-2 0-22 0,0 0-7 16,2 1 0-16,0-1-2 0,0 2 3 0,0-2-11 15,0 2 3-15,0 0-7 0,0 0-7 0,0 0-1 16,0 0-3-16,-1 0 3 0,-1 0 7 0,0 0-7 15,0 0 7-15,0 2-7 0,0 0 14 0,0-1-8 16,1 3 6-16,-3 9-5 0,0 4-1 0,0 1-9 16,1 3-3-16,-1-1 1 0,2 4 2 0,0 2-2 15,2-3-2-15,0-1 0 0,0 0-10 0,0-3 7 0,0-1 0 16,2 1 1-16,-2-8-3 0,2-2-8 0,0 1-13 16,-2-8 4-16,0-1-31 0,0 3 5 0,0 0-2 15,0-2-4-15,0 0-67 0,0-2-32 0,0 0-5 16</inkml:trace>
  <inkml:trace contextRef="#ctx0" brushRef="#br0" timeOffset="24978.18">10225 10781 101 0,'0'0'57'16,"0"-2"-6"-16,0 1 13 0,0-1 6 0,2 0-20 15,0-2-4-15,0 0-1 0,-2 3 3 0,2-7-3 16,16 3 0-16,5-5-3 0,1 3 0 0,2-2-1 16,3-1 7-16,7 3-21 0,-1-1 5 0,-4 1-13 15,7 0-9-15,-11 1 3 0,1 0-7 0,-4 3 5 16,-5 1-5-16,-4-9-6 0,-2 3 6 0,-2 5-6 0,-5 1 13 15,-1 0 1-15,-3 2 2 0,0 0-1 0,0 0 0 16,1 0 0-16,1 0 0 0,0 0 1 0,0 2 5 0,-3 0-4 16,1-1-1-16,0 3-1 0,4 13-1 0,-3 5-7 15,-1 2 2-15,-2 0-4 0,0 2 5 0,0-3-10 16,0 1 2-16,0 0-4 0,0 0 7 0,2-3-1 16,2 1 1-16,0-4-4 0,-1-3-2 0,1-2 1 15,0-2 4-15,-2-1 0 0,-1-3-1 0,3 1-28 16,-4-7-5-16,0 1-10 0,2 2-33 0,0-2-13 15,0 0 5-15,0 0-6 0,-1-2-3 0,1 0-81 0,0-2-9 16</inkml:trace>
  <inkml:trace contextRef="#ctx0" brushRef="#br0" timeOffset="25063.48">10922 10536 231 0,'0'0'36'0,"-2"-2"62"16,0 2-94-16,0 0-75 0,0 0-20 0</inkml:trace>
  <inkml:trace contextRef="#ctx0" brushRef="#br0" timeOffset="25685.26">10894 10776 95 0,'0'0'27'0,"0"2"-1"16,0-1 26-16,0 1-2 0,0 2 1 0,0 0-7 0,0-1 11 15,0 1-2-15,0 0 5 0,0 0-3 0,0-1-3 16,0 1 3-16,0-2-2 0,0 0 4 0,0 0 4 16,0-1-4-16,0-1 3 0,2 0-13 0,-1 0-7 15,1-1-1-15,2-1-1 0,11-8-13 0,3-3-13 16,1 12 1-16,3-14-5 0,2-2-1 0,0 4 0 16,1-2-1-16,-5 4 1 0,0 0-9 0,-3 0 8 15,-2 1-5-15,0 1 8 0,-4 0-3 0,0 1-4 0,-7 1 0 16,1 1-2-16,-3 1 5 0,0 1-5 0,-2 2 6 15,0 0-6-15,4-1 10 0,-2-1-8 0,0 0 2 16,-2 2-4-16,0 1 0 0,-2-1 0 0,-2 0 2 16,-9 2 0-16,-9 2-2 0,3 3 3 0,-1 3-4 0,5-1 5 15,0 2-8-15,4 1 3 0,2-5 1 16,3 10 0-16,4 0 1 0,0-2 1 0,-7 0-6 0,3-2 4 16,3 0-7-16,1-3 2 0,2-1 6 0,0-3-2 15,0 0 7-15,0-3 0 0,4 3-6 0,14 7 3 16,14 0-8-16,3-5 9 0,0-6-1 0,4-4 3 15,0-3-9-15,6-4-1 0,1-2 1 0,1-2 1 16,-6 2 3-16,-2 0 1 0,-4 2 2 0,-5 1 0 16,-1 3 2-16,-1 1-4 0,2 3-1 0,1 1 0 15,-1 2 3-15,-4 2-6 0,-2 1 1 0,-2 3-2 0,-1 1 11 16,3 3-9-16,-4-1 4 0,-3 0-4 0,-6-1 6 0,-5-6 1 16,1 12 0-16,3-1 1 0,-1 2 1 0,-4-4 21 15,-1 1-7-15,-2-3 11 0,-2-2-6 0,-2 3-12 16,-2-1 10-16,-1-2-11 0,-8 1-1 0,-8-1 2 15,1-3-4-15,0 0 6 0,-3-3 4 0,3 14-6 16,-1-5 1-16,5-5-2 0,-1-1 3 0,0-2-2 16,4-2 3-16,0 0-3 0,2 0-4 0,0 0-5 15,2 0 2-15,1 0-2 0,3 0-2 0,-1-2 0 16,3 2-2-16,1 0 3 0,-2 0-2 0,2 0-1 0,-2-2-1 16,1 2 1-16,-1-2-2 0,0 0 0 0,1 0-2 15,-1 1 0-15,2-1-8 0,0 0-58 0,0 0-18 16,0 0-41-16,1 2-321 0</inkml:trace>
  <inkml:trace contextRef="#ctx0" brushRef="#br0" timeOffset="28127.74">15315 4940 36 0,'0'0'23'15,"0"0"-4"-15,-2 0 18 0,0 0 1 0,0 0-4 0,0-2-10 16,0 2 16-16,0 0-1 0,1-2 7 0,-1 2-8 16,2 0-14-16,0-2 3 0,0 2-5 0,0 0-1 0,2 0 0 15,-1 0-4-15,3 0 4 0,0 0 3 0,11-1 6 16,3-3-4-16,3 2 3 0,-1 0-10 0,2 2-8 15,3 0 8-15,-1 0-8 0,0 0 11 0,2 0-8 16,0 2-2-16,0 2-1 0,0-1-6 0,-2 3-4 16,0 1 4-16,-2 3-3 0,-1-1 7 0,-5 0-9 15,-3 1 4-15,-5-3-4 0,1 12 8 0,-5 1-4 16,3 0 1-16,8 3-1 0,-6-3 5 0,-1 4-2 16,-4 2-4-16,-3 4 2 0,-1 5 2 0,-1 2-6 0,-5-3 7 15,-1 3-7-15,-1-5 3 0,-3 1 2 0,0 0-4 16,0 3 3-16,0-3-3 0,-2 0 0 0,0 1-1 15,-2-4 0-15,-4 3 2 0,-1 2-4 0,18 1 6 16,-22 4-5-16,0 3 7 0,-4 2 0 0,0 1-3 0,-2 10 3 16,-1 0-4-16,-1 7 4 0,-1 0-7 0,1-2 4 15,-1-3-5-15,1-8-3 0,1-8 7 0,1-8-6 16,-2-1 3-16,10-3 6 0,-4 0-5 0,6-1 6 16,5-1-7-16,-6 0-3 0,6 2 3 0,2 1-4 15,-1-1 6-15,4 2 0 0,5 1 0 0,1 1 0 16,0 3-7-16,2-2 8 0,1 6-3 0,-24 1 5 15,16 1-10-15,5-6 8 0,6-1-4 0,4-3 5 0,3-3-8 16,6 1 2-16,0-7 5 0,-8-3-1 0,19-6 8 16,4 0 1-16,0-2-4 0,5-8 5 0,2 4 5 15,-3-7-8-15,3 0 5 0,-6 0-7 0,1 17 0 0,-4-8 2 16,-2-4-2-16,-6-3 1 0,-1-2-8 0,-4-2 5 16,-2 0-3-16,-4 0 3 0,-2 0 2 0,-1 0 0 15,-4 0-1-15,-1 0 0 0,3 0 6 0,0 0-7 16,-2 0 8-16,0 0-8 0,-1 0 5 0,-1 0-3 15,0 0-6-15,-1 0 3 0,-3 2-4 0,-13 3 1 16,-9 6 5-16,-2 2-5 0,-1 2 0 0,-3 2 1 16,1 0-5-16,-5 1 3 0,5 1-2 0,-1-16 0 15,6 21-1-15,9 4 1 0,-3 2-1 0,5 0-2 0,-3 3 4 16,3 2-4-16,-2 4 3 0,2 4-1 0,6 4 3 16,-4 5-3-16,7 7-2 0,-22 2 4 0,14-1-7 15,6-3 7-15,3-5-3 0,-1-4 4 0,2 1 0 16,1-1 1-16,-1 2-2 0,-2 6 1 0,3 1 1 0,-1 5 0 15,0-1-1-15,0-3 1 0,1-1-2 0,1-7 3 16,0-3-1-16,0-7 3 0,0-4-1 0,-1-1 1 16,-1-7-6-16,-2-2 5 0,1-2-4 0,-3-5 4 15,1-1-6-15,-2-1 14 0,-1-2-2 0,-1 0 6 16,2-1-10-16,-15-1 7 0,-2 2-1 0,-4-4 5 16,-1 1 5-16,1-3-5 0,2-4 1 0,-2 1-2 15,1-2-9-15,3-1 4 0,1-1-4 0,5 13 5 0,5-7-4 16,0-3-8-16,2-1-2 0,6-2-3 0,-4 0-5 15,0-2-24-15,7 0-6 0,0 0-8 0,0 0-28 16,3 0-6-16,-1-2 6 0,2 0-6 0,2 0 5 0,1-2-84 16,25-3-33-16</inkml:trace>
  <inkml:trace contextRef="#ctx0" brushRef="#br0" timeOffset="28501.52">16037 8072 873 0,'0'-2'15'0,"-2"1"0"0,2-1-5 0,-11-21 0 16,-11 9-7-16,1 8-3 0,-3 2 7 0,0-11-6 0,-8 6 6 15,-3 5-14-15,-6 8 1 0,-5 5 1 0,1 6 0 16,-3 2 6-16,5 0-1 0,4 1 4 0,4 1-3 15,5-2-1-15,4-1-2 0,4-1 1 0,3-11-1 16,3 13 3-16,5 1-1 0,1-1-1 0,5-2 0 16,3 0 0-16,-7-2 18 0,1 0-6 0,4 0 13 15,3-2-3-15,1 2 0 0,5 3-5 0,3-1 1 16,6 6-8-16,-4 1-9 0,14 0 7 0,4 8-8 0,-2-2 1 16,1 0 1-16,1 5 1 0,-4-3-1 0,2 0 1 15,-5-4 1-15,-6 1 0 0,0-4 1 0,-10 1 2 0,1 0 9 16,-4-7-6-16,7-3 8 0,-7-6 1 0,-2-3-4 15,0-1 2-15,-6 4-3 0,-24-3-5 0,-9-3 0 16,-1 2-5-16,-1 18 4 0,2-9-4 0,3-7 1 16,1-5 2-16,6-1-3 0,1 0-7 0,4-3-50 15,3-1-3-15,8-2-19 0,0 1-28 0,9 3-119 16</inkml:trace>
  <inkml:trace contextRef="#ctx0" brushRef="#br0" timeOffset="29264.34">15920 8709 440 0,'0'0'33'0,"0"0"-2"0,2-2 16 0,0 0-2 0,-1 1-5 15,3-1-2-15,0 0-15 0,7-2-1 0,6-3-7 16,-4 1-4-16,3-1-3 0,-4 1 1 0,2-1-2 16,-1-1-6-16,-1 6 8 0,2-16-4 0,-4-4 7 15,3 3-5-15,-4 1 7 0,0-1-2 0,0 2 3 16,-3-3 2-16,0 3-4 0,-3 0 4 0,1 1-6 15,7 1-7-15,-2 0 8 0,-3 0-3 0,-2 2 5 0,-2 2 2 16,-2 0 2-16,0 2-5 0,0 1 4 0,-2 3-7 16,0 1 0-16,2 2-5 0,-11-7 2 0,-8-2-8 15,-10 1 7-15,6 7 2 0,-1 1 1 0,-4 2-4 16,4 2-2-16,-4 3-2 0,-1 3 0 0,3-1-4 16,1 2-1-16,-1 2 2 0,8-1-1 0,7-3 11 0,1-3-10 15,3 14 6-15,3 5-8 0,-1-1 7 0,-10-2-4 16,4 5 1-16,5-1-1 0,4-6 3 0,2 5 6 15,2-5-7-15,4 3 5 0,3-1-5 0,6 2 9 16,-11-1 0-16,18-3 2 0,4-1-5 0,0-8 0 16,2-1-3-16,1 10 3 0,3-5-3 0,0-9-6 15,-1-4 2-15,3-4-2 0,-3-1 11 0,-1-5-8 16,1-3 4-16,-3-2-6 0,0-1 1 0,-4 12-1 16,0-22-2-16,-1 0 3 0,-3 6 5 0,-1 3-3 0,-1 6 1 15,-3 3-3-15,0 1 0 0,-4 3-3 0,-4 2 3 16,1-3-4-16,-4 3 3 0,3-2-3 0,-3 4-2 15,-1 0 2-15,1 0 4 0,0 4-1 0,11 22 1 0,-6 4-2 16,-3 1 7-16,-5 4-4 0,-1-9 1 0,0-3-2 16,0-5 4-16,0-7-5 0,0 1 5 0,0-7-4 15,0 1 7-15,0-3 4 0,0 1 2 0,0 0 0 16,0-2 6-16,0 0-6 0,0-1-1 0,0-1-1 16,0 0-7-16,2-1 4 0,0-3-2 0,6-15 4 15,1-5-1-15,0 0-2 0,0 4-5 0,4-6 2 16,2 1-5-16,-9 1 4 0,25-5-3 0,1 1 2 15,-2 2-11-15,5-2 7 0,0 2 0 0,1 2 2 0,1 0 0 16,-10 1 0-16,-1 5 0 0,-1-1 0 0,-7 3 1 16,-1 3-1-16,-2 1 0 0,-6 3 0 0,-3 2 8 0,-3 3-10 15,-1 2 2-15,2-2-4 0,0 1-5 0,-1 1 3 16,1 0 0-16,-2 0 4 0,0 2 20 0,0 0-10 16,-1 2 6-16,1 2-8 0,0 5-1 0,2 15 3 15,-2 4-5-15,-2-2 4 0,0 0-4 0,-2 4-3 16,0 1 3-16,0 6-2 0,0-3 3 0,2-1-7 15,0-5 6-15,0-6-5 0,0 2 4 0,0-5 1 16,0 3-1-16,2-5 1 0,0-2 3 0,0-6-28 16,0 0 2-16,-2-3-13 0,0-2-19 0,0-1-12 15,2 1-6-15,-1 0 1 0,1-2-14 0,0 0 31 0,0-1-12 16,0-1 3-16,2 0-157 0</inkml:trace>
  <inkml:trace contextRef="#ctx0" brushRef="#br0" timeOffset="29406.61">17052 8303 441 0,'0'-2'75'16,"0"0"6"-16,0-2 42 0,-1-11-25 0,-3-5 4 16,2 3-32-16,2 4-41 0,0 2-7 0,0 5-13 15,0 3-37-15,0 1-96 0,0 0 6 0,2-2-45 16,0 1-87-16</inkml:trace>
  <inkml:trace contextRef="#ctx0" brushRef="#br0" timeOffset="29840.85">17368 8522 175 0,'0'0'47'0,"0"0"-25"16,0 0 49-16,2 0-13 0,0 0 4 0,0 0-10 15,1 0 1-15,-1 0-7 0,7 0-19 0,3 0-2 16,-5 0-7-16,-3 0 1 0,7-6-15 0,-6 2 8 16,-1-14 0-16,2-6 2 0,-4-4-2 0,1-2 10 15,5 0 5-15,-3-1 2 0,-3 1 22 0,4 0-5 16,-3 4-1-16,5 0-2 0,-3 6-13 0,7 3-17 15,-3 2 5-15,-5 6-9 0,-1 0 2 0,-3 7-4 16,0 0-9-16,2-2 2 0,0 1-16 0,-2 1 7 0,0 0 4 16,0 2 0-16,-2 2-1 0,2 0 6 0,-11 33-5 15,-13 4 6-15,2 2 1 0,-4 2-4 0,-2 1 3 16,9 1-3-16,1-6 5 0,10-4-1 0,6-3-5 0,-14-8 2 16,5 2-3-16,7-11 7 0,2-4 2 0,2-4 1 15,0-5 9-15,2 2 2 0,2-2 3 0,16 3-3 16,11-5-5-16,10-7-6 0,4-8-3 0,-1-6-1 15,5 20-4-15,-5-29-5 0,3-2 7 0,-1 6-5 16,1 0 5-16,3 6-6 0,0 3-1 0,0 2 1 16,6 6 10-16,-2 3-3 0,-3 5 4 0,0-24-4 15,-5 18 8-15,-3 7-7 0,-1 9 3 0,-6 4-3 0,-1 6 12 16,-7-8-1-16,-8 24 1 0,-1 6-1 0,-8 2 12 16,-2-2 5-16,-5-2 3 0,16-4 0 0,-12-7 8 0,-8-12 4 15,-4 1-4-15,-3-6 1 0,-17-3-20 0,-25-3-9 16,-12 23-10-16,-13-20-3 0,-1-14-54 0,-4-9-182 15,4-3-38-15</inkml:trace>
  <inkml:trace contextRef="#ctx0" brushRef="#br0" timeOffset="205775.58">11660 3228 48 0,'0'0'0'0,"0"-2"31"0,0 0 39 16,0-1 31-16,0-1 4 0,0-3-25 0,0-1-35 15,0 1-28-15,2-3-4 0,-2 3 0 0,0 0-10 0,0 1 9 16,0 2-2-16,0 1 3 0,0-3-11 0,0 0 8 16,0 5 0-16,0-1 3 0,0 0-1 0,0 0 9 15,0 0-11-15,0-2 9 0,0 3-14 0,0-3 0 16,0 0 2-16,0 0-2 0,0 1-5 0,0 1-2 15,0 0-6-15,0 0 5 0,0 2 3 0,0 0-4 16,0 0 6-16,0 2-4 0,2 0 7 0,0 0-11 16,0 1 6-16,0 1-7 0,-2 0 16 0,2 7-13 15,1 2 2-15,1 4-6 0,0 1 13 0,-1 1-5 16,1 1 4-16,0 4-4 0,0 4 1 0,-1 2 2 0,1 2 3 16,-2 3-1-16,0 0-3 0,0 4 7 0,-2 0-2 15,0 0 6-15,-4 6 2 0,0-5-6 0,0 1-3 16,1-5 0-16,-1-7 5 0,2-1-10 0,0-6 12 15,0-3-11-15,2-6 16 0,0-7 0 0,0-3-9 0,0 1 8 16,0 0 0-16,0-1-3 0,0 1 9 16,0 0-9-16,0-2-4 0,0 0 4 0,0-1-5 0,0 1 3 15,0 0-26-15,0 0-20 0,0 0-5 0,0-2-6 16,0 0-44-16,0 0-74 0,0-2-32 0</inkml:trace>
  <inkml:trace contextRef="#ctx0" brushRef="#br0" timeOffset="206115.09">11352 3646 83 0,'0'0'40'0,"0"0"44"0,0 0-19 0,0-2-12 16,0 0-1-16,0 0-4 0,2 0-9 0,0-1-15 16,0-1 1-16,2 0-5 0,-1 1-4 0,7-3-10 15,1 0 1-15,4 1-4 0,-2 3-4 0,0 2 5 16,1 4-8-16,-4-1 7 0,3 7-7 0,-2 1 8 15,2 15 0-15,-2 4 3 0,2-3-9 0,-2 1-1 16,2 0 1-16,2-7-1 0,-2-1 11 0,-2-1-3 0,2-3-2 16,0-3-1-16,-2 0-2 0,0-2 8 0,1-1 5 15,-5-3 0-15,2 1 6 0,0-5-7 0,-3 3-1 16,3-2 0-16,-3-1 5 0,-2-1-4 0,-1 0 2 16,-1-2-3-16,2 2 12 0,0 0-3 0,-3-2 3 15,3 2-6-15,0-1-13 0,0 1 2 0,-1-2-2 0,1-2 2 16,-2-1-10-16,7-18-20 0,2-16-3 0,-1-4-3 15,-5-5 1-15,-1-1-62 0,0 1 10 0,-3 0-32 16,1 7-32-16</inkml:trace>
  <inkml:trace contextRef="#ctx0" brushRef="#br0" timeOffset="207189.97">11558 3210 196 0,'0'0'60'0,"0"0"-1"16,0-2 5-16,-1 0-12 0,-1 0-11 0,0 0-17 15,0 0-5-15,0 0 0 0,0 1-1 0,2-1-2 16,0 0-5-16,0 0 2 0,0 0-5 0,0 0-14 0,0 0 10 16,2 1-6-16,0-1 7 0,0 0-11 0,0 0 10 15,1 0-1-15,5 2 6 0,9-2 2 0,3 0-1 16,4 2 1-16,2 0-1 0,4 0 4 0,3 0-7 16,2 0 4-16,12 0-4 0,3 0 1 0,6 0 9 15,1 0-6-15,1 0 5 0,5-1-13 0,0-1 5 16,-2 0-5-16,-7 2 5 0,-2 0-8 0,-5 0 0 0,-3 0 0 15,1 2 0-15,3 1 6 0,-3 1-7 16,1-2 5-16,-1 0-4 0,-3 0 3 0,7 0-2 0,-1-2-1 16,0 0 0-16,-1 0 3 0,-10-2 0 0,-4-2 1 15,-3 2-1-15,-2-2 1 0,-1 1-6 0,-2 1 2 16,-7 0-4-16,1 0 10 0,-3 0-6 0,-3 0 6 0,-1 1-6 16,-3 1 4-16,-5 0-7 0,-1 0 3 0,-1 0-4 15,0 0 0-15,2 0 10 0,-1 0-6 0,1 0 7 16,0 0-10-16,-2 0 7 0,0 0-1 0,-1 1 4 15,1 1-9-15,0 0 10 0,-2 0-8 0,0 0 9 16,0 2-17-16,0-1 6 0,0 3-1 0,0 7 3 16,-2 2 3-16,0-2 1 0,1 3 1 0,1 1-2 15,-2 4-6-15,2 1 4 0,0 2-1 0,0 0 3 0,2 4-7 16,1 0 3-16,1 2 0 0,0 5 1 0,-1-2 6 16,1 1-7-16,0-1 3 0,0 2-3 0,-1 1 6 0,1-7-5 15,0-3 3-15,-2-5-3 0,-1-6 10 0,3-1-2 16,-2-2 0-16,0-3-1 0,0 0 0 0,-2-5-4 15,2 3 8-15,-2-5-6 0,3 6 11 0,-1-3-5 16,-2-1-1-16,0 0 1 0,2-1 0 0,0 1 4 16,0-2-1-16,0 0 2 0,-2 0-4 0,0-1-9 15,0-1 5-15,0 0-6 0,0 0 8 0,0-1-8 16,0-1-1-16,-2 0-1 0,0-2-2 0,2 2 7 16,-4-11-5-16,2 2 6 0,0 2-6 0,1-2-2 15,-3 0 6-15,2 1-4 0,0 1-3 0,-2 0 6 16,4 5-5-16,0 2 5 0,0-2-6 0,0 1 0 0,0 1 1 15,-1-2 1-15,-1 0 1 0,0 1-1 0,0 1-1 16,0 0-1-16,0 0-1 0,0 0 0 0,1 2-3 16,-1 0 1-16,0 0-4 0,0 2 11 0,-2 0-2 0,2 0 4 15,-1 2-3-15,1-1-1 0,0 1-3 0,0 0 1 16,0-1-4-16,0 1 7 0,1 0 1 0,1 0 1 16,0-1 3-16,0 1-9 0,0 0 8 0,0-1-9 15,0 1 3-15,0 0 4 0,1 0-5 0,1-1 5 16,-2-1-2-16,0 0 8 0,0 2-4 0,0-1 5 15,0 1-10-15,0 0 2 0,0 0 4 0,0-1-2 16,-2-1 9-16,1 0-1 0,-1 0-4 0,0-2 2 0,0 0-7 16,0 0 2-16,0-2 1 0,-1-2-1 0,-5-9-3 15,-3-11 11-15,2 0-8 0,1-2 7 0,3 2-12 16,1 3 3-16,0-1 1 0,2 4 2 0,1-1 4 0,-1 4-3 16,0 4-6-16,0 0 1 0,0 2-3 0,2 1-2 15,0 3 5-15,0-1-4 0,0 2 2 0,0 3 0 16,0-1 1-16,-2-2-1 0,0 0-9 0,1 2 4 15,-1 1-5-15,0-1 6 0,0 2 4 0,0 0-4 16,2 2 5-16,0-1-5 0,0 3 8 0,0 4-3 16,2 16 0-16,0-6-1 0,2 4 1 0,-1-3-2 15,1 1 2-15,3 6-3 0,1-5-3 0,1 7 5 16,0-8-3-16,1-1 4 0,1 1 7 0,-4-9-6 0,4 4 2 16,-1-4-3-16,-5 4 5 0,10-6-5 0,0-1 5 15,2-4-5-15,-1-1 2 0,1 1 8 0,-2 7-7 16,-2-3 8-16,2-3-9 0,-4-3 16 0,2-2-3 15,2-2 8-15,-2-2 4 0,0-3-2 0,2-6 4 0,-2-22-5 16,-4-1-7-16,0-1 1 0,-5 2-6 0,16 0 4 16,-5-1-13-16,-5 3 1 0,-5 5 1 0,-3 4 0 15,-2 0 3-15,0 4 0 0,-2-1-7 0,-2 4 3 16,1 1-30-16,-1 1-25 0,0 0 1 0,1 2-10 16,-1 4-16-16,-2-2-15 0,1 1-12 0,1 1-1 15,-9 2-46-15</inkml:trace>
  <inkml:trace contextRef="#ctx0" brushRef="#br0" timeOffset="208024.56">12101 2116 478 0,'0'-2'28'0,"-4"-37"71"16,2 6-90-16,2 12-9 0,0 8 8 0,0 10-9 16,0-1 4-16,0 2-9 0,0 0-6 0,0 2 1 15,0 2 6-15,0 7-6 0,-6 32 7 0,-1 7-8 16,1-5 7-16,1 4 2 0,-1-5-1 0,4-8 1 0,1 3-3 16,-3-8 2-16,2 1 1 0,-2 0 0 0,2-2 4 15,-1 0 5-15,1-2 1 0,0 0 2 0,-2-4 3 16,2-2 10-16,1 1-5 0,-1-3 5 0,2-1-12 0,0 0 2 15,2-2 4-15,-1-4-2 0,1-2 10 0,0-2-11 16,0-1 2-16,-2-4-2 0,2 2 20 0,0-1-15 16,1 1 9-16,1-2-12 0,0 0 4 0,3-2-16 15,1 0 1-15,-5 0-4 0,-1 0 10 0,8-11-13 16,3-12 6-16,-4-1-8 0,-4 0 5 0,-3 0 1 16,-2 0-1-16,0 0 0 0,-2 1-3 0,-3 1 3 15,-1 2 0-15,-3-3 0 0,2 1-5 0,-1-2 4 16,-1-4 1-16,3 2 1 0,-1 2 6 0,1-4-7 15,4 2 1-15,1-2-2 0,1 0 3 0,1 8-4 0,3-4-3 16,2 3-1-16,1 1 1 0,2 1-8 0,-7 1 3 16,24-1-4-16,4 4 6 0,2 2 2 0,-3 2 0 15,-5 8 2-15,-3-1 3 0,-4-7-3 0,-4 7-3 16,0 4 1-16,-2 2 1 0,-4 2 3 0,2 1 2 0,-3 23 0 16,-1 4 0-16,-3-5-1 0,17 1 2 0,-10-4-1 15,-3-1 5-15,-6-5 13 0,0 5-4 0,-4-3 6 16,-2-3-3-16,-3-2-4 0,4-2 3 0,-21-1-6 15,-2 3-10-15,-7-2 13 0,3-2-10 0,-1-3 11 16,3-1-17-16,8 1 9 0,3-5 4 0,-1-1 1 16,-5 0-7-16,7 0 2 0,-3 13-6 0,8-8 5 0,10-5-7 15,-1 0-3-15,0 0 3 0,1 0-2 0,-1 0 2 16,2-1 0-16,0 1 0 0,0 0 0 0,2 0 0 0,2 0 6 16,2 0-4-16,7 5 4 0,11 4-3 0,10 0 0 15,-2-3 8-15,1-3-5 0,4 1 2 0,-5-2 3 16,-2-1-7-16,-2-1 6 0,0 0-14 0,0 0 4 15,2 0 0-15,0-2 2 0,3 0 11 0,-1 0-13 16,0 0-4-16,-3-2-7 0,1-2-38 0,4 1-1 16,-2-3-2-16,-1 0 2 0,5-1-15 0,-5-2-127 15,7-2 23-15</inkml:trace>
  <inkml:trace contextRef="#ctx0" brushRef="#br0" timeOffset="208755.34">12875 2198 108 0,'0'0'33'0,"0"2"-4"0,-2-1 7 0,0 1 6 16,0 0-14-16,-1 0-6 0,-5 2 7 0,-10 5 0 16,8-3 3-16,-1 1 6 0,0 0 7 0,4-1 3 0,-6-4-1 15,0 9-16-15,5 0-7 0,-1 0-10 0,3 2 5 16,3-2-8-16,-1 0-5 0,-5 1 4 0,5-5-4 16,0 2 12-16,0 1-10 0,3-1 10 0,1-2-8 15,0 1 13-15,1-1 4 0,1-1-1 0,2-1 3 16,16 1-4-16,1-2 2 0,-1-3-4 0,1 14 5 15,-3-5 1-15,10-3-11 0,-2-3 5 0,-2-4-7 0,0 0 8 16,-1-4-13-16,-3-3 5 0,-1-1-7 0,-6 1 3 16,-4-1 0-16,0-1 1 0,-5-13-1 0,0-4-3 0,14-2 7 15,-7 0-12-15,-5-5 10 0,-4-3-7 0,-4 5 1 16,-4-3 4-16,-1 8-4 0,-6-3-5 0,-2 5-3 16,6 5 0-16,-17 12-2 0,-2-10 0 0,0 6-5 15,2 7 0-15,-4 4-4 0,6 6-11 0,2 7-19 16,-6-6 4-16,10 25-9 0,1-3-2 0,6-1-26 15,7 2-4-15,-11-10-6 0,10-3-10 0,3-2 31 16,4-6 5-16,-1-3 9 0,7-3 25 0,27 16 11 16,12-6-2-16,-3-9 7 0,4-6 14 0,1-6-15 15,-5-1 3-15,1-2-10 0,-4-2 6 0,-2-4-7 0,0-1-1 16,-4-1-2-16,-2 14 6 0,-5-21 8 0,-6 1 0 16,-3-4 1-16,0 5-3 0,-6-2 16 0,-6-2 3 15,-1 5 7-15,8 1 25 0,-4 2-3 0,-5 1 4 16,-3 4-5-16,-2 0 1 0,-2 1 2 0,0 4 14 0,1 3-6 15,-5-2 20-15,2 1-44 0,1 3-1 0,-5 3-13 16,-3 0-11-16,0-7 1 0,2 3-2 0,-1 2 0 16,1 2 3-16,2 2 0 0,-1 0 1 0,1 0-1 15,1 2-4-15,1 0 7 0,-1 2-3 0,4 0 6 16,0 14-1-16,0 1 8 0,-14 5-2 0,5-2 2 16,3 0-6-16,3 6-10 0,3 2 9 0,0 2-9 0,2 3 12 15,0-2-10-15,2 1-2 0,0-1 0 0,1-1 6 16,1-4-6-16,0-1 4 0,-1-1-4 0,3 2 6 15,0 0-7-15,1 2 2 0,0-1-4 0,3 5 6 16,-1 3-5-16,0 0-1 0,1 4-2 0,-3 2 10 0,0 1-1 16,1 5-3-16,-3 3 0 0,1-2 4 0,-2-2-5 15,-1 0 7-15,3-13-7 0,-2 1 3 0,-2-7 5 16,-1-6-3-16,-1-3 5 0,0-7-5 0,0-2 6 16,0-5 3-16,0-2 0 0,0-1 2 0,0 1 10 15,0 0-9-15,0-1 8 0,0-1-15 0,0 0 0 16,0 0 1-16,0-2-2 0,0 0 0 0,0-2-7 15,-1 0 2-15,-1-1-6 0,0-9-18 0,-4-10-50 16,1 4 0-16,-5-7-17 0,-1-1-23 0,-2-1-61 16,2 4-57-16</inkml:trace>
  <inkml:trace contextRef="#ctx0" brushRef="#br0" timeOffset="208957.63">12858 2653 297 0,'2'0'40'16,"0"-2"-1"-16,2 0 52 0,18-11-11 0,22-8 10 16,-7 5-23-16,10-3-11 0,3 2 0 0,6-1-3 15,3 1-3-15,6 2-18 0,6 2-3 0,3 2-5 16,6 2-11-16,2 1-3 0,-12 5 4 0,-7-1-5 0,-9 4-5 16,-15 0 5-16,-7 2-8 0,-8 2 4 0,-2-1-33 15,-5 3-74-15,-1-1-18 0,-6-1-32 0,-1 2-205 16</inkml:trace>
  <inkml:trace contextRef="#ctx0" brushRef="#br0" timeOffset="210728.07">14024 5722 47 0,'0'0'30'0,"0"0"-1"16,0-2 32-16,0 0-8 0,0 0-34 0,0 0-12 16,0 0-3-16,0 1 1 0,2-1-3 0,-2 0-2 15,0 0-1-15,0 0-2 0,0 0-30 0,0 0-21 16,0 1 2-16,0-1-2 0,0 0 45 0,0 0 2 15,0 0 4-15,0 0-2 0,-2 2 10 0,0 0 17 16,0 0 7-16,1-2 1 0,-1 1 23 0,0-1-8 16,0 0-1-16,0 0-2 0,0 0-8 0,0 0-4 15,-1 0-8-15,-1 1 3 0,0-1-18 0,1 0-1 0,-1 0 4 16,0-2-3-16,0 1 4 0,3 3-7 0,-7-6 4 16,-1-3-5-16,0 3-2 0,-1-3 4 0,-1 3-3 15,2-1 4-15,-4-1 3 0,0 3 2 0,-2-3-1 16,-2 3 2-16,-1-3 10 0,1 1-1 0,-2 0-1 0,-7-5-2 15,8 1-5-15,-1 0 0 0,-3 0-3 0,9 0 1 16,-7-2-1-16,7 0-2 0,-2 0 3 0,0 2-5 16,2 3-7-16,-2-3 4 0,0 0 0 0,-2-2 3 15,4-4 1-15,-1 3 2 0,1-1-3 0,3 5 2 16,-1-1 3-16,-5 0-9 0,1 2 7 0,-2 0-7 16,-3-3 6-16,5 5-1 0,-2 1-4 0,0-1 3 15,1 3 7-15,-1 1-6 0,-2-3 5 0,1-1-5 0,-3-3 9 16,3 1-9-16,-1-2 7 0,2 3-8 0,-1-1 9 15,1-2-5-15,-1 0 4 0,-1-2-2 0,2 2 10 0,2 0-14 16,-1 1 3-16,-1 1-6 0,2 2 4 0,-2 1 1 16,-1-1-6-16,1 1 4 0,-1 2-1 0,-7-1-7 15,3 3 7-15,-6-2-8 0,-1 2 3 0,-1-1-3 16,-3 1 1-16,-5-21 0 0,3 10 4 0,-8 4 2 16,4 5-2-16,0 1 3 0,-3 1 8 0,6 2-15 15,1 0 11-15,4 0-11 0,1 0 7 0,2 0-6 16,0 0-2-16,2 0 1 0,0 0 9 0,0 0-9 15,2-2 2-15,-4 0-3 0,-3 0 12 0,3 0-6 0,-4-1 0 16,-5-1-5-16,9 0-4 0,-3 1 2 16,3-1 7-16,2 0-3 0,-11 0-2 0,1 4 1 0,3 0-4 15,3 0 3-15,2 4 0 0,-1 0 5 0,-1 1-5 16,0 3 6-16,2-1-6 0,4-1-2 0,-2 1 2 16,4 1-3-16,0 1 4 0,-1 2 2 0,1 0-3 15,2 0 0-15,-1 1 0 0,3-1-2 0,-1 2 2 0,1 0-2 16,-1-8 4-16,2 10 0 0,1 0-2 0,1 0 0 15,-2 2 0-15,2 3-3 0,4-1 8 0,-2-5-8 16,0 5 6-16,-2 0-6 0,2 3-2 0,4 8 0 16,-6-6 13-16,2 2-11 0,0 3 6 0,-2-3-8 15,4 4 8-15,4-4-6 0,-3-2 2 0,1-3-4 16,2 1 8-16,-4-2-4 0,-4 3 3 0,4-3-3 16,1 0 1-16,5 1-3 0,-1-1-1 0,2 1 1 0,1-3 4 15,3 1 7-15,0-1-3 0,3 1 3 0,3-2-9 16,3 3 5-16,1-1 2 0,4 3 2 0,1 0-4 0,-5 1 3 15,16 1-6-15,1 0 6 0,3 2-6 0,-4 5-2 16,8-1 1-16,-5 2 0 0,1 3 3 0,2-7-1 16,-1 5-3-16,3-7 0 0,3 2-8 0,2 0 6 15,3-6 0-15,5-1 3 0,-1-5-3 0,10 1 3 16,1-2-2-16,3-6 2 0,5 0 2 0,-2 1-5 16,-5-5 8-16,1 3-8 0,-1-3 3 0,-7 1-1 15,7 1-2-15,0-1 3 0,-3 1 0 0,5 4 3 16,12-1 0-16,-5 1 1 0,4-2-9 0,-1-1 8 0,-12-1-6 15,3-1 7-15,-5-3-7 0,-4 1 2 16,0 0 3-16,-2 22-2 0,4-13 2 0,-1-6 3 0,5-3-5 16,3-4 2-16,2-2 2 0,-1-2-1 0,-7-3 6 15,1-2-7-15,-4 1-4 0,-4-3 5 0,-3 0-4 0,-10 2 6 16,-3-3 8-16,-4-1-12 0,-4 0 11 0,-2-1-11 16,-3 8 12-16,-3-16-8 0,-1-4 3 0,-2 0-3 15,2-6 10-15,-6 1-10 0,1-5 4 0,-3-6-7 16,-3 3 2-16,-1-2 5 0,1-2-6 0,18 2 6 15,-7-1 4-15,-5 1-1 0,-7 0 5 0,1 4-4 16,-2 0 5-16,-2 1 0 0,0 1-5 0,0 2 1 16,-2 1-9-16,-4-1 7 0,-1-1-1 0,-2 1 1 15,-2-6-8-15,-2 0 5 0,-2-8-1 0,-2 3 2 0,-3-1-2 16,-5-3 5-16,22 5-4 0,-33-3 7 0,-4 1 1 16,-5 6-9-16,-11 2 5 0,-5 6-7 0,-10 3-2 15,-16 0 1-15,0 7 1 0,-11 5-1 0,-5 5-6 0,-2 5 0 16,-18 2-9-16,-20 2 6 0,-13-38-19 0,-9 34-9 15,-17 12-5-15,-13 12-5 0,-9 6-34 0,-14 12-65 16,-14 4-41-16,-5-25-19 0,-12 63-231 0</inkml:trace>
  <inkml:trace contextRef="#ctx0" brushRef="#br0" timeOffset="-212553.57">8706 5761 256 0,'0'-2'124'0,"0"0"-41"0,0-2 53 0,0 2-1 0,-1-9-87 16,-1 2-21-16,0 2-17 0,2 3 2 0,0 0-4 15,0 0-5-15,-4-7 1 0,2 6 3 0,-1-5-2 16,1 7 10-16,-2-3-10 0,-2-1-1 0,3 5-3 15,-10 0-4-15,-2-2 10 0,-4-9 1 0,-3 2 4 16,0 4-4-16,-4-1 8 0,0 5 0 0,-4 1 4 16,-2 2 6-16,-3 0-9 0,-6 2-4 0,-1-1-1 0,-3 3-4 15,-3 0-1-15,1 1 3 0,-1 3-1 0,2-1 11 16,5-1-7-16,-2-1-1 0,4 1-2 0,6-2-2 16,5-1 0-16,0 1 3 0,8-2-4 0,-1 2-1 0,3-1 5 15,-1-1-5-15,4 0 3 0,0 0-9 0,2 0 4 16,4 0-1-16,2 0 1 0,-3-1-3 0,3 1 8 15,1-2-7-15,3 0 6 0,1 0-12 0,-2 2 10 16,0 0-6-16,1 0 6 0,-1 2-5 0,2-1 2 16,0 1 7-16,-3 9-6 0,-1 2-4 0,2 5 2 15,1 1 0-15,-1 1 3 0,2 4-1 0,0 6-3 16,0 3 4-16,1 8-4 0,1 3-1 0,0 4 2 16,0 2-4-16,0 2 5 0,0-2 1 0,1 2-10 15,3-4 0-15,2-7-4 0,-1-3 6 0,1-10-24 0,1-2-9 16,3-6-18-16,1-1-144 0</inkml:trace>
  <inkml:trace contextRef="#ctx0" brushRef="#br0" timeOffset="-211281.64">7786 5900 275 0,'0'-2'30'0,"0"0"-6"0,0-1 18 0,0-1 3 16,0-5-10-16,0-3-21 0,0 7-7 0,0 1 2 0,0 2-5 15,0-1 6-15,0-1-8 0,0 0 7 0,0 2-5 16,-2 0 12-16,0 1-7 0,0-1 6 0,0 2-5 16,-2 0 21-16,1 0-9 0,-3 2 0 0,-1 1-3 15,-3 3 0-15,5-4-5 0,-3 20 2 0,3 4-4 16,1 4-8-16,0 5 6 0,-3 0-1 0,1 10 2 16,3-1-5-16,-3 5-3 0,4 1-2 0,-3-8 2 15,-3 3 1-15,5 0 3 0,-5-5 3 0,4-1-1 16,1-1-2-16,-3-3-2 0,4 4-4 0,-1 2 2 0,-22 3-1 15,12 5 6-15,8 3-3 0,1 7 2 0,4 6-2 16,0 9-6-16,0 6 3 0,2 0-5 0,-2-2-5 0,0-8 18 16,-2-5-5-16,-3-3 8 0,-3 1-23 0,-1 2 14 15,-2 7-7-15,3 4 10 0,-1 0-7 0,0 6 1 16,1-8-1-16,3-3 1 0,1-4 4 0,0-12-2 16,2-1 2-16,-1-5-4 0,1-3 5 0,2 4-2 15,0 0 0-15,0-1-2 0,4 1-1 0,-1 0-2 16,7 4 3-16,-3 0-2 0,0-2 2 0,1-1 4 15,-4-4-5-15,-1 1 4 0,1-3 3 0,-2-1-10 16,2 1 6-16,-3-4-6 0,-1 0 13 0,0 3-9 16,0-1 4-16,0 1-6 0,0-1 0 0,0 0 3 0,0-2 3 15,4-2 1-15,0-6 7 0,1 2-9 0,1-3 2 16,0-10-3-16,3 6 7 0,-4-9-5 0,-1-6 0 16,2 0 1-16,-3-2 8 0,-1-4 8 0,2 1-4 0,-2-5 6 15,0 1-4-15,0 0 3 0,1-1 8 0,1 1-5 16,0-2-1-16,-1 0 1 0,1 0-9 0,0 0 7 15,0-2-11-15,5 3-7 0,-2-1 0 0,3 0-3 16,-1-2 0-16,0 0-4 0,0 0 4 0,1 0-4 16,-1 0 3-16,-2 0 2 0,-1 0-2 0,1 0 3 15,1 0 5-15,-3 0-10 0,5 0 3 0,-3 0-5 16,2 0-1-16,-1 0 3 0,-1-2-1 0,1 2 2 0,-1-2-5 16,2 0 4-16,2 1-1 0,-3-1 2 0,-1 0-2 15,-1 0-26-15,-1 0-3 0,-1 0-13 0,0 0-47 16,0 1-54-16,-1-3-13 0,1 0-15 0,0 0-68 0</inkml:trace>
  <inkml:trace contextRef="#ctx0" brushRef="#br0" timeOffset="-211016.17">7969 9110 359 0,'0'0'146'0,"0"-2"2"0,-2 1-21 16,1-1-20-16,-1 0-46 0,0 0-45 0,0 0-7 0,0 0-4 15,0 0 1-15,2 1 5 0,0-1-7 0,0 0 0 16,2 2-3-16,0 0-2 0,2 0-1 0,-1 0 2 16,14 4 0-16,-2-1 19 0,2 3 6 0,3 3 9 15,-3-1-4-15,3 1 16 0,4 4-9 0,-5-2-10 0,-4-2 2 16,3-3-20-16,-10 12-5 0,1 1 1 0,0 3-2 16,4-3 9-16,-1 1-3 0,-5 1 4 0,-3-5-6 15,-2 3-7-15,-4 1-5 0,-6-1-7 0,-3 1 1 16,2 3-23-16,-32-5-17 0,2 1-3 0,-6-1-8 15,5 1-36-15</inkml:trace>
  <inkml:trace contextRef="#ctx0" brushRef="#br0" timeOffset="-210345.96">8582 5425 378 0,'0'-2'30'0,"-2"-2"33"0,2 0 1 0,-4-5-29 16,1 0 2-16,1 3-14 0,0 1-18 0,0 1-5 15,0 0 5-15,-1 1-3 0,-1-1 7 0,2 4-9 16,-4-4 0-16,1 2 0 0,1 2 9 0,2 0-8 15,0 0-3-15,-1 0 0 0,-1 0 13 0,0 0 2 16,2 0 10-16,1 0-6 0,-1 0 12 0,0 0 14 16,0 0-3-16,2 2 6 0,0 0-11 0,2 0-8 0,0 0-4 15,1 0 0-15,20 9-19 0,-3 7 7 0,2-1-4 16,1 5 6-16,-3 0-9 0,-3 1-4 0,3-3 4 16,-5-1-3-16,0-1 9 0,-2-1-8 0,-6-2 0 15,-1 0-2-15,-4-2 6 0,7-2-4 0,-1 2 7 0,-3 0-5 16,-1-2 12-16,-4 0-6 0,-2 2 0 0,-4 2-2 15,-3 0-2-15,5 0-4 0,-22 0 6 0,-1-2-5 16,-5 1 6-16,2-1-1 0,1-1-5 0,-1-3 4 16,0 0-16-16,0 0-24 0,-1-1 0 0,-4 1-11 15,-2-3-31-15</inkml:trace>
  <inkml:trace contextRef="#ctx0" brushRef="#br0" timeOffset="-209534.06">6807 4819 71 0,'-2'0'17'0,"2"-2"7"0,-2 1 1 0,0-1-15 16,2-2 8-16,0 0 12 0,0 1-9 0,0-1 16 15,0 0-14-15,0 2 15 0,0-3 7 0,0 1-5 0,0 2 7 16,0 0-2-16,0-1 4 0,0-1-15 0,0 0 9 16,0 1-30-16,0 1 2 0,0 0 4 0,0 0-1 15,0 0 11-15,0 2-13 0,2 2 5 0,0 0-8 16,-2 0-5-16,9 26 7 0,-3 1-9 0,0 5 8 15,-5 1-17-15,-1 4 10 0,-1 2-4 0,-3 1 6 16,0 1-10-16,0 0 4 0,1-2 0 0,-1-6 2 16,2-2-8-16,0-7 6 0,2-5-5 0,0-4 7 15,0-6 7-15,0-4-12 0,0-1 12 0,0-4-12 0,0-1 20 16,0 3-6-16,0 0 1 0,0-2-3 0,0 0 5 16,-2-2-12-16,1 0 0 0,-1-2-5 0,-2 0-3 0,-3-9 3 15,-10-17 2-15,2-2 0 0,4-1 2 0,2 1-4 16,1-2 4-16,3 1-4 0,-3-3 3 0,3 1-1 15,1 1-2-15,4-1 2 0,2 1 3 0,1 3-6 16,1-3 3-16,2-1-3 0,-1 3 0 0,5 0 3 16,1-1-2-16,-2 3 2 0,2 0-6 0,-2 4 1 15,1 2 0-15,1 1 1 0,-7 4 1 0,20 4 1 16,4 2 0-16,-2 6 1 0,0 1 7 0,0-2-11 16,0 3 3-16,-2-12-5 0,-2 7 5 0,-5 8 0 0,-1 2-4 15,-3 4 3-15,0-2-6 0,-3 23 7 0,-3 1-2 16,-5 0 3-16,17 0-3 0,-8 0 1 0,-6 2 5 15,-5-6-3-15,-2 2 0 0,-3 0 5 0,-3-4-7 16,-1 2 5-16,-2 0-4 0,0-3-7 0,-2-3 14 0,7 1-9 16,-14-3 15-16,-1-1-13 0,1-2 1 0,0 0-3 15,3-2 6-15,0-3-4 0,0 1 2 0,4-5-2 16,-1 0 1-16,1-3 3 0,3 7-2 0,3-3 3 16,1-1 7-16,3-2-9 0,-1 0 9 0,0 0-8 15,0 0 9-15,1-1-11 0,1 1-2 0,0 0-1 16,0-2 6-16,2 0 10 0,0 0-8 0,2 0 7 0,0 0-13 15,0 0-3-15,1 2 9 0,1-2-6 0,11 4 14 16,-4-1-16-16,0 1-1 0,-1 0-4 0,1 0 7 16,0 1 5-16,0 1-1 0,-2-3 0 0,1 1-1 15,-3 0-1-15,2 0 0 0,1-1 0 0,-3-1-2 0,2 2-4 16,-1-2 3-16,-1 0-5 0,2-1 5 0,-1 1 1 16,-1 0-1-16,3 0 0 0,-3-2-9 0,2 0-3 15,2 0 0-15,1 0-3 0,1 0-14 0,-2 0-15 16,2 0-5-16,-2 0-4 0,0-2-38 0,2 0-32 15,-4 0-11-15,1 1-7 0,1-1-53 0</inkml:trace>
  <inkml:trace contextRef="#ctx0" brushRef="#br0" timeOffset="-209316.77">7353 4907 100 0,'0'0'36'15,"0"0"39"-15,0 0-8 0,0-2-13 0,0 0-1 16,0 0-3-16,0 0-12 0,-2 0-20 0,0 0 0 0,0 2-6 15,0 0-3-15,1 0-11 0,-1 0 3 0,0 2-4 16,0 0 2-16,0 0 11 0,0 2-5 0,-1 3 7 16,-5 10-6-16,1 3 0 0,1 3 3 0,2-3-1 15,3 4 1-15,1-3-8 0,0-1 4 0,0 0-5 16,0-1 8-16,0 0-13 0,0-5 3 0,0 3-5 16,1 0 14-16,1-4-21 0,2 2 8 0,0-6-14 0,-1-2 4 15,1-1-32-15,-2-2-99 0</inkml:trace>
  <inkml:trace contextRef="#ctx0" brushRef="#br0" timeOffset="-208918.99">7750 4699 507 0,'-2'-2'80'0,"1"0"19"0,1 0-20 15,-6-22-45-15,-5 9 1 0,3 8-18 0,3 3-17 0,-3 0 0 16,-1 2-5-16,-4 2 2 0,0 2-1 0,-4 6 3 16,1 3-2-16,5 6 5 0,1 10-4 0,7 3-3 15,-7-2-1-15,1-2-7 0,2 2-3 0,3-2 8 16,0 3-5-16,-14 3 14 0,6-2 4 0,7 1-5 0,3 3 4 16,2 1 0-16,2 0 1 0,3 2-1 0,3 2 0 15,1 2 2-15,2 0-2 0,-1-2 8 0,1 0-6 16,0 0 0-16,-2-4-1 0,0 1-2 0,-1-5 4 15,-3-1 0-15,1-2 0 0,0-4-2 0,-3 0 1 16,1-5-3-16,-2-1 0 0,0-5 2 0,-2-4-1 16,0 1 6-16,0-5 2 0,0-1-3 0,0 0 2 15,0-1-1-15,0 1-10 0,-2 0 6 0,0 0-7 0,0-4 1 16,-15 9 0-16,-1-4-7 0,-6-3 5 0,1-2-15 16,-3-7-1-16,2-4-2 0,9 1 1 0,-3-1-6 15,7-24-28-15,0-2 3 0,5-6-28 0,-1-5-150 0</inkml:trace>
  <inkml:trace contextRef="#ctx0" brushRef="#br0" timeOffset="-208768.54">7360 5159 104 0,'0'0'28'0,"0"-2"-2"0,0 0 18 16,-2 1-2-16,1-1-6 0,-1 0-29 0,0 0 2 16,2 0 1-16,0 0 6 0,0 0 31 0,2 1 23 15,1-1-8-15,18-8 11 0,12-3-24 0,6 0 0 16,2 2 5-16,2 0-2 0,5-2 9 0,-1-2-11 16,1 0-11-16,-5 1 0 0,-4 1-26 0,-2 1-11 15,-6 3 8-15,-7 4-9 0,-3-1 4 0,-8 4-8 0,0 0 2 16,-6 0-3-16,1 1 3 0,-7 1-3 0,3-2-8 15,0 0 4-15,0 0-15 0,-3 0-13 0,1 0 2 16,0 0-7-16,-2 1-10 0,0-1-112 0</inkml:trace>
  <inkml:trace contextRef="#ctx0" brushRef="#br0" timeOffset="-208576.9">7407 4676 1123 0,'0'-3'9'16,"0"-23"58"-16,2-23-11 0,5 14 28 0,0 7-49 15,-1 13-35-15,0 6 3 0,3 5-16 0,22-14-34 0,-1 12-85 16,-2 6-36-16</inkml:trace>
  <inkml:trace contextRef="#ctx0" brushRef="#br0" timeOffset="-206830.21">10860 5746 185 0,'0'0'60'0,"0"0"-6"16,0 0 42-16,2-2-5 0,0 0-8 0,0 0-34 15,0 0-9-15,1 1-1 0,3-3-3 0,11-7-8 16,-2 1 6-16,1 1-6 0,-1 2 5 0,-2 1-18 16,-2 2-3-16,0 1 2 0,-1 1-3 0,-3 0-1 0,-1 2-6 15,-1 0-2-15,-1 0 0 0,0 0 1 0,-1 0 7 16,-1 0-2-16,0 0 3 0,0 0-4 0,-2 2 2 15,0 0 7-15,-2 0-4 0,0-1 0 0,-1 1 1 16,-16 6-12-16,-5 1 9 0,0-2-11 0,-2 1 12 16,-4-1-1-16,2 1 3 0,0-1-9 0,0-1-5 15,2-3 4-15,0 1-4 0,0 0 9 0,4 0-2 16,0-3 0-16,0 1-2 0,1 0-4 0,6-2 3 16,2 0-3-16,6 0 3 0,-2 0-1 0,3 0 1 0,4 0-4 15,-2 0 0-15,1 2-9 0,1 0 11 0,0 0 0 16,0 0 3-16,0-1-12 0,0 1 14 0,1 0-8 15,-1 0 9-15,0 0-7 0,2 2 0 0,0-1 0 16,0 1 0-16,0 5 6 0,2 2-8 0,0 2 9 0,-1 2-9 16,1 0 7-16,2 2-4 0,0 1-2 0,-2 1 0 15,-1 3 3-15,-1 2-6 0,0-1 7 0,0 8-7 16,0 1 4-16,0 1 5 0,0 4-5 0,0-1 4 16,0 1-4-16,0 0 0 0,0 0-1 0,-1-4 0 15,-1 1-4-15,0-3 5 0,0 1 2 0,0 0 1 16,0-1 1-16,0 1-7 0,1 3 3 0,-1 0-2 0,2 2 9 15,-2 4-7-15,0 0-3 0,-2 4-1 0,-1-1 4 16,3 8 0-16,0 2 4 0,0 2-4 0,0-2-3 16,-1-1 3-16,-1-4 0 0,2 1 1 0,0-4-1 0,0-7-2 15,-1-2 0-15,1 1 0 0,0-5 9 0,-2 4-4 16,0 0-1-16,1-2-2 0,1 4-8 0,0 2 11 16,-2 0-7-16,1 0 9 0,-1 4-12 0,2 5 6 15,-4-4 4-15,3 2 0 0,-1-1 2 0,0-6-4 16,1 5-4-16,-1-5 1 0,-2 0-2 0,1-4 7 15,-1-2-3-15,1-3 2 0,-3-3-4 0,-1 5 2 16,1-1 3-16,1 3-1 0,3 1-6 0,2 2 1 16,-1-2 1-16,1 4 2 0,2 0 3 0,-2-2-3 0,2 7-1 15,0-5 0-15,0-2 7 0,0 0-10 0,0-2 8 16,-4 0-9-16,2 2 10 0,-1 2-7 0,-1-4 1 16,0 0-3-16,1 0 5 0,-1 0 2 0,0-1-1 15,1-3 2-15,1 2-4 0,0-1 2 0,0-3-1 16,0-3 0-16,0 2-7 0,2-4 5 0,0 0-2 0,2-4 4 15,2 0 12-15,0-1-6 0,1-4 1 0,2 3-3 16,1-3-2-16,-1-2 6 0,4 1-1 0,-5-8 4 16,0-1 0-16,-1 1-2 0,3-3 4 0,-1-1-3 15,12 3 5-15,-3-3 0 0,-1 0-5 0,9 1 1 16,-9-3-12-16,4 6 1 0,-4-7 6 0,-2 1-2 16,1 2 1-16,-2 5 0 0,2 1-6 0,-2-3 4 15,-3-1 0-15,-2-3-3 0,-1 1 0 0,1 0-1 0,-5-4 2 16,2 2 3-16,0-1 3 0,-1 1-2 0,1 0-7 15,0 0 1-15,-1 2 2 0,1-1 1 0,0-1-2 0,0 0 1 16,-1 0-5-16,1 0 4 0,0 0 4 0,-1 0-6 16,1-1 5-16,0 1-5 0,0 0 8 0,-1 0-7 15,1 0-1-15,0 0-3 0,-2-2-9 0,1 0-12 16,3 0-14-16,-4 0-3 0,3 0-64 0,-1 0-17 16,-2 0-7-16,2 0-6 0,-3 0-58 0</inkml:trace>
  <inkml:trace contextRef="#ctx0" brushRef="#br0" timeOffset="-206578.1">10942 9159 283 0,'0'0'79'0,"0"0"-5"0,0-2 45 0,0 0-19 16,0 0-5-16,0 0-54 0,0 0-30 0,0 0 9 0,0 1-16 16,0-1 1-16,0 0 7 0,0 0-5 0,2 0 6 15,0 2-13-15,0 0 5 0,1 0 1 0,1 0 2 16,0 0 7-16,7 2-7 0,2 4 2 0,0-1-3 15,-2 1 17-15,2 1 2 0,-2 1-3 0,2 1 2 16,-2-5-11-16,-3 9 0 0,-1 0-2 0,-3 0 1 16,-2 0-7-16,5-2 2 0,-1 2-7 0,-5 0 3 15,-1 0-20-15,-5 0-7 0,-8 5-6 0,-8 1-4 0,-10-4-48 16,1-4-119-16</inkml:trace>
  <inkml:trace contextRef="#ctx0" brushRef="#br0" timeOffset="-205926.06">10730 5540 228 0,'0'0'31'0,"-2"-2"-2"0,1 0 47 16,-1-2-14-16,-2-3 10 0,4 5-46 0,0 0-21 15,-2-2 2-15,0 1-7 0,0 1-5 0,1 0-1 0,-1 2 6 16,0 0-4-16,0 0 1 0,0 2-18 0,0 0 1 16,0 0-3-16,1 1 20 0,1 1 17 0,0 0 6 15,1-1 9-15,1 1 61 0,2 0-36 0,2 0 9 16,16 9-24-16,2-2-16 0,0-4-9 0,-2-1 5 0,1-3-7 15,-3-1-5-15,-3 2 0 0,3 0-5 0,-3 1 5 16,0 3 6-16,-2-1-10 0,-4 1 1 0,0-1-4 16,-4-3 0-16,-1 16 9 0,-4 1-1 0,13 1 3 15,-6 2 1-15,-4 2-12 0,-5 0 3 0,-1 0-5 16,-5 2 3-16,-1-6 6 0,-5 2-1 0,3-5 3 16,0-2 1-16,1-4-12 0,3-4 8 0,3-2-8 0,-13 1 12 15,0-3-10-15,-1-3-2 0,-1 2-4 0,0-2-29 16,2 9-11-16,4-4-20 0</inkml:trace>
  <inkml:trace contextRef="#ctx0" brushRef="#br0" timeOffset="-200797.79">10346 4903 256 0,'0'0'-31'0,"0"-2"28"16,0 0-2-16,0 0 3 0,0 0 27 0,0-1-9 0,0-1 5 16,0 2-7-16,0 0 6 0,0 0-9 0,0 1-11 15,0-1 9-15,0 0-9 0,0 0 22 0,0 0 15 16,0 2 0-16,-2 0 3 0,0 0-13 0,0 0 0 15,1 2-7-15,-1 0 8 0,0 2-1 0,-2 1-18 16,-9 14 6-16,0 3-11 0,2 0 5 0,2 1 3 16,-1-1-2-16,3 0 3 0,0-1-5 0,1-3-8 15,2-3 4-15,1-2-5 0,1-4 8 0,0-3 12 0,0 1 0 16,2-5 7-16,-2 2 26 0,0 0-2 0,0-1-5 16,1-1-1-16,-1 0-26 0,0 0-4 0,0-2-1 15,0 0-1-15,2-2 0 0,0-2-12 0,-2-7 2 16,0-11-5-16,2 0 2 0,0-3 8 0,0 3-6 0,2 0 5 15,2 0-14-15,2-1 9 0,-1 1-1 0,3 2 3 16,-1-3-7-16,2 1 4 0,1 2 0 0,3-6 1 16,-2 3 1-16,4-1-1 0,-1 0-1 0,-12 0 0 15,22 4-8-15,2-1 4 0,0 6 0 0,-3 2 3 16,-3 0 6-16,-1 8-5 0,1-1-2 0,-1-7-3 16,-1 4 0-16,1 5 5 0,-3 4-2 0,-3 2 2 15,-7 0-3-15,-4-2-1 0,15 24 0 0,-10-5 0 16,-1 3 4-16,-6 4 6 0,-4-4-1 0,-4 0 2 0,-3 1-7 15,0-7-2-15,-2 3 0 0,9-4 0 0,-18-2 3 16,2-2 8-16,-4-2-6 0,-2-1 6 0,5-1-4 16,-1-1-3-16,0-3 3 0,3 1-3 0,-1 0 2 0,1-1 3 15,1-1-3-15,1 0 1 0,2 0-9 0,6 5 6 16,1-1 3-16,5-4 1 0,1-2-3 0,-2 2 5 16,0 0-8-16,1-1 6 0,-1 1-7 0,2 0 1 15,0 0 2-15,0 0 0 0,0 0 7 0,2 0-8 16,0-1 5-16,0 1-6 0,2 0 2 0,0 0-5 15,2 0 6-15,3 2-5 0,6 3 2 0,2 2 1 16,-4-3-2-16,-3-2 2 0,7 5 7 0,-4-4-10 0,2 3 2 16,0-3-5-16,-4 1 5 0,-2-2 4 0,3-1-3 15,-5-1 3-15,4 2-3 0,1 0-1 0,-7-2 0 16,7 1-1-16,-5-1-19 0,-1-2 5 0,7 4-11 16,-5-2 1-16,1 0-85 0,-1-2-16 0,-3 0-10 15,1 0 3-15,-2 0-19 0</inkml:trace>
  <inkml:trace contextRef="#ctx0" brushRef="#br0" timeOffset="-200610.78">10643 4882 122 0,'0'0'17'0,"0"0"0"16,0-1 34-16,0-1-9 0,0 0 10 0,0 0-16 15,0 0-10-15,0 0 6 0,0 2-9 0,0 0-5 16,0 0 9-16,0 0-15 0,0 0 12 0,0 0-19 0,0 2 7 15,0 0 3-15,0 0-2 0,-2 0-7 0,0 1-2 16,0 3-4-16,-1 7 3 0,-1 0-3 0,0-2-3 16,2 2 0-16,1-2-2 0,-1-1-8 0,2-1-34 15,0-2-5-15,2-1-20 0,-2-4-128 0</inkml:trace>
  <inkml:trace contextRef="#ctx0" brushRef="#br0" timeOffset="-200349.75">10961 4784 196 0,'0'0'80'0,"-2"-2"1"0,0 0 20 0,0 1-21 0,-2-1-11 16,1 2-48-16,-9-2-15 0,-1 2 1 0,0 0-6 16,2 2 2-16,0 1 4 0,2 1-4 0,1 0 3 15,3 0-13-15,-1 9 13 0,3 3-6 0,-1 1 9 16,0 1-8-16,-9 1 11 0,4-2 0 0,1 3 3 15,3-1 4-15,1 3-7 0,2 2 2 0,0 0-4 16,2 2 0-16,0 4-3 0,0-2-7 0,0 0 3 16,0 0-5-16,0-2 5 0,0 0 5 0,0 0-4 0,-1-2-4 15,-1-2-26-15,-2-2-7 0,0-3-11 0,1-4-62 16,-1 0-93-16</inkml:trace>
  <inkml:trace contextRef="#ctx0" brushRef="#br0" timeOffset="-200174.65">10676 5016 74 0,'0'0'59'0,"0"0"-8"0,0-2 32 16,0 0 10-16,0 1-19 0,0-3-25 0,0 0-14 16,0 0-13-16,2 1 5 0,0-1-23 0,2 0 14 15,9-5-10-15,9-6 9 0,0 2-13 0,4 0 8 16,-3 4-2-16,-3 0 2 0,-3 3-10 0,-6 2-2 16,0 1-1-16,-5 1-1 0,-3 2 1 0,1-2-13 0,0 0 4 15,0 0-12-15,-1 0-28 0,-1 2-111 0</inkml:trace>
  <inkml:trace contextRef="#ctx0" brushRef="#br0" timeOffset="-199970.31">10942 4355 879 0,'0'-2'100'16,"0"-1"30"-16,0-23-29 0,4-2-66 0,-2 11 9 0,-1 8-20 15,-1 7-18-15,2-2-6 0,0 2 0 0,0 0-7 16,0 2-4-16,0 2-9 0,0 9 3 0,-2 32-24 16,-6 9-18-16,-7 0-7 0,-4 8-11 0,2-8-73 0,-1 3-161 15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13:19.7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18020 7077 5 0,'0'0'0'0,"0"0"9"16,0 0 3-16,0 2 5 0,0 0 7 0,0 0-12 15,0 0-1-15,0-1 1 0,0 1-13 0,0 2 11 16,0 0-13-16,2 7 15 0,-1-2 8 0,-1-1 0 0,0-1 11 16,0-1-4-16,2 5-5 0,-2 0 2 0,0-2-16 15,2 4 9-15,-2-2-7 0,0 2 7 0,0 0-16 16,0-2 10-16,0 4-1 0,0-2 3 0,0 0-7 0,0 0 13 16,0-3-3-16,0-3 10 0,0-1 23 0,0-5 26 15,0 3-4-15,0-2 8 0,0 2-34 0,0-1-1 16,0 1-8-16,2 0 2 0,0-2-22 0,0 0 14 15,0-1-6-15,1 1 7 0,7 0-19 0,14 2 6 16,-2-4 0-16,6-2 2 0,0-2-2 0,9-5 2 16,2-4-3-16,7-4 5 0,1-5 7 0,-1 18 3 15,2-33 1-15,4-11 0 0,4-4-8 0,9-11 1 16,7-2-7-16,10 0 6 0,5 3-11 0,10 9-12 0,-6 2 3 16,-9 7-7-16,-6 5-18 0,-15 2-16 0,0 5-10 15,2 4-3-15,-1 2-55 0,5 4-110 0,-1 0-65 16</inkml:trace>
  <inkml:trace contextRef="#ctx0" brushRef="#br0" timeOffset="7048.97">13892 4630 13 0,'-2'0'0'0,"1"0"3"0,-3 0 41 0,-7 0 0 0,-4 0 6 16,-2 0-18-16,4-2-4 0,4 0-20 0,0 0 2 15,1 1-3-15,3-1 5 0,-3-2-4 0,3 2-5 0,-3-2 2 16,1-1-1-16,1 1-6 0,-3-1 7 0,1-8-6 16,-1 1 9-16,-4 5-6 0,4-2-3 0,-2 3 1 15,1 2 9-15,-3-5 6 0,-1 2 0 0,-3-1 0 16,0-1 5-16,2 5 3 0,2-1 2 0,-9-3-3 15,0 1-4-15,0-4-10 0,-1 5 6 0,8 1-7 16,1 1-2-16,-1 2 0 0,-4-5-6 0,-1 3 3 16,1 2-1-16,2 0-5 0,1-9 4 0,-1 2-5 15,-2 1-4-15,-1 3 10 0,0 1-1 0,-3 0 4 16,3 2-1-16,-1 2 0 0,-1 0-7 0,-2 0 4 0,2 0 0 16,-1 0 0-16,-1 0 2 0,2 0-2 0,-4 0-1 15,2 0-2-15,0 0 2 0,-2 2-2 0,0 0 6 0,2 0 3 16,-4 2-6-16,6-2 2 0,1-1-8 0,-5 1 8 15,4 0 0-15,-6 0 3 0,4 0 2 0,-4 0-7 16,2 0 5-16,4-1-5 0,-4 3 5 0,3 0-4 16,3-2 4-16,1 0-4 0,-1-1 12 0,3 1-13 15,-3 0 4-15,3 0-7 0,-1 0 4 0,1 0-6 16,0 0 3-16,-1-1-4 0,-1 1 12 0,0 0 0 16,1-2-4-16,-1 0 2 0,-1 0-11 0,-2 0 10 15,1 0-7-15,-1 0 9 0,0 0-2 0,1 0-3 0,-3 0 6 16,-6 0-6-16,1 0 1 0,-3 0 10 0,4 0-4 15,4 2 7-15,0-2-8 0,-4 4-5 0,0-2 7 16,0-1-5-16,-3 3 5 0,1 0 5 0,-1 0-7 0,3-1 7 16,2 1-14-16,2 0 4 0,1-1-1 0,1 1 3 15,0 2 1-15,1-3-2 0,1 1-4 0,1 2 0 16,-1-1-8-16,1 3 8 0,1-1-1 0,1-1 2 16,0 1-2-16,1 1 4 0,-5 1 1 0,1 0 0 15,-4 0-7-15,1-1 7 0,3 1-8 0,-2 0 7 16,-1 1-4-16,-1-1 1 0,0 0 2 0,2 2-2 15,0 1 0-15,-1-1 0 0,-1 0 0 0,4 0 0 0,-1 0 3 16,1 0-3-16,5-1 0 0,0 1-1 0,0-9-1 16,0 11 1-16,2 0 1 0,-1 1-2 0,-1 1-2 15,-4 0 4-15,4 0 4 0,0 0-1 0,1 0 2 0,-1-1-5 16,4 1-2-16,-6 2-1 0,4 0 2 0,-2-1 1 16,0 3 2-16,2 0-2 0,4 1-8 0,0 0 12 15,-1 1-7-15,-1 1 9 0,2 2-8 0,-2 2-5 16,0 4 1-16,-2 0-2 0,0-1 6 0,2 5 3 15,-2-1-1-15,1 3 0 0,1-1-5 0,0 0-2 16,-2-1 6-16,2-1-3 0,-2-2 8 0,-4 1-7 16,4 0 0-16,-5-6-4 0,3 1-3 0,-2-2 9 15,-1-1-8-15,-1 0 9 0,-1 0 0 0,1 0-1 16,-1 4 3-16,-1-2-3 0,4 2-7 0,1-2 14 0,5 2-7 16,-1 0 9-16,-1 3-15 0,4 1 4 0,2 1-1 15,3 2 3-15,2-1 3 0,0 7 6 0,-20-1-1 16,11 3 0-16,9 4-7 0,2-5 6 0,4-1-2 0,-1-4 5 15,5-3-7-15,-1-1-5 0,1-5-3 0,1 0-1 16,-2 0 4-16,-1 0-2 0,1-1 4 0,-1 1-5 16,1 0 6-16,3 0 0 0,-1-2 2 0,4 0 0 15,0 0 4-15,0 0-4 0,2 2-2 0,0 1 0 16,-2 1 1-16,2 4-5 0,-1 1 2 0,1-2-5 16,0-3-5-16,2 3 8 0,-2-3 1 0,1 2 2 15,-1-3-6-15,0-4 3 0,0-3-1 0,-11-4 4 0,16-1 14 16,-3 0-10-16,1-2 9 0,1-2-9 0,0-2 4 15,-1 4-4-15,4 0-4 0,1-1 2 0,-3-1 3 16,-1 2-3-16,1-2 5 0,0 2-5 0,-3 0 1 16,2 0 0-16,-3 0-1 0,-1 1 0 0,2-1-6 0,0 2 5 15,-1-2-5-15,5 0 5 0,-3-1 0 0,5-1 11 16,-3-1 0-16,2-3 6 0,6-2 9 0,0-1-8 16,2-2-2-16,3-1-2 0,-3 16-11 0,0-6-8 15,3-2 3-15,-3-4-4 0,0 1 9 0,-3-1-4 16,3 3-2-16,0 1-3 0,0 2-1 0,-3 2 7 15,3-14 2-15,-4 22 1 0,2 3-3 0,0 5-3 16,1 1 0-16,5-2 0 0,-4-3 2 0,3-2 0 0,0-1 2 16,-1 4 0-16,0-6 2 0,-1-4-1 0,3-1 1 15,-1-8 2-15,0 1 7 0,-1-3 3 0,-4-3-9 16,0-2 6-16,0 1-12 0,-4-1-2 0,2 4-2 16,0-2 0-16,0 1-4 0,-4 4 4 0,4 1 0 15,-4 4 1-15,0 1 6 0,1-2 0 0,-3 0 1 0,1 2-2 16,3 0-8-16,-2 0 5 0,4 2-3 0,2-3 4 15,3-1 5-15,-1 0-8 0,0-1 5 0,1-1-4 16,-6 0 8-16,6-2-9 0,1-1 3 0,1-1-5 16,2-1 8-16,1-5 0 0,-5 1-3 0,3 19 0 15,1-8-10-15,-2-6 10 0,1-1-9 0,1-3 8 16,0-1-19-16,-1 0 9 0,-5 2 3 0,3 0 2 16,0-1 12-16,3 1-8 0,4 0 4 0,0-1-5 0,-2 1 4 15,4 0-1-15,-6 0 0 0,4 1 0 0,4 1-4 16,-4-1 4-16,2 1-5 0,-4-1 6 0,-2-1 6 15,-2-2-6-15,-1 0 4 0,-2 0-5 0,1-2 1 0,-1 0 4 16,-2-4 2-16,3 0 1 0,1-1 0 0,-2-1-6 16,1 1-1-16,1-1-1 0,1 0 5 0,3 3-9 15,1-3 4-15,2 2-5 0,-4 1 0 0,0-3-3 16,2 2-4-16,-1 1 2 0,-1-1-7 0,2 0 0 16,-5 1 3-16,-6-1-1 0,0 0 9 0,-4 0 3 15,-2-1 0-15,4-1 2 0,-1-1 2 0,-1-1-3 16,4-3 3-16,0 0-1 0,0-2 10 0,2 0-10 15,2-4 2-15,-1 1-5 0,3-1 1 0,3 0-2 0,-5 2 4 16,7-3-3-16,-2 3-11 0,-1 0-34 0,5 0 1 16,-8 4-8-16,-1 0 16 0,0-2 5 0,-3 0 11 15,-1 0-2-15,-3 0 25 0,-3 2 8 0,-5 2-8 16,0 7 8-16,-2-15-6 0,-2 0 2 0,2 1-1 0,-2-3 1 16,0 1 3-16,2-3-9 0,2 1 2 0,0-1-5 15,2 1 5-15,3-2 0 0,1-1 0 0,1 1-1 16,2-2-16-16,0 2-29 0,2-3 0 0,0 3-10 15,0 0-8-15,-2 1 45 0,0 3-9 0,0-1 23 16,-1 1 10-16,-7 1-5 0,5 0 9 0,-8 2-7 16,-4 1 25-16,2 1 8 0,-5-2-4 0,5 2 3 15,0 0-29-15,-2 0 2 0,1 2 0 0,-3 0 1 0,1-1-6 16,-1 1-4-16,-1-2 2 0,-1-3-1 0,-3 3 7 16,4-4 0-16,-1-2-9 0,-1-3 4 0,5-4-10 0,0-4 21 15,6-3-8-15,2-2 13 0,2-6-1 0,-1 2 2 16,-1-2 9-16,-4 6-7 0,0 1 6 0,-4 3-9 15,-5 1-1-15,1 4-1 0,-1 0 2 0,0 0-9 16,1 4 7-16,1-1-8 0,-2 3 5 0,1-2-4 16,-1 1-5-16,-2 1 3 0,0-2-8 0,0-1 2 15,14-1 6-15,-5 0 0 0,-3 2 14 0,-3-4-8 16,-1 0-5-16,-2-8 0 0,-2-3-6 0,0-4 12 16,0 0-9-16,-2-1 8 0,-2-5-15 0,3 8 12 15,-5-5-4-15,0 7 5 0,-3 1-12 0,-2-1 10 0,2 8-4 16,-4 1 7-16,0 0-3 0,0 2 2 0,0 0 1 15,0 2-1-15,-2-2 3 0,2 3-5 0,0-1 9 16,0 4-9-16,-2-4 3 0,13 1 1 0,-26-3-12 16,8 2 7-16,5-2-11 0,-2-5 12 0,1-1-2 0,-3-5 5 15,-1-6-7-15,1-3 2 0,0-4 2 0,1-6-2 16,-1 0 5-16,3 3-7 0,-5 4 8 0,4 7-8 16,-1 1 1-16,-1 5 5 0,1 3 0 0,-5 3 2 15,1 2 2-15,-4 2-1 0,-2 2-3 0,-3 2 2 16,-6 0 7-16,-2-1-6 0,-4 1 6 0,-7-4-7 15,3-3-1-15,-5-3 1 0,4 2-9 0,0-1 7 0,-2-1-9 16,5 1-21-16,-3 1-2 0,5 8-16 0,0 5-82 16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17:23.95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6347 7192 60 0,'0'0'16'0,"0"-2"21"0,0 1-7 0,0 1-6 15,0-2 6-15,0 2-7 0,0 0 1 0,0-2-1 16,0 2-8-16,0 0 6 0,0-2 2 0,0 2 11 16,0 0-8-16,0 0 6 0,0 0-20 0,0 0 9 15,0 0 5-15,-2-2-2 0,0 0 3 0,2 0 2 16,0 1-7-16,0-1 5 0,-4-21-13 0,2 1-8 15,2-2 1-15,0-4-4 0,2-2 2 0,2-1 1 16,1-3 1-16,1 3-2 0,0-1-1 0,-1 3-3 16,1 1-1-16,-1 2 0 0,1 2-4 0,-1-1 6 0,1 1-2 15,-2 2 4-15,-1 0-1 0,-1 0-3 0,2-1 0 16,0 3 0-16,-1-1 3 0,1 3 0 0,0-3-3 16,0 5 1-16,-1-3 4 0,1 2-10 0,0-1 7 15,-1-1-7-15,1 1 11 0,0-3-5 0,0 1 2 0,-1-2-3 16,-1 1 0-16,2-5 0 0,-2-2 0 0,-2 4 0 15,2-4 0-15,-2 2 3 0,0-3 1 0,0-5 2 16,0 1-4-16,0-3 0 0,0 3 2 0,0 2 0 16,0-1 4-16,0 4-2 0,0 4 0 0,0 0 0 15,0 2 2-15,0 1-4 0,0 4 1 0,0 1-1 16,0 1-5-16,0 0 9 0,0 0-10 0,0 2 10 16,0 0-10-16,0 0 6 0,1 2 1 0,1 0 2 0,0 0-5 15,0 0 0-15,0-1 2 0,0 1-1 0,0-2 5 16,-1-2-7-16,-1-1 1 0,0 1-2 0,2-2 2 0,0-3 1 15,-2 1 0-15,0-1 0 0,0-1 2 0,0 1 1 16,-2-1 3-16,0-1-2 0,-1 0 8 0,-1 1-11 16,-2 3 7-16,3-1-6 0,-1 1 9 0,-2-3-8 15,1 1 1-15,-1 0-2 0,1-1 6 0,-1 4-12 16,2 3 1-16,3 1-3 0,-3-2 8 0,2 0-1 16,0 0 0-16,0 2-1 0,0 2-9 0,1-2 8 15,-1 2 3-15,0 0 3 0,-2-2 2 0,0-2-7 16,1 2-2-16,-1-2 0 0,0 0 2 0,1 2-3 0,1 0 5 15,0 2-5-15,0-2-6 0,0 0 5 0,0 2-2 16,0-2 3-16,2 0 6 0,0 2-4 0,0-1 2 16,0 3-3-16,0 0 2 0,0 3-4 0,0 1-1 15,0-3-1-15,0 3 3 0,0-3 0 0,-1 1 3 16,-1-1-1-16,0-1 3 0,2 4-5 0,-2-5-3 0,2 3 1 16,0-1 1-16,0 1 4 0,0-2-1 0,0-1 3 15,0-1-7-15,0 2 3 0,0 0-4 0,0-2 3 16,0-1-4-16,0 0 2 0,0 0 7 0,0-1-5 15,0 2 7-15,0 2 4 0,0-2-6 0,0-2 5 16,0-2-7-16,0-2 2 0,-2 1-3 0,0 3 4 16,0-2 0-16,-1 0-7 0,1 4 5 0,0 3-5 15,-2-5 4-15,1 2 2 0,-1 2-7 0,-2-6 3 0,4 6-1 16,-1-6 2-16,-1 6-1 0,0-3-1 0,1-2 0 16,1 6-5-16,-2-3 7 0,2 2-4 0,0-1 11 0,0 1-7 15,-1 0 1-15,1 1-3 0,-2-1 3 0,0 0-5 16,1 0 3-16,1-1-3 0,-2 1 2 0,0 0 0 15,1-2-1-15,-1-2 1 0,0 0 2 0,1 1 1 16,-1 1-4-16,2 4 1 0,0-2 0 0,0-1-5 16,0 3 7-16,1 1-5 0,-1 1 3 0,2 1 2 15,0 2-1-15,0-2 2 0,0 3 4 0,0-3-7 16,0 0-3-16,0 2 0 0,0-1 6 0,0-1-5 16,0 0 4-16,0 2-6 0,0-1 3 0,0 1 0 15,0-2 5-15,0 0-3 0,0-1 6 0,0-1-5 16,0 1-3-16,0 1-1 0,0 0-9 0,0 0 12 0,0 3-5 15,2-3 6-15,-1 0-4 0,1 0 7 0,0 1-5 16,0-1 5-16,0 0-4 0,0 1-1 0,0-1 0 16,1 2-1-16,-1-2-3 0,2 1 4 0,0-1 0 0,-3 0 0 15,3 1 5-15,0 1-6 0,-2 0 1 0,1-2-4 16,1 0 0-16,0 1 9 0,0-1-2 0,-1 2 3 16,1 0-12-16,0 0 6 0,-1 1-1 0,1-1 3 15,-2 0 2-15,0 0-4 0,2 0-1 0,-3 0-2 16,3 0-1-16,0 1 5 0,0-1 0 0,-1 0 2 15,1 0-8-15,-2 2 5 0,3-2-3 0,3 0 4 16,-1 0-1-16,3 1-1 0,-3 1 1 0,2-2 0 0,1 2 4 16,-1 0-4-16,4 0 0 0,-2 0-2 0,6 0 2 15,-4 0 0-15,3 0 0 0,1 0 0 0,0 0 4 16,7 0-4-16,-9 0 0 0,5 0-2 0,-1 0 4 0,-1 0-1 16,1 0 2-16,-4 0-3 0,3 0 0 0,-1 0-3 15,0-2 1-15,3 0-4 0,-5 0 8 0,2 0 0 16,-2 2-2-16,-4-2 1 0,4 1-6 0,-2 1 9 15,1-2-1-15,-1 2 4 0,-1 0-13 0,-1 0 3 16,0 0-3-16,-2 0 5 0,2 0 4 0,-1 0-1 16,-3 0-1-16,0 0-1 0,3 0 0 0,-5 0-2 15,3 0 2-15,-5 0-1 0,3 0 10 0,1 0-8 16,-3 0 3-16,4 0-5 0,-1 0-6 0,-1 0 9 0,1 0-5 16,0 0 5-16,-1 0-8 0,-2 0 5 0,-1 0 5 15,1 0-2-15,0 0-1 0,-2 0-1 0,1 0-4 16,-1 0 3-16,2 0-2 0,-2 0-2 0,0 0-10 15,1 0-2-15,1 0-82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17:28.160"/>
    </inkml:context>
    <inkml:brush xml:id="br0">
      <inkml:brushProperty name="width" value="0.08819" units="cm"/>
      <inkml:brushProperty name="height" value="0.35278" units="cm"/>
      <inkml:brushProperty name="color" value="#00B050"/>
      <inkml:brushProperty name="tip" value="rectangle"/>
      <inkml:brushProperty name="rasterOp" value="maskPen"/>
    </inkml:brush>
  </inkml:definitions>
  <inkml:trace contextRef="#ctx0" brushRef="#br0">6343 7075 256 0,'0'0'-14'16,"0"0"19"-16,0 2 20 0,0 0 8 0,0 0 12 0,0 0-7 16,0 0-13-16,0-1-14 0,0 3 11 0,0 0-10 0,0 0 1 15,0-1 8-15,0 1-5 0,0 0 6 0,0-1 8 16,0 1 1-16,0-2 3 0,-2 0 5 0,0 0-8 16,0 0 2-16,0-1-4 0,1-1-2 0,-1 0 11 15,0-1-2-15,0-1 6 0,0-6-6 0,-5-21-12 16,1-5-2-16,2-3-3 0,1-2-7 0,3 2 4 15,0 0-3-15,-2-4 2 0,0 2-8 0,0 0-1 16,2 2 0-16,0-2 1 0,0 0 1 0,0 0 0 16,0 2 2-16,0-2-1 0,2 0 0 0,0-4-11 15,0-5 5-15,-2-4-6 0,2-4 7 0,-2-2-3 16,-2 1 1-16,2 5 0 0,-2 2 0 0,0 3 1 0,0 7-2 16,0 2 3-16,0 5-5 0,1 5 1 0,1 2-2 15,-2 2 3-15,0 0 1 0,0 2 3 0,0 1-5 16,2 3 2-16,0 1-7 0,0 2 5 0,0 0 1 15,0 2 1-15,0 0-1 0,0 6-1 0,0-1 1 16,0 3-1-16,0 1-2 0,0 0 2 0,0 1-5 0,0 1 5 16,0 0-6-16,0 0 4 0,0 2-4 0,0 0 4 15,0 2 0-15,0 0 2 0,0 0 1 0,0-1-1 16,0 18-1-16,0 0-5 0,0 3 7 0,0 0-6 16,0 2 6-16,0 0 4 0,0 2-5 0,0 2 5 15,0 6-6-15,0-1 1 0,0 4 0 0,0-1 1 0,0 6-12 16,0 3 10-16,0 3-1 0,0 6 5 0,0-4 5 15,2 0-8-15,0-2-2 0,0 1 0 0,0-5-5 16,-2 1 10-16,0 1 0 0,0 1 2 0,0 3-7 16,0 0-3-16,-2 4 4 0,2-4-2 0,-2-2 9 0,2-3-3 15,0-6-4-15,0-2 1 0,0 2-7 0,0-9 7 16,0 1-1-16,2-3 1 0,0-8-3 0,1-1 3 16,1-2 0-16,0-2 1 0,-1-1-2 0,1-1 6 15,0-1-3-15,-2-5 5 0,0 0-7 0,-1-3 0 16,1 2 0-16,-2-4 0 0,2 1 4 0,0 1-4 15,0 0 5-15,0-2-4 0,0-1-1 0,-2-1 2 16,0 0-1-16,0-1 2 0,0-1-4 0,0-2 3 16,-2-18-2-16,0-8 4 0,0-2 7 0,0-3-10 0,0-4-1 15,0 2-2-15,2-2 1 0,-1-4 2 0,1 6 2 16,-2 0-1-16,0 2-2 0,0-1 1 0,0 3-1 16,-2 0 0-16,1-3-3 0,-1 5 6 0,-2-1-3 15,1 3 4-15,1 1-7 0,-1-2 3 0,1 0 3 0,-2-1-1 16,1-3-7-16,-1-8 8 0,1-1-9 0,-1-5 10 15,0-8-5-15,1 2 3 0,-1-2 2 0,4 2-1 16,-1 4-6-16,1 4 5 0,0 1-2 0,-2 3 3 16,2 1-8-16,1 2 7 0,1 2-1 0,0 3 3 15,0-1-5-15,0 0-3 0,0 1 4 0,0 1-1 16,0-2 4-16,0-8-1 0,0 6-2 0,0-4 1 16,0 2-4-16,0 6 2 0,-2-1-3 0,2 6 3 15,0 6 0-15,0 3 1 0,0 3 1 0,0 1-1 0,0 4-7 16,0 3 6-16,0 5 0 0,0-1 2 0,0 0-1 15,0 2-3-15,0 0-8 0,0 2 4 0,0 0-6 0,2 2 1 16,-1 2 0-16,1 5-1 0,2 17-1 0,0 2 9 16,-1 2 1-16,1-2 2 0,0 1 2 0,0 5-13 15,-1-3 7-15,3 1-10 0,-1-1 1 0,1-5-23 16,1 2-8-16,1 0-5 0,-1 2-33 0,1 1-23 16,1 3-5-16,0 1-11 0,1 2-77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13:56.37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11564 3911 22 0,'0'0'-1'16,"0"0"10"-16,0 0 7 0,0 0 1 0,0 0 0 15,0 2-11-15,0 0 6 0,0 0 0 0,0 0 5 16,0 0 3-16,0 0-6 0,2-1 1 0,0 1-1 0,0 0 10 16,-1 0-1-16,3 0 8 0,2-2-6 0,12 0 7 15,6-2 1-15,2-2-7 0,2-1 5 0,0-1-13 0,0 1-6 16,3-1 4-16,1 2-3 0,5-1 7 0,0 1-19 16,2 0 5-16,-3 1-8 0,-3 1 2 0,-3 0 9 15,-4 2-9-15,0 0 10 0,-4 0-13 0,0 0 7 16,-3 2-4-16,-6-2 6 0,5 2-5 0,-1-1-4 15,2 1 7-15,-1 0-5 0,-1 0 13 0,-4-2-5 16,2 2 4-16,-4 0-5 0,-2-2 0 0,2 2-8 16,-1-2 6-16,-1 0-4 0,2 1 8 0,-4-1 2 15,1 0-7-15,-3 0 5 0,-1 0-12 0,-2 0 5 16,0 0 1-16,2 0 4 0,-1 0 7 0,1 2-2 0,0 0 2 16,-2 0-3-16,-1 0-8 0,1 0 6 0,-2 0 1 15,0-1 2-15,0 1 0 0,0 0 1 0,-2 0-11 16,1 2 7-16,-1-1-3 0,-2 3-4 0,-3 5 9 15,-1 0-8-15,-1 0 5 0,0 2-10 0,-1 0 6 0,3 0-6 16,-1-1 2-16,1 1 7 0,0 0-6 0,-1 0 8 16,1 1-6-16,1 3-3 0,-1 2 4 0,-1 3-3 15,3-2 0-15,-1 5 0 0,3 0-1 0,-1 1 1 16,2 2 7-16,2 4-8 0,0-2 1 0,2 1-4 16,3 3 4-16,1 3 0 0,0-4 0 0,-1-5 0 15,1 0 9-15,-3-8-7 0,3 3 1 0,1 4-4 0,-1-2-1 16,0-3 4-16,-3-2 2 0,1-3 1 0,0 2-1 15,-1-3-2-15,-1-1 0 0,0-2 0 0,0-4 5 16,-2-1-6-16,0-1 3 0,2 3-3 0,-2-5 5 16,0 1-6-16,0-1 6 0,0-1-5 0,0 0 11 0,0-2-12 15,0 1 6-15,0 1-6 0,-2 0 9 0,0-1-3 16,-2 1 4-16,-3 0-4 0,-12 5-5 0,-7 0 10 16,0-1-8-16,-3-1 10 0,-7-1-9 0,-1-3 1 15,6 1-5-15,-1-2 5 0,1 0-5 0,-5 2 4 16,1-3 2-16,0 1-1 0,9 0 5 0,5 0-7 15,5-2 2-15,3 0-4 0,1 0 8 0,5 0-11 16,1 0 5-16,5 0-6 0,-1 0 10 0,-2 0-12 16,0 0 3-16,2 0-6 0,1 0 6 0,-1 0-2 15,0 0 1-15,2 0-2 0,0 0 6 0,2 0-7 0,0 0 3 16,5 0-5-16,17 4 8 0,6-1-3 0,3-1 3 16,1 0-3-16,1 0 4 0,-2 0-1 0,5 2 1 15,-1-1-1-15,0 1 4 0,0 0-5 0,-2-2 1 0,-1-1-2 16,-1 1 4-16,-1 0-4 0,-3 0 2 0,-5 0-4 15,1 0 3-15,-7 0 1 0,1-1 0 0,-3 1 0 16,-3 0-1-16,-3 0 4 0,1 0 1 0,-6 0 1 16,-1-2-6-16,0 2 0 0,0-1-3 0,-1 1 2 15,-1 2-2-15,0 0 4 0,-2-1 0 0,0 3 2 16,-2 3-2-16,-2 1 7 0,-1 1-2 0,-4 2 3 16,-3-2-7-16,-12 2-5 0,-2 2 4 0,0-2-2 0,0 2 13 15,-2-4-8-15,-1 2 1 0,1-4-2 0,-7 2 4 16,-1 0-3-16,3-1 2 0,3-1-2 0,4 0 0 15,-3-3-2-15,-1-1-2 0,4 3 1 0,2-3 10 0,5 3-9 16,1-1 7-16,-1-3-10 0,2 0-4 0,2-1 11 16,2 1-3-16,2 2 6 0,2-3-11 0,3 3 0 15,5-2 2-15,-1-1 0 0,-2 3 1 0,2-2-2 16,-2 1-3-16,1 3 2 0,1-5 2 0,0 3 4 16,0-1-3-16,2-1 3 0,0 7 1 0,0-7-3 15,2 3 3-15,-2-5-4 0,7 4-5 0,18 9 4 16,-5-6 0-16,10-2 1 0,-1-1 4 0,1 0 0 0,7-3-2 15,-5-1 0-15,1-2-10 0,-3 0 13 0,-4 0-4 16,4 2 7-16,-10-2-8 0,4 0 0 0,-3 0-3 16,-5 0 3-16,1 0 4 0,-6 0-4 0,-1 0 3 15,-5 0-4-15,-1 0 1 0,-2 0-1 0,-1 0 5 0,3 2-4 16,0 0-5-16,-2 0 7 0,0 1-7 0,-1 1 10 16,-1 5 0-16,-1 8-8 0,-3 0 6 0,-4-1-6 15,-3 1 8-15,0-2-3 0,6-4-2 0,-10 2-1 16,0 2-6-16,-2-6 12 0,4 2-2 0,0 4 5 15,4-4-16-15,5 2 5 0,-1 2 1 0,1 0 1 16,2-4 1-16,-7 2 1 0,1 2-2 0,3 0 4 16,1 3-3-16,2 3-6 0,0-1 3 0,1 8-4 15,-1 4 15-15,0 5-8 0,-2 2-1 0,0 7-4 0,1 4 9 16,-3 6-11-16,4 2 12 0,-1-1-12 0,1-7 6 16,2-3 4-16,0-6-3 0,0-8 4 0,2-1-2 15,1-8 1-15,1-4-3 0,0-5 2 0,-1-4-4 0,-1-3 4 16,2-1 0-16,0 0 2 0,-2-3-8 0,1 2-12 15,-1-1-5-15,0-1-3 0,0 0-35 0,0-1-24 16,0 1 0-16,-1-2-7 0,1 0-4 0,2 0-23 16,11-2 2-16</inkml:trace>
  <inkml:trace contextRef="#ctx0" brushRef="#br0" timeOffset="487.07">13163 4730 680 0,'0'-2'11'16,"0"1"0"-16,0-3-1 0,0-4-3 0,-2-1-2 16,2 7-5-16,0-1-10 0,0 1-2 0,0 0-4 15,-2 2-15-15,0 0 20 0,0 2-7 0,0 1 10 16,-9 18 1-16,-4 9 7 0,2-6-4 0,-2 4 4 15,1-1-4-15,1 1 0 0,0 4 9 0,1-1-5 0,1 5 15 16,0 1-18-16,4 0 3 0,-1 0-8 0,5 0 6 16,1-3 4-16,0-1 5 0,2-1-1 0,2-3 4 15,1-6 2-15,3 1-9 0,-2-8 7 0,-1-3-8 0,3 0 5 16,-2-5 9-16,-2-4-5 0,1 3 7 0,1-3-7 16,0-1 6-16,-1 1-4 0,1-2 5 0,0 0-6 15,0 0-4-15,-3-2 3 0,1-2 3 0,-2 0-9 16,15-31 1-16,-4-3-3 0,-3 3 10 0,-3-2-6 15,-1-1 0-15,0 1-2 0,-2 0 1 0,-1-1-1 16,1 7 5-16,2-1-5 0,0 4 3 0,-1 4 0 16,3-1-1-16,0 3 0 0,-1 1-6 0,1 3 3 15,-1 1-4-15,1 2 4 0,-1 2-5 0,-1 3-3 16,2-1 6-16,-4 5-3 0,11-3 12 0,0 3-9 0,1 0-4 16,1 3 0-16,0-10 4 0,0 3-4 0,0 4 1 15,0 3-4-15,-4 1 2 0,0 0-11 0,-4 0 3 16,1 1-8-16,-4-1-2 0,1 2-2 0,-1 0-6 15,0 0 0-15,1 7-30 0,1 4-14 0,-4 0 8 0,9 2-9 16,-2 2 1-16,-5-2-6 0,-2-2-5 0,-2-2 6 16,0-4 19-16</inkml:trace>
  <inkml:trace contextRef="#ctx0" brushRef="#br0" timeOffset="961.99">13499 5239 342 0,'0'-2'39'0,"0"0"2"16,0 0 26-16,0-1-13 0,0-1 4 0,0 0-18 0,0 1-28 16,2-1 6-16,-1 2-15 0,1 0-2 0,0 2 0 15,0 0-5-15,0 2 4 0,0 2 0 0,3 20-2 16,-3 9 2-16,-2-1 0 0,0 1 1 0,-2-3 1 16,-1 2 3-16,-1-8-2 0,0-6-4 0,-1-1 5 15,1-6-1-15,2 2 7 0,0-4 3 0,0 2-6 16,0-3-6-16,2-6 2 0,0 1 6 0,0 1 1 15,-1 0-2-15,-1 0 0 0,2-1-5 0,0-1-2 16,2 0 2-16,-1-2-3 0,3 0 0 0,7-6-11 0,10-7 11 16,7 8-10-16,-8-21 12 0,4-2-6 0,0 2 5 15,-3-2-4-15,-3 2 5 0,1 6-1 0,-10-1-3 16,0 8 2-16,-1 6 4 0,-6 3 4 0,1 2-6 16,1-1 4-16,0 1-13 0,-1 0 10 0,-1 2-5 0,0 0 7 15,0 2-5-15,0 5-2 0,3 21 6 0,-3 0-4 16,-2 2 10-16,0-4-10 0,0 0 4 0,0-4-5 15,0-4 4-15,0-1-1 0,0-2-1 0,0-2 1 16,0-4 5-16,0 1-4 0,0-5-1 0,0-1 1 16,0 0 6-16,0-1-4 0,0 1 0 0,0 0-2 15,0-2 3-15,0-1-3 0,0 1 0 0,0 0-2 0,0-2-14 16,0 0-1-16,0 0-5 0,2-2 2 0,0 0-25 16,0 1-20-16,0-3 1 0,5-11-6 0,2-4-3 15,3-5 5-15,1-4 0 0,-2-1 4 0,0-3 13 16,-4-1-3-16,-3 1-2 0</inkml:trace>
  <inkml:trace contextRef="#ctx0" brushRef="#br0" timeOffset="1098.02">13460 5215 452 0,'0'-2'28'0,"0"0"0"16,0-2 32-16,-2-12-5 0,0 1-8 0,2 6-29 16,0-1 0-16,4 1-8 0,7 2-3 0,26 1-5 15,8 0 4-15,-3 3-5 0,3 1 1 0,1-2 6 0,1 0-8 16,-5 3 5-16,1-1-12 0,-6-21 2 0,0 10-6 15,-7 8 1-15,-2 3-31 0,-6 2-18 0,0 2-6 16,-1 0-4-16,-8-2-29 0</inkml:trace>
  <inkml:trace contextRef="#ctx0" brushRef="#br0" timeOffset="1606.53">11293 4249 40 0,'0'0'24'0,"0"0"18"16,-2 0 21-16,0 0-16 0,0 0 6 0,0 0-9 15,1 0 7-15,1 2-18 0,0 0 8 0,0-2-10 16,1 0 5-16,1 0-8 0,28 0-6 0,0-2 3 16,1 0-6-16,1 0-10 0,-4-1 1 0,0-1-3 15,-2 2 5-15,-2 0-10 0,0 0 3 0,-2 1-6 0,-1-1 0 16,-1 2 1-16,-1 0-8 0,-1 0 3 0,-3 0-29 15,-4 0-36-15,-2 2 1 0,-5-2-25 0,0 0-112 16</inkml:trace>
  <inkml:trace contextRef="#ctx0" brushRef="#br0" timeOffset="1853.61">11534 4255 480 0,'0'0'20'0,"0"-2"16"0,-2 0 11 0,1 2-33 15,-1 0 7-15,0 0-15 0,0 2 2 0,0 0-4 16,0 2 0-16,-1 10 0 0,-3 14-4 0,2 8 0 0,2-3-2 16,2 6 2-16,0-6 2 0,0 1-2 0,0-4 0 15,2 1-1-15,2 4 9 0,0-3-13 0,-1-2 1 16,1-2-6-16,2-2-3 0,-1 0-20 0,1 0 2 16,1-4-13-16,1 4-35 0,1 2 3 0,0-1 0 0,1-1 6 15,-3-5 21-15</inkml:trace>
  <inkml:trace contextRef="#ctx0" brushRef="#br0" timeOffset="2070.42">11135 6019 466 0,'0'-2'-8'0,"0"0"49"16,-2 0-19-16,0 0 21 0,0 1-34 0,1-1-17 15,-1 0-4-15,0 0-3 0,2 2 12 0,0 0 7 16,2 0 2-16,0 2 0 0,9 0-6 0,22 7 0 16,8 0 4-16,-2-5-1 0,9 0 9 0,-1-2-3 15,-5-2-1-15,1-4 0 0,-8 0-2 0,-7 0-5 16,0 3-4-16,-6-1-1 0,-1 0-14 0,-4 0 0 16,-4 0-2-16,-2 0 0 0,0-1-8 0,-6 1-12 15,-3 2-8-15,2-4-3 0,3-7-43 0,1-11 16 0</inkml:trace>
  <inkml:trace contextRef="#ctx0" brushRef="#br0" timeOffset="2602.23">10350 4973 274 0,'0'-1'7'0,"-2"-1"3"0,0-2-4 15,0 0-22-15,2 1-3 0,0-1-6 0,0 0-5 16,2 0 6-16,0 1 2 0,0-1 2 0,1 2 19 0,1 0-3 16,0 0 8-16,0 1-4 0,-1-1 21 0,1 0 15 15,0 0-8-15,-1 2 10 0,1 0-6 0,0 0 0 16,-2 2 6-16,-1 0-6 0,1 1-5 0,9 25-1 15,-3 2-3-15,-1 7-1 0,-1 4-17 0,-1 2 3 16,3 7-2-16,-3-4 4 0,1-1-1 0,0-4-10 16,-1-4 1-16,1-4-3 0,1 1 2 0,-1-6 8 15,-1-4-9-15,-1-10 9 0,0-2-8 0,-1-3 10 16,-1-4 4-16,0-1 2 0,0 0 6 0,2 0 4 0,-1-1 3 16,1 1 0-16,0-2 5 0,0 0 0 0,-1-2-6 15,1 0 3-15,0-2-17 0,-1-2 10 0,7-13-7 16,3-16 7-16,-4 0-3 0,-2-4-5 0,-1-1 5 0,0-6-5 15,-3 3 2-15,5-4-3 0,1 3-2 16,-2 5 0-16,5-1-6 0,-5 11 3 0,0-1-5 0,1 5 3 16,-3 5-10-16,1 5 0 0,-2 4 3 0,-1 1-1 15,1 3 1-15,-4 3-2 0,0 0-2 0,4 0 0 16,1-2-19-16,1 1 7 0,0 1-6 0,1 0 4 16,-1 2-30-16,-1 0-5 0,-1 0-4 0,0 2 1 15,-4 0-10-15,14 20 2 0,-2 2-4 0,-5-2 5 0,-1-1 0 16,-1-5 10-16,1 1-3 0,-1-4 7 0,1-4-2 15,1 4 14-15,1-1-1 0,-1 1 6 0,1 0 6 16</inkml:trace>
  <inkml:trace contextRef="#ctx0" brushRef="#br0" timeOffset="3006.47">10940 5345 14 0,'0'0'9'0,"0"2"6"0,2 0 10 0,0-1 11 16,0 1 5-16,0 0 2 0,-1 2 18 0,1 0-4 15,0 3-4-15,0 4 0 0,-2-2-13 0,2 3-18 16,-2-1 3-16,0-4-7 0,0 4 5 0,0-1-6 15,0-3 5-15,0 0-5 0,0-1-1 0,0-1-1 16,0 1-6-16,0-2 5 0,0-2-2 0,0-1-7 0,0 1 6 16,0 0-6-16,0 0 4 0,0 2 4 0,0-1-5 15,0 1 4-15,0-2-4 0,0 0-7 0,2 0 6 16,0-2-7-16,-1 0 3 0,1-2-2 0,0 0-1 16,0 0 0-16,0-2-5 0,7-12 8 0,-1 1-1 15,1-2 3-15,-2 4-6 0,-1 6-4 0,3-4 3 0,-5 5-1 16,-1-1 7-16,7 5-6 0,3-7 2 0,-6 5-4 15,4 0 4-15,-5 4-1 0,-4 0-2 0,3 2 2 16,1 2 1-16,-1 12 1 0,3 9 1 0,-3-3 0 16,1 0-2-16,-2-2 3 0,-1 3-3 0,12-3 2 15,-5-1-2-15,-5-6 0 0,-1-2 1 0,-2-4-1 16,0-1-4-16,-1-1 3 0,-1-3 1 0,0 0 0 0,2 2-2 16,0 0-8-16,-2-3-4 0,0 1-1 0,0 0-22 15,0-2 5-15,2 0-2 0,0-2 4 0,0 0-7 16,0-3-6-16,9-19 4 0,0 1-5 0,4-3-2 0,0-7 2 15,-4-4-5-15,-2-4 6 0</inkml:trace>
  <inkml:trace contextRef="#ctx0" brushRef="#br0" timeOffset="3194.27">11311 5113 647 0,'0'0'19'0,"0"0"-2"0,0 0-1 0,0 0-1 16,0 0-7-16,0 0-7 0,2 2 2 0,0-1 0 15,-2 1-1-15,11 24-1 0,0 2-1 0,1 2 0 16,-3 0-2-16,2 1-5 0,-2-3 6 0,1 2-2 16,-3-4 2-16,-1 0-1 0,-3-2-13 0,1-4 4 15,-2 1-7-15,0-7 1 0,-2-1-20 0,0-3 8 0,0-3-13 16,0 1 0-16,0-3 0 0,-2 4-11 0,0 1 6 16,-2 1-27-16,2-6 17 0,2-3-3 0,-7 4 9 15,-13 3 14-15,-5-5 14 0</inkml:trace>
  <inkml:trace contextRef="#ctx0" brushRef="#br0" timeOffset="3491.34">10936 5144 260 0,'0'0'29'0,"0"0"-6"0,-1 0 20 16,-1 0 0-16,0 0-10 0,0 0-44 0,0 0 4 16,2 0-8-16,0 0 10 0,0 0 4 0,0 0 7 15,2 0 1-15,0 0 3 0,2 0 9 0,9 0 9 16,9-2-1-16,2-1 3 0,6-1-1 0,3-2-3 0,6 1 2 16,0-1-5-16,-4 3-17 0,4 1-5 0,-7 0-5 15,-1 2 1-15,5 0-18 0,3 4-40 0,0-1 9 16,3-1-20-16,-1-4-3 0,-5-5-2 0</inkml:trace>
  <inkml:trace contextRef="#ctx0" brushRef="#br0" timeOffset="5823.14">15535 4428 28 0,'0'-2'9'0,"0"-2"11"0,0-7-4 0,-1-11 0 15,1 1-5-15,0 1 4 0,0-1 6 0,0 1 0 16,0 3 4-16,0 0-5 0,0 1-6 0,0-1 2 15,0 4 0-15,0 0 0 0,0 0 5 0,1 0-4 0,-1 2 3 16,0 0-4-16,0 2 2 0,0-1 1 0,2-1 2 16,-2 2 0-16,0-4 4 0,2 0-10 0,0 2 6 15,0 0-6-15,0-2 4 0,0 3-6 0,-1-5-3 16,1 2 0-16,0 2-1 0,2-5 12 0,0 3-4 0,-1-2 6 16,1 2-11-16,0 0 0 0,-1 2-6 0,1-1 4 15,-2 3-9-15,0 4 4 0,0-3 0 0,0 3 2 16,-1-1 2-16,1 0 1 0,0 3 4 0,0-1-3 15,-2 0 3-15,0 2-15 0,0 1 5 0,0 1-7 16,0 0 8-16,0 0-1 0,0 1-4 0,0 1 1 16,-2 2 5-16,0 5-7 0,-1 10 4 0,-1-1-4 15,0 3 2-15,0-4-4 0,1 3 1 0,-1-1-2 0,0 3 7 16,1 2-2-16,1 2-1 0,-2 4 1 0,0 1 5 16,2 1-6-16,1 3 8 0,-1 0-8 0,0 1-1 15,2-1 1-15,-2 0 0 0,0-1 2 0,0 3 2 0,0-4-3 16,1 1-2-16,1-3 1 0,0-7 6 0,-2 0 0 15,0-5 2-15,2-4-2 0,0-2-8 0,-2 0 8 16,2-4-7-16,0 0 8 0,0-1-13 0,0-3 10 16,0 3-5-16,0-3 6 0,0-1-5 0,0 2-12 15,0-3 3-15,0 3-7 0,0 0 3 0,0-1-35 16,0 1 5-16,0-1-19 0,-2 5-35 0,0 1 22 16,0 2-10-16,1-4 17 0,-1 0 14 0,2-5 12 15,0 0 2-15</inkml:trace>
  <inkml:trace contextRef="#ctx0" brushRef="#br0" timeOffset="6734.06">15543 4736 51 0,'0'0'23'0,"0"0"22"16,0-2-13-16,0 0-20 0,0 0-8 0,0 0-1 16,0 1-9-16,2 1 10 0,0 0 2 0,-1 0 1 15,1 0-12-15,-2 0 3 0,2 0-2 0,-2 0 4 16,2 0 16-16,-2 0-3 0,0 0 6 0,0 0-4 16,0 0 13-16,0 1-13 0,0 1 4 0,0 0-7 15,-2 0 3-15,0 2-1 0,0-1-1 0,-7 12 1 0,-4 4 5 16,9 3-4-16,-16 0-1 0,-4 4-2 0,-2 0-8 15,-2 4 3-15,0 3 6 0,-5 3-3 0,-2 3-1 16,-6 2 4-16,2 1-5 0,3-1 7 0,7-4 2 0,8 2 0 16,3-7-8-16,5-2 5 0,0-4-3 0,3-10-1 15,1-5 9-15,2-7-8 0,3 2 11 0,0-3-7 16,1 1-2-16,1 0-1 0,0-2-4 0,0 0 6 16,0-1-3-16,0-1 1 0,2-1-11 0,2-1 11 15,4-13-10-15,9-15 9 0,1-1-10 0,-14-5-2 16,24 1 3-16,4-2-6 0,-2 2-3 0,3-3 3 15,3 3 2-15,-5 4 2 0,3-1 7 0,-4 2-4 16,-4 2 0-16,0 2-2 0,-3 2-6 0,-3 0 6 0,-1 0-1 16,-2 5 3-16,1 1-2 0,-1 1 0 0,-2 4-1 15,-2 2 0-15,0 0-3 0,-1 5 3 0,-5 3-2 16,3-3 2-16,-3 2-20 0,-1 3 18 0,0-1-6 16,-2 2 9-16,-1 0-2 0,3 0 3 0,-2 0-2 15,2 0 3-15,-1 2-1 0,3 1 0 0,3 16-1 0,1-2 0 16,-1 1-5-16,8-1 5 0,-1 1 1 0,5 1 2 15,-3-2-2-15,1-1 0 0,-1 3 3 0,1-2-2 16,3 3-2-16,-3-1 10 0,-1 1-9 0,3 0 10 16,-3 1-11-16,3-3 1 0,1 3-1 0,-3-3 3 15,1-1 5-15,-5-2-3 0,0 0 0 0,-6-2-3 16,2-2-7-16,-7-4 4 0,2 1 0 0,-5-4 2 0,1-1 4 16,0 1-8-16,2 0 3 0,0-1-3 0,-3 1 8 15,1 0-7-15,0 0-4 0,-2-1-1 0,-2-1-10 0,0 0-17 16,-7 4 1-16,-26 8-9 0,-4-2-21 0,-4-5-29 15,-9 0 1-15,6-3-9 0,1-2 5 0,4-2 20 16</inkml:trace>
  <inkml:trace contextRef="#ctx0" brushRef="#br0" timeOffset="7070.6">15099 5306 323 0,'0'-2'32'0,"0"0"54"0,0-15-41 0,0 4-20 0,0 0 0 16,0 6-10-16,0 1-15 0,0 5 1 0,2-3 4 16,2 0-3-16,-1 2 5 0,14-3-11 0,0 1 4 15,1 4-4-15,-1 4 4 0,2 3 3 0,-3 2-4 0,-1 3 3 16,0-5 4-16,2 13-6 0,-2 1 4 0,1 3-5 16,1-2 4-16,-2 2-1 0,0 4-1 0,-2-5 1 15,2 1 0-15,0-4 8 0,3-1-6 0,1-1 7 16,-3 1-5-16,1-3-1 0,0 3 4 0,-1-2-5 15,-1-2 5-15,0 3-9 0,0-7 0 0,-2 2-4 16,0-2 3-16,-4 1 7 0,1-5-2 0,-5 2 3 16,1-3-12-16,-3-2 3 0,5 1 2 0,-4-1 0 0,-3-2-4 15,3 1-30-15,-2-1 0 0,2 0-11 0,-2-2-20 16,1 4 7-16,1 0-7 0,-2-3 8 0,0 1-1 0,0 0 12 16,-1-2 5-16,3 0 3 0,4-2 17 0</inkml:trace>
  <inkml:trace contextRef="#ctx0" brushRef="#br0" timeOffset="7325.98">16195 5098 274 0,'0'0'35'0,"0"0"-4"0,0-2 22 0,-2 0-6 16,0 2-4-16,0 0-30 0,0 0-5 0,0 2 1 15,-1 2-3-15,-5 5 5 0,-12 21-11 0,-3 5 2 16,-3 4-3-16,1 4 15 0,-5-1-7 0,-2 3 1 0,-3-4-4 15,-4-4 2-15,2-2 2 0,9-5-2 0,0 0 0 16,2-6 2-16,2-2 0 0,-4-5 5 0,8-1-3 16,1 1-3-16,4-2-3 0,2-2-4 0,2 0 2 15,0-2 3-15,0 0-8 0,0-1 2 0,1-1-8 16,3-2-16-16,0-1-5 0,1-2-7 0,0-1 1 16,3-1-31-16,-1 0 2 0,0 0-9 0,1 0 6 0,1-2-3 15,-2 3 25-15,0-1 4 0,1 0 6 0,1 0 16 16</inkml:trace>
  <inkml:trace contextRef="#ctx0" brushRef="#br0" timeOffset="7714.04">15532 5150 198 0,'0'-2'-6'0,"0"0"57"16,0-2-22-16,0 1 29 0,-4-10-32 0,2 2-11 0,0 1-3 16,2 3-3-16,-2-1-10 0,2 1 1 0,0 3-3 15,0 1 1-15,0-3-11 0,0 4 16 0,0-3-1 16,0 1 6-16,0 0-7 0,0 0 18 0,0 1 1 16,0 1 8-16,0 0 18 0,0-2-19 0,0 1 1 15,0-1-9-15,0 2-12 0,0 0 10 0,0 0-5 0,0 2 7 16,0 2-7-16,0 0-10 0,0 2 7 0,-1 14-6 15,-1 10 7-15,0 2-7 0,2 0 3 0,-2-3-4 16,2 1 5-16,0 2-6 0,0-2-1 0,0 3 0 16,0 1 1-16,0-6-5 0,0-6 6 0,0-5-6 15,0 2 3-15,0-2 1 0,0-2-8 0,0 2 6 16,0-8-8-16,0 0-21 0,0-1 1 0,0-4-10 16,0 2-18-16,0-1-3 0,0 1-3 0,0-2 0 0,-2 2-3 15,0-1 16-15,0 1 7 0,1-2 3 0,-1 0 20 16,0-2 4-16,0-2-6 0</inkml:trace>
  <inkml:trace contextRef="#ctx0" brushRef="#br0" timeOffset="8100.78">15424 5181 372 0,'0'-1'36'0,"0"-1"-4"0,0 0 16 0,0-2-6 16,0 0-6-16,0 1-30 0,0-1-5 0,0 0 2 15,0 2-3-15,2 1-5 0,0-1-1 0,0 0 6 16,0 0-1-16,-1 2 8 0,1 0-6 0,0 0-1 16,0 2 0-16,2 0 0 0,-2 1 1 0,3 9-4 15,6 10 3-15,-2 4 0 0,-1 2 6 0,-3 1 0 0,1 3 0 16,-2-8 0-16,-1 0-10 0,1-3 11 0,0-3-11 16,1 5 4-16,1-5 2 0,1 1-4 0,-1-6 4 15,0-2-1-15,-3-4-4 0,-1-3 0 0,-2-2-2 16,11 7 5-16,2-2 10 0,-2-1 1 0,6 0 3 15,-2-5-9-15,-2-1 9 0,4 0-8 0,-2-3 9 16,-1-3-8-16,1-3 1 0,0 0-3 0,-2-14 1 16,-4-1-3-16,4 4 3 0,-1-6 1 0,-5 2 0 0,-1 3 4 15,-3 1-8-15,-1 3-2 0,0 4-1 0,0 0 0 16,7 2-2-16,-3 2 3 0,-4 3-5 0,-1 2-4 16,-1 1-24-16,2-1-2 0,-2 0-9 0,0 2-21 0,0 1-16 15,-2-1 7-15,1 0-6 0,-3 0 32 0</inkml:trace>
  <inkml:trace contextRef="#ctx0" brushRef="#br0" timeOffset="8557.29">15636 5742 53 0,'0'0'4'0,"0"0"30"0,0-2-9 0,0 0 17 15,0 1-28-15,0-1-8 0,0 2 0 0,0 0-4 16,0 0-2-16,0 0 6 0,0 0 2 0,0 0 4 16,0 0 24-16,0 0 5 0,0-2-1 0,0 2 0 15,0 0-4-15,0 0-7 0,0 0 8 0,0 0-10 16,0 0-6-16,0 0-1 0,0 0-7 0,-2 0 5 0,0 0-8 15,2 2-1-15,0 0-1 0,0-1 0 0,0 3 3 16,0 2-6-16,-2 16 5 0,0 2-6 0,0 4-1 16,1 4 0-16,-1 1 0 0,-2 6 1 0,0 4-3 0,1 3 4 15,1 2-3-15,0-1 3 0,0-3-6 0,2-7 1 16,0-3-2-16,0-6 3 0,0-4 2 0,0 0-8 16,2-5 5-16,-2-3-5 0,2 1 11 0,-2-6 3 15,2 0-3-15,-2-1 2 0,0-3-11 0,0 2 6 16,0-1-4-16,0-3 6 0,0-1 5 0,0 0-6 15,0-1 4-15,0 1-7 0,0 0-8 0,0 0 4 16,0-1-14-16,0-1 6 0,0 2-54 0,0 0-33 16,-2-1 13-16,0-1-14 0</inkml:trace>
  <inkml:trace contextRef="#ctx0" brushRef="#br0" timeOffset="9348.4">16878 4803 14 0,'0'0'6'0,"0"0"13"0,0-2 8 15,0 0 3-15,0 0-5 0,0-2 11 0,0 3-10 16,0-9 11-16,-2 1-3 0,0 2 6 0,2 3-1 16,-2 0 0-16,0 0-13 0,1 3 11 0,-20-5-5 0,3-7 5 15,-3 4-21-15,-7-1 15 0,6 7-8 0,-2 1 10 16,-2 2-17-16,0 2-3 0,-4 3 3 0,1 5-2 16,3 1 1-16,1 2-6 0,3 2 0 0,2-1-2 15,-1-8-6-15,6 13 9 0,2-1-7 0,2 2 8 16,0-3-11-16,4-2-3 0,1 0 0 0,4-4-1 15,0 0 2-15,-5-2-1 0,3-1-6 0,2-3 4 16,2-1-1-16,0-2 10 0,0 2 1 0,0-1 3 16,2-1 7-16,2 0-1 0,9 2-3 0,15 0-2 0,-4-4-11 15,2-2 5-15,2-4 1 0,-8 1 1 0,1-3-3 16,1-1-1-16,-5 1 2 0,-4 1-3 0,2-2-1 16,-4 1-1-16,-2 3 1 0,6-6 1 0,-8 5 11 0,-3 4-9 15,2-2 5-15,-1 1-7 0,-1 1 0 0,-2 2 5 16,1-4-5-16,1 0 6 0,0 3-5 0,-2-1-5 15,-1 0 0-15,1 0-1 0,0 0 5 0,0 2-2 16,0 0 2-16,-2 0-2 0,0 2 2 0,0 0 6 16,0 2-6-16,2 10 6 0,0 5-3 0,-2 7-7 15,0 0 5-15,1 7-6 0,-1 5 4 0,0 2 6 16,0 5-5-16,0 3 4 0,0 2-11 0,-3 2 5 16,-3 2 2-16,-1-4 2 0,-2-3 6 0,-1-6-9 0,3-8 5 15,-1-5-6-15,1-4 7 0,0-4 4 0,-1-5-7 16,1-4 6-16,-3-1-6 0,-16-1 4 0,2-3-5 15,4-3 4-15,3 1 2 0,0 7 2 0,1-2 2 16,1-3-2-16,2-2-7 0,0-4 19 0,4 0-3 0,1 0 6 16,3-2-14-16,3 2 8 0,-11-19-8 0,0-12 8 15,5-3-7-15,6-3 5 0,4 0-2 0,6 0 0 16,3-6-14-16,4 6 4 0,1-2-2 0,3 2 2 16,-2 9-2-16,-12-3 3 0,19 6-2 0,1 3 1 15,-1 4-4-15,-2 5-9 0,0 3 3 0,-1 5-6 0,-3 1-8 16,5 2-28-16,-5-11-11 0,4 2-6 0,-3 5-50 15,-1 3 10-15,3-1-5 0,-4 2 6 0,1-2-6 16,-3 3 11-16,0-3 7 0</inkml:trace>
  <inkml:trace contextRef="#ctx0" brushRef="#br0" timeOffset="9960.53">16967 5330 263 0,'0'0'42'0,"-2"-2"60"0,0 0-32 0,0 0-29 16,1 1-1-16,-1-1-12 0,0 2-16 0,0 0-2 16,0 0 1-16,0 2-3 0,0-1 2 0,1 3 6 0,-3 5-4 15,-5 12 4-15,1 1-7 0,1-1-3 0,1-5 5 16,1 3-5-16,1-6 4 0,0 0-10 0,2-2 2 16,0-4-4-16,2-3 5 0,0 2 6 0,0-1-3 15,-1-1 4-15,-1 0 3 0,2-1-3 0,0-1 3 0,-2 0-5 16,2 0-9-16,0 0 8 0,0-2-4 0,0 0 7 15,0 0-10-15,0-2 5 0,0 0-2 0,0-7 4 16,0-14 10-16,2 3-10 0,1-4 0 0,3 4-5 16,0-3-4-16,1 3 3 0,0-1 1 0,3 3 2 15,-1 3 0-15,-2 2-3 0,1 2-4 0,-4 2 1 16,5 3 0-16,2 4 0 0,2-2 5 0,-4 3-3 0,2-7-6 16,-3 4 6-16,1 1-6 0,-3 3 6 0,-3 0-6 15,1 0 5-15,0 3 3 0,3 7-1 0,6 16-6 16,-5 0 6-16,-5-2-4 0,-3 0 6 0,0-4 3 0,0-1-6 15,0-2 5-15,0-8-5 0,0-2 16 0,0-3-16 16,0-2 2-16,0 0-4 0,0 1 12 0,0 1-5 16,0 0 3-16,0-2-5 0,0 0 0 0,0-2 3 15,0 0-4-15,2-2 2 0,0 0-5 0,0-2 1 16,2-5 3-16,5-8-1 0,0 2 2 0,2-1-3 16,-1 1-1-16,-1 0 0 0,-2 2 0 0,-1 6-4 15,-6 5 4-15,6-2-3 0,1 0-1 0,-1 2 9 16,-5 2-5-16,3 0 5 0,0 0-11 0,0 2 3 15,7 13-2-15,5 20 4 0,-4-3 9 0,-7-6-6 0,-1-4 3 16,-2-3-5-16,0 1-2 0,-1-5-4 0,1-2 6 16,-2-7-6-16,0-1-1 0,0-1-13 0,0 0-8 15,0-3 2-15,0 3-11 0,0 0-24 0,2-2 3 16,0 0-10-16,0-1 11 0,0-1-6 0,0 0 7 0,-1-1-7 16,-1-1 13-16,19-30-2 0,1-5 2 0,6-15-1 15</inkml:trace>
  <inkml:trace contextRef="#ctx0" brushRef="#br0" timeOffset="10302.29">17680 4856 570 0,'0'-1'21'0,"0"-3"23"0,0 0-14 16,0-5-14-16,0 1-4 0,0 5-2 0,0 1-13 15,2-2 3-15,0 0-3 0,0 3 3 0,-1-1-3 0,1 2 1 16,0 0-2-16,0 2 0 0,0 1-2 0,0 23 6 15,-2 6 3-15,-4 5 0 0,-3 2 7 0,-3 2-14 16,3 3 5-16,1-1-5 0,3 0 11 0,-1-6-6 16,2 2-1-16,2-4-1 0,0-7 4 0,0-6-3 15,0-5 8-15,0-8-5 0,0-3 11 0,0-4 2 16,0 2-6-16,2-1 6 0,0-1 1 0,0 0 3 16,-1-2 3-16,1 0-2 0,0-2 0 0,4-9-9 0,10-21 6 15,1-3-6-15,-2-2 9 0,0 0-14 0,0 0 3 16,-2 0-4-16,0-1 15 0,0 5-15 0,0 1 8 15,-2 5-10-15,2-1-2 0,-2 4 0 0,-2 1-4 16,-1 7 2-16,-1 1 0 0,-1 4 0 0,-3 1 3 0,1 1-3 16,0 2-1-16,-2 3-5 0,0 0-11 0,-1 0 5 15,1 1-28-15,0-1-29 0,0 2 8 0,0 0-14 16,0 1 14-16,0 1-5 0,-1 0 0 0,1 1-2 16,0 1 13-16,0 0-6 0,0 2 2 0,3 9-4 15,1 2-1-15,0-2 20 0,-3-6-3 0</inkml:trace>
  <inkml:trace contextRef="#ctx0" brushRef="#br0" timeOffset="10815.91">18094 5103 47 0,'0'2'29'0,"0"0"-1"0,-2 0 25 15,0 4-9-15,-5 16 6 0,-1 0 0 0,-1 4-4 16,-2 0 1-16,2 0-4 0,1-2-5 0,1-3-4 16,-1 1-1-16,5-9-2 0,-3 4-6 0,1-2-4 15,1-6-1-15,0 4-3 0,2-6-4 0,1-1-4 16,1-2 1-16,0-1-4 0,-2 3-9 0,2-2 4 15,0-1 4-15,0 1 1 0,0 0 1 0,0-2-1 16,2-1 3-16,-1-1-3 0,1 0-6 0,2-1 4 16,-2 1-6-16,11-10 5 0,2-12-3 0,1-4 5 0,5 4 0 15,-3 1 2-15,-5 1-1 0,4 5-8 0,-6 4 2 16,4 2-3-16,-2 3 3 0,-6 0 3 0,3 5-2 16,-7-1 5-16,7-4-11 0,-1 4 9 0,-5 2-7 15,1 0 7-15,-1 2-9 0,0 15 10 0,3 14-3 16,-5 3 7-16,2-8-5 0,-2 5 1 0,14-5 3 0,-5-1-3 15,-5-7-2-15,-4-5 1 0,0-2-5 0,-2-3 1 16,0-1 0-16,0-1 0 0,0-3 2 0,0 1-1 16,-2 0 1-16,0-2-8 0,-2-1-4 0,1-1-2 15,-3-1-18-15,-3-7-6 0,-2-12-1 0,1-14-3 16,-1 5-3-16,0-3 5 0,2 1-2 0,-2 1 3 16,1 0 10-16,-1 4 5 0,4 2 14 0,-1 4-6 0,-1 5 22 15,2 5 2-15,1 3-7 0,4 1 6 0,2 5-6 16,-4-3 10-16,1 0-5 0,-1 0 4 0,2 3-9 15,0-1 7-15,2 0 2 0,0 0 2 0,2 0 4 16,2 0 3-16,14-7-3 0,14-4 2 0,1 2-2 0,6-2 3 16,4 2 0-16,-4 0-1 0,-4 1-16 0,-9 5 2 15,-3-1-8-15,-8 2 2 0,-4 3-30 0,-4-1-39 16,-1 0 3-16,-3 2-16 0,1-2-8 0</inkml:trace>
  <inkml:trace contextRef="#ctx0" brushRef="#br0" timeOffset="13583.42">19992 4597 412 0,'0'0'13'0,"0"-2"-6"0,0 0 17 0,0-2-2 0,0 0-2 16,0 1-23-16,0 1 6 0,0 0 1 0,0 0 0 15,0 2-4-15,1 0 1 0,1 2-3 0,0 2 3 16,2 22-1-16,-2 0 3 0,0 0 3 0,-2 3-2 15,0-1 2-15,0 2-4 0,0-4 10 0,0 0-9 16,-2 0 8-16,0-2 3 0,-2 2-7 0,-1-2 6 16,-3 2 0-16,-1-2-1 0,-2-1 5 0,0-5-2 15,-1-1 10-15,5-8-3 0,1 0 2 0,-7-7-1 0,-3 9 17 16,5-3-1-16,1-4 4 0,3-3-4 0,3-1-13 16,1 0-16-16,1-1 2 0,0-1-4 0,2-2 8 15,2-18-2-15,7-4-4 0,4 2 2 0,4-2-8 0,-14-2 2 16,20 4-4-16,-1-4 3 0,-2-2-1 0,1-1-5 15,1 1 7-15,-2-5-6 0,3 1 5 0,-1 1-3 16,0-1-2-16,1 6 2 0,-1-3 0 0,0 9 4 16,2-3-4-16,-1 5 3 0,4 7 4 0,1 2-4 15,-2 0 3-15,-3 5-5 0,-5 1-7 0,-5-5-6 16,-4 5 2-16,3 1-3 0,-7 4-3 0,-1 0-5 16,0 0-7-16,-1 2 2 0,-1 2-15 0,6 20 10 0,-7 7-6 15,-2 3 5-15,-7 1-13 0,-3-3-16 0,0-3 6 16,0-1-9-16,0 0 2 0,1 0 2 0,1-2 1 15,3-9 2-15,3-3 4 0,1-4-27 0</inkml:trace>
  <inkml:trace contextRef="#ctx0" brushRef="#br0" timeOffset="13863.78">20417 4996 329 0,'0'0'32'0,"-2"0"54"16,0 0-68-16,0 0 9 0,0 2-10 0,-1-1 9 0,1-1-15 15,-7 15 3-15,1 0 0 0,3 2 1 0,1-2-10 16,-5-2-7-16,1-2-1 0,3 2-2 0,3-4 5 16,2-1 11-16,0-1 2 0,0-1 5 0,2-1 18 0,1 1-8 15,-1-3 4-15,24 1-6 0,0 13 1 0,2-6 1 16,-4-5 2-16,-7-6-1 0,3 0-9 0,-1 0 8 16,-1-2-5-16,1-4 8 0,-6 1 7 0,-4-1-3 15,-3 2 1-15,-4 1-3 0,3-18-11 0,-1 1-4 16,11-3-3-16,-4-1 1 0,-4 2-5 0,-5 0-4 15,-2 1 1-15,-2 1-5 0,-3 1-17 0,-3 3-3 16,-1-1-5-16,5 4 2 0,-18 2-25 0,-6 3-34 16,-3 5-9-16,-6-1-14 0,1 2-93 0</inkml:trace>
  <inkml:trace contextRef="#ctx0" brushRef="#br0" timeOffset="14690.71">19364 3509 180 0,'0'-2'51'0,"0"0"55"16,0 0-32-16,-2 0-41 0,0 0-6 0,0 0-11 15,1 1-24-15,-1-1-2 0,0 0-1 0,0 0 1 16,0 0 4-16,0 0 2 0,0 2 3 0,1 0-3 15,-1 0-1-15,0 0 8 0,0 0 3 0,0 0 4 16,0 0 4-16,0 0 3 0,1 0-3 0,1 0 6 16,0 0 12-16,0 0-21 0,1 0 5 0,1 0-10 0,0 0 8 15,2 0-11-15,16 4 0 0,4 2-3 0,6-1 0 16,-2 1 6-16,7 1-2 0,8-1 2 0,2 1-9 16,8 1 2-16,3-3 5 0,2-1-1 0,7-1 13 15,2-1-13-15,-1-2 3 0,1-2-6 0,-2 1 10 0,2-3-4 16,5-2-2-16,8 3 0 0,8-3 2 0,3 2-1 15,-4-1-4-15,-4-1 0 0,-5-1-5 0,-3 1 8 16,-1 1 0-16,-2 1 4 0,1-2-2 0,5 3-5 16,0-3 4-16,5 1-4 0,-3 1 2 0,-6 0 6 15,-7 0-4-15,-9 1 4 0,-4-1-7 0,-4 2 4 16,-4-2-2-16,-3 3 3 0,0-1 7 0,-6 0-9 16,0 0 5-16,2 2-6 0,-6-2 15 0,4 0-16 15,-1 2 7-15,-3-2-9 0,4 2 12 0,-3-1-5 0,-1-1-2 16,0 0-1-16,-5 0 2 0,-4 2-5 0,-1-2 8 15,-5 0-7-15,3 0 9 0,-3 1-8 0,-1-1 3 16,-4 0-3-16,0 0 8 0,-2 0-5 0,-2 0-5 16,-1 2 3-16,-4 0 6 0,-1 0-5 0,1 0 10 15,-2 0-12-15,0 0 0 0,0 0 0 0,1-2 1 0,1 1 0 16,0-1-5-16,-1 0 4 0,-1 2-4 0,0 0 5 16,0 0-12-16,0 0-7 0,0 0-9 0,0 0 0 15,-1 0-44-15</inkml:trace>
  <inkml:trace contextRef="#ctx0" brushRef="#br0" timeOffset="20372.48">22181 3386 25 0,'0'0'10'0,"0"0"8"0,0 0 14 15,0-2 5-15,0 0 4 0,0 0-8 0,0 1-12 16,0-1 0-16,2 0-5 0,-1 0-6 0,1 0 7 0,0-2 4 16,2 1-1-16,0-1 3 0,-1 0 15 0,1 1 3 15,0-1 6-15,-1 0 13 0,-1 2-20 0,0 0-9 16,0 1-1-16,0-1-24 0,0 0 10 0,-2 0-6 16,0 0 5-16,0 2-15 0,-2 0 5 0,0 0 1 0,0 2 2 15,0 2-1-15,2-2-6 0,-3 16-1 0,-9 1-1 16,7 1-4-16,-4 2 2 0,3 3 5 0,0 2-2 15,1 1 0-15,-14 2 5 0,4 7-9 0,4 0 7 16,4 4 0-16,3 7-3 0,2 2 5 0,2-1-5 16,0 1-2-16,-2-6 0 0,-1-1 0 0,-7 0 0 15,3 0 2-15,-2 3 1 0,-2 2-1 0,-1 4 1 16,-1 4 5-16,2 3-5 0,0 1 2 0,2 3-3 16,1-4-9-16,3-5 9 0,1-2 0 0,2-7 4 0,0-4-2 15,2-6-4-15,2-5 0 0,2-4-1 0,0-4 9 16,-2-4 0-16,-1-1-6 0,1-2 3 0,0-2-3 15,0-2 0-15,0 2 1 0,0-4-1 0,0 2 2 0,-2-3-3 16,0-1 3-16,0-1-3 0,0-1 7 0,0 1-9 16,0-2 10-16,0-2-11 0,1 1 6 0,-1 1 0 15,0 0-1-15,0-1 2 0,0-1 5 0,0 0-1 16,-1 0-5-16,-1 0 3 0,-2 0 1 0,-7 1-4 16,-13 3-1-16,3-2-1 0,-5-2 2 0,0-1-1 15,2-1 2-15,0 2-3 0,4-2 3 0,-3 2-7 16,1 0 9-16,-2 0-9 0,2 0 3 0,-1 0 3 0,3-1 1 15,-2 1 1-15,3 0-3 0,4 0 7 0,4 0-8 16,6 0 8-16,-1 0-17 0,2-2 7 0,2 0-4 16,-1 1 6-16,-1 1 6 0,2 0-10 0,0 0 14 15,0 0-10-15,2 0 31 0,2 0-11 0,0-1-6 16,9 5-1-16,17 3-6 0,2-1-3 0,3-3 5 0,-1-1-4 16,1 2 6-16,6-3-12 0,2 1 1 0,7 0-4 15,-5 1 12-15,0-1-9 0,-2 2 4 0,-6-1-5 16,-2 1 9-16,-3 1-4 0,-4 1-1 0,-2-1-1 15,-7-1-1-15,-4-1 4 0,-4 1-2 0,-1-3 3 16,1 3-5-16,-5-4 12 0,-1 0-5 0,1 1 7 16,-4-1-10-16,4 6 8 0,-1 1-4 0,-3-2 3 0,0 5-12 15,-3-1 4-15,-5 2 1 0,-1 2 1 0,-21 1-8 16,-3-3 5-16,-2 2-2 0,1-2 4 0,-1-4-2 16,-2 1-1-16,7 1 1 0,-2-2-1 0,5 2-1 15,2 0-1-15,-1-1 1 0,6 1-1 0,3-2 1 0,2 2 6 16,1 4-2-16,3-2 2 0,-2-2-6 0,3 0 0 15,1-3 0-15,3 1 2 0,3-1-2 0,-5 1 0 16,3-2 0-16,3-3 0 0,0 1 7 0,2-3 12 16,0 0-7-16,0 2 8 0,2 0-16 0,0-1 2 15,1-1 0-15,20 7 0 0,6-5 6 0,3-4-8 16,5 0 3-16,-2-5-6 0,-1-1-2 0,-5 0 1 16,-6 1-1-16,-3 1 1 0,1 2 7 0,-5 0-6 0,-1 1 3 15,-7 1-4-15,-3 0-9 0,-1 0 7 0,0 1-3 16,-1 1 5-16,-1 2 6 0,0 5-11 0,-2 15 5 15,-6-1-7-15,-5 1 7 0,-2 0 5 0,0-4-5 16,10 3 4-16,-14-1-9 0,2-2 9 0,4 1-5 16,2-1 6-16,-1 4-8 0,8 1-1 0,-16 2 2 0,7 3-2 15,5 2 3-15,4 1-4 0,2 6 2 0,2 4-1 16,4 3 9-16,1 3-3 0,1-5 3 0,-3 2-5 16,-3-1 1-16,0-2 3 0,-2-2-4 0,2-6 3 15,0-7 0-15,-2-4-5 0,0-7 2 0,0-4-2 16,0-2 8-16,0-6-4 0,0 1-1 0,0-4-2 15,0 0-12-15,0-1 2 0,0 1-13 0,1 2 1 0,1 0-70 16,0-1-123-16,0 1-23 0</inkml:trace>
  <inkml:trace contextRef="#ctx0" brushRef="#br0" timeOffset="21209.14">22998 4849 708 0,'0'-2'25'0,"0"0"-4"0,-2-5 4 16,0-14 2-16,0 5-10 0,2 5-11 0,0 3-6 15,0 3 0-15,0 3-2 0,2-2-17 0,0 0 13 0,0 3-5 16,0-1 9-16,-1 0-2 0,1 2 1 0,-2 0-1 16,0 2 1-16,0 0 2 0,0-1-8 0,-2 25 9 15,-1 0-6-15,-5 2 14 0,-1 4-10 0,-2 1 2 16,0 6-2-16,-4 4 7 0,2 0 0 0,2 5-7 0,0-2 2 16,1 1-4-16,-1-3 4 0,4-3 1 0,-3-2 1 15,3-7 6-15,1-3-6 0,1-6 7 0,1-7-6 16,2-1 9-16,0-4-3 0,1-5-2 0,1-2 2 15,-2-1 12-15,0-1 6 0,0 0 1 0,0-2-1 16,2-2-3-16,0-1-8 0,0-20 1 0,0-8-4 16,4-10-7-16,1-2 0 0,3 0-2 0,1-3 1 0,4 5-4 15,2 2 1-15,2 2-1 0,1 0-1 0,-16 2-5 16,22 1 8-16,0 3-3 0,-1 3 5 0,-3 0-15 16,4 4 6-16,0 3-2 0,-1 3 5 0,3 1 1 15,-6 6-2-15,0 4 2 0,-5 3-2 0,-2-5 1 0,-2 3-5 16,-5 4 3-16,-2 2-2 0,-1 0 9 0,1 0-6 15,0 2-2-15,-2 0-1 0,0 2-5 0,-2 12 9 16,-6 5-3-16,-3-1 5 0,-6 0 6 0,9 1-4 16,-12-3 3-16,-3 3-5 0,5-1-5 0,-3 1 3 15,2 1-3-15,3 2 4 0,-1 0 3 0,5 2-7 16,1-2 7-16,4 4-8 0,1 0 2 0,2-2 3 16,-15 0-2-16,6-4 4 0,4 3 7 0,5-5-8 15,2-1 6-15,2-6-5 0,1 1 6 0,3-2-3 0,1-1-1 16,1-2 0-16,12 0-2 0,4-3-17 0,4-1-5 15,2-1-10-15,0-2-60 0,-1 2-137 0</inkml:trace>
  <inkml:trace contextRef="#ctx0" brushRef="#br0" timeOffset="21519.04">24182 5012 235 0,'-2'-1'110'0,"1"-1"-74"0,-1 0 112 0,-2 0-37 0,-15-11-40 16,5 4-23-16,-5-2-8 0,0 1-5 0,-3 3-16 15,-2 1-9-15,0 6 0 0,-4 2-5 0,-2 6-3 0,-1 5 0 16,-3 7 2-16,3-5-3 0,-1 24-6 0,8 5 4 16,0 3 0-16,7-1 2 0,6 1 6 0,7-8-2 15,-18-2 5-15,13-2-2 0,7-9 26 0,2-2 12 16,4-1-2-16,1-10 4 0,1-4-14 0,-3-4-14 15,14-3-1-15,11 17-4 0,2-8-10 0,-1-4 9 16,3-5-10-16,1-2 9 0,-3-5-10 0,0-3-7 16,-4 1 7-16,-4-1-8 0,0 1-2 0,-1 0-30 0,-6-1-5 15,-4 3-13-15,-2 1-77 0,-5 2-64 16,0 0 18-16,-3 0-25 0,1 2 47 0</inkml:trace>
  <inkml:trace contextRef="#ctx0" brushRef="#br0" timeOffset="22102.1">21572 6596 512 0,'0'-2'40'0,"-2"1"53"16,0-1-46-16,0 0-31 0,0 0-3 0,0 0-8 15,1 0-4-15,1 0-3 0,0 2-4 0,0 0-1 16,0 0-6-16,0 0 10 0,0 0-4 0,1 2 4 16,1 0-4-16,0-2 11 0,22 8 8 0,2-3-1 15,4 1 9-15,0-3 5 0,5-1-7 0,0-2 8 0,6-2 3 16,13 1 4-16,-2-3 4 0,2-2-5 0,0 1-19 16,-4 1 2-16,0-2-6 0,-7 3 4 0,-1-1-14 15,-8 2 1-15,-3 0 0 0,-5 0 1 0,0 1-2 0,-5-1 5 16,-1-2-7-16,-5 2 6 0,-4 0-12 0,-2 0 6 15,-3 2-4-15,0 0 2 0,-5 0-22 0,3 0-37 16,0 0-38-16,0 0-4 0,-3 0-152 0</inkml:trace>
  <inkml:trace contextRef="#ctx0" brushRef="#br0" timeOffset="30664.09">6441 6487 695 0,'0'0'33'0,"0"-2"-3"0,0 0-5 16,0 0-8-16,0 0-13 0,-2 0-54 0,2 2-68 15,-1 2 10-15,-1 0-25 0</inkml:trace>
  <inkml:trace contextRef="#ctx0" brushRef="#br0" timeOffset="80472.41">10058 5876 351 0,'0'0'47'0,"0"-2"-3"0,0 0 27 0,0 0-6 15,0 0-5-15,0-1-17 0,0-1-18 0,0 2-2 16,0-3-5-16,0-1-1 0,2 0-10 0,0 3 4 0,0-1-8 16,3-2 0-16,10 5 4 0,-2-3-1 0,2 2 3 15,-4 0 2-15,0-7-11 0,-1 3 6 0,-3 4-8 16,0 1 2-16,-5 1 8 0,2 1-3 0,0 1 6 16,-2 2 4-16,1 7-1 0,1 10-1 0,-4-5-1 15,0 1-12-15,0-6 11 0,-2-2-4 0,0 1 6 16,2-7 1-16,0 3-3 0,0-2 0 0,0-1-2 0,0 1-4 15,0-2-6-15,0 0-5 0,2 0-4 0,0-2-40 16,2 0-72-16,9-2-5 0</inkml:trace>
  <inkml:trace contextRef="#ctx0" brushRef="#br0" timeOffset="81382.47">9035 3958 59 0,'0'0'21'0,"0"0"-23"0,0 0 26 16,-2 0-13-16,-1 0-2 0,-7 0-1 0,-12 0-8 16,0 2 5-16,-1 0-9 0,3 1 2 0,0 1 7 15,-1 0-2-15,1-1 9 0,1 1-9 0,2-2-3 0,4-2 0 16,2 0 11-16,-2 0 20 0,4 0 0 0,2 0 6 16,-3-2 9-16,3 0-1 0,-1-1-2 0,1-1 0 15,0-2-8-15,-1 4 7 0,1-7-1 0,-1 0-2 16,1 0-22-16,-1 1 6 0,-1-1-8 0,2 1 7 15,-3-1-9-15,1 5-4 0,2-1 6 0,-3-1-7 16,-1 1-3-16,4 3-2 0,-2 0 3 0,3 0-2 16,0 2-4-16,3 0 7 0,1 0-7 0,0 0 7 0,-2 0-9 15,1 0 16-15,1 0-5 0,0 0 13 0,0 0 10 16,2 0 4-16,0 0 0 0,2 0 0 0,0-2-7 16,1 0-11-16,18-3 4 0,9-3-6 0,3 1-4 0,8 1 0 15,13 1-9-15,1-1 5 0,5 1-10 0,9-3 7 16,-6 1-3-16,7 1 4 0,4-1-6 0,-5 1-1 15,5 3 2-15,1-1-1 0,5 0 0 0,12 2 10 16,5 0-5-16,9 1 6 0,-2-1-16 0,-10 0 6 16,-3 0 0-16,0 2 4 0,6-2-4 0,9 0 5 15,3-1-6-15,-1-1 5 0,-4-5-2 0,-9-3-2 16,-4-2 8-16,3 1-7 0,3-2 2 0,7-6 3 16,0 3-5-16,-8-5 6 0,-6 5 7 0,-9-1-7 0,-8 3 6 15,-7 1-7-15,-1 0-1 0,-3 4 1 0,1 3 0 16,-2 3 1-16,-3 3-1 0,-3 2-4 0,-8 2 0 15,-8 2-1-15,-8-1-2 0,-8 3 5 0,-8-3-3 16,-8-1 5-16,-1 0-2 0,-5-2-3 0,3 4-1 0,-2 0 0 16,0-1-3-16,-2 1-13 0,0 0-1 0,-2-1-3 15,-2-1-6-15,-18 13-60 0,0-4-25 0</inkml:trace>
  <inkml:trace contextRef="#ctx0" brushRef="#br0" timeOffset="82497.78">4650 8249 209 0,'-2'2'57'15,"-17"5"71"-15,-11 8-72 0,6-2-24 0,2-2-1 0,13-5-3 16,-2 1-1-16,5-3 4 0,4-1-5 0,-3 5 7 15,1-1 1-15,4-5-5 0,0 0-3 0,2 2-2 16,14 5-19-16,29 0-50 0,5-9-30 0,9-9-13 16,8-6-151-16</inkml:trace>
  <inkml:trace contextRef="#ctx0" brushRef="#br0" timeOffset="108396.11">6179 4175 123 0,'0'-2'43'15,"0"0"-22"-15,0 1 47 0,0-3-14 0,0-5-15 0,0-1-16 16,2-3 4-16,0 2-8 0,0 0-2 0,0 0 3 16,0 0-10-16,0 1 7 0,-1 1-14 0,-1 5 0 15,0 1 4-15,0-1-4 0,0 0 4 0,0 1 10 16,0-1-1-16,0 0 6 0,0 0 12 0,0 1-5 0,0 1-2 16,0 0-3-16,0 0-16 0,0 0-8 0,0 0 3 15,0 1-3-15,0-1 3 0,0 2-3 0,0 0 0 16,0 0-1-16,0 0-5 0,0 2-7 0,0-1 5 0,0 3-4 15,0 5 7-15,0 14 5 0,0 1-1 0,-1 6 2 16,1 1 0-16,0 4 3 0,0 6-7 0,0 2 5 16,0 5-10-16,0 0 8 0,0 6 3 0,0-2 1 15,1-2-3-15,3-1-1 0,0-8 0 0,1-6 1 16,-1-5 6-16,0-6-4 0,0-4 1 0,-1-3-1 16,-1-2 1-16,2-2 5 0,-2-4-2 0,0-2 1 15,-1 3-14-15,1-5 7 0,-2-1-1 0,2 2 4 0,-2-3-4 16,0 1 10-16,0-2-7 0,0 0 8 0,0-1-4 15,2 3-1-15,0 0 6 0,0 0-4 0,0-1-2 16,-1-1 1-16,1 0 3 0,0 0-1 0,0 0 1 0,0 0 1 16,0-1-8-16,0 1 6 0,-2 0-6 0,0-2 8 15,-2 0-1-15,0 2 4 0,-2 0 5 0,-7 2-9 16,-11 3 5-16,-6 2-6 0,2 1-1 0,-4 1-9 16,0 0 2-16,-3 2-2 0,1 0 0 0,1 0 5 15,-1 4-5-15,6-1 5 0,-3-8-7 0,3 21 3 16,0 3 0-16,0 1 0 0,7 8-16 0,-1 0 19 15,3 6-11-15,4 1 13 0,-2-4-12 0,10-3 1 16,-3-2 6-16,6-5-3 0,-18-1 3 0,9-3 3 16,3-1-4-16,5-3 5 0,3 0-9 0,1-5 5 0,3-1-4 15,4 1 5-15,1-3 2 0,2 3-3 0,0-1 5 16,4 1-6-16,-9-1-11 0,14 2 14 0,4-1-4 16,-2 1 6-16,1-2-4 0,5-1 1 0,3 0-3 15,4-5 1-15,1-1-12 0,-1-1 18 0,-2-5-5 0,1-1 10 16,-1-5-6-16,2 20-4 0,1-10 11 0,3-7-8 15,0-4 11-15,2-4-7 0,3-3-3 0,3-3 1 16,-3-3-2-16,3 0-1 0,1 0-3 0,-2 0 1 16,1 0-2-16,-7 0 6 0,-2-2 6 0,-5 1-1 15,0-3 3-15,-5 2-6 0,-2 0 3 0,-5 2-3 0,-3 11 6 16,-1-16-3-16,-2-3-6 0,0 3 3 0,0-5-6 16,-4-1 18-16,-4-4-9 0,2-1 10 0,-3-7-15 15,-2-4 0-15,20-5 6 0,-9-5-5 0,-10-2 2 16,-5-2 1-16,-2 2 1 0,-5 2 2 0,-6 5 5 0,-2 5-1 15,-3 4-2-15,14 3 1 0,-30 3-3 0,-10 4-1 16,-4 4 1-16,-10 1-3 0,-1 7-12 0,1 4 7 16,0 3-4-16,5 5 4 0,3-22-7 0,1 15-6 15,3 9-1-15,5 5-3 0,-2 6-19 0,4 6-42 16,-2 5-5-16,2-7-18 0,2 26-69 0</inkml:trace>
  <inkml:trace contextRef="#ctx0" brushRef="#br0" timeOffset="108802.92">6166 5592 539 0,'0'0'1'16,"-1"0"1"-16,-1 0-4 0,0 0 4 0,-2 0-4 15,0 0 2-15,1 0-2 0,-1 0-5 0,0 0 5 16,1 0 9-16,-1 0-13 0,0 0 1 0,2 0-6 0,0 0 8 16,1 0-10-16,-1 0 12 0,0 0-10 0,0-2 20 15,2 0-2-15,0-4 4 0,6-20-1 0,3-1 14 16,2-3-5-16,0 2-8 0,0 4 2 0,0 5-10 0,-1 5 0 16,-1 1-1-16,-2 3-1 0,-3 7-2 0,9-7-17 15,0 5 12-15,0 5-12 0,0 2 14 0,0 5 2 16,2 2-9-16,0 23 7 0,3-3-4 0,1 1 7 15,3-4 8-15,4-5-4 0,-2-3 4 0,6-9 0 16,-2-1 0-16,11-3 3 0,0 18 19 0,2-10-10 16,3-10 10-16,-3-6-9 0,0-7 5 0,2-4-4 15,-8-3-10-15,-5-2 5 0,-8 12-10 0,-3-19 3 16,-5-2 0-16,-2 6-1 0,-7 3-11 0,-1 6 2 0,-2 4-2 16,0 5 2-16,1-1-10 0,-1 1-39 0,0 2 8 15,0 0-18-15,-2 2-5 0,-2 2-121 0</inkml:trace>
  <inkml:trace contextRef="#ctx0" brushRef="#br0" timeOffset="109063.97">6504 5956 420 0,'0'0'-1'0,"0"0"5"0,-1 0-7 0,-1 0 4 0,0 0-9 16,0 0-10-16,0 2 10 0,0 1-9 0,-5 25 18 15,-2 19-1-15,1 4-5 0,1 7 1 0,-1 3-3 16,1-1 2-16,-1-5 1 0,3-6 1 0,-1-7 13 16,1-8-10-16,1-3 7 0,-2 1-9 0,1-4 4 0,1-2 8 15,2-2-5-15,0-4 5 0,2-1 4 0,0-2-8 16,0-4 0-16,0-2-5 0,0-2-11 0,0-3-24 16,0-1 7-16,0-1-14 0,0-2-6 0,4 2-32 15</inkml:trace>
  <inkml:trace contextRef="#ctx0" brushRef="#br0" timeOffset="109598.79">4404 4951 436 0,'0'-2'8'0,"0"0"2"0,-1 1 0 16,-1-3-6-16,0 0 2 0,0 0-2 0,0 1-20 15,0-1 12-15,0 2-16 0,1 0 9 0,-1 0 0 16,2 2-13-16,0 0 9 0,0 2-6 0,0 0 20 16,0 2-4-16,-6 24 6 0,2 5-2 0,3 2-4 15,-1 1 5-15,2 5-4 0,0 1 4 0,2 3 0 0,-1 3 2 16,1-5-1-16,2 3 12 0,0-3-15 15,-1-2 10-15,3-4-11 0,0-6 6 0,1-1 5 0,0-6-5 16,1-3 7-16,-1-5 2 0,1-1 1 0,-1-4 2 16,1-1 1-16,-7-5 13 0,11-3 5 0,4 2 0 15,-3 5 2-15,4 0-1 0,0-3 4 0,1-4 0 16,1-2 1-16,1-6-5 0,1-5-13 0,-1 4 6 0,4-32-9 16,0-6 1-16,-3-1 0 0,-3-1-8 0,-3-1 5 15,-2 5-13-15,-4 3 5 0,-3 2-4 0,0 11 4 16,-5 2-9-16,12 7-1 0,-5 5 1 0,-3 0-2 15,-3 5-1-15,-2 5-24 0,0-1-1 0,0 0-11 16,0 2-44-16,0 1-47 0,0 1-26 0</inkml:trace>
  <inkml:trace contextRef="#ctx0" brushRef="#br0" timeOffset="109890.17">5182 5462 65 0,'0'0'45'0,"0"0"4"15,0 0 52-15,0 0-5 0,0 0-6 0,-1-2-28 16,-1 2-6-16,-2 0-5 0,-3 0-14 0,-18-2-2 16,1 4-5-16,-4 3 1 0,-3 3-9 0,3 1-11 15,-2 2 5-15,6 0-9 0,2 2-9 0,3-1-2 0,3-9-2 16,4 14 2-16,1 0 8 0,6-1-6 0,-3-1 2 16,3 0-5-16,3-2-3 0,-9 2 6 0,3 0-7 15,5 0 5-15,1 0-19 0,2-2 10 0,2 1 3 16,1-2 3-16,7 2 14 0,-9-1-4 0,22-1-1 15,-3-1 0-15,-3-2 7 0,-4-3-9 0,-4 3 9 16,-1-4-8-16,-1 3 9 0,-3-3 18 0,1 3-11 0,1 1 12 16,-4 2-19-16,-4 2-9 0,-9 4 2 0,-26 3-10 15,-19 6-57-15</inkml:trace>
  <inkml:trace contextRef="#ctx0" brushRef="#br0" timeOffset="112203.8">6114 4051 52 0,'0'0'14'0,"0"0"17"15,0-2 15-15,-1 0-8 0,-1 0-1 0,0 0-4 0,0 0-8 16,0 1-6-16,0-1 2 0,-1 0-5 0,1 2-10 16,-13-4 9-16,0 0 3 0,2 3 2 0,-6-1 2 15,5 2-22-15,1 0 1 0,-2 0-5 0,2 0 13 16,3 0-2-16,3 0-1 0,3 0-2 0,1 0-12 0,-1 0 13 15,2 0-9-15,0 0 9 0,0 0-14 0,0 2 4 16,1-1 5-16,1-1-2 0,0 2-5 0,1 0 7 16,1 0-5-16,2 0 5 0,22 2-12 0,2-1 12 15,3 1-4-15,-1-2 9 0,4 0 1 0,-1 0-6 16,2-2 8-16,4 0-7 0,6 0 2 0,-1 0 7 16,5 0-7-16,6 0 9 0,10 0-1 0,2 0-1 15,4 0-7-15,-1 0 3 0,-8-2-5 0,-3 0 1 0,-5 0 6 16,-11-2-6-16,-3 1 0 0,-2-1-1 0,-7 0 3 15,1-1-1-15,-3-1 9 0,-4 2 4 0,1 1-8 16,-6-1 6-16,-1 0-3 0,-3 0 0 0,-1 1 10 16,-4 1-8-16,2-2 0 0,-2 2-6 0,0 0 2 15,1 1-2-15,-5 1-1 0,-1 0-6 0,1 0 1 0,-5 0-1 16,2 0 3-16,-3 0-1 0,1 0-3 0,0 0 4 16,2 0 19-16,0 0-2 0,-1 0-3 0,-1 0 0 15,0 0-13-15,0 0 4 0,0 0 6 0,0 0-3 16,-2 0-3-16,0 0 3 0,0 0-7 0,0 0 6 15,0 0-7-15,0 0-5 0,0-2 3 0,0 2-2 0,0-2 8 16,0 0-9-16,1 0 3 0,1 0-3 0,0 0 11 16,0 1-1-16,0-1 0 0,0 0 0 0,0 0-6 15,-1-2 6-15,-1 2-4 0,4-9 5 0,0 2-3 16,-2 2-1-16,0-5-5 0,-1-2 1 0,1-1-1 0,-2-2 1 16,0 0 1-16,0 2 0 0,0-1 0 0,0-1 2 15,0 0 3-15,0 1-3 0,0-1-6 0,0 2 0 16,0 2-1-16,0 4 2 0,0-1 2 0,0 5-1 15,0 1-3-15,0 0 0 0,0-1 2 0,0 1-4 16,0 0 3-16,0 1-4 0,0-1-5 0,0 0 2 16,2 2-3-16,0 1 4 0,0-1 9 0,0 2-6 15,0 0-3-15,1 2-2 0,1-1 3 0,11 9-2 0,-4-1 8 16,4 4-7-16,-4 11 6 0,2 0-6 0,2 0 2 16,0 4-3-16,1 0 3 0,-1-2 1 0,6 0-2 15,-5-4 3-15,-1 1 3 0,0-5 5 0,-2 3-1 16,0-6 2-16,0-1-5 0,2 1-3 0,-6-4 6 15,2-1-5-15,-3-3 11 0,-3-1-2 0,5-1-5 0,-5 1 2 16,5-2-3-16,-5-1 2 0,3-1 5 0,-1 4-1 16,-1-3 13-16,-1 1 36 0,-1-2-14 0,-2-2 18 15,1 2-32-15,1-2-12 0,2 0-4 0,-1 0-1 16,1 0-10-16,-1 0 7 0,1-2 4 0,-2 0-1 16,-1 0-1-16,-1-9-10 0,2-4 1 0,-2-1-2 15,2-3 5-15,1-1 3 0,3-3-3 0,-1-5 3 16,0 1-4-16,1-3-6 0,-1 0 1 0,3 4-2 0,-3 0 8 15,0 2-10-15,3 5 6 0,-1 1-7 0,2 5 1 16,-2 4 3-16,1-3 1 0,-5 5 1 0,3-2 2 0,-3 5-5 16,3 2-5-16,-1-3 1 0,-1 1-11 15,1 2 14-15,-1 2-3 0,-1 0 7 0,3 0-10 0,-5 0 10 16,5 4-10-16,-1-2 10 0,-1 24 1 0,1-10-5 16,2 12 5-16,1-6-6 0,1-1 2 0,0-1 9 15,4-5-2-15,0 0 4 0,5 0-8 0,2-4 0 16,10 0 0-16,-6-3 0 0,4-3 6 0,7 1-2 15,-4-3-3-15,14 1 1 0,-1-2 1 0,-1 0-4 16,-3 22 9-16,1-13-8 0,0-5 0 0,-1-4 2 16,1-2-1-16,-2 0 3 0,-2-2 4 0,-2 0-7 15,-2 2-1-15,-1-2-1 0,-3 0 9 0,-5 0-3 0,0 0 3 16,-5 1-4-16,1-3-3 0,2 0 9 0,-7 2-9 16,0-1 8-16,-6 1-10 0,0 0-5 0,2-2 3 15,-4 2-5-15,-1 0-11 0,-3 2-54 0,-1 0-73 16</inkml:trace>
  <inkml:trace contextRef="#ctx0" brushRef="#br0" timeOffset="113014.96">7884 2632 209 0,'0'-2'12'0,"0"0"-1"0,2-14 10 0,1-8 1 15,-1 5-1-15,0 8 1 0,0 3-18 0,-2 3-3 0,0 3-3 16,2-2-6-16,0 1-4 0,0 1 5 0,-1 0-5 16,1 0 12-16,0 2-9 0,0 0 10 0,0 2-8 15,-2 5 13-15,4 29 13 0,-4 3-10 0,0 9 11 16,-2 8-7-16,-4 7-2 0,-1 4 0 0,-1-3-1 15,-1-2 6-15,2-8-5 0,-1-12 6 0,1-8-8 16,1-8-7-16,2-6 6 0,3-5 2 0,-3 0 3 16,2-6 5-16,0 0-3 0,0-1-6 0,2-4 5 15,0-1-5-15,0-1 39 0,-1 2 3 0,-1 0 13 0,0-3 13 16,0 1-44-16,2 0 2 0,0-2-15 0,0 0-6 16,0-2-10-16,0 0 2 0,0 1-4 0,2-25-4 0,2-4 10 15,-1-4-8-15,3-6 7 0,-1-5-4 0,1-5-6 16,1-4 6-16,1 4-7 0,-1-2 8 0,2 4-4 15,1 1 0-15,1 8-2 0,0 2 8 0,2 4-6 16,2 3 3-16,2 2-4 0,-8 2-7 0,21 6 7 16,7-1-9-16,-2 6 9 0,-3 2-5 0,-3 4 2 15,-3 4 2-15,-9 3-4 0,5-13-13 0,-1 6 15 16,-5 3-9-16,3 4 10 0,-13 2-13 0,-3 0 12 16,1 2 7-16,0 0 0 0,-4 0 3 0,7 20 2 0,-7 2-7 15,-4 2 6-15,-7 0-2 0,-5 2-4 0,4 2-1 16,-21 3 0-16,-2-1-4 0,-1 3 8 0,5-2 1 15,-3-3 2-15,7 4-3 0,6-7-4 0,3-2 2 16,3-5-2-16,2-7 3 0,2 0-5 0,-1-4 2 16,5 0-2-16,1-5 2 0,3 2 0 0,-1-4-2 0,0 3 1 15,-3 6-5-15,5-7 2 0,-4 5 0 0,3 1 1 16,1-1-1-16,2 2 3 0,0 0 0 0,2-2 1 16,1 1 4-16,5 1-4 0,-4-2 1 0,20-1-1 15,2-3-1-15,2-3 8 0,9 2-4 0,0 18 8 16,2-9 7-16,2-9-1 0,-6-4-1 0,6-4-1 15,-4-2-5-15,-4 1-4 0,1 1-1 0,-14 0-3 0,3-1-12 16,-5-1 0-16,-5 1-1 0,-2-1-1 0,-1 2-15 16,-5 3-11-16,1-3-9 0,-1 2-9 0,-1 0-121 15</inkml:trace>
  <inkml:trace contextRef="#ctx0" brushRef="#br0" timeOffset="113373.2">8952 2844 717 0,'0'-21'8'0,"0"-23"-8"0,-2 9 48 0,0 12-21 0,0 3 5 16,-2 7-11-16,1 4-11 0,-3 1-9 0,-1 4-1 15,-16-10-3-15,5 4-1 0,-5 3-1 0,-3 5 5 16,4 2-4-16,-2 4 4 0,4 1 0 0,1 5-2 0,2-1 0 15,4 0 0-15,0 2-3 0,2 10-3 0,4-1 1 16,1 2-3-16,2 1-3 0,-10-3-1 0,2 4 1 16,7 0 7-16,5 1 9 0,2 1-1 0,5-1 2 15,4 1-11-15,0-5 10 0,-1 1-7 0,23-1 7 16,-1-10-4-16,7 5 2 0,-4-3 8 0,-2-1-4 16,5 2 0-16,-11 1-3 0,-2-5-3 0,-5-3 1 0,-7 2-1 15,-4-3 1-15,-1 1 9 0,-5-1-4 0,-1-2 14 16,2 1 6-16,-2-1-11 0,-2-2 10 0,0 0-14 15,0-1-3-15,-28 3-1 0,-18 2-4 0,-1-3-20 16,4 1-18-16,4 0-10 0,4-2-11 0,4 1-126 0</inkml:trace>
  <inkml:trace contextRef="#ctx0" brushRef="#br0" timeOffset="113787.19">8751 2805 96 0,'0'-4'29'0,"2"-31"15"16,0 7 66-16,0 8-16 0,-1 3-1 0,1 6-10 0,0 1-41 16,-2 5-8-16,0 3-9 0,0 0 1 0,0-2-41 15,2 1 7-15,-2 1-4 0,0 0 7 0,2 2 5 0,0 2-1 16,0 0-3-16,3 13 0 0,4 24-2 0,-1 0 1 15,-3 3 6-15,1 5-4 0,0-1 2 0,-1-1 4 16,1 1-5-16,-3-7 5 0,-3-2-8 0,0-5 10 16,0-4-3-16,0-2 5 0,0-4-12 0,0 0 9 15,0 0-3-15,0-3 8 0,0 0 3 0,0-1-6 16,0 1-4-16,0-3-2 0,0-1-22 0,0 0-20 16,-1-4-18-16,-1-1-9 0,-2-1-139 0</inkml:trace>
  <inkml:trace contextRef="#ctx0" brushRef="#br0" timeOffset="114413.21">8523 3243 124 0,'0'0'20'0,"-2"0"-5"0,0-2 59 0,0 0 5 0,0 0 6 16,-2 1-18-16,1-3-15 0,-1 0-10 0,2 0 1 16,-3-3-23-16,1-2-15 0,2 1 6 0,0-8-7 15,2 1 7-15,6-2 3 0,3-3-10 0,6-3 6 16,-2-1-8-16,18-4 13 0,3 0-4 0,5 1 6 15,2-1-7-15,5 0-5 0,10-2 1 0,1 2-4 16,1 1-1-16,0 2 1 0,-8 3 0 0,-4 4-1 0,2 3-3 16,-11 0 2-16,-3 0-1 0,-6 0 2 0,-4-2 8 15,-6 3-5-15,3-1 1 0,-6 2-3 0,0 2 6 0,-4-1-5 16,-4 3 2-16,-3-2-3 0,0 4 4 0,1-1 10 16,-1 3-4-16,0-3 6 0,-3 4-9 0,1-1-5 15,-2 1 0-15,0 2-2 0,0 0-5 0,0-1 2 16,0-1 4-16,0 0-1 0,0 2-6 0,-2 1 4 15,1-1-7-15,-1 0 7 0,0 0-15 0,0 2 11 16,0 0-7-16,0 0 8 0,0 2-6 0,1 0 0 16,1 1 1-16,-4 18 0 0,2 3 12 0,2 0-6 15,0 4 4-15,0 0-4 0,0 3 6 0,0 5 0 16,0 1-3-16,0 0 1 0,0 2 3 0,-2-4-2 16,0 0 6-16,0-7-6 0,1-2-2 0,-1-5-1 15,2-6 3-15,0-2-1 0,0-2 6 0,0-6 2 0,0-1-3 16,0 0 3-16,0-1-6 0,0 1 11 0,0 0-5 15,0-2 9-15,0 0 5 0,0-1-5 0,2-1-2 16,-1 0-2-16,1-1-9 0,2-3-1 0,2-4 3 0,-1-12-4 16,8-8-4-16,0 2 0 0,0 0-3 0,0 4 2 15,0 3 0-15,-4 8 4 0,-1 2-5 0,-4 3 2 16,-3 4-14-16,1 2 4 0,0 0-2 0,0 0 2 16,2 0 0-16,-1 2 10 0,1 2 2 0,7 18 2 15,0 10-4-15,-5-4-1 0,0-4-1 0,-3-4-1 16,1-5-1-16,2 0 7 0,-1-4-2 0,-1-5 3 0,0-1-3 15,3-1 6-15,10 7 0 0,3 0 1 0,4-1-9 16,6-5 10-16,5-3-7 0,1-4 10 0,4-3-3 16,-1-5-6-16,0-3 3 0,-3 0-4 0,-9 0 4 15,-4 2-12-15,-7 2 6 0,1-2-9 0,-2 1-7 0,-2 3-25 16,-2 0-46-16,-5 3-10 0,-1 2-318 0</inkml:trace>
  <inkml:trace contextRef="#ctx0" brushRef="#br0" timeOffset="115111.96">5064 5571 263 0,'0'-3'25'0,"-4"-38"8"16,-2 2 61-16,1-2-17 0,-1-2-4 0,1 10-7 15,1-1-31-15,2 12-17 0,2 4 5 0,0 6-9 16,0 3-7-16,0 4-3 0,0 1-12 0,0 0 5 0,0 2-19 16,2 0 18-16,0 1 0 0,0 1 5 0,-1 1 1 15,1 3-5-15,11 28 4 0,-3 10-3 0,-5 7 5 16,-5 3-1-16,-2 1 0 0,-5-1 1 0,-4-3 3 0,-2-7-2 16,0 1 0-16,-2 2-1 0,0-4-3 0,0 1 3 15,0-5-1-15,0 1 2 0,4-3 7 0,2-5-2 16,0-4-2-16,1-4 0 0,3-4-11 0,1-5-9 15,2 0-1-15,2-7-3 0,0-4-5 0,-2 2-98 16</inkml:trace>
  <inkml:trace contextRef="#ctx0" brushRef="#br0" timeOffset="115600.52">4625 5880 450 0,'0'-2'34'0,"0"0"-43"0,2-9 45 16,8-15-24-16,1 3 1 0,0 5-13 0,-7 1 0 0,20 2-2 16,-2 2 8-16,0 2-15 0,0 0 8 0,1 4-11 15,1-5 11-15,0 1-3 0,4 2-8 0,0-2 6 16,0-4 11-16,1 0-6 0,1-3 3 0,-2-8-5 16,5 0 9-16,-3-4-2 0,-4 0 3 0,-2 2-4 15,-5 0 4-15,-1 6-4 0,-5-2 3 0,-5 4-5 0,-1 5-1 16,-1 0 2-16,-3 8 2 0,7 5 1 0,-8-4 3 15,1 2-4-15,1 1-3 0,-2-1 0 0,0 0-8 16,0 2 13-16,-1 1-6 0,1-1 8 0,-2 2-8 0,0 0 5 16,0 0 0-16,0 2 0 0,0-1-4 0,0 3-2 15,-2 5 0-15,-1 23-1 0,-1-4 8 0,0 3-8 16,-1 3 8-16,-3-5-9 0,-1 3 3 0,0 0 3 16,1-5-3-16,1-1 4 0,-2 0 5 0,-1 0 2 15,-1 0-2-15,0 0 0 0,0 2-9 0,0-2 0 16,1 0 4-16,3-3 0 0,1-5 4 0,3-1 3 15,1-4-11-15,0-4 8 0,2-3-2 0,0-3 43 16,0-1 0-16,0 2 12 0,2 0-21 0,0-2-23 16,1-1-3-16,10-1-6 0,12-1-20 0,-1-7 7 0,4-3-4 15,3-4 7-15,-3 2 2 0,-4 2 0 0,-5 2 2 16,-6 3-2-16,-2 2-8 0,-2 1 4 0,-1 1 3 16,-3 2 1-16,2 0 9 0,-1 0-9 0,0 0-1 15,1 2-2-15,-3 0 1 0,3 3 2 0,1-3-3 0,-1 11 4 16,4 0 10-16,-2-2-11 0,3 0 3 0,-1-5-7 15,-2 1 2-15,2-5-13 0,2 2-2 0,-2-2-6 16,4 1-26-16,-2 1-62 0,0-2-76 0</inkml:trace>
  <inkml:trace contextRef="#ctx0" brushRef="#br0" timeOffset="116100.71">5511 7359 502 0,'0'0'5'16,"0"-2"0"-16,-2 1-1 0,0-1 4 0,0 0-6 15,1 0-3-15,-1 0-8 0,0 0-5 0,0 1 1 16,2-1-6-16,0 0 0 0,0 2 2 0,0 0-3 0,2 0 5 16,0 0 11-16,0 0-1 0,22 0 5 0,4-2 13 15,5 0 11-15,8 0 8 0,7-3-3 0,13-3-1 0,8 1 9 16,7-2-3-16,-2-3 6 0,-5-1-8 0,-2-3-1 16,-4-3-8-16,-2 2 4 0,-1-1-18 15,-4 1-1-15,-3 6-7 0,-8 2 3 0,0 3-11 0,-6 2 5 16,-6 1-3-16,0 1 2 0,-1 2-6 0,-6 0 3 15,-4 0-5-15,-5 0 1 0,-6 0-17 0,-4 0-26 16,1 0-26-16,-4 2-9 0,-1 0-164 0</inkml:trace>
  <inkml:trace contextRef="#ctx0" brushRef="#br0" timeOffset="116283.13">6083 7508 212 0,'0'0'108'0,"0"0"-108"0,0-2 129 15,0 0-61-15,0 0-18 0,0 0-25 0,0 1-2 0,2-1-4 16,1 0 3-16,14-7-3 0,15-6-1 0,7-2 1 16,2 2 1-16,7 0-14 0,-2 2-3 0,-1 2-4 15,-4 2-22-15,-4 5-24 0,-4 2 3 0,3 2-11 16,3 0-2-16</inkml:trace>
  <inkml:trace contextRef="#ctx0" brushRef="#br1" timeOffset="157535.79">22578 3954 9 0,'0'0'13'15,"0"0"3"-15,0 0 16 0,0 0 5 0,0 0-3 16,0 0-4-16,0 0-3 0,0 0-8 0,0 0 4 0,0 0-17 15,0 0 6-15,0-2 0 0,2 0 0 0,0 1-14 16,0-1 4-16,-1 0-2 0,3 0 3 0,0 0 4 16,0 0-4-16,-1 0 2 0,1 1-4 0,0-1 2 15,-1 0 11-15,-1 0-1 0,0 0 4 0,0 2-1 0,0 0-5 16,0 0 7-16,0 0-6 0,-1 0 5 0,-1 2-2 16,0 0 0-16,0 2 1 0,0-3-4 0,-1 18 1 15,-3 1-11-15,0 3 8 0,0-3-17 0,1 1 10 16,-1-1-3-16,2 0 5 0,0 1-10 0,2-3 5 15,0 1 0-15,0-4 2 0,4 3-2 0,0-1 9 16,1 0-4-16,1-1 4 0,-2-3-19 0,-1 0 14 16,3 2-6-16,-1-2 10 0,1 0-3 0,-2-3-3 15,-1-1 6-15,1 2-5 0,0 0 7 0,-2-2-3 0,0-1-2 16,-2-1-1-16,0-5-12 0,0 0 2 0,0 2-7 16,0-1 4-16,0 1-19 0,0 0-117 0</inkml:trace>
  <inkml:trace contextRef="#ctx0" brushRef="#br1" timeOffset="162163.71">21845 6574 57 0,'0'0'13'15,"0"0"15"-15,0 0-3 0,0 0-8 0,0 0 1 16,0 0-4-16,0 0-12 0,0 0 4 0,1 0 3 16,1 0 1-16,0-2 2 0,0 0-1 0,2 0 3 15,-1 1 0-15,1-1 6 0,0 0 7 0,0 0 1 0,-3 2 5 16,1 0 4-16,0 0 10 0,2-2-12 0,0 0 12 16,-1 0-5-16,-1 1-11 0,0-1 2 0,0 0-8 15,0 0-13-15,0 0 3 0,-1 0-4 0,1 0 2 16,0 1-8-16,0-1 16 0,0 0-7 0,2-2 9 15,-1 0-1-15,-3 3-2 0,8-9 8 0,-6 1-8 0,3-2 2 16,4 0-13-16,-5 1 8 0,0 1-9 0,3 2 10 16,-5-3-14-16,4-1-3 0,3 0-1 0,-2-2 4 15,-1 2 7-15,-2-2-3 0,-2 0 3 0,-1-2-5 16,-1-2 1-16,0-1 8 0,0-3-3 0,-1-1 9 0,-1 5-5 16,-2-3-5-16,2 3 1 0,-2 1-12 0,1-5 1 15,-1 1 4-15,0 3-1 0,1-2 2 0,-1 1-5 16,-2-4 1-16,4 3 0 0,1-1 3 0,-1 3-3 15,2-2 1-15,-2-1 0 0,2 1 10 0,0 3-13 16,-2 1 1-16,0 0-3 0,0 2 13 0,0 0-8 16,1 2 5-16,-1 0-8 0,0 0 1 0,0 1 6 15,-2-3-3-15,2 2 2 0,1 0-9 0,-1 0 1 0,2 0 0 16,0 0 2-16,0-1 5 0,0 1-5 0,0-2 3 16,0 2-3-16,0 0 2 0,0 0-2 0,0-2 0 15,0 0 0-15,0 0-2 0,0 0 10 0,0 0-6 16,0 0 8-16,0 2-14 0,0 1 2 0,0-3 2 15,0 4 0-15,0-2 3 0,0 0-1 0,0 2-4 0,0-4 2 16,0 0-3-16,0 0 2 0,0-6 1 0,0 0 1 16,0 1-1-16,0-3 6 0,2 1-4 0,-1 2 4 15,3-7-6-15,0 1-4 0,0 0 4 0,-3 2-3 16,1 3 8-16,0 1-4 0,0-3-2 0,-2 1-1 16,0 3 3-16,0 0-1 0,0 3 0 0,0-3 0 15,0 0 5-15,-2 2-2 0,2 0 5 0,-2 2-6 16,2 2-2-16,0 0 0 0,0 0 0 0,0 2 0 0,0-1 4 15,0 3-3-15,0 0 1 0,0-1-1 0,0 1 1 16,0-3 2-16,0 3-3 0,0-2 2 0,0 1-4 0,2-1-4 16,0 0 3-16,0-1-2 0,0 1 11 0,0-2-2 15,-1 2-1-15,1-1-1 0,-2 1-8 0,2-2 6 16,-2 0-2-16,0 0 3 0,0 0-2 0,2-1 1 16,0-1-1-16,0 2 0 0,1-2-6 0,1 0 7 15,0-2-2-15,0 1 3 0,1-3-7 0,-1 4 6 16,0-2-4-16,-1-2 5 0,1 1-4 0,0-1 2 15,-2 0 4-15,-1 2-1 0,3 1 4 0,0 1-8 16,0-6 2-16,-3 4-3 0,1-3-1 0,0 3 3 0,0-4 1 16,0-1 2-16,0 5 0 0,0-4-5 0,-1 8 0 15,-1 6-2-15,2-7 6 0,0 5-2 0,0-4 2 16,0-2-2-16,0 0 1 0,0 2-1 0,-1-2-4 16,1 2 3-16,-2-1 3 0,0-1-6 0,0 4 1 0,0 2-4 15,0 3 6-15,0-2 3 0,0 1-3 0,0 1 2 16,0 2-5-16,0-1 4 0,0-1-2 0,0 0 0 15,0 0-10-15,0 3 0 0,0-1 3 0,0 0-1 16,2 0 6-16,0 0-8 0,0 0 1 0,0 2-1 16,0 0 12-16,-1 2-2 0,1 0 4 0,0 2-3 15,0 1 2-15,4 19-4 0,-1 4 3 0,-1-5-4 16,-2-3 1-16,0 4 3 0,-2-7-4 0,3 7 5 0,3 6 1 16,-2-4-2-16,1 7 0 0,-1-1 0 0,0-3-1 15,-1 1-1-15,1 0 2 0,0-2-2 0,-2 3-4 16,-1-3 11-16,-1 4-9 0,-3-1 10 0,-5 1-5 0,-1 3-8 15,-2 2 13-15,3 2-11 0,3 0 12 0,-3-2-8 16,1 2 0-16,0 0-2 0,-1-2 4 0,4 2 3 16,3-1-6-16,-1-7 4 0,2 4-6 0,0-3 4 15,0 1 1-15,0 1 1 0,0-6-3 0,0-1 4 16,0-1-4-16,0 0 3 0,0-3-9 0,0 1 7 16,2-2 0-16,-1 0 3 0,1-1 2 0,-2-4-3 15,0 1 1-15,0-3-2 0,0-2-9 0,0-4 8 16,0 1 3-16,0-5 2 0,0 1-1 0,0-3 1 0,0-1-8 15,0 0 6-15,0 0-3 0,0 2 5 0,0-1 1 16,0 1 0-16,0 0-2 0,0-2-5 0,0 0 9 16,0-1-8-16,0 1 14 0,0 0-14 0,0 0 1 15,0 0-2-15,0-2 2 0,-2 0 3 0,1 0-4 0,-1 0 4 16,2 0 2-16,0 0-6 0,-2-2-1 0,0 0-1 16,0 0 11-16,0 0-11 0,0-1 8 0,1-3-10 15,-7-9 7-15,1-1-1 0,-1-1-1 0,1-5 2 16,-1 1 5-16,3-3-6 0,-3-8 0 0,3-1-2 15,1-8 3-15,0 2-1 0,3 0 2 0,-3-5-3 16,-2-1-1-16,3 2 0 0,-1-3 2 0,2 3-1 16,0 6-3-16,0-2-2 0,0 6 4 0,1-1-1 0,-1 3 10 15,0-1-9-15,-2 2 1 0,2 3-3 0,2-3 2 16,0 4 5-16,0-2-8 0,0 0 6 0,0-2-7 16,0-3 1-16,2 0 5 0,2-6-2 0,-2-2 3 0,-2-4-5 15,0-1 5-15,0 3-4 0,0 0 11 0,-2 6-8 16,0 2-2-16,0 2 0 0,0 1-8 0,2 4 8 15,0 2 0-15,0 2 2 0,0 2 2 0,0-2 1 16,0 1-1-16,0 1 0 0,0 2-3 0,0 1-4 16,0-1 3-16,0 3-3 0,2-3 8 0,0 3-5 15,0-2 0-15,0 3 0 0,0-1 5 0,-1 0-1 16,1-1 1-16,-2-3-3 0,0-1-4 0,0 0 0 16,0-1 2-16,2 1 0 0,0 0 9 0,-2 1-6 0,2-1-2 15,0 3-1-15,-2 5 4 0,0-7-9 0,0 8 10 16,0-2-9-16,0 0 9 0,0 6-8 0,0-8 4 15,0 6-4-15,2 0 11 0,-1 0-8 0,1 0-2 16,0-2 0-16,0 0 4 0,0 4-5 0,0-1 5 16,0 1-4-16,-1 0 3 0,1-1-1 0,0-1 1 0,0 0 0 15,0 2 3-15,0 1-2 0,0 3-1 0,-2 1 2 16,0 1 2-16,0 1-2 0,0-2-7 0,0 2 3 16,0 0-4-16,1-1 7 0,1-1 8 0,0 0-1 15,0 2 0-15,-2 0 1 0,0 1-1 0,0-1 1 16,0 0 0-16,0 0 0 0,0 0-3 0,0 0 1 15,0 0-8-15,0 1 8 0,0-1-3 0,0 0 5 0,0 0 0 16,0 0 0-16,0 0 0 0,0 0-1 0,-2 1-4 16,0-1 0-16,0 0-1 0,1 0 0 0,-1 0 5 15,-2 0-9-15,0 0 4 0,1 1-5 0,1 1 6 0,-6-4-2 16,1 0-6-16,-4-1 3 0,-4-3-8 0,2 3 10 16,0 1-1-16,-2 0 4 0,4 2-6 0,-4 0-1 15,2 2 2-15,0 0-1 0,0 0 4 0,-2 0-6 16,-1 0 3-16,-1 0-4 0,2 2-1 0,0 0 5 15,-2 2-1-15,4 0 3 0,-3 1-1 0,-1 1 0 16,0-1-2-16,-3 3 1 0,3-1-4 0,0 1 7 16,1-1-3-16,-3 0 3 0,1 1-8 0,-1-1 5 15,-3 3-3-15,-2-1 4 0,3-2 5 0,-3 1-6 16,2-1 0-16,1-1-3 0,-3-1 1 0,4-1 0 0,1 0 2 16,4-3 0-16,4 1 2 0,-4 0-3 0,0 0 1 15,2 0-2-15,-3 0 8 0,5 0-8 0,-2-1 2 16,1 1-3-16,1 0 10 0,2 0-8 0,-4 2 1 0,-2-1-4 15,0 1 7-15,4-2-2 0,-2 0 1 0,4 0-2 16,0 0 4-16,-1-2-6 0,1 0 2 0,-2 0-3 16,2 0 9-16,-1-2-3 0,1 0 3 0,-2-2-4 15,2 0-4-15,-1 1 4 0,1-3-2 0,2 2 2 16,-1 1-8-16,-1-3 5 0,2 2 0 0,-3-1 2 16,1-1 3-16,0 1-4 0,-4-1 0 0,2 1 0 15,-1-1 0-15,-1 1-1 0,2 1-3 0,-2 0 2 0,0 0 2 16,0 3-3-16,-2-1 5 0,-1 0-4 0,-3 0 2 15,4 2 0-15,-1 0-2 0,-1 0-1 0,2 0-1 16,-2 0 7-16,1 0-4 0,-1 0 3 0,0 0-6 0,-3 2 7 16,1-2 1-16,1 0 2 0,1 0-6 0,0 0 0 15,4 0-2-15,0 0 1 0,-5-2 0 0,5 2-4 16,-4 0 5-16,4 0-3 0,4 0 3 0,-6 0 1 16,4 0-2-16,0 0 0 0,-2 0 0 0,0 0 2 15,-6 0-1-15,0 0 0 0,-1 2-5 0,1 0 5 16,5 0 3-16,-1-1-1 0,-2 3-1 0,6-2-2 15,-2 0-1-15,2 0 1 0,1 0 8 0,3-2-8 0,0 0 3 16,-1 0-5-16,1 0 3 0,-1 0 0 0,1 0 2 16,-1 0-1-16,1 0 3 0,0 0-2 0,1 0-4 15,-1 0 1-15,-1 0-6 0,3 0 5 0,-3 0 3 16,3 0-1-16,-3 0 1 0,3 0 0 0,-1 0 1 16,-1 0 1-16,-1 0 0 0,3 0-5 0,-3 0-1 0,1 0-2 15,-1 0 0-15,-1 0 6 0,-2 1-1 0,0 1 3 16,1 0 5-16,3-2-11 0,0 0 3 0,1 0-7 15,-1 0 6-15,1 0 5 0,-1 0 0 0,1 0 3 16,0 0-6-16,-1 0-2 0,0 0 1 0,-1 0-3 16,3 0 3-16,-3 0 2 0,1 0-2 0,1 0 4 15,-3-2-4-15,1 2 0 0,-1-2 0 0,-2 1 0 16,2 1 0-16,-2 0-4 0,-6-2 2 0,2 2-3 0,-3 0 4 16,-1 0 1-16,4 0-2 0,-2 0 2 0,3 0-3 15,-5 0 5-15,4 0-3 0,2 0 4 0,-5 0-2 16,5 0-1-16,-4 0 0 0,4 0 0 0,5 0 0 0,-3-2 4 15,4 2-1-15,-4-2 2 0,1 0-11 0,3 0 9 16,-4-1-5-16,2 1 5 0,1 0-12 0,-1 0 8 16,1 0 2-16,-1-2 2 0,0 1 1 0,0-1-5 15,1 2 1-15,-1 0-3 0,0 0 2 0,1 1 4 16,-3-1-6-16,0 0 4 0,0 0 0 0,0 0 0 16,-2 0 0-16,1 0-1 0,-1 1-3 0,2-1 1 15,0 0 1-15,2 2 0 0,-2-2 5 0,1 2-7 0,-1-2 3 16,2 2-4-16,0 0 4 0,-1 0 3 0,3 0-2 15,-2-2 4-15,1 2-10 0,-1 0 4 0,2 0-3 16,-1 0 4-16,-1 0-4 0,2 0 3 0,-3 0-1 16,1 0 2-16,2 0-11 0,-3 0 8 0,1 0-4 15,2 2 6-15,-6 0 5 0,1 0-8 0,-1 2 4 0,4-3-5 16,2 1 5-16,-1 0-7 0,3 0 4 0,-5 2-4 16,7-4 11-16,1 0-7 0,-2 0 0 0,0 2-4 15,1-1-3-15,-1 1 0 0,0 0-1 0,2 0 2 16,1 0 0-16,-1 0 9 0,0 0 0 0,0-1 0 15,0 1-1-15,0 0-1 0,0 0 1 0,1 0-1 16,-1 0 0-16,0 0 1 0,0-1 2 0,2 1 1 0,0 0 2 16,0 0-6-16,0 0 1 0,0 0-1 0,0 0 9 15,0-1-3-15,0-1-4 0,0 2 0 0,0-2-6 16,0 0 3-16,0 0 2 0,0 0 1 0,0 0 8 0,0 2-12 16,0 0 8-16,0-2-9 0,0 2 2 0,0-2 6 15,0 2-2-15,0-1 5 0,0 1-4 0,0 0-6 16,0 0 4-16,0 0-4 0,0 0 3 0,0 0 6 15,2-1-3-15,-2 1 6 0,2 0-6 0,0 0-2 16,-2 0 0-16,1 0-1 0,-1 0-4 0,2-1 4 16,-2 1-3-16,0 0 5 0,0 0 8 0,0 0-8 15,0 0 3-15,0 0-3 0,0-1 3 0,0 1-3 16,0 0 4-16,2 0-3 0,-2-2 4 0,0 0-5 16,2 0-1-16,0 0 0 0,-2 0-1 0,0 0 4 0,0 0-3 15,2 0 4-15,0 0-10 0,-1 0 10 0,1 0-4 16,0 0 6-16,0 0-2 0,0 0 2 0,0 0-3 15,0 0 1-15,-2 0-5 0,0 0-4 0,0 0 5 16,0 0-2-16,0 0 2 0,0 0 1 0,0 0-1 0,0-2 0 16,0 2-6-16,0 0 8 0,0-2-5 0,0 2 6 15,0 0-8-15,0 0 2 0,0 0 3 0,0 0-1 16,1 0 2-16,-1 0-1 0,0 0 0 0,0 0 0 16,0 0 4-16,0 0-1 0,2 0-1 0,0 0-1 15,-2 0-8-15,0 0 7 0,0 0-3 0,0 0 5 16,0 0 5-16,0 0-11 0,0 0 8 0,0 0-8 0,0 0 11 15,0 0-9-15,0 0 1 0,2 2-4 0,-2-2 3 16,0 2 7-16,0-2-6 0,0 0 6 0,0 0-6 16,0 0-5-16,0 2 5 0,0 0-6 0,2 0 12 15,-2-1-5-15,2 1 0 0,0 0-1 0,-2 0 6 0,0 0-7 16,1 0 2-16,-1 0-5 0,2-1 14 0,-2 1-11 16,2 0 5-16,-2 0-7 0,0 0 5 0,0 0-2 15,0 0 1-15,0-1-3 0,0 1 6 0,0 0 1 16,0 0 0-16,0 0-2 0,0 0-5 0,0-2 3 15,0 0-5-15,0 0 5 0,0 0-4 0,0 2 2 16,0-1 6-16,0 1-4 0,0 0 1 0,0 0-2 16,0 0-2-16,0 0 0 0,0 0 2 0,0-1 8 15,0 1-7-15,0 0 6 0,0 0-9 0,0 0 3 0,0 0 3 16,0 0-1-16,0-2-1 0,0 0-2 0,0 0-6 16,0 1 4-16,0 1-2 0,0 0 1 0,0 0 4 15,2 0-1-15,0 0 6 0,-2 0-5 0,2-1-4 16,-2 1 1-16,2 2 3 0,-1 0 2 0,-1-1 2 0,0 3-2 15,2 1-7-15,0 5 6 0,0-3-1 0,0-2 0 16,0 3-7-16,0-1 7 0,-1 0-3 0,-1 0 3 16,0 1 3-16,2 5-3 0,0-4 0 0,0 2-1 15,0 2-3-15,0-4-3 0,0 7 1 0,-1-3 0 16,-1 0 7-16,0 2-1 0,0-4 1 0,2 2-1 0,-2-1-1 16,0 3 3-16,0-4-3 0,0-2 3 15,0 2-2-15,0-3 0 0,0 1 3 0,0-2-3 0,0 0 1 16,0-1-1-16,0 1-1 0,0 0-1 0,0 1 0 15,0 1 2-15,2 2 0 0,0 0 1 0,0 2-1 0,0 1 0 16,0 1 0-16,1 1 0 0,1 5-2 0,-2 3 2 16,0 0 0-16,0 5 2 0,-1 5-2 0,3 6 0 15,-2 3-1-15,0 3-1 0,0-1 2 0,0 1 0 16,-1 0-3-16,-1-3 2 0,0-3 1 0,0-8-1 16,0-1 7-16,0-3-5 0,0-4-1 0,-1 2 2 15,1-2-3-15,0-2 2 0,0 0-1 0,1 0-6 16,1 2 8-16,0-2-5 0,0 2 9 0,2-2-10 15,-1 1 4-15,1-3-5 0,0 2 7 0,0 0 3 16,-1 4-7-16,-1-6 4 0,2 8-9 0,-2-2 7 0,0 3 0 16,-1 5 4-16,-1-10-2 0,0 0-2 0,2 0-1 15,0-2-1-15,0 2 5 0,0-4-7 0,2-3 6 16,-1 1-8-16,1-1 6 0,1 3 1 0,3 0-1 0,-1-1 2 16,1 1-2-16,-1-2 2 0,1 1-1 0,-1-1 1 15,0-3-1-15,1 0 3 0,-3-3 1 0,3 1 1 16,-1 2 2-16,-1-2-7 0,-1-2-3 0,1 0 0 15,-2 0-1-15,-1-2 2 0,1 0 1 0,0 2 0 16,0-2-4-16,-1 2 9 0,1 0-5 0,0 4 3 16,-1-2-10-16,1 2 9 0,0 3 1 0,-2 0 3 15,0 3-4-15,-1 1-6 0,1-2 6 0,-2 2-5 16,0-3 10-16,-2-3 1 0,-1-1-4 0,-1-4 4 0,0 2-4 16,-1-2-3-16,1-4 2 0,-3 2-2 0,1-2 4 15,4-3 2-15,-11 3-5 0,-4-1 4 0,1-1-1 16,-5 2-3-16,-3-1 1 0,2 1-2 0,-6 0-4 0,0-3 2 15,-3 1 0-15,-3-5 1 0,5 0 0 0,-7 4 4 16,-1-4-1-16,7 3 2 0,-7 1-5 0,4-4-2 16,-1 3 2-16,-5-3-1 0,6 2 0 0,0-1 2 15,3 1 3-15,2 0 1 0,2 13-3 0,4-6-1 16,-1-4 0-16,5-3 2 0,3-2 5 0,0-2-19 16,0 0-11-16,2-2-4 0,-1 0-55 0,2-2-218 15</inkml:trace>
  <inkml:trace contextRef="#ctx0" brushRef="#br1" timeOffset="164098.23">19423 3483 103 0,'0'0'31'0,"0"0"-4"0,0 0 8 16,-1 0-2-16,-1 0-11 0,0 0-23 0,0 0 2 15,0 0-1-15,0 0 1 0,0 1-1 0,1 1 0 16,-1 0 3-16,0 0-2 0,0 0 1 0,0 0 7 16,0 0-1-16,0-1 4 0,1 1 2 0,-1 0 26 15,0 0 4-15,0 0 7 0,0 0 17 0,0 0-21 16,0-1 4-16,1 1-9 0,-1-2-2 0,0 0-7 15,0 0-3-15,0 0 0 0,0-2 0 0,0 1-3 0,-1-1 2 16,-1 0-2-16,2 2 4 0,-11-8-8 0,0 3-2 16,-2-3-2-16,-1 1-8 0,1 3 4 0,-4-1-4 15,1 1 3-15,-3 0-2 0,-1 1-5 0,3-1 2 16,-5 0-4-16,0 2 1 0,2 0-3 0,-2 1 7 16,-2-1-7-16,2 0-2 0,-2 0 6 0,5 0-7 0,3 2 7 15,-7-2-3-15,5 0-3 0,-6 1 1 0,4 1-1 16,1 0 0-16,-1-2-1 0,2 2 4 0,-3 0-3 15,1 0 13-15,-2 0-16 0,0 0 5 0,1 0-6 16,-1 2 4-16,2 1 3 0,-2 3-3 0,0-1 4 16,-4 5-1-16,-2-1-3 0,1 2 0 0,-1 0 0 15,2 2 10-15,-2 0-3 0,4-2 1 0,2-3-3 0,0-1-8 16,0 1 11-16,3-3-6 0,7-1 7 0,-3 1-12 16,4-1 7-16,0 0-6 0,0-2 6 0,4 0-6 15,-4 1 1-15,0 1 5 0,-2-2-3 0,-2 2 1 16,2-3 0-16,2 1-1 0,-5 2 0 0,3 0-3 0,-6-1-4 15,-1 1 4-15,0 0-3 0,-6 1 8 0,2 1 0 16,-4 1 2-16,2 1-1 0,1-1 1 0,1 1-5 16,-2-1-2-16,2-1 1 0,0 1 6 0,3-1-5 15,1-3 5-15,0 1-5 0,1-2-1 0,1 2 0 16,-6-2 0-16,4-2 0 0,1 0 2 0,-1-2 1 16,3 2-3-16,1-2 2 0,-3 0-1 0,7 0-6 15,1 0 6-15,-2 0-5 0,2 1 2 0,-2 1 1 0,-2 0-4 16,-1 0 3-16,-3 0 4 0,-1 0-1 0,-2 1 3 15,3 3-2-15,3 0 2 0,-3 0-2 0,3-3-3 16,-3 1 0-16,1 0 0 0,1 0-1 0,1 0 5 16,-1 0-3-16,1-2 6 0,1 0-3 0,0 0-4 15,1 0 1-15,1 0 2 0,0 0-5 0,2 0 9 0,0 0-9 16,-2-2 3-16,2 0 0 0,-2-2-3 0,-2 1 3 16,3-1 7-16,-5 0-7 0,0 0 3 0,1 3-3 15,-4 1 3-15,-4 0-3 0,1 0 0 0,-6-2-1 16,5 2-5-16,-6-2 6 0,4 0 0 0,1 0 3 15,-1 0-3-15,0-1 6 0,2-1-6 0,-2-2 7 16,2 1-3-16,0-1-5 0,-2-1 2 0,6-1-1 16,-4-1 7-16,0 0-10 0,0 1 2 0,-2 1-5 0,2-1 1 15,2 5 3-15,-2-1-1 0,0 2 3 0,0 2 0 16,-2 2-5-16,2 2 0 0,-2 1-2 0,-1 5 2 16,-3 1 2-16,2 4 1 0,-3 1 0 0,-6 5 5 0,6-3-3 15,-5 3 0-15,5-3 0 0,5-1-1 0,-3 0-2 16,1-1 3-16,2-3-1 0,0-1 0 0,4-1-3 15,2-2-1-15,1 0 2 0,6-1 7 0,1-1-8 16,2-1-1-16,3-3-4 0,0 1-1 0,0 0 1 16,-1 1 2-16,5-3-3 0,-3 2-17 0,3 0 6 15,-1-1 2-15,-1 3 3 0,3 5 6 0,-2 2 7 16,1 0-6-16,1 0 7 0,-1 0-1 0,-1-2 9 16,0 0-3-16,1 1 5 0,-1-3-8 0,1 2-4 0,1 0 3 15,0 0-3-15,-1-1 0 0,3-1 3 0,-2 2-10 16,2 0 7-16,-7 0-15 0,2 2 12 0,-1 2-1 15,3 2 4-15,-1 0-1 0,0 3 3 0,3 0 2 16,-1 6-1-16,0 2 3 0,2 4-4 0,-1 3 2 0,-3 6-3 16,-1 3 17-16,-1 7-10 0,1 1-1 0,-2-4-4 15,-2 0-5-15,-2-3 7 0,0-4-1 0,1-6 3 16,3-5-1-16,0-6-3 0,0-2 3 0,1-3-4 16,1 1 5-16,-1-2-2 0,1 1 1 0,-1-2-2 15,3-2-4-15,-3 3 4 0,1 1 0 0,1 1 2 16,-1 4-8-16,1 0 6 0,-1 4-1 0,0-2 2 0,-1 6 3 15,3 3-4-15,-3 6 0 0,1 5-1 0,1 1-6 16,1 1 4-16,-1 2-2 0,4-3 3 0,-3-5-7 16,1-3 7-16,4-5-7 0,0-10 7 0,2 0-1 15,1-4 2-15,3-1 1 0,0-2 0 0,1-2-6 0,-1-2 8 16,1 0 1-16,0 0 3 0,-1-2-6 0,1 0 2 16,1 0-4-16,-1 0 3 0,3 2-1 0,-1 0 1 15,2 4 1-15,0 0 1 0,0-1 1 0,0 3-8 16,1-1 4-16,-1 3-3 0,2 1 14 0,-2 0-8 15,0 1 3-15,0-1-6 0,-2-2-4 0,-1-1 5 16,-1 0-5-16,-1-5 4 0,-1 3-7 0,1 4 8 16,-2-7 2-16,-1 3 1 0,1 2-1 0,0-3 2 15,-1 1-5-15,-1-2 2 0,0 0-9 0,0 0 14 0,2 1-2 16,-2 1 6-16,-1 0-12 0,1-6 5 0,0 0-4 16,-2 0 5-16,0 2-3 0,0-4-7 0,0 4 2 15,2 2-4-15,-2 0 5 0,0 2 7 0,0 0-3 16,0-4 4-16,0 1-9 0,0-1 4 0,-2 0 1 0,2-3 1 15,-2 1-1-15,2-4-4 0,-2 1 2 0,1-1-1 16,1-3 14-16,0 1-14 0,0-1 5 0,0-2-7 16,0 0 3-16,-2 2 4 0,0-1-3 0,0 1 3 15,2 0 7-15,0-2-7 0,0-1 3 0,0 1-5 16,0 0-1-16,0 0-1 0,0 0 1 0,0 0-1 16,0 0 8-16,0-1-3 0,0 1 1 0,0 0-1 0,-2 0 8 15,0 0-9-15,0 0 7 0,1 0-8 0,-1-1-2 16,0 1 2-16,0 0-4 0,0 0 3 0,2-2 1 15,-2 0 0-15,2 0-1 0,0 0-1 0,0 0-12 0,0 0 0 16,0 0 2-16,0 0 1 0,0 2 9 0,0 0 1 16,0 0 1-16,-2-2-2 0,1 1-1 0,1 1 0 15,0 0-4-15,0 0 3 0,0 0 3 0,-2 0 1 16,0 0 9-16,0-1-7 0,0 1-3 0,0 0 6 16,0-2-8-16,1 0 7 0,-1 0 0 0,0 0-6 15,0 0 5-15,0 0-6 0,0 0-6 0,1 0 6 16,-1 0 2-16,0 0 4 0,0 0 8 0,0 0-12 15,0 0 2-15,2 0-6 0,0 0-17 0,0 0-56 16,0 0-8-16,0 0-46 0,2 0-343 0</inkml:trace>
  <inkml:trace contextRef="#ctx0" brushRef="#br2" timeOffset="203508.4">6614 7183 10 0,'0'0'0'0,"0"0"11"0,0 0 19 0,0 0 28 0,0 0 14 16,-2 0-6-16,0 0-7 0,0-2-26 0,0 0 0 15,1 0 1-15,-1 1 0 0,2-1-10 0,0-2-6 0,0-2 1 16,0-1-8-16,0-2-7 0,-2-1 6 0,2 3-6 15,-4-6 5-15,2 4-9 0,0-2 1 0,2-1-3 16,0 3 3-16,0-4 3 0,-1-2 1 0,-1 0 1 16,-2-3-1-16,2 3 2 0,0-2-3 0,0 2 3 15,1-3-7-15,-1-3 7 0,0 3-7 0,-2-3 6 16,1 3-6-16,-1-3 3 0,0 3 6 0,-1-3-2 16,-1 3-1-16,0-3 10 0,1-1-2 0,-1 0 6 0,1 0 1 15,-1-2 1-15,1 1-9 0,1 1 6 0,0 0-12 16,0-1 5-16,3 1-2 0,-1 2 0 0,0-1-7 15,0 1-2-15,2 3 3 0,0-3-3 0,0 1 5 16,0-1-5-16,-2-1-1 0,-2-5 0 0,1 0 0 0,-3-3 2 16,2-3 0-16,-1 0-1 0,-3-5-1 0,3 2 4 15,-1-4-3-15,1 0 3 0,1 6-1 0,0-3 1 16,1 7 6-16,1 5-5 0,2-1 6 0,0 5-9 16,0 0 1-16,0 1-2 0,0 2-1 0,0 1 6 15,0 1-7-15,0 0 5 0,0 2-10 0,0 0 9 16,2 0 0-16,-1 2 3 0,1-2-6 0,0 2 1 15,2-4-1-15,-2 5 1 0,1-1-7 0,1 2 8 16,-2 2-7-16,0 1 8 0,-2 4-5 0,0 0-2 0,0 0 4 16,4 1-3-16,1-3 6 0,-1 2-2 0,1-2 1 15,5-1-2-15,-3 1-8 0,1 2 0 0,-3 0 0 0,-1 2 1 16,0 0 8-16,-3 0-6 0,1 0-1 0,2 0-4 16,-2 0-1-16,0 0 3 0,3 21 4 0,1-1-3 15,9 2 1-15,-4 1 1 0,-2-1 1 0,-3-2 0 16,-1 5 3-16,1-1 6 0,-3 0-3 0,1 6 3 15,0-3-13-15,0 3 3 0,-3 4 2 0,1 5 1 16,0-1 3-16,0 3-3 0,-2 0 1 0,-4-2-2 16,-1 2 1-16,-5 2 2 0,3-6-7 0,-2-4 7 15,0-3-11-15,-1-4 8 0,-1 0 1 0,0 2 1 0,0-2-6 16,-2 0 8-16,0 0-6 0,2 0 6 0,0 0-1 16,-1 0-2-16,1 0 5 0,2-2-3 0,2 0 3 15,1-2 1-15,0 1-5 0,1-1 2 0,1 0-4 0,0-3 1 16,3 1 0-16,-1-7 0 0,2-4-6 0,0-3 1 15,0-2-5-15,0-2 2 0,0 1-10 0,0 1 6 16,0 0 8-16,0-2-2 0,2-1 13 0,-2 1-18 16,0-2-6-16,0 0-8 0,0 0-46 0</inkml:trace>
  <inkml:trace contextRef="#ctx0" brushRef="#br2" timeOffset="-168240.67">13803 11062 18 0,'0'0'0'15,"0"0"26"-15,0 0 10 0,-2 0 9 0,0-2 0 16,1 2-21-16,-1 0-7 0,0-2-15 0,0 0-2 16,0 2-2-16,0 0 1 0,0 0-1 0,1 0 2 15,1 0-3-15,0 0-7 0,0 0 14 0,0 0 0 0,0 0 6 16,1 0-5-16,1 0-4 0,0 0-1 0,2 0 0 16,-2 0 4-16,9 2 2 0,4 2-4 0,1-1 2 15,3-1-3-15,0 0 3 0,-1 0-2 0,3 0-2 16,-1-2-7-16,4 2 5 0,2 0 5 0,2 1-2 15,5 1 1-15,5 0-3 0,1-1 1 0,5 3 0 16,4 1 4-16,4 1-4 0,4 1-5 0,-4-3 1 0,4 1-13 16,-6-3 17-16,0 0-2 0,0-1 6 15,-2 3-8-15,6-2 5 0,0-3-2 0,6 3 3 0,-1-2-7 16,10 0 12-16,9 2 0 0,1-3 5 0,1-1 2 16,-5 0 6-16,-7 0 0 0,-5 0 3 0,1-1 6 0,0 1-24 15,7 0 10-15,7 0-13 0,7 5 5 0,1-3-2 16,-1 0-6-16,-3 1 4 0,-6-1-2 0,-4 2-1 15,-1 0 0-15,0-1-1 0,1 1-3 0,12 2 4 16,7-4 1-16,1 3 0 0,-1-3-5 0,-7 0-3 16,-8 0-2-16,-4 0 4 0,1-2 12 0,1 0-10 15,6 0 8-15,2 1-9 0,5 1 0 0,2 0-9 16,-5 4-4-16,-8-4 0 0,-6-1-6 0,-10 3 19 0,-1 0-8 16,-1 1 12-16,5 1 0 0,2 0-5 0,3-3 10 15,5 1-7-15,-4-2 6 0,-3 0-1 0,-6 0 3 16,-8-2 0-16,-6 0 7 0,-5 0 8 0,0 0-2 15,-4 0 5-15,-2 0-7 0,-3 0-11 0,-2 0 0 16,-4 0-4-16,0 1-5 0,-4 1 4 0,-2 0-7 0,-1 0 6 16,-1 0-16-16,-6 0-49 0,-1 0-19 0</inkml:trace>
  <inkml:trace contextRef="#ctx0" brushRef="#br2" timeOffset="-166633.39">16354 11281 176 0,'0'-2'59'0,"0"0"84"0,0-2-71 0,0 1-26 15,0-1 3-15,0-2-10 0,0 1-4 0,0 1-10 16,0 0-7-16,0 1 1 0,0-1-13 0,0 2 10 16,0 0 1-16,0 0 3 0,2 0 3 0,0 1-5 15,0 1 5-15,0 0-5 0,0 0 6 0,-1 1-8 16,1 1 1-16,0 2-2 0,0 0 6 0,2 7-3 0,-2 0-4 15,1 6 1-15,-1-4-13 0,0 0 7 0,2 2-4 16,-2-1 4-16,-1 1 2 0,1 0-6 0,0 0 4 16,0 4-6-16,-2-3-4 0,0 7 4 0,0-3-2 15,0 6 4-15,0 0-5 0,-2 2 8 0,0 2-5 16,0-3 5-16,1 1-6 0,-1 0-2 0,0 0 6 0,0 2-4 16,2-2 7-16,0-4-6 0,0 5-2 0,0 3 0 15,0-4-1-15,0 0 4 0,0-6 0 0,0-5 2 16,-2 1-4-16,0-1 8 0,0-2-6 0,1 3 8 15,-1-3-1-15,0 0-4 0,0 0 6 0,2-8-6 16,-2 4 5-16,0-1-5 0,-1 1 0 0,-1-2 0 16,2-3-2-16,-2 3-2 0,-1 0 1 0,1-3-1 15,2 5 8-15,-11-5-6 0,-4 3 3 0,3 0-3 0,-3-3 3 16,-2 1-6-16,1-1-1 0,-1-1-1 0,-1 1 0 0,1-1 4 16,2 1 0-16,-5-4 3 0,0 2-11 0,1-1 5 15,-1-1-1-15,-2 0 3 0,2 0 1 0,1 0-5 16,-1 0 2-16,9 7-2 0,0-2 10 0,2-1-9 15,4-2 4-15,1-3-5 0,-1 3 4 0,3-2-6 16,2-2-2-16,0 0-1 0,0 0 3 0,0 0-4 16,-1 2 6-16,-1 0-6 0,0 0 7 0,2-1 3 15,1 1-3-15,-1 0 4 0,0 2-4 0,2 0 0 16,0-1-3-16,2 1 2 0,1 0-1 0,10 5 5 0,10 2-1 16,1 0 2-16,2 0-11 0,2-1 7 0,1-3-3 15,1 1 4-15,-4-3 1 0,2 3 2 0,2-3-1 16,-1 1 0-16,1-1-3 0,-2 1-4 0,2-1 3 15,-4 1-3-15,-2 0 11 0,-2-1-7 0,-3 1 0 16,1-1-2-16,-5-1 2 0,-2 0 0 0,4-1 2 0,-8-1-3 16,2 0 7-16,-2 0-6 0,-5-2 3 0,0 0-3 15,-2 0-2-15,1 2 2 0,1 0 0 0,0 0 3 16,-2-1 5-16,-1 1 2 0,1 0-7 0,-2 0 4 16,-2 2-12-16,1-1 0 0,-11 3 4 0,-14 7-2 15,-5 2 9-15,1-2-2 0,-3 2 3 0,-1-1-4 16,-1-2-6-16,2 4 3 0,-3-6 1 0,-1 3 3 15,0-2 8-15,-6-2-12 0,4 0 0 0,2-1-2 0,-2-1 6 16,8 1 3-16,-3-1 3 0,5 4-2 0,6-2-3 16,-1 1-5-16,7-3-3 0,-1-3 1 0,7 3-2 15,1-1 2-15,1 1 0 0,7-1 0 0,-3-2-1 0,3-4 0 16,2 1 3-16,-4 5-3 0,0 0 6 0,3-3 3 16,1 1-5-16,0 2 4 0,0-3-6 0,3 5 4 15,3-6-5-15,20 14 4 0,5-1-8 0,5-6 4 16,-1-1 4-16,0-4-1 0,1-3-2 0,3 1-3 15,-4-2-1-15,-2 2 1 0,1 0 0 0,-5 0 6 16,3 2-5-16,-2 1 5 0,-1 1 1 0,-3-1-4 16,2 3 3-16,-2-1-4 0,-2-1 1 0,-1 1 3 15,-1 1-1-15,-4-1 1 0,-3-1-5 0,-2-1 3 16,2 3-2-16,-6-3 3 0,-3-1 2 0,-2-2 2 0,1 5 3 16,1 4-2-16,-4 0-4 0,-2-1 1 0,-2 3-3 15,-6 0 1-15,7-2-2 0,-29 2 2 0,0-4 2 16,-1 0 0-16,-1 1 1 0,0-3 3 0,3 1-2 0,-1-3 2 15,2 3-5-15,4-3-1 0,0-1-1 0,-2 0 0 16,2-1 0-16,7 1-3 0,0 0 4 0,8-2-3 16,0-1 6-16,1 1-7 0,5 0-2 0,3 0-2 15,0 0 3-15,0 0-2 0,-2 1 5 0,-2 3-4 16,2-2 5-16,0 3 0 0,2 0-1 0,2 5 0 16,4 1-8-16,3 3 12 0,4 3-6 0,4 7 7 15,-1 2-4-15,1 5 0 0,0 4 1 0,0 6-1 0,-4 3-4 16,-2 3 2-16,0 5-2 0,-4-4 2 0,-1 0 3 15,-1-2 4-15,-3-5-1 0,-2-2-1 0,0-6-10 0,0-5 9 16,-2-4-2-16,1-4 3 0,-1-4 0 0,0 1-6 16,0-2 6-16,0-2-5 0,0-1 7 0,0-1-1 15,1 0-3-15,-1 0 3 0,0 2 3 0,2-2-2 16,0-2-5-16,0 4 2 0,-2-2-3 0,0 2 3 16,0 0 3-16,0-2-2 0,1 0-3 0,-3 0 3 15,0 0-3-15,0-2 2 0,1 0-6 0,-1 0 7 16,0 1-4-16,-1 1 2 0,-1 0-24 0,2-4-26 15,1 2-10-15,1-5-7 0,0 1-61 0,-2 2-223 16</inkml:trace>
  <inkml:trace contextRef="#ctx0" brushRef="#br2" timeOffset="-166148.98">14429 14511 497 0,'0'0'2'0,"-2"0"1"16,0 0-3-16,-9-1-9 0,-13-1 2 0,7 2-19 15,-5 0 3-15,-4 2-1 0,2 1 1 0,0 1 5 16,1 0 17-16,5-1 2 0,1 1 5 0,-2 0 14 0,5-2 26 15,1-2-2-15,2 0 10 0,1 0 10 0,7 0-6 16,-3 0-2-16,2 0-4 0,2 0-13 0,-1 0-15 16,-1 0 4-16,0 0-8 0,2 0-1 0,1 0-12 15,-1 0 7-15,2 0-9 0,0 0-2 0,2 0 5 16,-1 0-3-16,9 2 6 0,23 3 8 0,10 1-7 16,1-3-4-16,8 1-2 0,4 0-5 0,7-2-1 15,4 0 7-15,-2-2-7 0,6 0 5 0,3 0-5 0,13 0-1 16,8 0 0-16,11 0 4 0,9-2 1 0,-2-2 4 15,-2-3-3-15,1 1-1 0,3-1-5 0,7 1 1 16,8 2 0-16,-1 2 6 0,-7 2 1 0,-9 0-1 16,2 0 3-16,4 0 2 0,9 0 2 0,1 0-1 15,-9 0 2-15,-3-1 7 0,-5-3-12 0,-3 2 2 0,6 0-5 16,4 2 3-16,-6 0-9 0,-11-2 9 0,-12 0-9 16,-9-1 3-16,-6 1-3 0,-3 0-1 0,-1-2 0 15,-5 2 5-15,-3-1 4 0,-11 1-7 0,-5 0 5 16,-6 0-11-16,-12-2-38 0,-3 3 1 0,-11-1-24 15,-4 0-85-15</inkml:trace>
  <inkml:trace contextRef="#ctx0" brushRef="#br2" timeOffset="-165334.86">17047 12393 624 0,'0'-2'13'0,"0"0"11"16,0 0 2-16,-2-5-8 0,0 0-3 0,2 3-1 15,0 0 2-15,0 2-16 0,0 0 9 0,-2-1-11 16,2-1 5-16,0 2 2 0,0 0 3 0,0 0-1 0,0 2 7 15,0 0 8-15,0 2-4 0,0 2 6 0,-2 15-4 16,-1 10-7-16,-1 3 1 0,0 3-4 0,1 0-4 16,1 1 4-16,-2 4-1 0,2-6 3 0,0 1-1 0,0-3-7 15,1-6 6-15,-1-2-5 0,2 0 9 0,0-4-8 16,0-3-6-16,0-2 3 0,0-2-2 0,0 0 1 16,0 0 5-16,0-2-5 0,0-2-5 0,0-3-1 15,0-2 0-15,0-2 1 0,0 1 13 0,0 1-11 16,0-2 3-16,0 0-8 0,0-2-10 0,0 0 15 15,0-2-8-15,0-2 10 0,-6-22-4 0,-1-7 4 16,-1-10 1-16,1 4 1 0,-1-2-5 0,3-2-1 16,-1 1 3-16,1-1-1 0,3 0 14 0,0 6-6 15,2 0-2-15,0 4-2 0,2 1 1 0,2 6 2 0,1 0-1 16,3 6 0-16,-1-1-5 0,0 5 2 0,3 1 0 16,-8 0 0-16,18 6-4 0,2-3 10 0,2 5-3 15,4 0 5-15,2 3-7 0,2-15 0 0,-1 6 5 0,-1 8-5 16,-4 3 3-16,2 4-3 0,0 3-1 0,-6 1 0 15,-2 3-4-15,-10-3 4 0,-5 1-1 0,12 17 5 16,-6 0 13-16,-6 2-12 0,-5 4 3 0,-5-2-6 16,-6 2 4-16,-4-2-1 0,11-2 1 0,-22-2-1 15,-3 0 5-15,-3-4-1 0,4 1 0 0,2-5-3 16,2-1-8-16,4-6 2 0,-1 4 1 0,3-5 1 16,1-3 1-16,4 5-8 0,0-3 6 0,2-3-5 0,0 5 9 15,5 0-5-15,-1-5-4 0,1 2 2 0,2-1-1 16,2-1 0-16,1 5 3 0,-11 6-2 0,7-6 0 0,-1 3 6 15,3-1-6-15,1 0 7 0,2 4-1 0,0 0-3 16,2-4 5-16,1-2-5 0,5 0 10 0,3-1-10 16,13-1 3-16,4-1-5 0,2-3 3 0,5-1-5 15,0 19 4-15,4-8-4 0,-4-8 6 0,3 1-17 16,-9-2-4-16,-6-1-5 0,-1 1-11 0,-9-2-27 16,-2 0-9-16,2 1-10 0,-9-3-64 0</inkml:trace>
  <inkml:trace contextRef="#ctx0" brushRef="#br2" timeOffset="-164959.79">17663 12549 615 0,'0'0'35'15,"0"-2"-5"-15,0 0 15 0,0 0 2 0,0 0-10 16,0 1-5-16,0-3-21 0,0 0 0 0,0 2-7 15,0 0 5-15,0 1-13 0,2-1 10 0,0 0-11 16,0 0 9-16,0 0-1 0,0 2 5 0,-1 0-2 16,1 2 16-16,0 0 4 0,0 2-7 0,-2 1 6 0,4 17-13 15,-4 4 6-15,0 4-6 0,-2 2 5 0,-2 1-10 16,-1 2 0-16,-3 1 3 0,1-3-3 0,-1 4-2 16,1-7 2-16,-1-2-4 0,3-4 4 0,1-4-7 0,2-3 1 15,2-2 3-15,0-2 0 0,0-4 3 0,0-1 12 16,2-3-3-16,0-1 4 0,0 0-10 0,9 5 2 15,9 2-1-15,5 0 1 0,1-3-4 0,1-3 1 16,1-3-2-16,4-2 3 0,-1 0-3 0,5-2-4 16,1 0-2-16,0-1 1 0,-4-1 0 0,-1 0-8 15,-4 1 3-15,-4-1-8 0,-4 0-16 0,-3 2-8 16,-2-1-4-16,-6 1 2 0,2-2-2 0,-3 2-34 16,-5 2-3-16,1-2-19 0,0 0-84 0</inkml:trace>
  <inkml:trace contextRef="#ctx0" brushRef="#br2" timeOffset="-164569.14">17667 12768 719 0,'0'-2'40'0,"0"0"-2"16,0 0 11-16,0 1-3 0,0-1-8 0,0 0-9 15,0-2-13-15,2 0-4 0,0 1-3 0,0 3-8 16,18-11 5-16,4 1 2 0,2 3-1 0,2-1 4 0,4 3-4 16,1-3-2-16,4 1 0 0,-2 1-4 0,3 3 5 15,-5-1-5-15,-5 0 0 0,1 1-34 0,-8 1-5 16,-6 0-4-16,0 0 2 0,-6 0-3 0,-4 2 7 16,-1 0-5-16,0-2 4 0,-2 0-9 0,0 1-36 15,-2-1 14-15,-4-9-19 0,-4-1 23 0,-8 3 37 16,-14 0-9-16,-2 0 21 0,1-1 10 0,1 1-2 15,2 2 9-15,-1 1-5 0,1 0 7 0,0 3-4 16,2 1 12-16,2-2-3 0,0 0 48 0,7 1 19 0,2 1-12 16,6 0 13-16,3-2-15 0,4 4-8 0,1 0 0 15,-3-3-5-15,0-1-10 0,2 0-8 0,0 0 2 16,2 1-6-16,2-1-6 0,2 0-12 0,20 1 6 16,21-7-7-16,5-3-1 0,7 0-23 0,5-2-22 0,3 1-7 15,-2 1-140-15</inkml:trace>
  <inkml:trace contextRef="#ctx0" brushRef="#br2" timeOffset="-163854.77">18733 11140 665 0,'0'-2'19'0,"0"0"-1"15,0-2 25-15,0 1-5 0,-2-10 3 0,0 1-20 16,0 3-7-16,2 4-1 0,0-1-3 0,0 2-9 0,0 2-4 16,0 1 0-16,0-3-1 0,0 0 4 0,0 2 1 15,-2 0 12-15,0 1-5 0,1 1 22 0,-1 0-4 16,0 1-5-16,-2 1 2 0,-1 2-14 0,-8 11 8 15,0 2-7-15,3 5 7 0,3-2-6 0,3 1-5 16,-1-1 3-16,3-7-5 0,0-2-2 0,-7 0 8 16,5-3 0-16,-2 1 4 0,5-2 3 0,-1-1 4 15,0 3-7-15,2-5 7 0,0 3-2 0,0-5-7 16,4 2 1-16,1 0-5 0,17 9-3 0,2-4-1 16,1-3 3-16,-1-3-3 0,2-1 3 0,-6-2-3 0,1 0 0 15,-3-2 0-15,-10 2 2 0,1-2 1 0,-4 1 5 16,-3 1-3-16,4-4 10 0,-2 0-12 0,1-7 0 15,-1-4-3-15,-4 2 9 0,-2 0-5 0,-4 2 9 16,1 4-8-16,-6-6 4 0,-13 7-4 0,-2 4-7 0,-2-16 2 16,2 8-19-16,2 7-40 0,-4 4-7 0,4 7-17 15,-2 5-77-15</inkml:trace>
  <inkml:trace contextRef="#ctx0" brushRef="#br2" timeOffset="-163149.9">18400 14539 283 0,'0'0'89'0,"-1"-2"30"0,-1 1-32 16,0-3-71-16,2 2 14 0,-6-7-20 0,1-1-3 16,3 7-1-16,0-1-1 0,0 0-8 0,0 1 2 15,0 1-1-15,1 0 2 0,-1 0 4 0,0 0 30 16,0 0-3-16,0 0 11 0,0 1-5 0,0 1-2 16,1 0-1-16,-1 0 2 0,0 1-1 0,-2 1-15 15,2-2 8-15,-9 8-10 0,0-1 13 0,0 1-12 16,3-3 1-16,-1-3-5 0,0 9-9 0,0-2 4 0,3 3-2 15,4-5 4-15,0-3 5 0,-1 1-8 0,1 1 4 16,2-4-5-16,-2 3 4 0,2-3-4 0,0 0-1 16,2 2 0-16,1-1 6 0,5 1-2 0,12 5-4 15,4-3 0-15,1-6-2 0,1 0-2 0,-2-6 8 0,0-3-7 16,2-4 5-16,-4 0 0 0,0-2-4 0,-3 8 2 16,-6-19 4-16,-4 5-4 0,-3-1 3 0,-4 4-3 15,13-3 7-15,-6 3 0 0,-4-5 1 0,-5 3-3 16,-3 3-9-16,-5 4-39 0,-8 9-20 0,-38-18-16 15,-17 20-142-15</inkml:trace>
  <inkml:trace contextRef="#ctx0" brushRef="#br2" timeOffset="-162087.78">13846 11136 285 0,'0'-2'0'0,"0"0"30"0,0-1 13 15,0-10 26-15,2-10 6 0,1 7-29 0,1 1-9 0,0 4-27 16,0 1 1-16,-1 3-2 0,-1 1-1 0,0 3-2 15,-2 1-2-15,0 0 5 0,2-2 27 0,0 0 11 16,0 1 7-16,-1 1-2 0,1 0-7 0,-2 2-9 16,0 2-3-16,-2 0 0 0,-3 7-9 0,3 17-8 15,-20 6 0-15,1-5-3 0,3-1-10 0,3 2 11 16,7-9-8-16,3-1 9 0,3-5-3 0,0-9 7 16,0 0 1-16,-1-1 1 0,1 1-3 0,0 0-7 0,2 0 5 15,0-3-6-15,2 1 5 0,1-2-6 0,9-2-3 16,12-7 1-16,0-8 6 0,0 4-3 0,2-20 2 15,-4-2-3-15,2 0 3 0,-7 1-2 0,0 3-1 16,-4 5 0-16,-4 0-1 0,-1 3-6 0,-5 3 6 16,1 1-5-16,-2 4 11 0,9-1-8 0,-7 6-3 0,-2 1-3 15,-2 4-11-15,0 1-29 0,0 0-2 0,-2 2-13 16,-2 2-36-16,-28 6-18 0,-3 14-14 0,-6 21-16 16,-3 30-199-16</inkml:trace>
  <inkml:trace contextRef="#ctx0" brushRef="#br2" timeOffset="-161436.02">13825 14307 234 0,'0'0'55'15,"0"-2"-2"-15,0 1 30 0,0-3-12 0,0 2-2 0,-3-11-24 16,1 0-11-16,-2-2 2 0,2 4-6 0,0 2-3 15,1 1-7-15,-1 1 8 0,0-1-6 0,2 5 5 0,-2-3 5 16,2 4-6-16,-2-1 7 0,0-1 3 0,0 0-15 16,1 2 4-16,-3 0-7 0,0 1-2 0,-1 1-4 15,-7 3-4-15,-1 3 0 0,-5 35-3 0,-3 9 1 16,3-2 4-16,-4-2-2 0,5 3 3 0,4-7-8 16,-4-8 0-16,13-3-3 0,-1-6 9 0,3-5-4 15,-11-1 4-15,6-3-4 0,3-1 8 0,4-2-3 16,2 0-1-16,1-4 0 0,3 1 1 0,0-3-6 15,14-3 9-15,4 0-8 0,6-3 14 0,0 18 0 16,1-8-4-16,3-5 3 0,-3-6-3 0,4-2-6 0,3-6 6 16,-5-3-6-16,0-2 6 0,-5-2 0 0,-2 1 0 15,-5 8 1-15,-6-24 5 0,-8-7-9 0,-1-6 6 16,18-7-7-16,-17-2 1 0,-11-3-7 0,-10-3-6 16,-9 8-1-16,10 7-40 0,-37 15-85 0,-13 14-75 0</inkml:trace>
  <inkml:trace contextRef="#ctx0" brushRef="#br2" timeOffset="-157183.72">22777 3301 2 0,'0'0'1'0,"0"0"-1"0,2 0 5 16,-1 0 9-16,1-2 9 0,0 0 9 0,2 0 5 0,0 0 8 15,-1 0-7-15,1 0 6 0,2 1-8 0,1-3-6 16,4-2 4-16,-5 4-6 0,-4 2-12 0,3-1 5 16,-1-1-6-16,-2 2 7 0,0 0-12 0,-1 0 3 15,3-4-5-15,0 0 4 0,0 1 4 0,-3-1-4 16,1 0 6-16,-2 2-7 0,2-3-4 0,-2-1 11 15,0 1-11-15,0-3 11 0,0 1-14 0,0-1 5 16,0 1 8-16,-2-1-4 0,-1-1 7 0,-3-2-8 0,2 4-2 16,-5-6 0-16,7 3-5 0,-16-1 1 0,-3-4 4 15,-1 2-1-15,-2-2 6 0,7 2-6 0,-9-3-2 16,6 3 0-16,-5-4 4 0,-1 0-6 0,2 2 0 16,2 1 0-16,-2-1 11 0,2 0-8 0,-3-4 7 15,3 4-8-15,0 1 0 0,1 4 1 0,-1 1-1 0,2-2 1 16,-1 4 9-16,1-3-11 0,1 5 3 0,1-3-6 15,-3 6 8-15,1-3-3 0,1 1 1 0,-1 0-2 16,5-3-1-16,0 5 3 0,4 0-1 0,-4-1 1 16,4 1-7-16,0-4 0 0,-2 1-1 0,7 3 1 15,1-2 4-15,1 0-7 0,0 1 0 0,1 1-5 16,-1 0-8-16,0 0 0 0,1 0-4 0,1 2 2 0,0 0-10 16,0 0-29-16,-2 2 0 0,1 0-15 0,-7 5-52 15</inkml:trace>
  <inkml:trace contextRef="#ctx0" brushRef="#br2" timeOffset="-156674.46">22574 2612 97 0,'0'0'28'0,"0"0"-2"0,-2 0 36 0,1-2-6 15,-1 0 10-15,0 0-20 0,0 0 1 0,-2-1-7 16,1-1-3-16,-1 2-6 0,-7 0-3 0,1-3 1 15,-1-3 7-15,2 3-11 0,-2 1 6 0,0 0-9 0,0 0-1 16,-4 3-3-16,-2-1-5 0,-1-11 1 0,-1 3-14 16,0 3 6-16,-7 1-1 0,-1 3 2 0,-5 3-3 15,2 0 8-15,-1 2-1 0,-3 1 2 0,-1 1-5 16,0 0 4-16,1-1-1 0,3 1 3 0,7-2-2 0,-4 2-11 16,0-1 5-16,4-1-5 0,-6 2 14 0,10 0-9 15,1-1-1-15,2 1-2 0,4 0-1 0,0 0 0 16,2-1-1-16,0 1 1 0,4 0 3 0,-3-1-5 15,3 1 2-15,0 2-4 0,-3-4-2 0,3 12 7 16,-1 5-3-16,1 1 5 0,1 1-5 0,3 1-2 16,1-3 1-16,-9-4-1 0,3-2 2 0,6-6 7 15,1 2-2-15,1 2 2 0,0-1-1 0,1-3-1 0,1-3 2 16,9 3-4-16,14 4-6 0,4-3-15 0,3-3-6 16,1-1-3-16,2 2-33 0,-1-1-32 0,-1 1-8 15,-5-1-11-15,4 1-67 0</inkml:trace>
  <inkml:trace contextRef="#ctx0" brushRef="#br2" timeOffset="-156205.15">23462 2430 608 0,'0'-2'19'0,"0"0"-1"0,0 0 5 16,0-2-3-16,0 1-4 0,0-1-9 0,0 0-9 15,0 1 2-15,0 1-5 0,0 0-5 0,-2 0 15 16,0 2-4-16,-2 0 9 0,-1 2-9 0,-8 3 12 16,-2 3-3-16,4-1 7 0,-2-3-9 0,2 13 12 15,1-1-8-15,1 1 8 0,4 2-16 0,-3 1-3 16,3 2 1-16,-1 3-1 0,0 1-1 0,-1 1 0 15,1 1 0-15,-1 4 0 0,3-2 4 0,1-6 3 16,1-2-6-16,-8-9 4 0,7-6-5 0,-1 1-5 16,4-6 8-16,0 0-6 0,0-1 3 0,-2 3 3 0,0 0-3 15,2-2 1-15,0 0-2 0,0-1 3 0,0-1-2 16,0 0 2-16,0 0-4 0,0 0 2 0,0 0 0 16,0 0 1-16,0 0-7 0,0 0 6 0,0 0-3 0,0 0 4 15,0 0-3-15,0 0 1 0,-2 2 3 16,1 0 0-16,-1 0 6 0,0 0-2 0,0 0 2 0,2 0 0 15,0-1 15-15,0 1-11 0,0 0 3 0,2 0-5 16,0 0-1-16,7 2 2 0,19 1-3 0,7-1 2 16,2-4-8-16,6 0-4 0,-2 0 2 0,-6 0-3 15,-1 0-6-15,1-2-9 0,-5 0-10 0,3 0 3 0,0-1-9 16,-7-1-46-16,2-2 7 0,-7 1-28 0,-5-1-53 16</inkml:trace>
  <inkml:trace contextRef="#ctx0" brushRef="#br2" timeOffset="-156037.61">23159 2402 777 0,'0'-2'9'0,"0"0"-12"0,0-2 38 16,0-12 23-16,4-1-11 0,0 4-15 0,3 2-27 16,-1 3 3-16,25 3-9 0,4 3 1 0,3 0-1 15,1-18-6-15,0 9 2 0,5 5-26 0,-9 6-4 16,-1 2-7-16,-4 3 3 0,-6 1-16 0,0 1-27 0,-4 1-11 15,-1-1-15-15,-2 1-136 0</inkml:trace>
  <inkml:trace contextRef="#ctx0" brushRef="#br2" timeOffset="-155679.2">23848 2814 774 0,'0'-2'-28'0,"0"0"95"0,0 1-53 0,2-11 48 16,-2 5-41-16,0 5-17 0,2-2 2 0,0 3-6 0,-1-1-4 15,1 2 6-15,0 0-2 0,0 0 4 0,2 2-4 16,-1 1 0-16,-3-1 0 0,13 19-1 0,-3-5-10 0,-1 3 13 16,0 1-3-16,-1-1 6 0,-3-4-2 0,1-4-6 15,-2-2 7-15,-1-3-5 0,3 1 18 0,1-3-3 16,14-2 5-16,1 12-4 0,2-6 4 0,4-4 4 15,2-4-12-15,1-4 9 0,-1-4-16 0,2-3 9 16,-1-2-2-16,-7 0 3 0,2-1-2 0,-3-1-3 16,-10 13 3-16,-4-19-2 0,-2 3 3 0,10-6 6 15,-6 1-3-15,-3 1 4 0,-3-2-6 0,-3 4-2 16,-4-1 2-16,-2 1-4 0,-3 3-2 0,5 2-20 16,-22 2 2-16,-6 2-11 0,-3 0-21 0,3 7-4 0,-1 2-3 15,-1-16 2-15,2 7-13 0,2 7-42 0,-1 4-9 16,1 4-19-16,2 1-118 0</inkml:trace>
  <inkml:trace contextRef="#ctx0" brushRef="#br2" timeOffset="-151781.23">12982 7931 721 0,'0'-2'3'16,"0"1"-9"-16,0-3 6 0,2 0 21 0,0 0-17 15,0 1-7-15,0-1-10 0,0 0-1 0,0 2-5 16,-1 1-24-16,1-1-20 0,0 0-9 0,0 0-5 15,-2 0-62-15</inkml:trace>
  <inkml:trace contextRef="#ctx0" brushRef="#br2" timeOffset="-151518.22">8136 8024 663 0,'-39'-22'0'0,"-1"-15"-13"0,-46-45 23 15,14 4 20-15,7 6-11 0,0 3-18 0,-2 9 6 16,-4 7-4-16,1 2 6 0,-1 5 1 0,6 1 7 0,4-1 2 16,7-6 0-16,6-5 6 0,7-12 2 0,8-9-5 15,7-6 3-15,3 3-12 0,7 1-7 0,3 5-3 16,3 3-1-16,3 0 2 0,-23 3-16 0,19-5 1 15,11-12-15-15,9-12-65 0</inkml:trace>
  <inkml:trace contextRef="#ctx0" brushRef="#br2" timeOffset="-144494.97">24639 3895 13 0,'0'0'0'0,"2"-2"3"0,0 0 33 15,0 0 1-15,-1 0-2 0,1-1-3 0,4-7-4 0,5-8 8 16,0-3 2-16,2-5 0 0,-2-3-11 0,-1 3 3 16,-1-10-4-16,-4 7 2 0,3-5-14 0,-3 4 10 15,1 1-1-15,-2-3 3 0,-1 4-2 0,1-1 9 16,-2 3-7-16,0-4 9 0,0 2 3 0,0-2-9 15,-2 1 13-15,0 1-11 0,1-4 12 0,1-1-15 16,0-1 4-16,0-6-7 0,2-7 5 0,1-12-10 16,1-10-2-16,1-7-2 0,1-4-6 0,-3 8 5 0,3 1-5 15,-1 12 4-15,2 5-8 0,1 7-5 0,-3 5 6 16,1 3-5-16,-1 3 2 0,0 3-1 0,1 1 5 16,-1 3-2-16,1-1 4 0,-3-2-4 0,1 3-4 15,-2-1 2-15,-3 4 1 0,1 11-4 0,-2-1 1 0,0 3-2 16,0 3 4-16,0-3-7 0,0 8 5 0,0 1-5 15,0 2-2-15,0-2-17 0,0 1-7 0,0 1-2 16,0 0-12-16,2 0-21 0,0 2 2 0,0 0-16 16,0 0-63-16</inkml:trace>
  <inkml:trace contextRef="#ctx0" brushRef="#br2" timeOffset="-144178.64">24550 2441 275 0,'0'0'80'0,"0"-2"-101"15,-2 0 97-15,0 0-52 0,0 0 3 0,0-1-21 16,1-1 3-16,-1 0-9 0,0 1 0 0,2-1 5 16,0 0-9-16,0 0 6 0,0 1-4 0,2-1-3 15,0 0 7-15,-1 1-4 0,1-1 7 0,2 0 2 0,-2 0-5 16,0-3 3-16,7-2-6 0,4-4 11 0,2-2 5 15,2-4 0-15,-1 1 3 0,1-6 1 0,3 1 1 16,3 3 2-16,1-6 6 0,2 2-12 0,0 2 1 16,4-1-5-16,3 3-2 0,0 7-2 0,6-2-3 15,2-7 2-15,2 11-5 0,3 11 2 0,-3 13-3 0,2 9 2 16,-1-9-3-16,-3 22 1 0,5 8 2 0,-10-10-1 16,-1 3-2-16,-3-9 2 0,-1-6 4 0,-1-1-2 15,-4-5 6-15,-4 2 4 0,-1-2-11 0,-3-2 8 16,3-2-18-16,-5 2-34 0,3 0-39 0</inkml:trace>
  <inkml:trace contextRef="#ctx0" brushRef="#br2" timeOffset="-138754.52">11594 4164 67 0,'0'0'9'0,"-2"0"13"0,0 0-10 0,-2-2 13 16,-5 0-5-16,-8-1 8 0,-5-3 2 0,0 2-7 16,-2 1 6-16,-4-3-7 0,0 2-1 0,-4-1 4 15,3-1-5-15,-1 1 4 0,0-1-2 0,0 0-14 16,-1 3 5-16,-3-3-8 0,-3 2 2 0,2 3-13 15,2-1 4-15,-5 2-7 0,3 0 15 0,-2 3 0 0,0 3 1 16,-4 1-3-16,0 3-9 0,-3 3 6 0,-1 2-4 16,-7 1 4-16,-2 3-4 0,-7 3 5 0,-2 2 3 15,2 2 0-15,-1-24-7 0,5 33 4 0,5 4-6 0,4 6 5 16,1-1-4-16,6 8 5 0,0 2-2 0,2 0 3 16,0 4-7-16,2-4 3 0,-2-8-1 0,-2-3 1 15,1-4-11-15,-3-4 14 0,2 6 1 0,4-4 3 16,2 4-13-16,7 1 8 0,7 3-7 0,8 3 7 15,0-1-11-15,8 8 3 0,1-3-3 0,-22 0 4 16,15 2 5-16,7-5-11 0,6-1-2 0,6-4-4 16,3-5-18-16,2 0 22 0,5-3-12 0,3-3 14 15,-14-1-12-15,30 3-3 0,-7-4 10 0,3 3-10 0,3-4-7 16,-3-3 14-16,0 3-9 0,1-2 12 0,1 0-10 16,2-2 23-16,4-2-6 0,7-4 10 0,4 3 1 15,6-8 15-15,7-2 0 0,9-6 4 0,8-1-8 0,3-3-4 16,-5 29-3-16,-7-19 0 0,-7-11-9 0,-2-2 0 15,1-4-1-15,3-2 3 0,8-1 5 0,2-2 5 16,6 1-1-16,-2-1 1 0,-6-6-7 0,-6 0 17 16,-7-5 0-16,-5-4 6 0,-2-4 3 0,-2 20 4 15,-1-31-1-15,1-1 3 0,4-1-1 0,-6 0-6 16,3-2 2-16,-4 0-4 0,-7-7-4 0,-1-13-4 16,-8-13-2-16,-11-17 2 0,-3-3 0 0,-8-1-2 0,-2 4 3 15,-4 13-1-15,-3 6 18 0,-2 4 10 0,26-8 1 16,-21-11 4-16,-12-10 12 0,-8-5-27 0,-10 8 11 15,-5 12-16-15,27 8 0 0,-40 16-10 0,-8 7-7 16,-4 6 3-16,-3 6-9 0,-9 2-11 0,-2 6-5 0,-5 13-9 16,-8 10-56-16,-26-18-101 0,-26 36-45 0</inkml:trace>
  <inkml:trace contextRef="#ctx0" brushRef="#br2" timeOffset="-131807.14">16113 14021 9 0,'0'0'0'0,"0"-2"50"0,0 1 7 15,0-1 19-15,0 0 3 0,0-2-38 0,0 0 0 16,0 1-10-16,0-5 8 0,0 3-6 0,0-1 21 0,0 1-2 15,0 1-3-15,0 0 0 0,-2 0-11 0,2 1-5 16,0-1 0-16,0 2-4 0,0 0-22 0,0 0-2 16,0 1-3-16,0-1 4 0,0 0 11 0,0 2-8 15,0 0 10-15,0 0-9 0,0 2-1 0,0 0-2 16,0-1-3-16,-2 20 2 0,2 3-3 0,0-2-1 16,0 1 0-16,2-1 1 0,0 0 3 0,2 0-5 15,-3-3 0-15,5 5 0 0,-2 0 7 0,-1-1-11 16,3 3 2-16,-2-6-6 0,-1 0 5 0,3 5 3 15,0-1 2-15,-1 0 2 0,1-2 1 0,-1-3-6 0,-1 1-2 16,0 0-2-16,-1 1-3 0,-1-1 10 0,0-3-1 16,-2-4 5-16,0 0-3 0,0 0-4 0,0-2 1 15,0-2-1-15,0-1 5 0,0-3 2 0,0 1 0 16,0-4-1-16,0 0-6 0,0 1 7 0,0 1 2 0,0 0 2 16,0-2 1-16,0 0-11 0,0-1 3 0,0 1-4 15,0-2 0-15,0 0 0 0,0 0-4 0,0 0 5 16,0-2-2-16,0 1-7 0,0-3 6 0,0 0-6 15,-2-7 7-15,-1-8 9 0,1 5-8 0,0-1 8 16,2 5-8-16,0 5 1 0,0-1 7 0,0 3-2 16,-2-1 10-16,0 0-4 0,0 0-7 0,0 1 3 15,1 1-8-15,-1 0-3 0,0 2 3 0,0 0-2 0,0 2 2 16,0 2 4-16,0 3-3 0,-3 10 2 0,1-1-4 16,2-4 1-16,2-3 0 0,0-2 2 0,0-5-2 0,0 2 8 15,0 0-6-15,2-3 5 0,0 1-2 0,0 0 5 16,2-2 4-16,5 0-3 0,4-4-1 0,2-3 2 15,0-2-1-15,-4-1 1 0,2 3 3 0,-4-8 3 16,0 2-4-16,-3 4 3 0,-1 1-12 0,-1 3 8 16,-2 5 3-16,2-4 1 0,-1 0-2 0,1 1 9 15,-2-1-4-15,0 0 5 0,0 2-5 0,0 1-9 16,-1-1-3-16,1 0-2 0,-2 0-8 0,0 0-6 16,0 2 1-16,0 0-6 0,0 0-37 0,0 0-72 0,0 0-104 15</inkml:trace>
  <inkml:trace contextRef="#ctx0" brushRef="#br2" timeOffset="-119113.2">6569 8958 29 0,'0'0'15'0,"0"0"7"0,0-2 25 0,-1 0 4 0,-1 0-5 15,0-1-10-15,0-5-17 0,-4-8 2 0,1 1-2 16,1 2 4-16,0 2 1 0,3-2-5 0,-1 1 3 16,0 3 0-16,-2-2-2 0,4 5 9 0,-2 1-7 15,2 1 10-15,0 2-15 0,0 0 0 0,-2-1-6 16,2 1 4-16,0 0-4 0,-1-2 1 0,-3 1-2 16,2 1-9-16,0 0-4 0,0 0 2 0,0 2-3 0,1 0 3 15,-1 0-1-15,0 2 2 0,0 0 0 0,0 1 3 16,2 7-2-16,0 5-6 0,0 3 3 0,0 1 4 15,2-1-3-15,0 1 2 0,2-2-4 0,-1 1 4 16,3-1-5-16,3 1 7 0,2 1-7 0,2 0 9 0,-11 1-1 16,17 0-2-16,-5 1 1 0,1-3-5 0,2 3 5 15,3-3-3-15,1 1 5 0,7 0 4 0,-8-3-5 16,1-1-2-16,-5 0 0 0,-1-4 4 0,2-2-4 16,1 3 10-16,-1-5-8 0,0-2 6 0,-2-3 7 15,0 9-2-15,1-1 4 0,-1-5-5 0,2 1-6 16,1-2-5-16,-1-3 1 0,2-1-3 0,-4 0 4 15,1-1-3-15,-1-1 2 0,-2-2-3 0,2 0 4 16,-2-1-3-16,2-3 0 0,2-1-7 0,-4 2 9 0,3-4 1 16,1-1 1-16,0 7-9 0,-1-12 7 0,3 0-3 15,0 3 7-15,1-3-2 0,0 2-7 0,4 2 5 16,1 0-4-16,-1 0 7 0,-2 4-7 0,-2-1 0 16,-1 3-3-16,-4 0 7 0,3 1 0 0,-5-1-2 0,6 3 1 15,3 0-6-15,-1-1 0 0,3-1 1 0,-7 0 0 16,-3 1 7-16,3 1-2 0,-2 0-1 0,4 1-1 15,-5 1-1-15,1 0-5 0,0 0 1 0,-2-7-1 16,6-2 7-16,-1 3-2 0,3 3 0 0,-1 1-2 16,1 2 1-16,-1 0 1 0,2 2 2 0,6 0-2 15,0 2-5-15,2 0 4 0,3 4-1 0,-1-1 2 0,1 3 4 16,0 1-4-16,6 2 0 0,-3 0-2 0,-5 0-2 16,5 2-1-16,-14-2 1 0,9 6 1 0,3 2 3 15,-3-1 0-15,3 1 0 0,-8-2 0 0,0-10 12 16,-8 15-13-16,3 1 2 0,-6 1-4 0,1 0 8 0,-4-4-8 15,1 6 4-15,-2 0-5 0,0 0 8 0,-2 2-6 16,0-2 2-16,-1-2-4 0,-1 2 7 0,-1-4 5 16,-3 1-6-16,-1-5 3 0,2-1-11 0,5-4 6 15,-1-2 6-15,-5-5-1 0,1 1-4 0,-4-5 1 16,0 0 1-16,0 0 1 0,4 1-1 0,-2 1 3 16,0 0-5-16,-1-2 6 0,1 0-2 0,0-1-5 15,0 1-2-15,0 0 1 0,0-2 8 0,1 0-5 16,1-2 7-16,0 0-9 0,0 1-4 0,-1-3 4 0,1-5 0 15,3-12 1-15,1 1-2 0,1-1 1 0,2 1-4 16,0-2 4-16,2-1-5 0,2 3 5 0,0-6-2 16,4 7 2-16,1-5-5 0,2 0-4 0,6 2 2 15,2 1-2-15,3-1 7 0,3 3-3 0,-1 1 0 16,-2 1 0-16,1 2 4 0,5 1-1 0,-2 1-1 0,2 3-1 16,-2-3 4-16,-5 4-7 0,-1-2 6 0,-1 3-6 15,1-1 12-15,-1 4-5 0,2-3 3 0,3 3-5 16,2-1-3-16,0 2 7 0,6 1-2 0,2-1 4 15,1 0-4-15,8 2 0 0,0 0-3 0,-8 1 3 16,10-27-9-16,-6 15 9 0,0 7-4 0,-4 4 4 16,-8 2-1-16,-1 0-3 0,-2 0 6 0,0 2-3 0,2 2-5 15,-1 0 4-15,5 1-2 0,-4 1 4 0,2 1 6 16,2 1 0-16,-1 1-10 0,5 2 5 0,1 0-10 16,-5-2 4-16,0 3 5 0,0-1-1 0,-4 0 11 0,4 2-8 15,-4-2 1-15,-5 0-3 0,1 0 0 0,-1 0-5 16,-3-1 5-16,5 1-6 0,-3 0 9 0,1 0-2 15,3 2-1-15,2 0-1 0,4 0-6 0,0 0 5 16,0 0 0-16,7 2 1 0,-3 0 0 0,7 0 6 16,-2-2-6-16,-2-2 5 0,-2-2-6 0,-1-2 3 15,-2 1-1-15,-4-1 2 0,0-1-4 0,0-2 3 16,2-3 2-16,-1-1-1 0,5 0-2 0,-1-1 7 16,7-3-6-16,4-4 6 0,7-1-9 0,1 0 9 0,2-4-2 15,-4 0 3-15,-3 0-11 0,-3-2 6 0,-5-2-3 16,0 2 5-16,-1 1 2 0,-1-1-1 0,0-2-3 15,1 0 0-15,1 1-3 0,2-3 2 0,2 2 1 0,-4 1-1 16,-4 3-2-16,-5 2-14 0,-2-1-8 0,-2 3-7 16,-3 2-82-16</inkml:trace>
  <inkml:trace contextRef="#ctx0" brushRef="#br2" timeOffset="-113856.11">6792 10338 5 0,'0'-2'0'0,"0"0"27"0,0 0 13 0,0-26 22 16,2 4 7-16,4-6-8 0,3 2 0 0,2-3-15 15,2-3 5-15,2 3-9 0,-2 1-7 0,-2 2 0 16,0 4-4-16,-2 0 1 0,1 4-7 0,-3 3-6 16,1 0 5-16,-5 6-6 0,1 2 6 0,-2 3 8 15,-2 2 3-15,0 3 1 0,2-3 12 0,-2 0-21 0,0 2-3 16,0 0-4-16,-2 2-11 0,0 0 0 0,-28 12 5 16,-7-7-5-16,-4 36 3 0,0 5-11 0,-3 5 2 15,1 1-3-15,6-2 3 0,11-4-1 0,4-1-3 16,11-8 1-16,-1-4 4 0,9 1-4 0,1-8 1 0,-13-2-3 15,6 0-2-15,7-4 3 0,2-3 1 0,4-4 1 16,3 0 1-16,1-2-2 0,19-2 0 0,9 3 1 16,-3-1 2-16,4-2-2 0,-3 0 1 0,-5-1-2 15,3 1 0-15,-12-2 4 0,1 1-2 0,-6-1 5 16,-4 1-3-16,-2-1-9 0,-2 1 7 0,-3-3-4 16,0-1 17-16,-2 0-6 0,1 1-2 0,-1-1-2 15,-2 1-5-15,0-1 7 0,-2 2 0 0,1-3 4 16,-29 1 1-16,-9-2-3 0,-2 20-1 0,-9-7-1 0,5-7-5 15,1-5 5-15,7-3 0 0,5 0 1 0,-1 0-7 0,7 0-4 16,-2 0-8-16,11 0 1 0,2 0-23 0,4 0-43 16,7 0-27-16,3 0-14 0,-3 0-163 0</inkml:trace>
  <inkml:trace contextRef="#ctx0" brushRef="#br2" timeOffset="-113016.89">7136 10701 797 0,'-2'-1'-6'0,"0"-1"40"0,0 0-17 0,0-2 20 16,-1 0-20-16,3 3 1 0,-6-7-6 0,2 3 4 15,1-1-8-15,-1-1-3 0,2-1 0 0,0-1-3 16,2 0-12-16,2-3 8 0,4 1 2 0,-3-4 1 15,27-1 4-15,2-3 7 0,5-1-9 0,-2-2 9 16,4-4-10-16,-4-2 2 0,0 0 2 0,-3-4-2 16,-8 6-5-16,2 0 6 0,-5-3-4 0,-3 6 6 0,-3-1 3 15,-4 2-5-15,-2 7 0 0,-7 0-2 16,4 2 6-16,-4 8 1 0,3-3 4 0,-5 6-4 0,2-1 3 16,-2 1-1-16,2-2 0 0,-2 0-1 0,-2 2-9 0,-2 1 1 15,-14 1-1-15,-16 3 1 0,10 7-3 0,-9 8-1 16,1-16 3-16,8 30-2 0,-6-3 6 0,6-1-7 15,8 4 2-15,-1-3-2 0,2-1 8 0,4-2-7 16,3-2 1-16,3-3-2 0,3-3-1 0,-9-3 6 16,2 2-7-16,5-4 7 0,2 0-7 0,2 0 2 15,2-2 4-15,2 0-2 0,1-2-1 0,3 1-2 16,1-3-8-16,13 1 3 0,2-3-20 0,6-1-5 16,0 1-3-16,-6-3-1 0,4 17-15 0,-4-8 1 15,4-4-4-15,7-5 4 0,-7-2 2 0,5-3 6 0,-1-3 5 16,-6-1 0-16,2-5 12 0,-4 1 7 0,0-4 3 15,0 1 3-15,-2 12 13 0,-1-17-8 0,-1-1 3 16,-1 5-4-16,-1 4 12 0,-1 2 0 0,0 5-5 0,-6 0 1 16,0 2-8-16,-5-1 13 0,-3 1 3 0,1 0 6 15,-2 2 27-15,0 0-1 0,1 0 3 0,1 2-4 16,-2 0 2-16,0 1-4 0,2 8-2 0,-3 4-1 16,-1 2-8-16,0-4 1 0,0-2 0 0,0-4 0 15,-1 1 4-15,1-6-4 0,0 0 4 0,0-1-6 16,-2 3-11-16,0 0 2 0,0 0 1 0,0-3 0 15,0 1-1-15,0 0-10 0,1-2-1 0,-1 0-3 16,0-2 7-16,0 0-8 0,2-1 2 0,0-5-3 0,0-12 1 16,2-2-5-16,3-3 1 0,3 3-5 0,1-2-1 15,2-4-1-15,2-1 3 0,2 1-1 0,-2 4 8 16,2-1 1-16,-13 5-6 0,20 0 3 0,-3-3-2 0,-1 7-1 16,5 3 4-16,-3 3-4 0,2 5 3 0,-1 1 1 15,-6-2-4-15,-1 5 3 0,5-12 0 0,-2 5-3 16,-4 4 5-16,0 1-3 0,-2 1 11 0,0 0-8 15,0 0 3-15,-2 2-3 0,-1 0 3 0,-3 0-2 16,-3 0-1-16,2 0-1 0,0 0 3 0,-2 0-2 16,5 0 3-16,2 0-4 0,-5 0-8 0,0 2 14 15,-1 0-5-15,1 13 10 0,-2 13 1 0,17 3-8 0,-6 6 10 16,-8-3-10-16,-1 1 5 0,-4-7-10 0,-2 0 2 16,-2 0-4-16,2-8 5 0,1 0 1 0,-1-5-2 15,2-4 0-15,0 0-4 0,0-3 0 0,0-1-6 16,0-3 2-16,0 2-32 0,0-3-10 0,0-1-15 15,0 0 0-15,0 0-65 0</inkml:trace>
  <inkml:trace contextRef="#ctx0" brushRef="#br2" timeOffset="-112521.22">8513 10063 399 0,'0'0'8'0,"0"0"16"0,-2 0-10 16,1 0-7-16,-1 2 2 0,0-1-5 0,0 3 0 16,0 11 2-16,-2 7-7 0,3 2 5 0,1-1 4 0,0-3 14 15,3 1 7-15,1-10 0 0,0-2 10 0,-2-5 1 16,3-2-1-16,10 9 0 0,2-2-9 0,-2-3 8 16,1-3-10-16,1-1 7 0,0-2-18 0,1-2-8 15,-3 0 2-15,4-3-4 0,-3-3 0 0,3-1-6 16,0-2 4-16,-3 0-4 0,1 9 5 0,-6-20-2 15,-3-2 6-15,1-1-4 0,-4 1 4 0,-1 2-3 16,0 2-1-16,11-1 0 0,-6 4-1 0,-3 1 1 0,-5 3 7 16,-1 5-2-16,0 3 22 0,0 3-9 0,-1-2-6 15,-1 0 0-15,-2 3-19 0,0 1-3 0,-14 3 5 16,1 8-2-16,0 14 0 0,2 19 4 0,-1 8-4 16,5 6 5-16,1-4-1 0,7-1-3 0,-1-1-3 0,-17-14-1 15,10-3-6-15,9-7 9 0,2-10 1 0,4-1 0 16,2-4-3-16,-1-6 1 0,8-3-6 0,19 15 5 15,-1-8-4-15,8-4 6 0,4-7 3 0,-4-3 0 16,6-7 4-16,-1-5-7 0,1-3 1 0,1-6-2 16,-1 20 8-16,-6-29-2 0,-4 1 0 0,-3 4 0 15,-1 4-3-15,-3 9 1 0,-2 4 3 0,-2 4-1 16,-2 5 1-16,1-13 9 0,-3 7-6 0,-1 5 8 16,-4 3 0-16,-1 2-3 0,-2 1 1 0,-1 5-2 0,-2-1-2 15,-3-1 0-15,-1 12 2 0,10 3-2 0,-8-6 2 16,-3 1 0-16,-4-3-3 0,-4 0-1 0,-9 6-24 0,-11-2-43 15,-18 1-18-15,-10 3-15 0,0 3-135 0</inkml:trace>
  <inkml:trace contextRef="#ctx0" brushRef="#br2" timeOffset="-111206.92">15799 9307 405 0,'0'0'33'0,"0"-2"6"0,-2 0 24 16,0 0-24-16,1 1 14 0,-1-1-25 0,0 0-14 0,0 0 1 15,0 0-7-15,0 2-6 0,0 2 3 0,1 0-2 16,-1 3 1-16,-4 27-4 0,4-2-1 0,2-1 1 15,0 5 1-15,4-4 9 0,2 3-5 0,1-5 0 16,2-2-3-16,-1-4 0 0,1 0 9 0,-2-7-6 0,1-2 5 16,-1-2 2-16,-1-3 1 0,3-3 9 0,10-1-7 15,1-2 1-15,4 2-4 0,-7 7-1 0,2-2 0 16,3-1 4-16,0-5-7 0,2-3 3 0,2-3-5 16,-2-3-6-16,-1-3 7 0,3-6-1 0,1 7 4 15,1-27-10-15,4-4 5 0,-1-4-9 0,5 4 9 16,-1 0-2-16,4 0-6 0,4 0 5 0,-1 4-6 15,9-4 4-15,1 4 0 0,-2 3-1 0,7 1 1 0,-3 1 12 16,0 4-10-16,2-2 3 0,-8 4-6 0,-4 0-6 16,-1 4 9-16,2-3-2 0,-1 7 6 0,5-1-4 15,1 4-4-15,2 2 3 0,2 0-3 0,-1 1 3 0,-6 5-4 16,1 3 3-16,2-24-2 0,-3 15 4 0,3 5-3 16,-6 6-2-16,-5 0 1 0,0 4 3 0,-2 1-6 15,-3 1 5-15,-3 1-5 0,5 5 12 0,-3-1-4 16,2 2-3-16,1 2 1 0,1-1-4 0,2 1 3 15,-2 0-1-15,-2-4 1 0,6 2-4 0,0 0 1 16,-2-2 3-16,4 1 0 0,-10-3 8 0,2 0-6 16,1 0 0-16,-7-1-2 0,1 1-7 0,-4-1 6 15,-6-1 4-15,-3-1-1 0,0-1-2 0,-4 1 7 0,-2-3-9 16,0 3 7-16,-3-2-2 0,-5-2 2 0,1-1 3 16,-2-1-1-16,0 0 2 0,0 0 1 0,1 0 0 15,-1 0 1-15,2 0-7 0,1 0-6 0,3-1-1 16,-1-3-1-16,4-4 0 0,1 5 4 0,4-14 2 15,-1-3 0-15,4 1-2 0,3 0-2 0,0-1 2 0,4 3-3 16,0 1 3-16,4 1 0 0,1-2 0 0,8 2 0 16,-3 0-8-16,3 0 4 0,0-1-2 0,0 3 4 15,2-2 5-15,-1 0-5 0,3 8 3 0,-4-6-4 16,0 3 4-16,-2-1-1 0,2-2-4 0,4 2 2 16,1 0 2-16,3 0-8 0,3 1 7 0,6 3-6 0,7 1 7 15,0-1 0-15,4 0-3 0,0 1 3 0,0 2-7 16,-2 2 7-16,-1 1-4 0,-4-1 4 0,-3-26-1 15,7 13-4-15,2 9 9 0,3 6-6 0,5 4 5 16,6 2-7-16,-4 1 2 0,2 1-3 0,-5-3 4 0,-3 1 1 16,-3 1-3-16,-2 2 3 0,-2 1-3 0,4-1 3 15,2-2 0-15,7 3 2 0,4-3 3 0,3 1-6 16,-1-5 4-16,-10-1-4 0,1 0 1 0,-6-2 5 16,0 0-8-16,-1 0 6 0,3 0 2 0,5 0-1 15,1-2 3-15,3-2-5 0,-2 1-3 0,-4-3 2 16,-3-1 1-16,-8-4 2 0,-3-1 4 0,-6 3 1 15,2 0-1-15,-4 0 1 0,3 1 0 0,1-1 0 16,-2 0-4-16,-3-1 3 0,-7-1-4 0,-3 2-4 0,-3 0 10 16,-5-1-9-16,-5 3 9 0,-7-1 3 0,-3 1-6 15,-4 2 6-15,-7 1-3 0,1 0-16 0,-3-1-7 16,1-3-5-16,0 1-25 0,-2-1-105 0,-2 3-51 16</inkml:trace>
  <inkml:trace contextRef="#ctx0" brushRef="#br2" timeOffset="-110750.04">19318 9511 344 0,'-2'0'35'0,"-6"-2"39"0,-20-3-15 0,-3 3-20 16,-2 2 2-16,1 2-6 0,-1 3 6 0,5 5-18 15,2-1 4-15,0 0-8 0,3-1 7 0,9-1-1 0,2-1-2 16,9-4 1-16,-1 1-10 0,0 1 6 0,1 2-2 15,-3 8 3-15,4 1-13 0,2 0 3 0,4 0-2 16,3 0 4-16,-3-2-2 0,28 2 1 0,-3 0 0 0,-3-2 1 16,0 0-3-16,-3 1-5 0,1 1-5 15,-4 2 1-15,1 0-8 0,-7-1 12 0,-2-1 2 0,-3 0 4 16,-4 0 1-16,-3-4-1 0,8 0 1 0,-3 0 1 16,-5-3 15-16,0 1 0 0,-2 0 1 0,-2-1-2 15,-4-1-2-15,-12-1-18 0,-12-1 5 0,-3 1-9 16,-5 16-3-16,5-9-4 0,-2-5-10 0,3-5 2 15,4-1-29-15,0-2-13 0,4 0-7 0,11 0-3 16,2-2-34-16,9 2-62 0,-1-2-3 0,-1-1-20 0,2-1-16 16</inkml:trace>
  <inkml:trace contextRef="#ctx0" brushRef="#br2" timeOffset="-110399.1">19305 9892 191 0,'0'0'32'0,"1"0"-3"0,1 0 25 15,0 0-4-15,2 0 0 0,13 0-11 0,3-2 12 16,4-2-5-16,2 1 7 0,6-3-11 0,5-3-9 16,2-2-4-16,4 0-1 0,5-2-13 0,-7 3-3 15,1-1-2-15,-1 2-1 0,-9 0-6 0,-1-1 2 16,-6 3 6-16,-3-1-5 0,0-1 6 0,-3 2-5 16,-4-1-1-16,-6 3 0 0,-2 1 6 0,-1 0 1 0,-3 2-2 15,7-9 2-15,-3 0 2 0,-1-2 10 0,-3 0 6 16,-3 4-1-16,0 0 1 0,0 5-8 0,-1-2-7 15,-3-1 2-15,2 1-8 0,-20 1-7 0,-2-12 5 0,0 8-7 16,-4 3 7-16,-6 4-6 0,8 2 6 0,-2 4-6 16,-1 3-2-16,5 3-2 0,-2 3 1 0,-2 3-1 15,7-3 1-15,5-9-3 0,-3 15-4 0,10 3 4 16,-2-3 1-16,5-1 1 0,0 1 2 0,5-1-1 16,-12 1 3-16,5-2-3 0,4-3 1 0,3 1-1 15,1-2 4-15,0-3-2 0,1 1 3 0,3-4-3 16,2 2 3-16,3-3-19 0,17-1 1 0,-2-1-9 0,6 0-17 15,3-2-35-15,-3 16-5 0,9-5-12 0,0-7-35 16,0-6-28-16,4-2-10 0</inkml:trace>
  <inkml:trace contextRef="#ctx0" brushRef="#br2" timeOffset="-110019.29">20250 9721 93 0,'0'0'29'0,"0"0"26"0,0 0 15 0,0 0 6 16,0 2-2-16,0 0 3 0,0 0-14 0,0 1-26 15,0-1 1-15,-4 19-10 0,-2 1-11 0,-1 2 0 16,-2 0 2-16,-1-1 0 0,1-3 9 0,0-1-1 16,1-5-6-16,1-1 3 0,1-2-12 0,3-3 7 0,1-4 2 15,2-3 2-15,-2 3 8 0,0 0 1 0,0 0-6 16,0-3 1-16,1 1-14 0,-1 0-3 0,0-2-2 16,2 0-1-16,0-2-10 0,2 0-6 0,0-1-2 15,3-5-1-15,8-10 2 0,15 1-6 0,5-1 10 16,1-1-9-16,5 4 7 0,2-2 4 0,0 1 2 0,3 3 0 15,-5-2 0-15,0 2 2 0,0 2-2 0,-6 0 2 16,-1 3-1-16,-6-1 4 0,-6 1-1 0,-3 7 2 16,-4-3-10-16,-4-4 8 0,-1 3-4 0,-3 1 6 15,-1 2 2-15,0 0 7 0,-2 2 1 0,0 0 0 16,-1 0 0-16,3 0 11 0,0 0-10 0,0 0 9 16,-1 0-15-16,1 2-6 0,-2 0 5 0,0 0-5 0,0 2 10 15,-1 3-10-15,3 6 3 0,0 2-6 0,0 2 0 16,-1-2 0-16,1 3-1 0,-2-1 1 0,2 0-5 15,-3-1-20-15,3 1 1 0,-2-2-9 0,0-2-16 0,0-2-25 16,0 0-6-16,-2-4-9 0,0-1-60 0</inkml:trace>
  <inkml:trace contextRef="#ctx0" brushRef="#br2" timeOffset="-109487.83">20833 9792 62 0,'2'0'23'0,"1"0"36"16,14 0-19-16,11 2-23 0,2-1 9 0,5 3-15 15,0-2 3-15,4 2-9 0,4-1 9 0,-2-1-8 16,5 0 2-16,-3-2 1 0,-6 0-9 0,2 0 9 15,-8 0-13-15,-3-2 16 0,2-1-5 0,-8-3 9 16,-3 0-10-16,-8 1 73 0,-2-1-12 0,-3-1 32 16,-2-17-14-16,14-4-16 0,-7 2-4 0,-3-2-4 15,-3-5-19-15,-3 1-3 0,-2 4-4 0,-4-5 2 0,-1 9-6 16,1 3-1-16,-3 1-3 0,1 9-1 0,2 3-14 16,3 4-11-16,-3 1 1 0,-11-7-3 0,-4 3 0 0,3 7-5 15,-3 6 0-15,-3 8-1 0,5 9 2 0,-1 18 5 16,3-1-4-16,9-2 4 0,1-5-5 0,-1-7-1 15,-9-4 6-15,6-1-4 0,5-3 2 0,4-3 0 16,2-2-3-16,2-2 3 0,1-1 3 0,1-3-4 16,27 0 0-16,3-3-3 0,6 20 2 0,5-11 0 15,-1-7 4-15,8-6-3 0,2-4 4 0,3-3 0 16,4-1-5-16,4 1 3 0,5-2 1 0,3 1 0 16,-5 4 4-16,-3 4-4 0,-9 2-9 0,-10 4 7 15,-3 3 2-15,-12 4 2 0,-5 2 10 0,-8 0 2 0,-1 0 0 16,-8 14 1-16,0 3 3 0,-9 1 1 0,17-3 2 15,-12-2 0-15,-7-2 0 0,-4-6 3 0,-7 3-7 16,-2-7 5-16,-35-3-21 0,-21 2-26 0,-18-7-16 16,-17 1-13-16,-11 2-139 0</inkml:trace>
  <inkml:trace contextRef="#ctx0" brushRef="#br0" timeOffset="-10113.01">6662 11364 17 0,'0'0'0'0,"0"0"20"0,0 0 14 0</inkml:trace>
  <inkml:trace contextRef="#ctx0" brushRef="#br0" timeOffset="-9802.91">6664 11336 131 0,'0'0'3'0,"0"0"110"0,-2-1 0 16,0-1-27-16,0 0-49 0,1 0 13 0,-1 0-8 15,0-2 10-15,0 1-7 0,0-1-11 0,0 2 1 16,2 0-7-16,0 0-18 0,0 1 0 0,0 1-10 15,0 0 8-15,0 1-4 0,0 1-2 0,0 2 9 16,-7 22-8-16,1 2 4 0,1-4-7 0,1 2 0 0,0-2-2 16,-1 0 2-16,1-1 5 0,0-1-4 0,1 0 6 15,1-1-5-15,0-5 3 0,0 3 4 0,0-4 0 16,2 0 11-16,0-1-4 0,0-2-2 0,0 1 2 16,2-2-1-16,2 0-14 0,-2-4 7 0,-1-1-7 15,1-1 14-15,2 1-10 0,-4-4 1 0,2 0-4 16,9 5 1-16,-2-3 6 0,2 0-6 0,6-3 5 0,0-1-8 15,0-5 2-15,-1-3 2 0,1-3-2 16,-6 4 0-16,2-15 3 0,0-1-5 0,2-1 4 0,-2 0-1 16,-2 0-3-16,2 2 5 0,-5-1-5 0,-1 3 4 0,2 1-4 15,-1 1 0-15,-3 1-1 0,1 4-6 0,-1 4 12 16,-3-1-5-16,4 7 7 0,-4 1-6 0,0 0-12 16,-1 2 1-16,-1-2-10 0,2 2-27 0,0 0-120 15,0 0-2-15</inkml:trace>
  <inkml:trace contextRef="#ctx0" brushRef="#br0" timeOffset="-9474.56">7227 11476 65 0,'0'0'51'0,"0"0"-51"0,-2 0 61 16,0 0-28-16,0 2 2 0,0-1 7 0,-2 3-7 0,-1-2 4 15,-4 15-31-15,1-1 1 0,3 1-3 0,-3 0 4 16,3 0 7-16,1-6-3 0,-5 0 8 0,5-4-5 16,0-1 12-16,2-2-4 0,2-1 6 0,0-1-4 15,0 2 6-15,0 0-17 0,0-1 7 0,2-1-8 16,0 0 8-16,2 0-9 0,7 0-1 0,8 0-2 0,1-2-1 16,0-4-3-16,1-2-2 0,1-1 1 0,-3-1-5 15,-1 1 7-15,-3 0-1 0,-9 5 3 0,3-4-5 16,-5 2 1-16,-1-1-6 0,7-8 5 0,-3-2-6 15,-1 2 7-15,-3-2 0 0,-3 0 3 0,0 2-8 0,-3 0-1 16,-3 2-1-16,-1 2-1 0,-8 1 1 0,-6 3 4 16,3-8-2-16,-3 2 3 0,6 5-7 0,-1 2 2 15,-1 4-5-15,2 0 2 0,-1 6-25 0,3 0-16 16,1 3-6-16,3 4-14 0,2 9-147 0</inkml:trace>
  <inkml:trace contextRef="#ctx0" brushRef="#br0" timeOffset="-9147.54">7878 10995 214 0,'-2'0'91'0,"1"-2"-87"0,-1 0 105 0,0 0-48 16,0 0-27-16,-2 1-8 0,1-1-10 0,-1 0 4 15,0 0-17-15,0 0 6 0,1 0 2 0,-1 0 2 16,0 2 6-16,1 0 21 0,1 2-5 0,0 0 10 0,0 0-17 16,0 2 10-16,-5 16-6 0,3 4 7 15,2 4 2-15,2-6-11 0,2 6 5 0,2 0-8 0,0 4-6 16,-1-1-4-16,1 1-3 0,0-1 0 0,-2 1-7 16,-1-2-10-16,-1-1 4 0,0 1-4 0,-1-4 3 15,-1 0 4-15,-2-2-4 0,0-2 2 0,1 1-16 0,1-7-16 16,0-1-6-16,0-4-7 0,2-1-84 0,0-3-58 15,0-3-11-15</inkml:trace>
  <inkml:trace contextRef="#ctx0" brushRef="#br0" timeOffset="-8180.25">7594 11563 614 0,'0'0'13'0,"0"0"6"0,0 0-10 0,0 0-19 16,0 0 5-16,2 0-12 0,0-2 12 0,2 2-3 0,22-9 4 16,0 0-5-16,3-3 1 0,5-1 5 0,-1 0-4 15,3 0 5-15,3-1 1 0,-2-1 1 0,5 0 0 16,1 2 0-16,-2 0 1 0,5 0 4 0,-9 2-1 16,2-2 3-16,0 0-3 0,-11 3-4 0,-2 3 0 15,0 0-7-15,-9 1 9 0,0 0 0 0,-8 5 6 16,-7 1 12-16,2-2 5 0,-1 0 7 0,1-2-5 15,-2 0-5-15,0 1 0 0,0-1-4 0,-2 0 4 0,0 2-3 16,0 1-3-16,-2-1-5 0,0 0 2 0,-2 0-13 16,-7-2 11-16,-2 2-2 0,-7 1 5 0,1 1-15 15,-1 3 7-15,-6 5-2 0,7-1 7 0,-5 4 0 0,2 0-10 16,-1 2 4-16,1 0-4 0,3 0 10 0,3-1-9 16,3-11-1-16,0 11-1 0,0-1 1 0,5-2 7 15,-1-2-3-15,3 1 4 0,3-3-7 0,1-1 4 16,0 0-7-16,2-2 2 0,0 0-1 0,-4 1-3 15,2 1 9-15,1-2-8 0,1 0 3 0,0 0-1 16,1-2 0-16,1 0 0 0,4 0-4 0,22-10-1 16,0-1 3-16,7-4-1 0,-5 0 4 0,-1 1-3 15,-1-1-5-15,-6 4 3 0,3-1 3 0,-7 5 0 0,-3 0 1 16,0 1 0-16,0 0 6 0,1 1-10 0,-1 1 4 16,-4 2-6-16,1 2 4 0,-3 0 2 0,8 0-4 15,-3 0 4-15,1 0 5 0,0 0-3 0,2 0-2 16,0 0-1-16,-1-2 1 0,5 1-4 0,-3-3 5 0,6-4-6 15,2 1 9-15,-2 0-3 0,1-3-1 0,1 1-2 16,-2-2 1-16,-4 2-6 0,-1-1 5 0,-4 3-5 16,-4 1 2-16,-2 1 7 0,-2 1-5 0,-1 0 4 15,-2 2-1-15,-1 1 2 0,1-1 4 0,-2 0-2 16,0 2-3-16,0 0 11 0,0 2-5 0,-2 1 5 16,0 18-13-16,0 7 3 0,-2-2-2 0,-2 2 3 15,2-4 4-15,0-2-10 0,0-2 7 0,1-1-8 0,1-2 7 16,0-4 4-16,0 0-8 0,0-4 6 0,0-2-5 15,0 1 8-15,0-1-4 0,0-1 4 0,0-2-11 16,0-3 7-16,0 1 2 0,0 0 1 0,0 0-3 0,1 2 0 16,1-1 2-16,0 1-1 0,0-2-4 0,-2 0 0 15,0 0-2-15,0-2 1 0,0 0-1 0,0 0-5 16,0-2-4-16,2 0 3 0,0 0-1 0,0-2 1 16,1-1 1-16,-1-14-2 0,20 3 1 0,3-1 1 15,2-2 0-15,7-1 1 0,3-2-7 0,2 1 13 16,4-3-8-16,-1-6 9 0,3 2-11 0,0-7 11 15,-7-4 1-15,0 2 2 0,-7 2-5 0,-5 3 3 16,0 8-3-16,-4 6 2 0,-3 1-6 0,-6 4 10 16,-2 0-4-16,-5 4 7 0,-3-4-1 0,1 7 0 0,0 0 5 15,0 1-5-15,-3 1-7 0,1-1 18 0,0-1-12 16,-2 2 14-16,0 1-18 0,0-1 7 0,-2 0 4 16,0 2 0-16,1 0 2 0,-3 1-11 0,-5-1 0 15,-3 2-2-15,-1 3-1 0,2 3 1 0,2-4-4 0,0 20 2 16,5 2-4-16,0 4-2 0,-12-4 5 0,6-1-5 15,5-1 6-15,3-4-3 0,2 3 2 0,2-4-3 16,3-1 6-16,3-1-2 0,-3-6 2 0,3-1-3 16,16-5 5-16,4 14 3 0,3-8-2 0,5-7 2 15,4-5-2-15,7-9-1 0,3-4 4 0,6-3-2 16,5-1 0-16,0-2-7 0,-1-1-8 0,-3-3 0 0,-5 23-26 16,-2-27-27-16,-3-2-13 0,-3 4-34 0,3-1-345 15</inkml:trace>
  <inkml:trace contextRef="#ctx0" brushRef="#br0" timeOffset="-5287.13">20465 10609 83 0,'0'0'16'0,"0"0"24"15,0 0-30-15,0 0-6 0,0 0-4 0,0 0 0 0,0 0-6 16,0 0 4-16,2 0 3 0,-2 0-1 0,2 0 6 16,0 0-8-16,0 0 2 0,-1 0-2 0,1 0 13 15,-2 0-13-15,0 0 2 0,0 0-6 0,0 0 5 0,2-2 9 16,0 0 5-16,-2 0 1 0,0 0 7 0,0 0-3 16,2 0-7-16,0 1 5 0,0-1-5 0,-2 0-14 15,0 0 6-15,1 0-8 0,1 2 5 0,0 0 1 16,0 0-3-16,0 0 2 0,0 0-2 0,0-2 19 15,-1 0 0-15,-1 2 9 0,0-1 11 0,0-1-4 16,0 2 3-16,0-2-5 0,0 0-2 0,0 0-3 16,0 0-1-16,0 0-1 0,0 1-10 0,0-1-2 15,0 0-3-15,0 0 1 0,-1 0-10 0,-1 0 5 0,0 0 1 16,0 1 1-16,0-1 0 0,0 0-4 0,0 0 0 16,1 0-2-16,-1 0-1 0,0 0 4 0,0 1 1 15,0-1 0-15,0 0 2 0,0 2-4 0,1 0-3 16,-1-2 0-16,0 0-1 0,0 2 2 0,0 0 0 0,0 0 0 15,0 0 1-15,1 0-1 0,-1 0 6 0,-2 0-5 16,0 0 4-16,1 0-6 0,-10 2 0 0,9-2-1 16,-2 2-1-16,-3 2 2 0,3-3 0 0,-3 5 2 15,0 0 5-15,5-5-4 0,-3 5-3 0,3 7 0 16,-5-2-4-16,1 0 3 0,1 2 4 0,-1 0-1 16,3 0 3-16,-1 0-3 0,3 2 0 0,1 0-2 0,2 0-8 15,0-2 7-15,2 2-3 0,-1 0 6 0,3-2 2 16,2 0-2-16,-1-2-1 0,1 0 1 0,-1-2-8 15,1-1 8-15,-4-1-2 0,5-1 3 0,4-1-10 0,-3 1 7 16,-3-3 0-16,3-1 4 0,-3 0 6 0,-1 2-8 16,0 0 1-16,0-1-3 0,-1-1 0 0,1 0 13 15,0 0-7-15,-1 0 7 0,1 0-15 0,-2-2 6 16,7 1 0-16,-1-1 3 0,3 0 3 0,4 0-7 16,7-1-1-16,0-3-2 0,0-2-2 0,4-1-1 15,-5-1 3-15,1 1-2 0,0-2 0 0,1 1-5 16,-5 1-5-16,1-1-1 0,-2 1-15 0,-1 0 4 15,3-3 0-15,-2 3 1 0,-1-2 7 0,-1 1-6 0,2-1 4 16,-4 1-5-16,0 1 11 0,-4 1 13 0,0-1 1 16,-3 3 3-16,0 2-10 0,-3-5 8 0,-1 0-4 15,2-1 6-15,0 1-9 0,-3 1 8 0,3 2 1 16,-4 3 3-16,0-1-7 0,4-2 10 0,0 0-12 16,-1 1 9-16,-1 1-16 0,0 0 7 0,0 0 7 0,0 0-2 15,0 2 10-15,-2 0-12 0,0 0 0 0,0 2-2 16,0 0 8-16,0 2-8 0,-4 7 3 0,-2 7-5 15,1 1 7-15,-1-1-8 0,1 1 2 0,1 0-4 16,2-3 10-16,0 1-4 0,0-2 5 0,2-2-5 16,0 0 3-16,0-4 3 0,0 0-6 0,2-3 6 15,-2-2 4-15,0-2-2 0,4 1 9 0,1 1-7 0,10 5 6 16,4-1-7-16,-2-5-1 0,3-3-1 0,0-1 1 16,-1-5-3-16,1-1 0 0,-1-3-2 0,3-3-3 15,-5 2 2-15,2-2 4 0,-5 9-2 0,-1-14-5 16,2 1 8-16,-2-1-8 0,-5 1 10 0,5 0-9 0,-8 4 9 15,1 0 1-15,3 0 4 0,-3 4 9 0,-1 0-1 16,-3 1-1-16,-2 4-2 0,2-1-17 0,0 1 2 16,0 0-7-16,-1 1 3 0,1 1-10 0,-2 0 9 15,0 0-4-15,0 2 4 0,0 2-11 0,-2 0 9 16,1 2-3-16,-7 10 3 0,-5 11-13 0,2-1 2 16,0-2 2-16,2-3 0 0,1-3 5 0,5-6 6 15,-1-1-4-15,4-4 4 0,0-3-5 0,0 0-1 0,0 2-5 16,2 0 1-16,1-3-10 0,12 5 6 0,7-2 3 15,1-4-1-15,1 0-5 0,4-4 7 0,0-2-6 16,1 1 7-16,-6 1 4 0,-3 0 2 0,-3 3 3 16,-6-1-1-16,2 2-3 0,-4 0-1 0,-5 0 5 15,0 0-2-15,-3 0 6 0,1 0 3 0,2 2-1 0,0-1 4 16,-2 1 9-16,-1 0 0 0,1 0 3 0,-2 0-3 16,0 0-3-16,0 0-3 0,-2-2 0 0,1 0 0 15,-1 0 10-15,0 0-6 0,0 0-5 0,0-2 0 16,0 0-15-16,0 0 7 0,1 0-4 0,-1 0 4 15,0-1-12-15,2-1 8 0,0 0 0 0,0 2 0 16,0-1-10-16,2-1 6 0,1 0-5 0,1 0 6 0,5-1 3 16,3 1-6-16,-1 0 6 0,2 3-8 0,-2 1 8 15,-2 0 1-15,2 1 1 0,2 1 1 0,0 2 5 16,4 2-14-16,-2-3 6 0,0 1-9 0,1 0 13 0,1-2-1 16,4-1-2-16,1-1 0 0,4 0-1 0,0-3 1 15,-2-3 3-15,0-1 1 0,2-3 0 0,-5 3-5 16,1-2 3-16,-2-1-3 0,-5 3 10 0,-4 1-9 15,-2 1 5-15,-5 3-5 0,0 0 6 0,-2 0-5 16,1-3 7-16,-1 1-5 0,0 0 7 0,-2 2 1 16,0 1-8-16,2-3 7 0,0 0-9 0,0 0-6 15,-2 3 5-15,0-1-4 0,0 0 4 0,0 0 4 16,0 0-8-16,0 2 6 0,0 0-3 0,0 0 0 16,0 0 4-16,0 0-4 0,0 0 0 0,0 0 0 0,2 0 1 15,1 0-2-15,3 0-5 0,22 0 15 0,1 0-8 16,1-2 11-16,9-3-12 0,-4-1-1 0,4-1-2 15,-3-1 0-15,-7 1 2 0,-3-1-6 0,-3 1 7 0,-3 0-6 16,-1-1 6-16,-4 1 8 0,-2 1-6 0,-6 2 7 16,0-1-14-16,-3 3 5 0,-2 2 6 0,2-4 0 15,-1 1 4-15,1-1-5 0,-2 0 0 0,0 2 0 16,0 0 2-16,-2 1-3 0,0 1 3 0,-2 0-4 16,0 1 0-16,-2 1 1 0,1 2-3 0,-5 9 3 15,-3 0-10-15,7 2 6 0,-1-2-4 0,3-2 6 16,-6-2 2-16,3 1-7 0,3-3 4 0,2-1-5 0,0-3 2 15,0-1-1-15,2 2 1 0,2 0 0 0,20 7 0 16,5-4-3-16,7-5-2 0,1-4 0 0,2-3-2 16,0-5 9-16,3-1 0 0,3-2 2 0,0-2-1 15,5 0-5-15,0 1-1 0,-6-1-1 0,5 0 3 0,-10 2 3 16,-2-2 4-16,-2 0-1 0,-7-1-3 0,0-1 6 16,-6 9-10-16,0-21 7 0,-1-5-5 0,-4-1 2 15,-3-4 5-15,-2 0-3 0,0 2-2 0,-2-8 1 16,-1 6-1-16,-2 6 1 0,-1-4 8 0,-2 5-9 15,-1 4 5-15,-1 2-5 0,13 6 5 0,-6-1 4 16,-3 5-3-16,-2 3 3 0,-2 0-8 0,-1 3 3 0,-1 1 0 16,0 4 1-16,0 1 0 0,0 2-6 15,0 0 1-15,0-2-2 0,0 1 1 0,0 1 11 0,0 0-2 16,0 2 5-16,0 0 0 0,0 2 0 0,-1 2 0 16,-5 14 1-16,-1 12 3 0,1 1-11 0,0 3 3 15,3 3-6-15,-1 0 0 0,2-2-2 0,2 3-1 16,0-5 1-16,0 0-6 0,0 1-8 0,2-4-1 0,-2-3-6 15,0 1-44-15,0-7-126 0,0-6-20 0</inkml:trace>
  <inkml:trace contextRef="#ctx0" brushRef="#br0" timeOffset="-5143.05">22992 10352 282 0,'0'-1'48'0,"0"-1"71"16,0 0-74-16,0 0-31 0,0 0 0 0,0 0-9 15,0 0 5-15,2 2-6 0,0 0 0 0,0 0-2 0,5 0 1 16,19-1-5-16,4-3 3 0,9-2-3 0,3-3-3 15,7-2-18-15,5-2-12 0,1-4-2 0,10-1-45 0</inkml:trace>
  <inkml:trace contextRef="#ctx0" brushRef="#br0" timeOffset="32248.59">22218 11585 256 0,'0'0'61'0,"2"0"-25"16,0-2 21-16,-1 2-4 0,18-5-38 0,0 1-5 0,3-1-8 15,0 1 13-15,-1 2-12 0,3-2 15 0,-4 2 11 16,2 1-7-16,-1 1 8 0,-1 0-5 0,-1 0 3 15,-3 0 3-15,-3 0 0 0,2 0 4 0,-2 0 3 16,-2 0 3-16,-1 0-1 0,-3 0 3 0,-3 0 1 16,1 0-1-16,-3 0 1 0,2 0-12 0,-2 0-8 15,2 1 2-15,-1 1-3 0,-1 0-4 0,0 0 0 16,0 2-3-16,-2 1 1 0,0 8-7 0,-2 2 5 16,-4 0-7-16,-1-2 5 0,-6 6-11 0,7-3 0 15,-14 5 3-15,0 1-2 0,-3 2 2 0,1 0 3 0,-2 0-6 16,0 4 3-16,2-2-10 0,-4 2 11 0,0 0-6 15,1 2 5-15,-1-4-7 0,6 1 1 0,5-2 3 16,6-7-1-16,1 3 2 0,3-3-10 0,-3-3 7 16,3-2-8-16,3 0 15 0,-7-2-10 0,3-2 3 0,1 3-5 15,3-5 14-15,2 0-7 0,0 5 7 0,0-3-8 16,2-2 5-16,1 1-6 0,3-3 0 0,18-3-1 16,6 17 10-16,1-6-1 0,5-4-3 0,3-5 0 15,1-2-11-15,-1-2 8 0,2-2-2 0,7-2 4 16,-3 0 0-16,5-1-12 0,0-1 5 0,-1 1-10 15,-1-1-5-15,-11 0-5 0,-2 1-1 0,-5-1-2 0,-6 1-21 16,-3 1-39-16,-8 0-5 0,-4 2-20 0,-2 1-117 16</inkml:trace>
  <inkml:trace contextRef="#ctx0" brushRef="#br0" timeOffset="32542.88">21988 12049 404 0,'0'-1'18'16,"0"-1"43"-16,0 0-57 0,1 0 13 0,1 0 2 0,0 0 4 15,0 0 20-15,5-1-3 0,23-10-3 0,5 0 1 16,3 2 1-16,2 1-1 0,-1 3-2 0,2-2-1 16,2-1-10-16,0 1-16 0,1-2 4 0,-1 0-9 15,0 0-3-15,-1 1-42 0,1 5-2 0,-6 1-20 16,2 0-44-16</inkml:trace>
  <inkml:trace contextRef="#ctx0" brushRef="#br0" timeOffset="32857.03">23090 11962 754 0,'0'-2'25'0,"0"0"0"0,0 1 1 16,0-1-1-16,0-9-8 0,0-1-8 0,0 1-7 0,0 4-3 15,0-2-1-15,0 3 1 0,0 4-3 0,2-2 3 16,0 1-3-16,0 1 8 0,0 0 6 0,2 2 6 16,-1 0-2-16,1 2 9 0,0 2 7 0,7 12-7 15,4 20 7-15,-6-1-11 0,-5-2-2 0,-2-1-1 16,-2-4 0-16,0-4 7 0,-2-2-13 0,0-1 9 0,0-3-12 16,0-1 0-16,0-2 3 0,0-2-7 0,2-4 6 15,0-2-1-15,0-1-6 0,0 0-2 0,0-3-1 16,0 3-1-16,0-4-45 0,0 0-2 0,0-1-18 15,2 3-42-15,0 0-14 0,0 0-8 0,0-4-14 16,15 5-136-16</inkml:trace>
  <inkml:trace contextRef="#ctx0" brushRef="#br0" timeOffset="33123.39">23544 11795 605 0,'0'0'38'0,"0"-2"-3"0,0 0-5 16,-2 1 6-16,0-1-19 0,0 0 5 0,0 0-14 16,0 0 4-16,2 0-8 0,-2 0-2 0,1 1-2 15,-1-1 0-15,0 2 0 0,2 0 9 0,0 2-8 16,0-1 11-16,0 3-10 0,-2 13 22 0,-2 11 1 16,4-2-8-16,0 1 5 0,0 3-5 0,0-2 5 15,2 5-3-15,0-5 1 0,4 2-14 0,-3-4 13 0,3-2-6 16,-1 0 5-16,1-3-21 0,1-1 5 0,1 2-4 15,-3-3 4-15,1 0-9 0,0 1-68 0,-1-1-16 16,3 1-42-16,-1-1-307 0</inkml:trace>
  <inkml:trace contextRef="#ctx0" brushRef="#br0" timeOffset="33887.81">22309 13436 535 0,'-2'0'22'0,"0"-1"38"16,0-1-37-16,-1 0-3 0,-1 0 0 0,2 2-2 16,-5-2-8-16,3 0 16 0,0 0-12 0,0 1 12 15,1-1-11-15,1 2-20 0,0 0 7 0,0 0-10 0,0 0 24 16,2 0-5-16,2-2 8 0,0 0-10 0,13-4-7 0,18-5 18 15,4 0-13-15,1 2 14 0,1 1-12 0,-1 3-5 16,1-1 6-16,-1 3-7 0,-1 3 4 0,-4 1-13 16,-5 3 4-16,-6 2-6 0,-7-1 9 0,-4 1 6 15,2 3 3-15,-7 0 2 0,-2 10 20 0,-3 0 7 16,11-1 0-16,-3 4 1 0,-4 3-14 0,-5-1-2 16,-3 2-5-16,-8-4 4 0,-6 8 0 0,13-2-15 15,-27-1 5-15,3 3-9 0,-4-4 3 0,2 2 0 16,-1-4-3-16,1 0 2 0,-1-2 2 0,3 3-8 15,-2-5 9-15,4 0-8 0,-2-1 13 0,4 0-14 0,2-1 7 16,3 1-9-16,-3-3 2 0,7-1 0 0,2 2 0 16,2-4 1-16,9 2 2 0,-7-4-2 0,1 2 0 15,5-4 0-15,1 1 1 0,2-1 3 0,0-2-3 0,0-1 3 16,2-1-1-16,3-3 3 0,25 0 1 0,5 19 0 16,2-10 2-16,6-6-2 0,4-5-4 0,3-3 2 15,3-5 0-15,7-3-6 0,-3 0 1 0,3-2-2 16,-1 2-3-16,-10 1-5 0,-3 3 1 0,-9 0-3 15,-9 1 9-15,-4 2-7 0,-5 1 7 0,-6-1-8 16,-2 2 6-16,-6 0-10 0,-3 2-5 0,0 0-2 16,2-2-25-16,0 0-52 0,-3 1-23 0,1-3-18 15,0 0-150-15</inkml:trace>
  <inkml:trace contextRef="#ctx0" brushRef="#br0" timeOffset="34136.63">21945 14010 804 0,'0'0'38'0,"0"-2"2"0,0 0-12 15,0 1-13-15,0-1-9 0,0 0-20 0,0 0 7 0,2 0 3 16,0 2 1-16,33-9 10 0,6 0-6 0,1 1 8 15,7 3-8-15,-3-1 16 0,2 0-9 0,6-1 1 16,0 1-3-16,4-1 1 0,-3 1-33 0,1 3-20 0,-2 1-11 16,7 0-103-16</inkml:trace>
  <inkml:trace contextRef="#ctx0" brushRef="#br0" timeOffset="34637.73">23256 14040 769 0,'0'0'68'0,"0"-2"1"0,0 0-14 0,-2-2-5 16,2 1-25-16,-2-1-12 0,2 2-6 0,0-3-1 15,0-1-1-15,0 2-1 0,2-1-3 0,2 1 1 16,23 0-2-16,7 1 0 0,3-20-2 0,0 10 4 0,0 6-2 15,-3 5 5-15,-6 2-5 0,-1 4 0 0,-6 1 0 16,-3 3 0-16,-3 1 8 0,-5-2 1 0,-9 10 3 16,16 9 8-16,-6 6-6 0,-9-1 1 0,-6 1-3 15,-5 1 2-15,-6-1 1 0,13 5-1 0,-31-7 2 16,1-1 6-16,1-3 4 0,-3-5 4 0,10 1-2 16,-4-5 0-16,6 1-9 0,5-5-4 0,4 0-1 0,2 2-10 15,4-7 4-15,1 5-4 0,3-6 4 0,-1-1-9 16,-5 7 1-16,3-4 1 0,4 0 1 0,0 2-2 15,2-5 0-15,0 1 0 0,2 1-1 0,2-1-3 16,7-1 3-16,19-3-4 0,3 18 3 0,6-8 0 0,8-8-11 16,-3-5 1-16,6-1-8 0,-3-5-21 0,-3-3-39 15,-1-1-6-15,-6-1-13 0,0 0-41 0,-3-2-162 16</inkml:trace>
  <inkml:trace contextRef="#ctx0" brushRef="#br0" timeOffset="35026.57">23809 14203 633 0,'0'-2'66'0,"0"1"8"0,0-1-26 0,0-2-20 0,0 0-17 16,0-7-14-16,4 0 5 0,1 0-5 0,3 2 5 15,7-3-3-15,11-1 2 0,3 2-1 0,3 2 0 16,-1 2 6-16,1 1-10 0,0 0 7 0,-5 5-8 16,3-18 12-16,-6 8-7 0,4 3 7 0,-9 7-7 0,-3 1 11 15,1 1 12-15,-9 1-2 0,-5 0 7 0,-1 0 9 16,9 15 3-16,-3-2 6 0,-5 5-3 0,-3-3-1 16,-1 1-10-16,-7 5-1 0,-3-5-2 0,7 3-2 15,-20 1-9-15,0-4 0 0,4 3-3 0,-1-3-7 0,4-6-3 16,3 2 4-16,1-6-3 0,1 1 1 0,5 4-5 15,1-2-5-15,3 2 2 0,-1 0-3 0,-5 0 1 16,1-2-2-16,1 6 2 0,3 0 3 0,2-1-5 16,2-1 2-16,2-2-5 0,4-2-4 0,-1-1-8 15,6-5 3-15,23 16-7 0,3-10-17 0,15-6-26 16,7-8-12-16,6-10-5 0,8-11-41 0,-1 14-189 16</inkml:trace>
  <inkml:trace contextRef="#ctx0" brushRef="#br0" timeOffset="35615.22">24117 11697 945 0,'0'-2'35'0,"-2"0"-9"0,1-2 27 0,-1-3-5 16,0-2-42-16,2 3-7 0,0 2 2 0,0 1-2 15,0 1-1-15,5-2 8 0,31 2-9 0,3 0 8 16,9-1-5-16,-3-22 2 0,3 11-2 0,-4 6 0 16,-3 4-13-16,0 4-22 0,-8 2-2 0,-3 0-7 15,-6 0-13-15,-3 2 20 0,-3-1-4 0,-5-1 9 0,2 0-8 16,-6 0 3-16,1 0 1 0,-7-2 0 0,3 0-8 15,-4 0-39-15,0 0 6 0,0 0-21 0,1 0-40 0</inkml:trace>
  <inkml:trace contextRef="#ctx0" brushRef="#br0" timeOffset="35755.33">24171 11958 854 0,'0'0'24'0,"2"0"41"0,0-1-54 0,2-1 10 15,14-6-6-15,17-5 6 0,16-2-9 0,8-1-6 0,2-1-5 16,10-3-2-16,-4 3-42 0,-4 2-136 0</inkml:trace>
  <inkml:trace contextRef="#ctx0" brushRef="#br0" timeOffset="37223.53">13140 11303 73 0,'0'0'0'0,"0"0"12"15,-2 0 123-15,1 0-26 0,-1 0 8 0,0 0-55 0,0-2-6 16,0 0-36-16,0 0 9 0,0 1-13 0,1-1 4 16,-1 2-4-16,2 0 0 0,0-2 2 0,0 0 10 15,0 0-1-15,2 0-3 0,-1 0-1 0,3 1-22 0,4-3 4 16,10-4-3-16,1 1 4 0,1 0-4 0,-1 1-3 16,-1 2-3-16,-1 2-2 0,0 1-2 0,-2 1-11 15,-1 0 0-15,3-2-4 0,-6 2-6 0,2-2-23 16,0 0-4-16,-2 0-9 0,4-2-35 0,-7 3-16 15</inkml:trace>
  <inkml:trace contextRef="#ctx0" brushRef="#br0" timeOffset="37409.81">13248 11166 688 0,'0'-2'37'0,"0"0"-2"0,0 0 21 0,0 0-8 0,0-1-3 15,0 1-18-15,0 0-27 0,0 0 10 0,0 0-16 16,0 2 3-16,0 0 8 0,0 2-5 0,0 2 6 16,0 18-1-16,0 13-14 0,-4 4 1 0,1-4-8 15,-1 4-24-15,0-3-32 0,0 3-20 0,1 2-17 16,1 5-178-16</inkml:trace>
  <inkml:trace contextRef="#ctx0" brushRef="#br0" timeOffset="37814.57">12893 14656 802 0,'0'0'11'16,"0"-2"-2"-16,-1 1 0 0,-1-1 4 0,0 0-7 16,2 0-5-16,0 0 4 0,2 0-5 0,0 0 3 15,1 1-6-15,10-5 9 0,9-3-1 0,4-1 2 0,0 5-7 16,0-1 0-16,0-1-3 0,-1-1 0 0,1-1-16 16,0 0-57-16,0 0 5 0,-2-1-33 0,-2 3-98 0</inkml:trace>
  <inkml:trace contextRef="#ctx0" brushRef="#br0" timeOffset="38853.67">12626 12606 212 0,'0'-1'41'16,"-2"-1"48"-16,0 0-36 0,0-2-2 0,1-5-7 16,-1-2 4-16,0 0-10 0,0 1-10 0,0 3-2 15,2-1-4-15,-2 1-21 0,2 3 11 0,0 2-6 0,0-1 7 16,0-1-17-16,0 2 29 0,0 0-4 0,0 2 14 16,0 0-8-16,0 4-7 0,0 20-5 0,4 21 0 15,0 5-15-15,1 2 4 0,3 0-4 0,1-6 4 16,-2-3 1-16,1-6-9 0,-4-5 10 0,1-6-9 15,1-4 1-15,-3-7 9 0,1-4-5 0,-2-4 10 16,0-3 9-16,0 0-3 0,-2-2 1 0,13 7-1 0,-6-5 0 16,4 1 6-16,-3-3-2 0,1 0 3 0,6-2-2 15,-2-2-11-15,2-2 3 0,-4-1-4 0,2 3 6 0,-2-26-6 16,0-2 5-16,4 1-5 0,-4-3 3 16,0 1-3-16,0-1-6 0,-3-1 4 0,1 3-3 0,-1 0-1 15,12-3 0-15,-11 9-2 0,-1 1-2 0,-3 5-1 16,-1 3 7-16,-2 4-5 0,-2 1-2 0,0 5-4 15,0-1-10-15,0 4 3 0,0 1-39 0,0-3-21 16,0 0-9-16,0 2-3 0,0 0-35 0</inkml:trace>
  <inkml:trace contextRef="#ctx0" brushRef="#br0" timeOffset="39101.87">13137 12840 495 0,'0'0'27'0,"0"0"0"0,0 2 20 0,-2 0-10 0,0 0 4 16,0 0-17-16,0 3 4 0,-5 14-3 0,-1 3 2 15,1 1-16-15,1-3 3 0,3 2 0 0,1-1 1 16,0-1 0-16,2 1-4 0,0-5 0 0,2 3-1 16,1-3 0-16,3 3-2 0,0-2 0 0,1 1 1 15,2 1 3-15,1-1 2 0,-1 3-2 0,0-3 0 16,0 3-12-16,-3-4 6 0,0 1-4 0,-3 1 5 15,1-3-3-15,-2 1-5 0,-2-2-8 0,0-4-1 0,-2 4-24 16,0-4-73-16,-2 0-42 0</inkml:trace>
  <inkml:trace contextRef="#ctx0" brushRef="#br0" timeOffset="39259.29">12973 13188 709 0,'0'0'24'0,"2"-2"0"0,0 0 1 0,5-4-4 16,23-3-6-16,3-6-11 0,3 0-44 0,1 2-21 15,0 2-20-15,0 2-185 0</inkml:trace>
  <inkml:trace contextRef="#ctx0" brushRef="#br0" timeOffset="40060.44">13619 10557 92 0,'-2'0'40'0,"1"0"-6"0,-3 0 27 16,2 0-2-16,-13-2-7 0,4 2-19 0,-2 0-14 0,0 0 12 16,0 0-14-16,4 0 4 0,5 0 14 0,2 0-8 15,0 0 10-15,1 0-13 0,-1 0-9 0,-2 0 8 16,0 0-7-16,2 0 18 0,1 0-8 0,1 0-2 15,1 0-1-15,3 0-6 0,13-2-6 16,16-2 6-16,4 0-5 0,4 1 0 0,2-1-2 0,-2 0-9 0,0 1 7 16,-1-1-2-16,-2 0-2 0,-1 1 1 0,-2 1-4 15,-2 0-9-15,1 0-7 0,-4 2-6 0,-1 0-2 16,-3 0-35-16,0 0-25 0,-5 2-5 0,-1 0-10 16,-9 0-57-16</inkml:trace>
  <inkml:trace contextRef="#ctx0" brushRef="#br0" timeOffset="40288.44">14052 10445 406 0,'0'0'41'0,"0"0"2"0,-2-2 15 16,0 1-19-16,0-1 2 0,1 0-35 0,-1 0-10 15,0 0 1-15,2 0-5 0,0 0-5 0,0 1 7 16,2-1 3-16,0 0 2 0,1 0 6 0,10-4-3 15,11-1 5-15,1 1-2 0,2 1 4 0,3 3-1 16,-2 2-5-16,3 2 6 0,-5 3 8 0,-1 3 0 0,-7 1 2 16,-9-3-1-16,1 1 12 0,-3 14-1 0,-1-1-1 15,9 0-2-15,-6 3-11 0,-5-1-15 0,-6-2 3 16,-4 1-9-16,-5-1-23 0,-2-1 0 0,-20 1-9 16,-6-3 4-16,5-4-34 0,5-2-95 0</inkml:trace>
  <inkml:trace contextRef="#ctx0" brushRef="#br0" timeOffset="40726.77">14527 10027 708 0,'0'-1'25'0,"0"-1"-7"0,-2 0 16 15,2 0 7-15,-1-5-11 0,-1 1-15 0,2 4-10 16,-2-2-8-16,0 1 1 0,0 1-9 0,0 0 11 16,0 0 2-16,1 2 2 0,-1 2 5 0,0 0-8 15,-2 9 2-15,-7 19-3 0,2-1 7 0,1 1-9 16,1 2 2-16,1-1-4 0,3 1 0 0,1-2 4 16,2-6-1-16,0-4 1 0,0-1-1 0,0 1-3 15,0-9 4-15,0 0-4 0,0-1 2 0,0-7 2 16,0 5-4-16,0-6 4 0,0 0-1 0,0 1 1 0,0 1 5 15,0 0-4-15,0-1-5 0,0-1 9 0,0 0-6 16,0 0 6-16,0 0-6 0,0 0-1 0,0 0 4 16,0-1-2-16,0 1-7 0,0 0 7 0,0 0-4 0,0 0 6 15,0 0-5-15,2 0 4 0,-1-1 3 0,1 1 2 16,0-2 2-16,2 0 3 0,11 0 1 0,5 0-1 16,2-3-5-16,-3-5 1 0,3-1-5 0,-3-2 3 15,3-2-6-15,-3 2-21 0,-1-2 7 0,-3 1-11 16,-2 3 4-16,-2-11-6 0,0 1 0 0,-3-3-2 15,-3 1-11-15,-1-3-10 0,11 2 2 0,-4-2-3 16,-5 2-6-16,-4 3-53 0,-2 0-4 0</inkml:trace>
  <inkml:trace contextRef="#ctx0" brushRef="#br0" timeOffset="40870.58">14319 9935 261 0,'0'0'52'0,"0"0"-5"0,0 0 35 15,0-2-5-15,0 0-5 0,0 0-9 0,0 0-11 16,0 0-4-16,0 0-4 0,2-1-20 0,0-1-5 15,5-2 5-15,25-3-6 0,5-2-9 0,2 2-5 16,-2 1-7-16,-5 1 2 0,-4 3-11 0,-4-12-59 16,0 4 3-16,-2 5-27 0,2 3-48 0</inkml:trace>
  <inkml:trace contextRef="#ctx0" brushRef="#br0" timeOffset="41150.48">14947 10131 746 0,'-2'-1'12'0,"0"-1"18"0,-2 0 6 0,3 2 7 16,-11-4-28-16,-1 2-14 0,4 2 2 0,0 2-4 16,0 2-1-16,3 0 0 0,0 25-8 0,5-3 7 15,-18 4 2-15,8-2-7 0,5 2 11 0,3-1-8 0,3 1 12 16,1-10 2-16,3 3-6 0,0-7 6 0,0-1-3 15,1 2 12-15,3-2-1 0,-1 0 2 0,0-2-15 16,1 2-4-16,-1-2 0 0,-1-2 0 0,1 0 6 0,-3-6-25 16,2 5-8-16,-1-1-9 0,-1-2-40 0,-2 1-110 15</inkml:trace>
  <inkml:trace contextRef="#ctx0" brushRef="#br0" timeOffset="41305.2">14691 10551 374 0,'0'0'49'0,"0"0"-7"0,0 0 6 0,2 0 15 16,-1 0-26-16,3-2 4 0,5-2 1 0,19-5-6 15,6-2 2-15,3-4-22 0,9 0-3 0,8-1-10 16,7-3 3-16,6 1-37 0,6-3-141 0,-1-1-18 16</inkml:trace>
  <inkml:trace contextRef="#ctx0" brushRef="#br0" timeOffset="42197.35">18142 10932 155 0,'0'0'18'0,"-2"0"30"0,1 0-25 15,-1 0-2-15,0 0 4 0,0 0 0 0,2 0 27 16,0 2 19-16,2-2-3 0,0 0 5 0,1 0-23 0,20 0-22 16,1 0-2-16,9-2-5 0,4 0 4 0,1-2-13 15,1 0 15-15,-2-1-14 0,2-3 6 0,-4 3-12 16,0-1 0-16,-1 3-1 0,-5-1 4 0,-3 2-10 16,2 0-3-16,-4 2-2 0,-1 0-17 0,-3 0 2 15,-5 0 3-15,-2 0-1 0,-4 0-5 0,-3 0-6 16,-3 0-2-16,-1 0-1 0,2 0-25 0</inkml:trace>
  <inkml:trace contextRef="#ctx0" brushRef="#br0" timeOffset="42518.6">18361 10755 510 0,'0'-2'65'0,"0"1"120"16,0-1-147-16,0-2-15 0,0 2 4 0,-1 0-7 16,-1 0-2-16,0 1-18 0,0-1 0 0,-2 0-2 15,-16 2 7-15,-8 4-14 0,-7 7 2 0,-2 4-7 0,-8 5 15 16,-3 2-2-16,3 1 5 0,-3-1-4 0,7-4 19 16,4-1 0-16,4-2 8 0,1-4-3 0,4 0 8 15,8-3-13-15,1-3-1 0,6-1-2 0,4-2 4 0,3-2-7 16,4 0-5-16,1 0-3 0,-3 2-22 0,0 0 12 15,2-1-3-15,0 1 7 0,1 0 0 0,1 0-4 16,1 0 2-16,1 0-4 0,2 0-17 0,24 11-16 16,5-4-13-16,4-4 0 0,4-1-42 0,0-2-50 15,5-2-3-15</inkml:trace>
  <inkml:trace contextRef="#ctx0" brushRef="#br0" timeOffset="43047.65">17994 10159 772 0,'-2'-2'26'0,"0"1"5"16,0-3 21-16,0 0 1 0,2 2-15 0,0-1-23 16,0 1 3-16,-1-2-11 0,-1 0-15 0,2 2 8 15,0 1-4-15,0 1 5 0,0 1-6 0,0 1-5 16,0 34 7-16,0-1-6 0,0-2 3 0,-2-1-4 15,-2-2-2-15,0-6 1 0,1-2 0 0,-1-2 0 16,2-7 3-16,0-5-2 0,2-4-4 0,0-1-8 16,-2 3 1-16,1-2-1 0,-3 1 11 0,0 3 6 15,4-7-1-15,-7 1 3 0,-4 8 6 0,-1-3-10 0,3-1 7 16,-2-1-8-16,2-1 13 0,1-2 4 0,-1 1-4 16,3-1 5-16,-1 0 0 0,1 0 1 0,1 0 0 15,-1 0-2-15,3 0-12 0,1-2 5 0,0 0-2 16,-2 1 5-16,0 1 1 0,3 0 8 0,-1 0-2 0,0 0 3 15,0 2-12-15,2-3 2 0,2 1 2 0,0 0-2 16,1 0-2-16,22 9 5 0,2-3-4 0,3-5 5 16,-2-1-11-16,0-2-26 0,3 0 1 0,-5 0-10 15,-2-2-3-15,2-1-10 0,-9 1 2 0,2-4-3 16,-1 1-7-16,-3 1-35 0,4-4 4 0,-6 5-13 16,-6-1 21-16</inkml:trace>
  <inkml:trace contextRef="#ctx0" brushRef="#br0" timeOffset="43188.15">17907 10083 630 0,'0'0'54'0,"0"-2"-3"0,-2 0 11 15,0 1 3-15,0-3-19 0,0 0-18 0,0 0-15 16,0 1-8-16,2-1 1 0,0 0-12 0,2 2-57 16,0 1-2-16,2-1-27 0,9-4-76 0,11 1-33 15</inkml:trace>
  <inkml:trace contextRef="#ctx0" brushRef="#br0" timeOffset="43436.9">18465 10250 174 0,'0'2'30'16,"0"2"40"-16,-1 11-12 0,-5 20-22 0,-1-3 5 16,-3 1-11-16,-1 0-8 0,0-5-5 0,2-2-1 0,-1-5 1 15,3-6 8-15,1-2 17 0,3-6-1 0,1-1 8 16,0-3 20-16,2-1-7 0,0 0 5 0,0 2-9 15,0-1-10-15,0-1-8 0,2 0-5 0,0 0-1 16,1-2-27-16,22-2 12 0,-1-5-8 0,4-4 8 16,-4-2-15-16,0-2 1 0,-4 11 3 0,-3-18-1 15,-4-1 6-15,-4 3-6 0,-1 3 3 0,-5-1-3 0,-1 1 6 16,9 0-9-16,-1-3 0 0,-7 7-3 0,-1-2-2 16,-2 0-23-16,-2 6-3 0,-1 1-9 0,1 7-38 15,-24-12-103-15</inkml:trace>
  <inkml:trace contextRef="#ctx0" brushRef="#br0" timeOffset="43845.71">18462 11669 835 0,'0'0'9'15,"0"-2"7"-15,0 0-1 0,0 0 5 0,0 0-30 0,2 1 3 16,-1-1 6-16,3 0-2 0,15 0-1 0,5 0 7 16,0 2-4-16,2 0 7 0,2 0-9 0,0 2 10 15,1 0-10-15,-1 0 9 0,-2-2-23 0,-2 2-20 16,-5-1-2-16,-4 1-9 0,-4 0-30 0,0 0-59 15</inkml:trace>
  <inkml:trace contextRef="#ctx0" brushRef="#br0" timeOffset="44009.03">18684 11684 1189 0,'0'0'25'0,"-1"0"42"0,-1 0-58 0,0 0-8 0,0 0-1 0,0 2-2 16,0 1-9-16,-9 25-3 0,2 9-21 0,1 8 7 15,3-1-61-15,3 3-56 0,2-1-40 0</inkml:trace>
  <inkml:trace contextRef="#ctx0" brushRef="#br0" timeOffset="44323.81">18399 14034 475 0,'0'0'291'0,"-2"-2"-405"0,0 1 351 16,0-1-199-16,0 0-12 0,0 0-4 0,2 0-7 0,0 0 2 16,0 0-13-16,2 1 3 0,2-1 2 0,14-6-2 15,8 1-5-15,2 1-29 0,2 4-12 0,-2 1-8 16,2 1-53-16,-8 0-14 0,0 0-29 0</inkml:trace>
  <inkml:trace contextRef="#ctx0" brushRef="#br0" timeOffset="44736.89">18727 12755 914 0,'0'-2'9'0,"-2"0"-6"0,0-3 7 16,-3-8 1-16,3 5-9 0,2 6-45 0,-2-1 9 16,0-1-1-16,2 2 7 0,0 0 14 0,0 2-9 0,0 2 6 15,0 2-5-15,-2 18 14 0,1 12 8 0,-1-1-5 16,0-1 5-16,0 1 0 0,0 0 19 0,0-5 4 15,0 0 2-15,2-4-9 0,0-5 11 0,0 1-10 16,0-3 12-16,2-2-12 0,0-2 11 0,0-4-8 0,0-2 6 16,0-1-13-16,-2-4 1 0,0 0 5 0,3 1-4 15,5 3-2-15,10 3 3 0,3-3-1 0,-3-6 1 16,8-2-2-16,-3-5-7 0,1-6 9 0,-2-2-8 16,-7 7 11-16,4-16-9 0,-1-5 1 0,-3-3-1 15,4 0 13-15,-6-5-16 0,-4 2 4 0,6 5-8 16,-12-1 9-16,9 8-14 0,-7 1 3 0,-1 2-8 15,11-1-10-15,-8 6-40 0,-3 6-8 0,-2 4-14 0,0 1-63 16</inkml:trace>
  <inkml:trace contextRef="#ctx0" brushRef="#br0" timeOffset="44965.87">19204 13394 638 0,'-1'0'47'0,"-1"0"56"0,0 0-17 0,0 0-46 15,0 0 6-15,0 0-21 0,2 0 1 0,0 0 5 0,0 0-3 16,2 0 4-16,0 0-1 0,0-2-6 0,0 2-1 16,16-8-1-16,-1-1-5 0,2-2-9 0,-3 2 4 15,-3-1-6-15,0 9 3 0,-4-14 6 0,-1-4-4 16,-6 1 4-16,0-3-5 0,11 3-12 0,-6-5-5 0,-3 5-8 15,-4 1-43-15,-4 2-120 0,-2 6-109 0</inkml:trace>
  <inkml:trace contextRef="#ctx0" brushRef="#br0" timeOffset="46320.5">19175 13236 112 0,'0'0'0'0,"0"-2"9"0,-2 0 86 0,0 0-26 16,0 0 2-16,0 1-39 0,0-3-2 0,1 0 4 16,-1 0-2-16,0 1 3 0,0-1-5 0,0 2 9 15,0 0-7-15,0 0 5 0,1 1-15 0,-1-1 0 16,0 0 11-16,0 0-7 0,0 0 17 0,0 2-12 16,0 0-7-16,-1 2 0 0,-1 0-11 0,-16 0-4 0,1 26 3 15,-1-1-4-15,-3 1-2 0,7 2 2 0,-1-2 3 16,4-4-2-16,4 0 3 0,3-5-6 0,-9 1 0 15,8-5-1-15,1-2 2 0,4-2 2 0,2-2 1 0,0 1 0 16,2-3 0-16,0-1 2 0,-2-4-4 0,20 11 2 16,3-4-12-16,6-2 7 0,-1-5 3 0,-4-2 2 15,4-2 2-15,-5-1-7 0,-3-3-5 0,-3-1 3 16,-1-3-3-16,-4 3 8 0,-1-1 2 0,-4 3 1 16,-3-4-2-16,11-12 11 0,-4-1-7 0,-4 0 6 15,-5-6-24-15,-2 2-14 0,-4-4-4 0,-3 0-5 16,-4 1-35-16,0 1-117 0,-4 0-81 0</inkml:trace>
  <inkml:trace contextRef="#ctx0" brushRef="#br0" timeOffset="51179.53">25462 10100 1 0,'0'0'20'0,"0"-2"2"0,0 0 33 0,0 0 11 15,0-1-3-15,0-1-2 0,-2-5-14 0,0-3 2 0,0 3-1 16,0 0 3-16,0 0 4 0,0-1-6 0,1 3 4 16,-1-2-19-16,0 1-11 0,0 1-3 0,2 1-3 15,0 1-11-15,0-1-2 0,0 4 1 0,0 0 0 16,0 0-1-16,0 1 2 0,-2-3-4 0,2 0 3 16,0 0 4-16,0 3 4 0,-2-1 4 0,0 0-1 15,1 0 8-15,-1 0-13 0,0 0 9 0,0 0-10 16,0 1 2-16,0-1 0 0,0 0-7 0,1 0 6 15,-1 0-7-15,0 0 1 0,0 0 1 0,0 1 0 0,0-1-5 16,0 2-2-16,1 0 0 0,-1 0-2 0,2 0-3 16,0 2 9-16,0-1-4 0,0 1 6 0,-2 22-5 15,0 4-5-15,2 4 6 0,0 5-4 0,0 2 4 0,0 0 0 16,2 7-6-16,0-5 4 0,0 0 3 0,-1 4-3 16,1-14 3-16,0-1-5 0,0-2 1 0,0-6 2 15,2 0-1-15,-1-1 1 0,1-1 4 0,0-5-4 16,-1 0 3-16,3 2-3 0,0-3 12 0,-1 3-14 15,3 2 4-15,-1-1-6 0,-1 1 5 0,-1 1 4 16,1 1-4-16,-1-3 3 0,1 1 0 0,-1-2-4 16,-1-3 3-16,0-2-5 0,0-3 0 0,-3-4 5 15,1 1 0-15,0-2 5 0,0-1 7 0,0 1 17 0,0-2-2 16,0 0 6-16,-1 0-6 0,3-2-13 0,0 0-3 16,0-2 1-16,-3 2 6 0,11-19-10 0,1-5 9 15,0 0-11-15,1 0-4 0,3 0 3 0,-2 0 0 16,2-2 1-16,-1-4-3 0,-1 4-1 0,6-4-4 0,-7-3 3 15,1 1 2-15,-2-9 5 0,-11 1-5 0,11-1 4 16,-4 2-13-16,-1-4 10 0,-1 4-2 0,-1 0 4 16,-4 0-10-16,0 7 5 0,3 5-1 0,10 4 4 15,-4 5-5-15,-3 1-5 0,-3 4-3 0,-1 4-2 16,0-1-6-16,-3 5-41 0,1 1-7 0,-2 2-13 16,0 0-44-16,4-1-85 0</inkml:trace>
  <inkml:trace contextRef="#ctx0" brushRef="#br0" timeOffset="64685.18">26137 10460 40 0,'0'0'0'0,"0"0"38"0,0 0 28 0,0-2 18 16,0 0 5-16,0 1-29 0,0-1-24 0,0 0-13 16,0 0-6-16,0 0 0 0,0 0-17 0,0 0 8 15,0 1 2-15,0-1 2 0,0 0 1 0,0 0 0 0,0 0 2 16,0 0 0-16,0 0 10 0,0 1-4 0,0 1 2 15,-1 0-2-15,-1 0 5 0,0 0 9 0,0 1-4 16,0 1 4-16,0 0-14 0,-1 2-5 0,-1 0-5 16,-4 5 2-16,-1 6-6 0,0 0-6 0,0 1 8 15,1-1-8-15,1 0 5 0,-1 0 2 0,1 0-1 0,-1 1 3 16,3 1-2-16,-1 2 2 0,1 1-6 0,1 0 5 16,2 1-3-16,0 1 1 0,2 2 2 0,0-1-3 15,4 1-9-15,3 2 4 0,-1-2-3 0,3 2 5 16,1 4-1-16,-1-1-2 0,0-1 5 0,2 6-4 15,-3-7 5-15,-1 3-7 0,-1-2 3 0,-3-9-3 16,-1-1 9-16,0-5-4 0,-2 0 2 0,0-4-1 0,0 1 3 16,0-7-5-16,-2 3 3 0,0-2-3 0,-1-1-1 15,-5 3 0-15,-10 5-2 0,1-3 2 0,2-5-7 16,2-1-33-16,-4-2-3 0,1 0-10 0,3-2-27 0,0-1-35 16,9 1-82-16</inkml:trace>
  <inkml:trace contextRef="#ctx0" brushRef="#br0" timeOffset="64866.89">25892 10753 652 0,'0'0'9'0,"0"-1"48"0,0-1-2 15,0 0 20-15,0 0-29 0,-2 0-7 0,1 0 0 16,1 0-1-16,0 1-6 0,1-1-1 0,1 0-7 0,17-9 4 15,16-4-21-15,-1 2-5 0,3 2-5 0,0 1-1 16,-2 3-14-16,-3 3-35 0,-4 1-2 0,-6 3-14 16,-2 0-29-16,-5 1-130 0</inkml:trace>
  <inkml:trace contextRef="#ctx0" brushRef="#br0" timeOffset="65263.44">25495 11370 300 0,'-2'-2'12'0,"0"0"10"0,0 0 10 0,-1 0-15 15,1 2 1-15,-9-5-7 0,0-1 6 0,1 3-6 16,1-1 2-16,2 0-4 0,-3 0 4 0,3 3 16 15,-2-1 2-15,1 0 4 0,3 2 2 0,-1 0-18 16,4 0 8-16,-2 0-11 0,3 0 10 0,-3 0-4 0,0 0 1 16,0 2 1-16,3 0 28 0,-1-1 2 0,0 1-5 15,2 0 1-15,0 0-9 0,2 0 1 0,5 0 3 16,28 1-3-16,4-3-2 0,6-3-7 0,9-5 0 16,9-1-5-16,7-2-12 0,5 2-7 0,-3 3-3 0,-11 2-1 15,-1 2-17-15,-10 2 4 0,-5 0 1 0,-5 0 2 16,-1 2 6-16,-7 0-1 0,1-2 0 0,-3 0-2 15,-4 0 2-15,-2 0-1 0,-3 2 3 0,-5 0-2 16,-3-2 1-16,-2 0-5 0,-5 0-14 0,0 0 3 16,-5 0-47-16,1 0-48 0,2 2-2 0,-2 0-21 15,0-1-50-15</inkml:trace>
  <inkml:trace contextRef="#ctx0" brushRef="#br0" timeOffset="65742.8">25755 11628 683 0,'0'0'36'0,"0"-2"-6"0,-2 0 21 16,0 0 3-16,0 1-9 0,-1-1-14 0,-1-2-7 15,2 4 0-15,-5-6-4 0,1 3-15 0,2 1 3 0,1 0-8 16,1 2 5-16,0 0-5 0,0 0 5 0,0 0 3 15,0 0 3-15,-1 0 13 0,-1 2-7 0,0 0 2 16,2 1-4-16,-13 22-3 0,4-1-9 0,4 2 6 16,-1 3-6-16,3 5 3 0,1-1-1 0,2-3-3 15,2 0 1-15,0-8-6 0,0 2 3 0,0 0 0 0,0-7 0 16,2 1 6-16,-2-5-1 0,0-3 1 0,0 1-1 16,2 2-6-16,-2-6 4 0,0 1-3 0,0-6 5 15,0 1-5-15,0 1 5 0,0 0-3 0,0-1 3 16,0-1-11-16,-2 0 6 0,0 0-7 0,0 0 7 15,1 0-8-15,-3 1 3 0,-9 7 5 0,-7 1 0 16,1 0 5-16,0-2-5 0,-1 2 0 0,3-1-1 0,-1 1-4 16,1-2 4-16,4-1 1 0,2-1 1 15,2-1 0-15,5-5-1 0,2-1-3 0,0 6 3 0,0-2 17 16,0-1-7-16,2-1 8 0,0 0-6 0,-1 2 12 16,1 0-8-16,1-1-1 0,1-1-1 0,2 0-1 15,15 5-2-15,8 1-3 0,5-3 0 0,0-3-13 0,-1 0 4 16,-5-2-5-16,2 0 4 0,0 0-13 0,0 0 3 15,3 0 0-15,-10 0 1 0,-1 0-4 0,-1-2-13 16,-8 0 2-16,5 1-6 0,-3-1-7 0,-1-2-35 16,-1 0-14-16,-8 2-15 0,1 1-123 0</inkml:trace>
  <inkml:trace contextRef="#ctx0" brushRef="#br0" timeOffset="65959.8">25374 11764 720 0,'0'-2'36'15,"0"0"-2"-15,0 0 18 0,-2 0-4 0,1-2-5 16,1 1-19-16,0-1 4 0,0 0-4 0,0 1 4 16,0 1-7-16,1-2 4 0,3-2 0 0,20-1 2 15,0 1 2-15,4-1-9 0,6 0 1 0,3 1-6 0,2 2-12 16,2-18-10-16,3 7-13 0,-3 11-1 0,-2 4-65 15,-4 2-96-15,-3 4-79 0</inkml:trace>
  <inkml:trace contextRef="#ctx0" brushRef="#br0" timeOffset="66349.54">26210 11830 678 0,'-2'-2'30'0,"0"1"-6"0,0-1 27 16,-1-2 4-16,-5-2-7 0,-5 1-20 0,-2 1-17 0,0-7 2 15,1 4-8-15,-1 1-1 0,4 4-3 0,-4 2 4 16,4 2-3-16,1 4 4 0,1 1-4 0,7 10 1 16,-2 7-1-16,3 0 5 0,-16 2 4 0,6-2-6 15,7 2 6-15,4-2 4 0,0-1-4 0,4-1 9 0,1 0-9 16,3 0 7-16,1 1-3 0,2-1 2 0,0-2-3 15,0-1 0-15,1 0 0 0,-1-1-4 0,0 3 3 16,-2-7-3-16,0 3-4 0,-3-4 4 0,0-2-4 16,-1 2 4-16,-1-3 2 0,-2-3-5 0,0 0 5 15,-2-1 5-15,0-2-7 0,0 1 5 0,0-1-7 0,0 0 2 16,-2-1-5-16,-2 3 1 0,2-2-2 0,-13 1-3 16,-1-3-1-16,3 2-4 0,-2 0 2 0,-4-3-15 15,8 9-9-15,-2-3-3 0,7-5-3 0,3 0-19 0,-3 0-39 16,-1 0-5-16,-1-1-11 0,5-1-12 0,-5 0-10 15,4 0-34-15</inkml:trace>
  <inkml:trace contextRef="#ctx0" brushRef="#br0" timeOffset="66508.49">25959 12215 922 0,'0'0'34'0,"0"-2"-4"0,0 0 31 0,0-2-1 16,0 2-4-16,11-14-25 0,4 1-7 0,19-2-4 16,1 0 0-16,2 3-14 0,-4-1-39 0,1 5-5 15,-3 1-18-15,1 7-77 0</inkml:trace>
  <inkml:trace contextRef="#ctx0" brushRef="#br0" timeOffset="67221.16">26973 9860 116 0,'0'-1'65'0,"0"-1"-60"0,-2 0 76 0,0 0-32 16,0-2-3-16,2 2-10 0,-3-5 1 0,-1 1-3 15,0 1 3-15,2 1 0 0,0 0 0 0,1 3-1 16,-3-3 0-16,2 2 2 0,-2-4 4 0,2 3-2 16,1 1-1-16,-1 0 3 0,2 0-7 0,-2 0 5 15,0 2-15-15,0-2-12 0,-2-1-3 0,1-1-3 0,-1 2-5 16,2 0 9-16,0 0-3 0,0 2 3 0,1 0-8 15,-1 0 4-15,0 2-2 0,0 2 1 0,-2 5-5 16,-1 17 1-16,1 4 3 0,2 2-2 0,2 5 1 0,0 3-1 16,0 7 2-16,4 7-2 0,1 3 1 0,1 3-6 15,0 1 2-15,-3 0-3 0,1-1 11 0,0-3-8 16,-1-1 1-16,-3-4-3 0,0 2 4 0,2 5-6 16,-2 6 4-16,-5 6-5 0,-3 7 11 0,1 11-7 15,-1 2-1-15,3-8-1 0,1-8 6 0,1-14-5 16,1-15 6-16,2-7-7 0,0-5 6 0,0-3-3 15,3-5 1-15,3 0 0 0,-1 0 6 0,1-5-1 16,0 1 1-16,-3-2-2 0,1-1-1 0,0-2 0 16,-1-4-2-16,-1-2 1 0,0 0 4 0,0-2-3 0,0-1 2 15,-2-3-4-15,0-1-5 0,0 0 2 0,0-2 1 16,0-1 2-16,0 3 13 0,2 0-12 0,0 0 6 16,-1-1-8-16,-1-1 5 0,0 0-8 0,0 0-4 15,0 0-2-15,0 0-17 0,0-1-38 0,0 1-11 0,0-2-9 16,0 0-34-16,2 0-29 0,0 0-13 0</inkml:trace>
  <inkml:trace contextRef="#ctx0" brushRef="#br0" timeOffset="68745.14">27192 11424 57 0,'0'0'29'0,"0"0"-3"0,0-2 8 16,0 0-5-16,0 0-7 0,0 0-17 0,0 0-7 15,0 1 0-15,0-1-2 0,0 0 9 0,0 0 4 16,0 0 2-16,2 0 0 0,0 0 12 0,0 1 24 16,-1-1 1-16,1 0 6 0,0 0-4 0,0 0-2 15,0 0-2-15,0 0 2 0,0 1 1 0,-1-1-27 0,1 0 4 16,0 0-12-16,0 0 8 0,0 0-15 0,0 0 6 15,0 2-9-15,-1 0 14 0,1 2-5 0,0 0-1 16,0 2-2-16,2 11-1 0,1 9-3 0,-3-2 3 16,0 2-4-16,-2 0 3 0,0 1 1 0,0-1 1 15,0-2-2-15,0 0-6 0,-2-3 2 0,0 1-3 0,2 1 3 16,0-1-7-16,0 2 6 0,0 1-4 0,-2-1 4 16,2 0-7-16,-1-3 2 0,-1-1-2 0,0-8 2 15,0 1 4-15,0-4-2 0,2-5 3 0,-2 4-3 16,0-3 0-16,1 1 6 0,-1-2-2 0,0 0 4 15,0 0-11-15,0-2 4 0,-2 0 4 0,1 0 1 16,-1-2 9-16,0 0 0 0,1 0 0 0,-1 0 1 0,0 0-4 16,0 0 1-16,1 1-8 0,1-1 7 0,0 0-7 15,0 0 5-15,0 0-2 0,0 0 2 0,2 2-6 16,0 0 1-16,0 0 4 0,2 0-3 0,0 0-2 16,0 0-3-16,0 0 4 0,13 2-2 0,0 0 7 0,1 0-7 15,1 2-5-15,2-3-1 0,-6 1-9 0,1 0-6 16,-1-2 2-16,-3 0-4 0,6-2-14 0,-3-1-15 15,4-5-8-15,-2-1-2 0,0 0-36 0,-2 1-35 16,-6-8-29-16</inkml:trace>
  <inkml:trace contextRef="#ctx0" brushRef="#br0" timeOffset="69087.93">27125 11379 656 0,'0'0'50'0,"0"0"-2"0,0-2 7 16,0 0 1-16,0 1-16 0,0-1-2 0,2 0-10 15,0 2-2-15,2 0-1 0,10-2-5 0,18-2 3 16,1 1 1-16,6-1-2 0,2 2-12 0,-2-2 5 16,2 1-11-16,-4 1 8 0,0 0-15 0,-1 0 1 15,-8 0 2-15,-6 2 0 0,-4 0 0 0,-5 0-8 16,-3 0-7-16,-3 0-4 0,-3 0-46 0,-1 0-44 15,-1 0-4-15,2 0-15 0,0 0-39 0</inkml:trace>
  <inkml:trace contextRef="#ctx0" brushRef="#br0" timeOffset="69678.31">27606 11853 548 0,'0'0'18'0,"0"0"-4"0,-2-2 23 16,0 0 0-16,0 0-1 0,2 0-13 0,0 0-18 16,0 0 1-16,0 1-5 0,0-1 10 0,0 0-12 15,0 0 3-15,0 0-5 0,0 2 6 0,0 0 4 0,0 0 0 16,0 0 3-16,0 2 8 0,0 0-6 0,0 2 5 15,0-1-6-15,-7 21-3 0,0-3 7 0,-3-3-8 16,1 3 9-16,-2-3-12 0,2-1 11 0,-2 4-4 16,1-5 6-16,5-6 0 0,-1 1-7 0,4-8 6 15,0 3-6-15,2-4 19 0,-1 5 6 0,1-3 6 0,0 0-3 16,0-1-1-16,1 1-11 0,1 0-3 0,4 0-1 16,14 3-7-16,2-3-4 0,-1-4 1 0,-1-2-3 15,1-4-2-15,-5 1 1 0,3-6 2 0,-4-1 0 16,0 11 3-16,-8-16-7 0,1-2-2 0,-3 4 0 15,-3-3 8-15,9 1-12 0,-3 4 10 0,-1-5-11 16,-5 5 2-16,-2-2-1 0,0 4-14 0,-4-1 7 16,2 7-23-16,-5-4-4 0,-6-1 5 0,-9 7-4 0,-3-1 13 15,-1-13-18-15,6 8-5 0,-2 1-8 0,7 5-36 16,9 3-34-16,-1 0-12 0,3 0-8 0,0 0-47 0</inkml:trace>
  <inkml:trace contextRef="#ctx0" brushRef="#br0" timeOffset="69884.61">27823 11699 515 0,'0'0'103'0,"0"-2"25"0,-2 0 1 0,1 0-66 16,-1-2 15-16,2 1-40 0,0-1-13 0,0 0-2 15,0 0-4-15,0 1-18 0,2 1 5 0,-1 0-7 16,1 2 4-16,13-7-23 0,0 1-28 0,0 2 3 15,-2 2-10-15,-2 1 12 0,-4 1-8 0,1 0 1 0,-1 0-4 16,-1 0-6-16,-1 0-26 0,-3 0-7 0,0 0-9 16,0 0-42-16</inkml:trace>
  <inkml:trace contextRef="#ctx0" brushRef="#br0" timeOffset="69991.73">27927 11691 219 0,'0'0'32'16,"0"0"-2"-16,0 0 20 0,0 2-5 0,0 0-1 15,-2 0-7-15,1 0-15 0,1-1 7 0,0 3-10 16,0 0 2-16,0 3-12 0,-2 6-3 0,2-2-1 0,0 1-3 15,0-1-38-15,0 5-10 0,0-4-18 0,2-1-107 16</inkml:trace>
  <inkml:trace contextRef="#ctx0" brushRef="#br0" timeOffset="70318.39">28334 11613 67 0,'2'0'6'0,"0"0"-2"0,-1-2 11 15,3 0-6-15,11-5 3 0,-2 1-19 0,-4 3 8 16,1-1 1-16,-5 2 4 0,-3 2 0 0,2-2 34 15,-1 2 4-15,1 0 10 0,-2 0 5 0,0 0-11 16,0 2-3-16,-2 0 2 0,0 2 17 0,0-1-11 16,-2 3 7-16,-4 7-10 0,1 0 1 0,-3 2-11 0,1 0 0 15,1-4-4-15,-1 4 0 0,1-2-4 0,1 2 2 16,1-2-3-16,0 1 0 0,2-1 5 0,2-1 0 16,0-1 2-16,2 0-2 0,2 0-17 0,2 0 6 0,3 0-10 15,2-9 1-15,13 2-3 0,0-2-2 0,4 16 2 16,2-5 1-16,-2-5-7 0,3-5-1 0,1-3-1 15,1-2 4-15,3-3-8 0,-5-1 8 0,-3-3-9 16,2-2 8-16,-8 0-3 0,-3 0 0 0,-1-2-1 16,-5 3 0-16,0-12 6 0,-2-4-4 0,-7-2 6 15,-2-1-1-15,16-1-3 0,-7-2 3 0,-7 3-3 16,-4-1 4-16,-5 0-7 0,-7 4-1 0,-4 2-3 16,1 4-13-16,-22 7-67 0,-6 3-31 0,0-14-30 0,-5 13-304 15</inkml:trace>
  <inkml:trace contextRef="#ctx0" brushRef="#br0" timeOffset="71775.9">24771 13791 256 0,'0'0'15'0,"0"0"18"0,0 0 55 15,-2 0 18-15,0 0 12 0,0 0-8 0,0 0-42 16,1-2-4-16,-1 0-5 0,2 0-13 0,0 1-3 16,0-1-2-16,0 0-2 0,0 0-13 0,0 0 5 0,2 0-1 15,-1 0 3-15,5 1-2 0,16-9-3 0,4 1-5 16,6 0 1-16,1 1-9 0,8-1-1 0,0 5-3 15,-2-1 0-15,-4-1-6 0,2 1-1 0,-3-1 1 16,-3 2-2-16,3 1-3 0,-8 1 3 0,0 0-4 16,-4 0 4-16,-3 0-6 0,-5 2-18 0,-2 0 0 15,-3 0-9-15,-4 0-28 0,-1 0-22 0,-2 0-10 0,2 0-7 16,-1 2-70-16</inkml:trace>
  <inkml:trace contextRef="#ctx0" brushRef="#br0" timeOffset="71941.61">24697 13960 381 0,'0'0'174'0,"0"0"-153"0,-2 0 185 0,0 0-77 0,0 0-77 15,0 0-19-15,0 0-2 0,2 0-2 0,0 0 14 16,0 0-11-16,2 0 4 0,2 0-8 0,13-2-1 0,14-2-15 16,4-1-1-16,8 1-6 0,7 0-26 0,6 1-64 15,3 1-38-15</inkml:trace>
  <inkml:trace contextRef="#ctx0" brushRef="#br0" timeOffset="74468.35">26221 12980 217 0,'0'-2'134'0,"0"0"-137"16,0 0 142-16,0 0-66 0,-4-13-43 0,2 2-7 15,1 0 6-15,-1 0-6 0,0 4 9 0,0-2-12 0,0 0 6 16,2 3-6-16,0 3 7 0,0-1 2 0,0-1-6 16,0-1 8-16,-2-1 1 0,2 4-9 0,0-1 7 15,0 4-8-15,0 0 2 0,0-5-2 0,0 3-4 16,0 0 3-16,0-1-5 0,0 1 1 0,0 0-7 0,0 3 4 15,0-1-9-15,0 2 8 0,2 0-3 0,0 2 3 16,0 1-6-16,3 14-8 0,5 13 6 0,-3 3-5 16,-1-5 1-16,-1 2 0 0,-1-1 1 0,0 1 1 15,-1-2-2-15,-1-2 1 0,0 0-2 0,0-2 1 16,0 2-1-16,0 0 6 0,0-4-4 0,-1 2 5 16,1-3-5-16,0-1-2 0,0-1-3 0,0-1 2 15,0-1 9-15,-1-2-8 0,1-4 7 0,0-2-7 0,-2-1 1 16,2-1-1-16,0 1 4 0,-2-6-2 0,0-1 7 15,2 3 22-15,0-2-11 0,-1 0 14 0,3-2-15 16,2 0 0-16,10-9 0 0,3-10-1 0,3-18-6 0,4-2-6 16,-2-4 2-16,8 2-4 0,-4-1-4 0,2-1 3 15,-3-2-3-15,-4-1 2 0,-1-2 5 0,-2 1-1 16,-5 3 1-16,0 7-2 0,-4 1 4 0,-3 12-7 16,1 4 5-16,-7-1-6 0,7 8-1 0,-1 2 0 15,-5 4-5-15,-3 5 0 0,2-2-37 0,0 0-40 16,0 3-14-16,0-1-8 0,-2 2-49 0,0 0-45 15,0 2-30-15</inkml:trace>
  <inkml:trace contextRef="#ctx0" brushRef="#br0" timeOffset="74762.08">26776 13245 90 0,'0'0'47'0,"0"2"-7"0,0 0 40 0,0 0 8 0,0 1-8 15,0 1 1-15,0 0-3 0,0 1 1 0,-2 3 0 16,0-3 2-16,2-1-2 0,0-2-5 0,0 0 1 16,0 0-25-16,-1 1-8 0,1 1-2 0,0 0-2 15,0-2-12-15,0 0-7 0,1-1-4 0,1 1 0 0,2-2-3 16,11-2-1-16,3-1 2 0,3-5-3 0,-3-1-6 16,-3 2 0-16,0-3 0 0,-7 5 1 0,-1-1 2 15,-3 2 4-15,5-7-2 0,-2 0 3 0,-1-2 0 16,-2 0-8-16,-3 0 3 0,-1 0-6 0,-1 2-2 0,-3 4 4 15,-2-1-7-15,1 4 5 0,-14-9-19 0,-3 2-12 16,-2 4 0-16,0 3-9 0,-6 4-38 0,2 4-62 16,-2 3-20-16,-1 6-20 0,3 4-139 0</inkml:trace>
  <inkml:trace contextRef="#ctx0" brushRef="#br0" timeOffset="75072.78">26137 13847 450 0,'-1'0'111'0,"-1"0"206"16,-17-4-268-16,6 2-23 0,0 0-12 0,8 2 0 15,-3 0-15-15,4 0 13 0,3 0 5 0,-1 0 4 16,0 2 15-16,2 0-13 0,2 0 6 0,0 0-6 15,1 0 23-15,25 9-8 0,4-4 7 0,7-3-8 0,2-4 0 16,5-2 5-16,8-4-2 0,5-3 3 0,6 0-6 16,2-2-18-16,4 0-1 0,-5-1-7 0,-8 3-6 15,-6 2-5-15,-11 1-3 0,-8 1-1 0,-1 1-1 16,-6 0-12-16,-4 0 7 0,-3 3-10 0,-5-1 2 0,-2 0-12 16,-3 2 0-16,-5 0-6 0,-1 0-25 0,1 0-29 15,0 0-9-15,-2 0-9 0,-1 0-74 0,1 2-129 16</inkml:trace>
  <inkml:trace contextRef="#ctx0" brushRef="#br0" timeOffset="75506.99">26408 14188 766 0,'0'0'37'0,"0"0"-30"0,0 0 40 16,0 0-17-16,0 0-20 0,0 2 0 0,2 0-5 15,0 6 4-15,9 18-2 0,0 1-5 0,1 7 3 0,-1-1-4 16,-2-1 2-16,-2-1-2 0,1-1 1 0,-3 0-2 16,-1-2 9-16,-2-6-5 0,-2-2-1 0,0-3-2 15,0-2 4-15,0-4-5 0,0 0 4 0,0-3-4 16,0-3 0-16,-2 1 0 0,0-1 0 0,2-1 1 16,0 0 3-16,-2-1-12 0,2-1 3 0,0 0-7 15,0 0 6-15,-9 5 0 0,-6 3 0 0,6-5 0 16,-2 1-2-16,-2-1 6 0,0 1 1 0,0-2 1 0,-2-1 4 15,2 1 5-15,0 2-2 0,2-1 3 0,3-1-1 16,3 0 2-16,3-4 1 0,-2 3 0 0,4-1 4 16,-3 4 8-16,1-1-1 0,0 1 3 0,2-2 1 0,0-2 12 15,0-1-3-15,2 3 6 0,1 0-3 0,10 3 1 16,13 4-2-16,2-3-2 0,6-4-15 0,-5-3-9 16,1-1-6-16,-4 0 0 0,-2-1-10 0,-3-1 3 15,3 0 6-15,-7 0-4 0,-1 0-1 0,-3 0 0 16,-3 0-8-16,1-1 7 0,-2-1-22 0,-5 2-21 15,3-3-4-15,-5 3-8 0,9-13-25 0,0-4-9 16,-5 3-7-16,-2-5-2 0,-3 1-42 0,-1-1-30 16</inkml:trace>
  <inkml:trace contextRef="#ctx0" brushRef="#br0" timeOffset="75665.17">26061 14378 761 0,'0'-2'75'0,"0"-2"128"16,0 2-161-16,0-3-30 0,0-1 3 0,2 2-9 16,4 3 13-16,22-9-7 0,7 3-5 0,2-4 0 15,6 3-7-15,-2 3-33 0,3-3-16 0,1-16-12 16,-5 11-102-16,5 6-88 0</inkml:trace>
  <inkml:trace contextRef="#ctx0" brushRef="#br0" timeOffset="75976.43">26945 14623 364 0,'0'0'73'0,"0"0"1"0,0 0-13 16,0 0-2-16,0 2-25 0,-2 0 21 0,0 1-22 15,-3 16 2-15,-3 5-9 0,1 4-3 0,-2 0 6 16,1 1-2-16,-1-1 4 0,0-2 3 0,1-2-1 0,3-3 7 15,1-4-5-15,2-3 5 0,0 1-6 0,2-5 0 16,0-1-1-16,0-2-2 0,0-1-4 0,2 1-9 16,0-3 4-16,0 0-7 0,15-2-2 0,1 11 0 15,4-2-2-15,1-6 3 0,-1-3-2 0,2-2 0 0,0-6-1 16,-2-1-5-16,-3 0-1 0,-2-1 0 0,-4 1 0 16,-2-2 4-16,-4-1 0 0,-1-10 2 0,9-2-3 15,-4-3 1-15,-4 1-10 0,-3 2 4 0,-4 0-4 16,-4-1 6-16,-3 5-11 0,-4-3-1 0,5 5-6 15,-20 3-12-15,0 3-25 0,0 3-7 0,2 5-9 16,-2-15-61-16,2 6-74 0,0 6-27 0</inkml:trace>
  <inkml:trace contextRef="#ctx0" brushRef="#br0" timeOffset="76381.6">27625 13288 709 0,'0'0'29'0,"0"-2"1"0,0 0 4 0,0 0-5 15,-2 0-4-15,2 1-6 0,0-1-5 0,0 0 2 16,0 0-3-16,0 0 3 0,0 0-1 0,0 0 3 0,0 2-1 16,0 0 4-16,2 0-2 0,-1 2-3 0,1 0 3 15,0 2 2-15,6 22 13 0,3 15-1 0,-2 7 4 16,-2 6-7-16,1 13-5 0,-3 0-2 0,1 7-1 16,0-2-5-16,-1-5-10 0,-1 2 3 0,3 1-6 15,3 3 2-15,-3-3-6 0,2 3 3 0,1-1-3 16,-3 1-2-16,0-3 6 0,1-1-4 0,-3-8 5 0,-1-9-4 15,0-9-15-15,0-2-1 0,-3-6-9 0,1-4-31 16,-2 1-53-16,0-6-27 0,0 0-13 0,0 0-138 16</inkml:trace>
  <inkml:trace contextRef="#ctx0" brushRef="#br0" timeOffset="77163.57">28248 14409 762 0,'0'0'25'0,"0"0"2"0,-1 0-6 0,-1 0-1 0,0 2-8 16,0 2 8-16,-4 14-9 0,-1 12-2 0,1 4-1 16,3-3 3-16,-1-1-6 0,0 0 5 0,1-3-4 15,-1 1 6-15,0-5 4 0,0-1-1 0,1-2 3 16,1-3 5-16,0 0-5 0,0-2-1 0,0-1-3 16,0-1-1-16,1-1-7 0,1-3 3 0,0-4-5 15,0 1-4-15,0-2 1 0,0-2 4 0,0-1 0 0,-2 3 9 16,0 0-9-16,0 0-3 0,0-3 0 0,0 1 7 0,0 0-9 15,1 0 4-15,-3-2-6 0,0 0 7 0,1 0 7 16,-1 0 0-16,0 0 3 0,0 0 1 0,1 0-2 16,1 0-1-16,0 0-1 0,0 0-5 0,0 0 3 15,0 0-3-15,2 0 4 0,0 0 0 0,0 0 2 16,2 0 0-16,0 0 0 0,0 0 5 0,2 0-12 16,7 0 4-16,-2 0-7 0,2 0 3 0,2 0-7 15,2-2 2-15,4-2-4 0,-6 3-3 0,-6-1-29 16,0-2-8-16,-5 4-9 0,2-2-40 0,-2-2-30 0,9-10 7 15,-2-3-11-15,-3 0 33 0,-4-5 19 0,-4 0 10 16,-6-3 1-16,-5-1 37 0,-5-3 11 0,12-1 8 16,-16-5 0-16,-2 3 17 0,3 4 18 0,3 0 2 15,-4 8 9-15,1-4 31 0,3 5-1 0,3 4 1 16,9 6-4-16,3 5-19 0,1 4-27 0,2-1-3 16,-4-3-6-16,0 0-7 0,2 0 2 0,1 1 3 0,1-1-1 15,0 2 2-15,1-2 8 0,1 4-5 0,26-11 6 16,0-2-17-16,5-2 4 0,1 3-5 0,-3 2 4 15,1-1-12-15,-8 0 7 0,-5 4-2 0,-1-5 3 16,-7 9 1-16,-1-3-1 0,-3 2 2 0,-1 3-1 16,-3-3 10-16,1 2-6 0,-2 2 7 0,0 0-6 15,1-2 13-15,-1 2 3 0,2 0-3 0,-2 0 2 0,2 2-8 16,5 11-6-16,8 26-5 0,-6 4 1 0,-6 5-4 16,-3-2 1-16,-2 1 0 0,0-3-1 0,0-3-2 15,0 0-5-15,0-4 6 0,0-2-4 0,0 1 5 0,0-3 1 16,0 2 3-16,0-3-2 0,0 0 12 0,2-1 10 15,0-3 1-15,0 0 3 0,1-2 7 0,1 2-20 16,-2-2 5-16,2 5-8 0,-2 1 6 0,-1-4-17 16,1-2 6-16,-2-4-8 0,0 0 3 0,0 0 4 15,0-1-7-15,0-6 5 0,0-2-5 0,0 0-35 16,-2 2 5-16,-1-2-19 0,1-6-29 0,0-1-53 16,2-5-10-16,-7 5-17 0,-8 3-54 0</inkml:trace>
  <inkml:trace contextRef="#ctx0" brushRef="#br0" timeOffset="77308.44">28120 15102 240 0,'0'-2'82'0,"0"0"125"0,-1-2-99 0,1-3-33 0,0 0 8 16,0-1-16-16,0 3-4 0,1-3-15 0,3 1-4 0,0 1-3 15,13 1-18-15,10-1-3 0,9 0 0 0,-5-3 1 16,1 0 10-16,-3-2-7 0,1-2 1 0,4 0-6 16,-3 0-15-16,-3 2-5 0,0-2-26 0,-2 3 6 15,-4 1-94-15,-3-2-55 0,1 2-41 0</inkml:trace>
  <inkml:trace contextRef="#ctx0" brushRef="#br0" timeOffset="77510.61">28733 14641 1380 0,'0'0'32'0,"0"-1"-1"16,-2-1 4-16,0 0-7 0,2 0-8 0,0 0-30 0,0 0-13 16,0 0-12-16,2 1-2 0,0-1-52 0,0 0-48 15,2 0-4-15,-2 2-25 0,11-4-132 0</inkml:trace>
  <inkml:trace contextRef="#ctx0" brushRef="#br0" timeOffset="77618.79">28679 14719 480 0,'0'0'55'0,"0"0"-5"0,0 0 8 0,0 0 4 0,2 0-20 16,0 0-3-16,0 0-26 0,0 0 2 0,0 0-10 16,20 6-5-16,6 0-90 0,3-1-38 0</inkml:trace>
  <inkml:trace contextRef="#ctx0" brushRef="#br0" timeOffset="77930.28">29233 14578 521 0,'0'0'87'0,"0"0"-67"0,0-2 87 0,0 1-34 0,0-1-42 16,1 2-4-16,1 0-5 0,0 0 0 0,0 0-15 16,0 0-11-16,0 2 5 0,0-1-7 0,-1 3 6 0,3 7 7 15,0 6 0-15,-2 3 5 0,-2-1 12 0,0 0 10 16,0-1-2-16,-2-1 4 0,0 0 2 0,0-4 7 16,0 1 2-16,0-2 0 0,2-3-4 0,0 0 0 15,0-1-1-15,0-3-1 0,0 1-11 0,0-3 6 16,2 1-10-16,0 0 8 0,2 0-22 0,9 3-1 15,7 2-5-15,4-3 2 0,1-4-2 0,2-2 0 16,-1 0 0-16,0-4-1 0,2-3-3 0,-6-1 5 0,-1 1 0 16,-1-1 1-16,-9 5 7 0,1-3-7 0,-7 2 3 15,-1 2-5-15,1-11 10 0,8-5-8 0,-5-3 0 16,-6-3-4-16,-4 4-11 0,-7-4-8 0,-4 0-7 16,7 1-2-16,-26-5-41 0,-1 6-50 0,0 0-19 15,-1 0-21-15,5 1-162 0</inkml:trace>
  <inkml:trace contextRef="#ctx0" brushRef="#br0" timeOffset="78729.7">28371 10521 238 0,'0'0'47'0,"0"0"-6"0,0 0 31 0,-2 0 6 0,0 0-9 16,0 0 9-16,1 0 1 0,-1 0-9 0,0 0 3 15,0 0-26-15,2 0-6 0,0 0 7 0,0 0-7 16,2 0 1-16,0 0-9 0,1 0-2 0,12-1-2 16,9-5-1-16,6-1-9 0,4-1 8 0,1 1-9 15,2-1-1-15,2 1-4 0,-2-2-9 0,2-1 6 16,-2 1-10-16,0 2 2 0,-1 1 3 0,-7 2-3 16,3 1-4-16,-10-1 1 0,-3 2-5 0,-3-2 3 15,-8 2-8-15,1 1-12 0,-3-1-5 0,-4 2-5 0,-1 0-45 16,3-2-51-16,-2 0-5 0,0 0-15 0,-2 2-22 15,-2 0-27-15</inkml:trace>
  <inkml:trace contextRef="#ctx0" brushRef="#br0" timeOffset="78853.74">28427 10583 195 0,'0'0'76'0,"0"0"-16"16,0 0 74-16,0 0-10 0,0 0-15 0,2 0-33 15,-1 0 4-15,3 0-18 0,2 0-14 0,14 1-15 16,4-1 4-16,4 0-8 0,2 0 4 0,7-3-14 15,4-1-1-15,9 0-7 0,6 1-25 0,5-1-106 0</inkml:trace>
  <inkml:trace contextRef="#ctx0" brushRef="#br0" timeOffset="80770.48">28514 10640 256 0,'0'0'-10'16,"0"0"26"-16,-2 0 22 0,0 0 10 0,0 0 19 16,1 0-14-16,-1 0-22 0,0 0-2 0,0-2-3 15,-2 0-8-15,1 1-4 0,-1-1 0 0,0 0-1 0,0 0 3 16,3 0-4-16,-3 0 1 0,0 0-2 0,0 1 2 15,1-1 13-15,-1 0 3 0,0 0 3 0,-1 0-3 16,-3-2-1-16,3 3-6 0,1-1 4 0,0 0-2 16,2 2-4-16,-1-2 3 0,-1 0-5 0,0 0-2 0,2 0 22 15,1 1-9-15,1 1 11 0,0 0-21 0,1 0-9 16,3 0 1-16,15-2-4 0,14 0 4 0,-1 0-5 16,3 2 3-16,0 0-4 0,1 0 1 0,1 0-1 15,-2 0-3-15,-3 2 1 0,1 0-8 0,-1 0 7 16,-5 1 0-16,-4-1 3 0,-9 0-9 0,-2 0 7 15,-9-2-3-15,1 0 3 0,-2 0-6 0,2 2-10 16,-1 0 2-16,1-1-4 0,-2 1 0 0,0 0-38 0,0 0-4 16,-2 0-15-16,-2 0-36 0,0 0-8 0,-2-1-8 15,-18 11-1-15,1-1-45 0</inkml:trace>
  <inkml:trace contextRef="#ctx0" brushRef="#br0" timeOffset="80988.84">28304 10956 221 0,'-2'0'150'0,"0"0"-134"0,1 0 160 0,-3 0-67 15,2 0-59-15,-2 0-2 0,-5 0 1 0,5 0 0 16,1 0 4-16,1 0-9 0,0 2-2 0,0 0-2 0,2-1-11 16,0 1-15-16,2 0 3 0,7 2-6 0,25 3 8 15,-1-3-14-15,4-2 2 0,2-2-5 0,0-4 5 0,4-1-6 16,0-1 1-16,1-1-5 0,4-1-26 0,-1 1-52 15,-1 1-19-15,3 2-23 0,-1 3-190 0</inkml:trace>
  <inkml:trace contextRef="#ctx0" brushRef="#br0" timeOffset="88843.77">29576 10373 25 0,'0'-2'0'0,"0"-5"18"16,-4-25 184-16,1 4-57 0,1 0 13 0,0 0-90 15,2 4-15-15,0-2-20 0,0-3-10 0,0 3 5 16,0-2-7-16,0 2 10 0,0 3-4 0,0-1 4 0,0 2-6 15,2 2 1-15,0 1 4 0,-1 4-3 0,3 0 6 16,0 4-1-16,0 2-5 0,-1 1 2 0,-1 3-9 16,2-1-10-16,-4 4 2 0,4-1-5 0,-1-1-4 0,1 2 9 15,-2 2-7-15,0 0 6 0,1 0-12 0,1 2 6 16,-2 2 0-16,13 29 1 0,-6 6-13 0,-7 6 11 16,-2 3-8-16,-2 6 9 0,-5-2-7 0,-1 2 2 15,1-4 0-15,-1-4 0 0,3-1-1 0,3-10 1 16,0-3 4-16,2-6-2 0,0-2-6 0,0-6 7 15,-2 1-2-15,2-2 6 0,0-4-3 0,0-2-6 16,0-2-5-16,0-2-1 0,0-1-10 0,0-4 12 0,0 0 4 16,-2 1 2-16,1 1 5 0,-1-2-5 0,-2 0-4 15,0-2 0-15,-5 0-8 0,-2-2 3 0,2 0-5 16,3-2 3-16,-1-3-4 0,-10-19 5 0,4-4 1 16,4-5-1-16,5-4 5 0,4-2 6 0,0-7-4 0,4 0 3 15,3-4-10-15,0 0 9 0,3 5 1 16,3 6 2-16,0 8 7 0,2 3-9 0,3 2 5 0,-16 6-6 15,26 4 0-15,-6 6 5 0,2 3-3 0,2 4 5 16,-5-1-3-16,7 0 0 0,-4-10-3 0,-2 6 0 16,4 3-7-16,-2 5 10 0,0 2-4 0,-3 2 6 15,-5 2-9-15,-3 1 4 0,-1 1 2 0,-7-2 1 16,1 7 0-16,-4 9 4 0,11 1 0 0,-4-1 0 16,-4 4 0-16,-3 0 3 0,-2 2-5 0,-5 4 2 0,-5 0-13 15,-3 1 9-15,-3 1-2 0,12 1 6 0,-28-3-7 16,1 0 0-16,-3-4-1 0,3-4 0 0,1-3 1 0,-1-3 1 15,3-3 2-15,0-3-1 0,6-3 5 0,7 0-7 16,-2-1 2-16,10-2-3 0,3-2 8 0,2-2 1 16,2 1 3-16,-2 3-1 0,-3 4 2 0,3-3-3 15,0 3-1-15,2 1 1 0,0 0 6 0,5 2-12 16,3 0 5-16,7-1-6 0,11 1 6 0,5-2 1 16,-1 0-1-16,2 1 0 0,-1-1-8 0,-1 0 4 15,-4 0-4-15,-2 1 2 0,-2-3-18 0,-5 1-41 16,0-1-13-16,-1-1-12 0,-1-1-70 0,-4-1-62 0,2 0-18 15</inkml:trace>
  <inkml:trace contextRef="#ctx0" brushRef="#br0" timeOffset="89193.62">30400 10451 758 0,'-1'-2'25'0,"1"0"-5"16,-2-2 16-16,0 1 4 0,-6-8-7 16,1 1-3-16,7 8-17 0,-4 1-2 0,1-1-6 0,-1 0-12 15,0 0 5-15,-1 2 3 0,1 0 1 0,-2 2 1 16,1 2-1-16,-1 1-2 0,1 21 1 0,-1 0-2 16,2-4 4-16,-3 4-3 0,-1-2 5 0,1 1-3 0,0 4-3 15,-5-1 1-15,5 2-3 0,1-2 3 0,1-2 8 16,1-2-1-16,-11-2 5 0,6-1 0 0,3-7 12 15,3 1-3-15,1 0 7 0,2-2 5 0,0-4 10 16,2 3 0-16,0-7 0 0,1 1-13 0,3-3-7 16,22-1-5-16,9 21 0 0,4-10-6 0,3-6-6 15,-3-5 3-15,4-2-6 0,-3-6 0 0,1 1-2 16,2-3 1-16,-10 3-1 0,-7-1-4 0,-4 1-3 0,-2 1 4 16,-3-2-3-16,-1 1 5 0,-3 1-18 0,-2-2-3 15,-5 3-6-15,1-1-30 0,-5 2-42 0,-1 0-8 16,-1 2-14-16,6-9-72 0</inkml:trace>
  <inkml:trace contextRef="#ctx0" brushRef="#br0" timeOffset="89619.48">30413 10683 713 0,'0'0'107'0,"-1"-2"-100"0,-1 0 112 0,0 0-49 16,0 0-55-16,2 1 12 0,0-3-12 0,0 2 10 0,2 0-18 16,2 0 4-16,12-7 4 0,10-2-3 0,8 2-6 15,1 1-3-15,6 3-2 0,-2 1 0 0,-9 2-8 0,-3 0-13 16,-2 2-2-16,-7 0-3 0,1 0 1 0,-5 0 7 16,-1 0 2-16,-1-2 0 0,-3 0-12 0,-2 1-6 15,-1-1-11-15,-4 2 5 0,1-2-16 0,1 0-2 16,0-2 6-16,1-5-5 0,-1-2 0 0,-2-4 7 15,-2 0-4-15,0 0 8 0,-4-5 9 0,1 3 3 16,-5-1 4-16,-1-3-2 0,0 5 6 0,-4-3 17 16,1 6 3-16,-12 4 7 0,2 3 39 0,0 4 15 0,1-1 4 15,1-1 2-15,0 2 9 0,5-2-16 0,4-3 0 16,5 3-6-16,2 2-2 0,1 0-4 0,1 1 7 16,0-1-6-16,0 0 5 0,2 0 7 0,0 0-9 15,2 0 9-15,2-1-12 0,20-12-11 0,9-2-2 16,2 2-5-16,2 2-15 0,1 0-3 0,1 2 1 0,-4 2-2 15,0 1-11-15,-3 3-32 0,-4 1-5 0,-2 4-13 16,-4 0-42-16,-2 2-92 0</inkml:trace>
  <inkml:trace contextRef="#ctx0" brushRef="#br0" timeOffset="90198.88">28644 13295 682 0,'0'0'2'0,"0"0"2"0,0 0 3 15,0 0-5-15,0 0 5 0,0 0-5 0,0 0 13 16,0 0-3-16,2 0 7 0,0 0 3 0,1 0 10 16,14 0 0-16,5-2 4 0,14-1 3 0,3-1-14 15,0-2 1-15,1-1-7 0,-4 1-9 0,5-1-10 16,-2 1 1-16,-2 3-4 0,0-1 1 0,-11 4-18 16,-2 0-3-16,-5 0-8 0,-5 0-34 0,-1 0-51 0,-1 2-13 15</inkml:trace>
  <inkml:trace contextRef="#ctx0" brushRef="#br0" timeOffset="90366.72">28637 13719 617 0,'0'0'54'16,"0"0"-3"-16,0 0 19 0,0 0-5 0,0 0-12 15,0 0-21-15,0 0 2 0,1 0-6 0,1 0 4 16,9 0-15-16,25-2-4 0,6-4 1 0,5-3-4 0,8-4-3 15,9 0-18-15,1-2-14 0,3 0-6 0,-6-1-77 16</inkml:trace>
  <inkml:trace contextRef="#ctx0" brushRef="#br0" timeOffset="92960.53">30348 12599 163 0,'0'0'31'0,"0"0"-2"0,0-2 29 0,0 0-7 16,0 0 1-16,0 1-25 0,0-1-2 0,0 0 3 15,0 0-3-15,0 0-6 0,0 0 5 0,-1 0-5 16,1 2 7-16,0 0 5 0,0 0-2 0,0 2-5 16,0 0 0-16,0 2-9 0,-2 5 0 0,-2 19 5 0,0 5-4 15,2 1-3-15,-1 7-6 0,-1-2 5 0,0 0-4 16,1 2 5-16,-3-1-9 0,0-4-2 0,-3-1-1 16,2-5-3-16,-1-1 1 0,1-1 2 0,1-6 1 15,1 3 11-15,-1-5-12 0,1-1-1 0,1-1-2 16,0-1 9-16,2-4-4 0,0-2 2 0,1-2-4 15,-1-1-1-15,0-3 2 0,2-1 4 0,-2 0 1 0,0-1 3 16,0 1-11-16,0-2 1 0,1 0-6 0,-1 0-11 16,0-2 4-16,0 0-6 0,0-2 8 0,0 0 5 15,0-4 5-15,-9-18-1 0,2 0 1 0,0-4 2 0,3 0 7 16,1-5 2-16,1-2 1 0,2-4 4 0,2-6 0 16,0-1 2-16,2-2-2 0,3-3-7 0,1 1 0 15,1 9-3-15,1 2 3 0,1 4 3 0,0 7-2 16,3 0-1-16,-1 4-2 0,0 4-3 0,0 3 3 15,-7 4 1-15,20 4 1 0,-2 1 2 0,10 3 8 16,-4 1-2-16,1 0 4 0,5 1 3 0,-3-16-9 16,6 4 6-16,-7 10-7 0,0 3 1 0,-4 2-3 15,-6 2-4-15,-5 1 2 0,-2 3-4 0,-2 1 3 0,-3-1-1 16,-6 9 1-16,-1 5-1 0,12 1 3 0,-3-1-2 16,-7 2 1-16,-1 1-2 0,-2 1-4 0,-5 2 2 15,-3 0-4-15,-5 0-1 0,0-4 4 0,-2 2-2 16,8-3 3-16,-17-5 0 0,-4-1-4 0,-2 0 1 0,6-4-2 15,-6-1 0-15,10-1 2 0,-2-2 0 0,3 1 1 16,4-3 2-16,0 1-7 0,4-2 2 0,4 1-4 16,1 1 5-16,1-4-1 0,1 3-1 0,2 3-2 15,-7 3 3-15,1 2-6 0,1 2 7 0,1 1-6 16,5-1 7-16,1 4-1 0,1-1 0 0,5 1 1 16,1-2 0-16,5-1 3 0,-1 1-3 0,0-2 3 0,11 0 2 15,2-1-4-15,0-1 4 0,1 0-4 0,2 0-1 16,-4 0-29-16,-1 0-8 0,2 0-10 0,-2-3-43 15,-1-1-41-15,1 0-17 0</inkml:trace>
  <inkml:trace contextRef="#ctx0" brushRef="#br0" timeOffset="93362.63">31141 12972 566 0,'-2'-2'51'0,"1"1"107"0,-1-1-146 0,0 0 0 0,0 0-1 15,0 0 1-15,0 0-7 0,0 0-5 0,-1 2-1 16,-1 0-2-16,0 2 3 0,1 0 4 0,-1 2 0 16,-7 14 2-16,0 5 1 0,3-1-2 0,1-2 4 0,-1 3-2 15,1 1 8-15,1 0 1 0,-1 2-4 0,-1 0 2 16,3 2-3-16,-1-2 9 0,3-2-2 0,-1 0 3 15,2-4-5-15,0 3 4 0,0-5 0 0,2 1 1 16,0-1 2-16,2 1-6 0,2-4 9 0,1 2-6 16,3-3 14-16,-3-4-10 0,-3-1-1 0,22-2-4 15,1-3-8-15,4 0 1 0,1 14 0 0,-4-6 1 0,9-7 0 16,-1-5-6-16,5-4-2 0,3-3-1 0,-5 0 2 16,-3-3-4-16,-4 3-2 0,-6-1-1 0,-2 1-3 15,-3 0-6-15,-5-1 5 0,-2 3-6 0,-1-1 7 0,-4 2-15 16,1-1 2-16,-7 3-10 0,1-9-30 0,8 0-30 15,-3-2-5-15,-1 1-10 0,-5 1-36 0,1 2-31 16,-2 0-12-16</inkml:trace>
  <inkml:trace contextRef="#ctx0" brushRef="#br0" timeOffset="93624.59">31006 13210 774 0,'0'0'53'0,"0"-2"5"0,0 0 7 0,0 0-25 16,0 0-1-16,0 1-36 0,2-1 4 0,-1-2 2 0,7-2 1 15,23-10 0-15,3 3-4 0,7 2 3 0,-6 3-3 16,8 1-3-16,-1 1 3 0,-1 2-4 0,2 1 3 16,-6-1-7-16,-5 0 2 0,-5 2-2 0,-4 1 4 15,-1-1 4-15,-5 2-6 0,-1 0 0 0,-3 0-5 16,-1 0 5-16,-3 0-12 0,-4 0 5 0,-3 0-9 15,2-2-4-15,0 0-39 0,-1 0-11 0,-1 0-8 0,0 0-28 16,0 1-14-16,-2-1 10 0,0 0-15 0,-2 0-19 16</inkml:trace>
  <inkml:trace contextRef="#ctx0" brushRef="#br0" timeOffset="93805.61">31063 13006 378 0,'0'-2'122'0,"0"0"218"0,0-2-270 0,0 2-33 16,2-11-7-16,0 6-4 0,5-4-3 0,8 2 2 15,22 1-1-15,2 1-1 0,4-6-13 0,2-2 21 0,1-2-7 16,4 4 9-16,-3 2-20 0,-5 0-4 0,1 2-1 16,-6 1 0-16,-2 3-8 0,-3 3-17 0,-2 0-18 15,-6-15-5-15,-4 8-109 0</inkml:trace>
  <inkml:trace contextRef="#ctx0" brushRef="#br0" timeOffset="95823.58">25088 6002 48 0,'0'0'0'16,"0"0"32"-16,0 0 15 0,0-2 27 0,0 0 13 15,0 1-22-15,0-1-3 0,0 0-15 0,0-2-1 16,0 0 0-16,0 1-5 0,0-1-9 0,2 0-8 15,0 1 2-15,-2 1-13 0,4-4-8 0,3 1 8 0,12-1-8 16,1 2 4-16,1 1 2 0,1 1-4 0,0-2 5 16,-1 2-6-16,3 0 12 0,0-1-6 0,0 1 7 15,-2 0-7-15,2-15-7 0,-1 8 3 0,-1 3-5 16,-2 4-3-16,-3 2-3 0,-4 2 0 0,2 2 0 16,-4 0 8-16,0 1 6 0,-1 3-2 0,-5-1 1 15,3 12-8-15,-5-1-3 0,-1 1 0 0,13 3-2 16,-2 4 8-16,-7-2-11 0,-3 4 6 0,-3 5-8 0,-2-3 3 15,-5 5 1-15,-6 4 0 0,0-11 2 0,-6 6 7 16,18-3-1-16,-27-3 0 0,0 2 0 0,-4-4-2 0,-1-2 2 16,-2-2-3-16,-6-1 3 0,5 1-3 0,1-2 5 15,-2 1 1-15,11-3 0 0,-4 1-4 0,2 0 5 16,2-5-8-16,4 3 6 0,4 0-13 0,3-2 10 16,4 1-1-16,3-1 5 0,-1-2-7 0,3 2 9 15,-5 2-7-15,2-1 8 0,0 3-5 0,5-2 3 16,2-1 9-16,2-1-5 0,0-2 10 0,4 2-1 15,1-2-1-15,1-5 0 0,3 1-8 0,15-4 11 16,4-1-8-16,7 17 9 0,3-8-2 0,2-6-7 0,1-7 3 16,4 0-5-16,1-4 2 0,-5-1-9 0,2-3-2 15,-6 1-2-15,-2 1-1 0,-5 3-1 0,-2-3 3 16,-4 2-3-16,-2 1-2 0,1-1-8 0,-1-2-2 16,-9 3-2-16,0-1-17 0,-4 0-20 0,-5 2 0 15,0 0-9-15,-1 1-29 0,1-3-15 0,-2-2-10 0,0-1 4 16,-2-1 4-16,0 1-35 0,-4-2 17 0</inkml:trace>
  <inkml:trace contextRef="#ctx0" brushRef="#br0" timeOffset="96140.66">24804 6593 170 0,'-2'0'51'0,"1"-2"76"0,-1 0-84 0,-2 0-18 15,0 0-11-15,1 0 1 0,-1 2-11 0,0 0-2 16,0 0 10-16,1 0-5 0,1 0 30 0,0 0 26 16,0 0-1-16,0 0 8 0,2 0-14 0,0 0-4 15,2 0-7-15,2 0 2 0,14-3-8 0,18-3 1 16,-1 0-1-16,13-1-1 0,1 0-14 0,2-1-16 0,7 1 4 15,-8 1-7-15,6 1-1 0,-10 1-10 0,-1 0-4 16,-10 2-3-16,-3 2-31 0,-3 0-7 0,-1 0-9 16,0 0 3-16,-4 2-26 0</inkml:trace>
  <inkml:trace contextRef="#ctx0" brushRef="#br0" timeOffset="96476.62">25692 6735 102 0,'0'0'4'0,"0"0"7"0,0 0-14 0,0 0 14 16,0 0 7-16,0 0 6 0,0 0 34 0,0 0 4 16,0 0-1-16,0 0 2 0,0 0-8 0,0 2 0 15,0 0-6-15,0 0 5 0,0 0 2 0,0 2-12 16,0-1 2-16,0 3-7 0,0 7-1 0,2 4-11 0,1 1-3 16,1 1-3-16,2 5-11 0,-1-2-4 0,1 2 4 15,1 2-6-15,1-2-6 0,-3 1 7 0,1 4-7 16,-3-5 6-16,-1 4-11 0,0-2 4 0,-2-5-3 15,0-3 0-15,0-3-24 0,-2 6-19 0,0-5-1 0,1-1-6 16,-1-2-15-16,0-4-115 0</inkml:trace>
  <inkml:trace contextRef="#ctx0" brushRef="#br0" timeOffset="96933.46">25946 6847 781 0,'0'-2'16'0,"-2"-2"23"0,0-5-27 0,2 2-4 16,0 1-7-16,0 4 3 0,0 0-10 0,2-1 2 15,0-1 2-15,2 0 0 0,11-5 7 0,9 0-2 16,-2 1 1-16,-1 4-2 0,1 1 4 0,-4 1 2 15,-1 2 6-15,-2 2-3 0,-2 1 9 0,-2 3-6 0,-3-2-5 16,-1 5 1-16,-1 13-4 0,-5 8 7 0,1 3 0 16,17-3-1-16,-8 0-12 0,-7-8 10 15,-2 2-5-15,-2-3 7 0,-2 1-6 0,-2 0-3 0,-2-3 3 16,1-4-2-16,-1-4 9 0,1 0-4 0,-1-2-3 16,1 1 0-16,-1-3-6 0,2-1 6 0,1-1-3 15,1-1 2-15,-2 1-9 0,0 1 7 0,1 0-2 0,-1-1 4 16,2-1-10-16,2-2 6 0,-2 1 0 0,2-1 3 15,-2 2-5-15,0 0 2 0,1-1-1 0,-1 1 4 16,0 0 2-16,0-2 11 0,2 0-7 0,2-1 6 16,0 1-14-16,1 0 6 0,7 0 2 0,16-2-1 15,3-2-9-15,1-2-10 0,5-3-4 0,1-2-2 16,-1-1-18-16,2 1-31 0,0-2-8 0,4-2-10 16,2-4-58-16</inkml:trace>
  <inkml:trace contextRef="#ctx0" brushRef="#br0" timeOffset="97385.51">26681 6167 284 0,'-1'-2'70'0,"-1"1"109"15,-4-3-111-15,-5-4-30 0,-2 1-5 0,9 5-7 16,-3-2-7-16,-4 1-16 0,1 1 4 0,3 0-7 16,1 2 5-16,1 0 10 0,1 0-1 0,0 0 3 0,1 0-5 15,1 2 16-15,0 0-2 0,2 0 6 0,0-1-9 16,2 1-9-16,2 0-1 0,10 4-1 0,12 1 1 16,0-3 0-16,8-2 1 0,-1-2 0 0,4 0-2 0,-3-4-10 15,-3-2 4-15,-1 3-5 0,-2-3 0 0,-4 4 4 16,-2-1-6-16,-1-1 6 0,-1 0-8 0,-3 0 6 15,-2 3-5-15,0-1 3 0,-2 2-7 0,-4 0-16 16,0 0-1-16,-3 0-11 0,-3 0-57 0,-1 0-46 16,2 2-19-16</inkml:trace>
  <inkml:trace contextRef="#ctx0" brushRef="#br0" timeOffset="97602.2">26472 6476 621 0,'0'0'47'15,"0"0"2"-15,0-2-2 0,0 0-9 0,0 0-11 16,0 2-8-16,1 0 9 0,1-2-7 0,0 2 5 16,7-2-9-16,19-3-7 0,6 1 7 0,1 0-7 15,4 1 13-15,6 1-22 0,-3 0 8 0,1 0-11 0,0-2 9 16,-2 1-23-16,3-1-16 0,-7 0-10 0,0 2-127 15</inkml:trace>
  <inkml:trace contextRef="#ctx0" brushRef="#br0" timeOffset="102890.83">27602 5679 256 0,'0'0'-37'0,"0"0"38"16,0 0 16-16,0 0 6 0,0-2 41 0,0 0-14 0,0 0-11 15,0 1-3-15,-2 1 1 0,1 0-13 0,-1 0 3 16,0 0-2-16,0 0 1 0,0 0-3 0,0 0 7 15,0 0 0-15,1 0 1 0,-1 0-5 0,0 1 3 16,0 1-6-16,0 0 4 0,2 0-11 0,0 2-6 16,0 7 2-16,0 9-4 0,2 4 3 0,0 4-3 15,2 2-1-15,-1 3-2 0,1 6-2 0,-2 6-2 0,0 11 0 16,-2 1-1-16,-4 6-6 0,-2 2 7 0,-3-2 0 16,2 1 3-16,-4-7-2 0,-1-7 4 0,1-7-5 15,0-6 5-15,2-2-4 0,0-3 0 0,1-2 6 16,3-6-5-16,-1 2-2 0,2-6 7 0,1 3-9 15,1-5 7-15,0-3-8 0,2 0 0 0,0-4 3 0,-2 2-1 16,2-4 1-16,0-3-7 0,0-1-4 0,0-1-4 16,0 0-21-16,0-1-77 0,0-1-9 0,0 0-31 15,0-2-110-15</inkml:trace>
  <inkml:trace contextRef="#ctx0" brushRef="#br0" timeOffset="103430.51">27513 5829 696 0,'0'-1'15'0,"0"-1"1"0,0 0 10 15,0 0-9-15,0-2 2 0,0 1-24 0,0-1 4 16,2 2-7-16,0 0 6 0,0 0-6 0,0 0 8 15,1 1-3-15,1-1 3 0,7-2 0 0,4 0 0 16,-4 2 3-16,6 1-3 0,0-1 7 0,-1 0 2 0,3 0 1 16,-2 2-1-16,3 0-5 0,-1 0 4 0,3 0-6 15,-4 0 5-15,1 0-7 0,-4 2 1 0,2 2 5 16,-3-1-2-16,-1 1-3 0,-3 0 4 0,-3-1-4 16,-3-1 6-16,0 0 7 0,-3 9 2 0,9 2-2 0,-3 2 2 15,-3-4 1-15,-2 4-8 0,-2 0 3 0,-4-2-5 16,-3 4 2-16,-1-4 2 0,-1 0-1 0,1-4 1 15,-10 0-1-15,-1-1-6 0,3-5 2 0,-1 1-4 16,2 4 7-16,0-5-4 0,4 1-1 0,2 0-1 16,1-1-1-16,6-1-6 0,-1 0 7 0,-1 2-7 15,0 0 1-15,1-1-2 0,1 1 2 0,0 0 0 16,0-2 5-16,2-1 1 0,0 1-2 0,2 0 2 0,2 0-4 16,9 4 1-16,11 1 0 0,0 0 1 0,0 3 3 15,0 1-5-15,0 4 3 0,-3-2-4 0,1-6 2 16,-3 13 5-16,-1 6-7 0,-3-1 5 0,-2-3-3 0,-6 2 2 15,-1-7-1-15,1 1 1 0,-5-1-1 0,8-4 1 16,-5-2 5-16,-1 0-3 0,-4-1 13 0,0-1-5 16,-4 0 2-16,2-5-3 0,-18 0-3 0,-10-3 4 15,-1 1 2-15,-5 2 0 0,1 0-3 0,2 16-8 16,1-7 3-16,2-5-3 0,1-3 2 0,3-1-8 16,1 0 0-16,1-3-4 0,6 1-13 0,1-2-29 15,2 0-21-15,10 0-8 0,-1 0-147 0</inkml:trace>
  <inkml:trace contextRef="#ctx0" brushRef="#br0" timeOffset="103851.5">28310 5932 506 0,'0'0'31'0,"0"-2"-4"0,0 0 25 16,0 0-4-16,0 0-2 0,2 0-32 0,-1 0-3 16,1 1-8-16,8-5 5 0,12-5-7 0,4 2 0 15,0 1 6-15,0 3-5 0,0 1-7 0,-6 2 7 16,-1 2-4-16,-2 0 6 0,-1 0-6 0,-3 0 3 16,-2 2-1-16,1 0 2 0,-1 0 5 0,-2-1-7 0,-2 1 5 15,1-2-5-15,-4 0 0 0,-1 0-19 0,-1 0-1 16,0 0-6-16,2 2-17 0,-1-2-8 0,1 0-10 15,0 0-3-15,-2 0-71 0</inkml:trace>
  <inkml:trace contextRef="#ctx0" brushRef="#br0" timeOffset="104052.59">28208 6219 835 0,'0'-2'17'0,"0"1"22"0,0-1-7 16,0 0-18-16,0-2 1 0,0 2-8 0,1 0 1 0,1 1-7 16,8-5 2-16,21-5-3 0,3 3 8 0,3 5-12 15,-2 1 4-15,0 0-11 0,2 0-22 0,-1 4-62 16,-5 0-30-16,-3 2-17 0,0 1-162 0</inkml:trace>
  <inkml:trace contextRef="#ctx0" brushRef="#br0" timeOffset="109976.61">29364 4790 5 0,'0'0'0'0,"0"0"0"0,0 0 7 0,0 0 14 16,0 0 8-16,0 0 16 0,0 0 1 16,0 0-5-16,0 0 1 0,0 0-4 0,0 0-5 0,0 0-7 15,0 0 4-15,0 0-6 0,0 0-2 0,0 0 9 16,0 0-11-16,0 2 9 0,-1-1-17 0,1 1 1 16,-2 0 3-16,2 2-2 0,-2 9 1 0,0 3-15 0,2 1 3 15,0 0-5-15,0 1 10 0,0 1-9 0,0 3 8 16,0 1-8-16,2-1 8 0,0 4-7 0,1 0 1 15,1 2-1-15,0 1 9 0,-2 3-9 0,0 1 6 16,-1 6-6-16,1-1 2 0,-2 4 8 0,0-1-10 0,0-2 11 16,-2 4-11-16,1-8 4 0,-1-3 0 0,-2-5 1 15,2-4-3-15,0-5-1 0,0-3 3 0,2-2-1 16,0-2 3-16,0-7 6 0,0 0 5 0,0-2-1 16,0-1 7-16,0 1 16 0,0 2-11 0,0 0 13 15,0-2-10-15,0-1-4 0,0 1-3 0,2-2-1 16,0 0-19-16,0-2 4 0,2 1 1 0,-1-11 2 15,10-12 1-15,2-9-7 0,0 1-1 0,0-5 0 0,0-2-2 16,1 2 0-16,-1-7-1 0,0 3 1 0,-2-2 3 16,-2 2 0-16,4 2 3 0,0 4-3 0,-2 3-7 15,2 4 8-15,-4 4-4 0,-2 4 5 0,4 1-8 0,-5 6 5 16,-1 2-4-16,-3 6 4 0,-2-1-2 0,0 4-5 16,-2 0 1-16,3-1-4 0,1-1-2 0,0 2-12 15,-1 0 6-15,-1 0-8 0,0 0-4 0,0 2-28 16,0 0-7-16,0 2-9 0,-2 0-59 0</inkml:trace>
  <inkml:trace contextRef="#ctx0" brushRef="#br0" timeOffset="110335.26">30050 5168 577 0,'0'0'39'0,"0"0"-7"0,-2-1 17 0,0-1 11 0,0 0-18 16,-2 0-15-16,1 0-12 0,-1 0-4 0,-2-1-1 16,-1-1-9-16,-2 0 6 0,-1 2-4 0,1 2 3 15,2 0-16-15,-1 2 17 0,-1 4-9 0,3-3 9 16,-1 14-12-16,-1 7 5 0,3 0 1 0,-1 1 2 0,1 1-4 16,1-6 7-16,0 6-2 0,1-6 3 15,1 1-10-15,-15 3 15 0,6 0-11 0,5-2 13 0,3 4-9 16,1-2-2-16,2-1 4 0,2 1-4 0,1-2 5 15,3 0-1-15,1-1 5 0,-1-4-5 0,1 1-4 16,1 1 4-16,-3-3-7 0,1 3 6 0,-1-4-5 0,1 2 5 16,-2-3-1-16,-1-1 2 0,-1 0-5 0,-2-3 6 15,0-3-4-15,0 1 4 0,0-3 1 0,0 1-1 16,-2-1 3-16,1 1-4 0,-1-2-3 0,-4-1-2 16,-11 1-1-16,-1-2 1 0,-3 2-1 0,3-3-1 15,-3 14-2-15,5-5-2 0,-1-5-12 0,0 1-3 16,6-4-1-16,2-2-4 0,0 0-37 0,5 0-60 15,-4-2-8-15,7 2-16 0,-1 0-30 0</inkml:trace>
  <inkml:trace contextRef="#ctx0" brushRef="#br0" timeOffset="110597.26">29637 5603 678 0,'0'-2'21'16,"0"0"-2"-16,-2 0 13 0,1 0-11 0,-1 1 1 15,2-1-21-15,0 0-5 0,0 0 2 0,2 0-6 0,-1 0 1 16,3 0 4-16,18-5 4 0,12 0 0 0,1 1 2 16,6-1-1-16,2 1 0 0,-1 0 1 0,1-1 5 15,-6 0-6-15,0-1 2 0,-5 4-3 0,-2 1-1 0,-6 1-32 16,-4 2-5-16,-5 0-11 0,0 0-45 0,-4 0-28 15,-2 0-26-15</inkml:trace>
  <inkml:trace contextRef="#ctx0" brushRef="#br0" timeOffset="111049.28">29064 6162 155 0,'0'0'64'0,"0"-2"3"0,-2 0 54 0,0 0-1 0,0 0-50 16,0 0-19-16,0 1-4 0,0-1-7 0,1 0-33 15,-1 0-2-15,2 0 0 0,2 0 1 0,-1 0 8 0,5 1-1 16,26-11-1-16,5 1 0 0,0 4-7 0,2 1 12 16,0 1-8-16,7-3 8 0,1 1-4 0,7 0 13 15,5-1-6-15,10 1 5 0,1-3-23 0,1 3 3 16,-10 1 2-16,-5 3 0 0,-4 3-6 0,-10 0 1 15,-1 0-1-15,-11 2 1 0,-2 1 7 0,-6-1-6 16,0 2 1-16,-5-2-2 0,-2 0 2 0,-4-1 2 16,0 1-2-16,-3-2 0 0,-1 0-5 0,-5 0 4 15,2 0 5-15,-1 0-2 0,1 0-7 0,0 0-19 0,-1 0-10 16,-1 0-3-16,0 0-42 0,0 0-121 0</inkml:trace>
  <inkml:trace contextRef="#ctx0" brushRef="#br0" timeOffset="111839.41">29359 6546 95 0,'0'0'3'0,"0"-2"7"0,2 0-13 0,0 1 2 0,-1-1-6 16,1 0 4-16,0 0-10 0,0 0-3 0,2 0 6 15,-1 0-3-15,1 1 16 0,0-1 6 0,-2-2 9 16,0 0 1-16,-1 1 52 0,1-1 2 0,0 0 7 0,0 0-5 16,-2 3-6-16,0-3-15 0,0 0-5 0,0 0-4 15,0 3-20-15,0-1 0 0,0-2-10 0,0 2 7 16,0-2-10-16,0 1-6 0,0-1 4 0,0 2-7 15,0 0-11-15,0 0 7 0,0 1 2 0,0-1 3 16,2 0 9-16,0 0 3 0,-2 0-3 0,2 2 4 16,-2 0-6-16,0 0-4 0,1 2 4 0,-1 0-4 15,0 0 1-15,0 1-3 0,2 9-1 0,0 4 0 0,0 3-4 16,-2-1 4-16,0 1-1 0,0 0 3 0,0-1-2 16,-2 1-4-16,0-1-2 0,0 1 0 0,1-2 1 15,1-1 1-15,0-3 0 0,-2 0 0 0,2 0-2 0,-2-2 4 16,2 0 2-16,0-1 0 0,0 1-5 0,0-4-3 15,0 4-3-15,-2 2 3 0,0 0-4 0,0-1 6 16,0-1 0-16,1-2 2 0,-1-2 0 0,-2 3 2 16,2-5-3-16,-3 5 3 0,-1-1-5 0,0-2 4 15,-1 3 1-15,5-7 2 0,-7 1-2 0,-2 2 8 16,0-5-7-16,1 7 8 0,-1-4-7 0,4 1 1 16,-3 1 4-16,3-3-1 0,3-1 1 0,1 0-2 15,1-2-5-15,-2 2 2 0,0 0-3 0,1 0-4 16,1 0 5-16,0-1-4 0,0 1 2 0,0 0 7 0,2 0-2 15,0 0 5-15,2-2-2 0,2 0 1 0,11 0 4 16,16 0-2-16,3-2-2 0,1-4-4 0,0 3-2 16,0-1 0-16,1 2-2 0,-5 0 3 0,1 2-4 0,-6 0 3 15,0 0-2-15,-8 0-1 0,-3 0 0 0,2 0 0 16,-10 0 0-16,6 0-10 0,-5 0-1 0,-6 0-3 16,1 0-8-16,1 0-9 0,0-2-10 0,-1 1 0 15,-1-1-32-15,0-2-2 0,-2-2-17 0,2-10 2 16,-2-1-78-16</inkml:trace>
  <inkml:trace contextRef="#ctx0" brushRef="#br0" timeOffset="112009.09">28991 6546 666 0,'0'-2'20'0,"0"0"0"0,0 1 31 15,0-1-18-15,6-11 11 0,1 2-39 0,-3 3 6 16,27-1 3-16,10 0-1 0,-2 3-5 0,4-1-8 15,0 5 1-15,-1-2-3 0,-1-18 1 0,2 11 4 16,-2 5-4-16,0 6 3 0,-1 0-18 0,-6 2-7 16,1 3-5-16,0 1-1 0,-3-2-20 0,-4 1-51 15,0 1-6-15,-8-2-23 0,2 1-105 0</inkml:trace>
  <inkml:trace contextRef="#ctx0" brushRef="#br0" timeOffset="112418.96">29962 6834 650 0,'0'-2'35'16,"0"0"-3"-16,-2 0 20 0,1 0-1 0,-1-1-7 16,0-1-24-16,2 0-12 0,0 1-6 0,-2 1 0 15,2 0-3-15,0 0 1 0,0 0 0 0,-2 2 0 0,0 0-6 16,0 2 8-16,1 0 0 0,-1 2 4 0,-2 5 1 15,0 4-6-15,-1 2-1 0,-1 1-1 0,2-3-3 0,3 2 13 16,1-2-2-16,0-5 6 0,0 1 0 0,0-3 4 16,1-1 1-16,1-1-1 0,0 0 4 0,0-3-8 15,15 11 2-15,3-1-4 0,4-2-3 0,0-3 5 16,2-5-1-16,0-1 1 0,-2 0-12 0,-1-3 3 16,-3-1-4-16,-1 0 3 0,-3 1 1 0,-1-1-2 15,-4 0 3-15,-1 0-3 0,-3 1 6 0,-1 1 7 16,-4 2-2-16,-1-13 1 0,14-9-5 0,-5-6-14 15,-7 2 3-15,-3 0-7 0,-5 0 5 0,-6 2-9 16,-4-1 2-16,9 5-4 0,-18 1 3 0,2 3 0 16,-1 3 0-16,1 4-1 0,4-3-14 0,1 7-13 0,8 1-6 15,-1 0-1-15,3 3-16 0,1-3-15 0,1 0-13 16,3 4-3-16,-2-4-66 0</inkml:trace>
  <inkml:trace contextRef="#ctx0" brushRef="#br0" timeOffset="112903.51">30952 5367 432 0,'0'-4'11'0,"-4"-14"7"0,-1-10 13 0,1 9-8 15,2 8 2-15,0 2-5 0,0 2-12 0,2 3 9 16,0 0-10-16,-2 0 9 0,1 1-14 0,-1-1 3 16,0 2-3-16,0 0 3 0,2 0-5 0,-2 1 23 15,2-1-5-15,-2 2 10 0,2 0-5 0,-2 0-2 16,2 2 0-16,0 1 0 0,-1 8 6 0,-3 15-16 0,2 2 4 15,0 4-9-15,0 3 7 0,2 0-13 0,0-1 8 16,0-3-8-16,0-1 6 0,0 2-6 0,0-1 0 16,0 3-2-16,0-5 5 0,0 3-1 0,0-1-2 15,0 5 0-15,0 1-3 0,0 2 5 0,2 4 2 0,0 5 2 16,0 4-1-16,0 7-6 0,-2 4 1 0,-2 6-3 16,0 0 12-16,-2-2-9 0,-1-6 5 0,1-7-7 15,0-4 0-15,1-4 0 0,-1 1 2 0,0-3 1 16,0 1 5-16,3-6-4 0,-1 0-4 0,2-4 2 15,0 0-2-15,0-7 5 0,0 0 1 0,0 0 1 16,0-6 0-16,0 2-2 0,0-1 1 0,0-10-1 16,0 3 7-16,0 1-21 0,-2-2-8 0,0 2-9 0,-2-1-54 15,2-3-180-15</inkml:trace>
  <inkml:trace contextRef="#ctx0" brushRef="#br0" timeOffset="114037.42">31013 7324 189 0,'0'0'36'16,"0"-2"32"-16,0 0-20 0,0-1-13 0,0-1-10 16,0 0 3-16,0 1-15 0,0-1-9 0,0 2-3 15,0 0-1-15,0 0-2 0,0 0 18 0,0 1 9 0,0 1 2 16,-2 0 6-16,0 0-8 0,1 1 0 0,-1 1-2 16,0 2-1-16,0 0-1 0,-5 9-1 0,1 0 1 15,0 0-4-15,1 0-8 0,1 0 4 0,0 0-5 16,1 1-2-16,1 1-1 0,0 0-1 0,2 0 1 15,0 0 2-15,2 3-6 0,0-1 0 0,0 0-1 16,1 0 1-16,-1-3-1 0,2 3 0 0,-2-2-1 16,0-2 5-16,-1 0 1 0,-1-4 0 0,0 2 0 0,0-3-4 15,0-1 10-15,0 3-6 0,0-9 8 0,0 1-4 16,-1 2-2-16,-3 0 0 0,-5 1-1 0,-6 3 2 0,2-3-3 16,0 1 11-16,0-2-8 0,2-3 3 0,-1 1 2 15,5-2-10-15,0 0 9 0,1 0-15 0,2 0 4 16,1 0 3-16,1 0 1 0,-2 0 3 0,0 0-5 15,1 0-2-15,1 0 0 0,0 0-4 0,0 0 8 16,2 0-6-16,0 0 7 0,2-2-3 0,0 1 0 16,1-1 2-16,10-4-4 0,12-3-1 0,1 0 0 15,-2 1-1-15,-2 3-2 0,0-1-11 0,-5 0-16 16,0 1 2-16,-2-1-8 0,-4 3-15 0,-2-1-51 0,2-2 0 16,-3 3-26-16,-5 1-84 0</inkml:trace>
  <inkml:trace contextRef="#ctx0" brushRef="#br0" timeOffset="114194.27">30852 7396 241 0,'0'0'23'0,"0"0"34"0,0-1 13 0,0-1 15 15,0 0-24-15,0 0-42 0,0 0-2 0,0 0-14 16,0 0-13-16,1 1-6 0,3-1 5 0,9-6-6 16,21-5-12-16,5 2-13 0,5 2-18 0,1 2 4 15,1-1-54-15</inkml:trace>
  <inkml:trace contextRef="#ctx0" brushRef="#br0" timeOffset="114474.78">31438 7278 112 0,'0'0'14'0,"0"0"0"16,0 0 17-16,0 0-1 0,0 0 4 0,0 0 16 16,0 2 2-16,0-1-1 0,-2 1-1 0,1 0-18 15,-3 0-4-15,-4 4-1 0,-16-5 0 0,-2 12-8 0,0-1-9 16,6 1 3-16,1-4-3 0,-1 2 2 0,5-2 4 16,-3 2 2-16,5-1 2 0,9-1 12 0,-5 2 0 15,5-2-6-15,0 2 4 0,0 1-11 0,1 1 4 16,-5 1 0-16,-5 5 0 0,2 1-17 0,4 6 4 15,3 2-4-15,4 4 5 0,0 5 3 0,0 4-5 16,4 3-2-16,-1 3-2 0,-1-4-5 0,2-3 0 16,2-1 1-16,-1-5 0 0,1-3 15 0,1-1-14 15,2-6 4-15,-1-2-6 0,-1-1 5 0,1-4 1 0,-1-1 1 16,1-1-3-16,-3-2-4 0,-1 0 1 0,0-2 0 16,-3-1 4-16,-1-3 7 0,0 0-3 0,0 1-4 15,0-3-1-15,-1 1-20 0,-3 1-16 0,-2-1-2 16,-23-2-6-16,1-1-17 0,0-1-51 0,4 15-19 0</inkml:trace>
  <inkml:trace contextRef="#ctx0" brushRef="#br0" timeOffset="114661.57">30922 7924 820 0,'0'-2'10'0,"0"-2"26"0,0-14 5 0,2-6 10 0,4 5-19 0,-1 4-15 16,4 2-4-16,6 2-2 0,19 0-7 0,3 3-6 16,4 5-1-16,-8-1-5 0,1-16-23 0,-7 10-22 15,-1 7-3-15,-1 3-8 0,-3 1-17 0,4 3-39 16,-4 0 3-16</inkml:trace>
  <inkml:trace contextRef="#ctx0" brushRef="#br0" timeOffset="115055.64">31481 7632 494 0,'0'0'118'0,"0"-2"-149"16,0 1 140-16,0-1-74 0,0-2-12 0,0 0-24 16,0 1 1-16,0 1-7 0,0 0 8 0,2 0-2 15,0 0 3-15,1 0-3 0,3 0-2 0,9-3 6 16,3 1-4-16,-3 2 3 0,0 2-18 0,-2 0-10 16,-4 0-8-16,1 0 1 0,-3 0-14 0,-3 0-4 0,0 0-2 15,-3 0-7-15,1 0-63 0</inkml:trace>
  <inkml:trace contextRef="#ctx0" brushRef="#br0" timeOffset="115226.54">31422 7926 685 0,'0'-2'20'0,"0"-2"20"16,0 0 8-16,0-5-27 0,3-4 1 0,1 4-11 15,3-2-21-15,-1 3-2 0,5 5-18 0,6 1 4 0,-2 0-76 16,1-2-55-16,5 2-15 0</inkml:trace>
  <inkml:trace contextRef="#ctx0" brushRef="#br0" timeOffset="115582.53">32032 7577 344 0,'0'0'49'0,"-1"0"-9"0,-1-2 44 16,0 0 1-16,0 0-6 0,0 0-24 0,0 0-21 16,0 0 3-16,1 1-11 0,-3-1-19 0,0 0 8 15,0 0-9-15,1 0 8 0,-1 0-11 0,0 2 11 0,-3 0-2 16,3 0 3-16,-9 2-14 0,2 2 10 0,4 0 0 16,-3 1 3-16,7-1-3 0,-1 14 0 0,-11 3-6 15,4 1 5-15,4-3-8 0,3 1 9 0,2-3-4 16,2-2 4-16,2 5-10 0,0-11 14 0,3 4 1 0,-1-3 4 15,0-5-1-15,1 1-1 0,10-2 2 0,4 1-2 16,1 10-6-16,-1-6 4 0,8 1-2 0,-1-9 3 16,4-1-2-16,4-3-3 0,-5-5-1 0,-1-3 0 15,-4 0 2-15,-3 0-5 0,-5 9 2 0,-1-17-3 16,-2-3 3-16,-5 0 6 0,1-4-7 0,-5 0 6 16,-2-6-3-16,16 3-7 0,-10-1 5 0,-7 2-7 15,-4 2-11-15,-5 7-41 0,3 3-20 0,-42 8-19 0,-14-20-183 16</inkml:trace>
  <inkml:trace contextRef="#ctx0" brushRef="#br0" timeOffset="116664.58">31097 5959 12 0,'0'0'0'16,"0"0"37"-16,0-1 11 0,0-1 19 0,0 0 3 15,0 0-31-15,0 0-8 0,0 0-31 0,0 0 8 16,0 1-9-16,2-1 14 0,-1 0 7 0,1 2 8 0,2 0-3 15,7-2 6-15,11 0 13 0,-3 0-11 0,5 0 12 16,2 1-21-16,2-3 3 0,5-2-3 0,3 1 2 16,-3-1-12-16,-3 2-5 0,-1 1-6 0,-6 1 2 15,-3 0-2-15,-3 2-3 0,1 0 1 0,-1 0-4 16,0 0-9-16,-4 0-20 0,-2 2-2 0,0 0-8 16,-3-2-25-16,-5 0-36 0,1 0-26 0</inkml:trace>
  <inkml:trace contextRef="#ctx0" brushRef="#br0" timeOffset="116839.45">31099 6173 253 0,'0'0'66'0,"0"0"-1"16,-2-2 53-16,0 0-2 0,0 0-61 0,2 0-27 16,0 1 0-16,0-1-10 0,2 0 0 0,5 0-15 15,27-7 9-15,5 1-11 0,11-1 14 0,6 2-12 16,7-1 1-16,0 1-9 0,-6-3-46 0,-1 5-159 15</inkml:trace>
  <inkml:trace contextRef="#ctx0" brushRef="#br0" timeOffset="135996.58">32257 5291 13 0,'0'0'0'0,"0"-2"6"0,0 0 72 16,0-1-10-16,0-1 14 0,0-7-28 0,0 0-1 15,0-2-14-15,0 7-1 0,0-1 0 0,0-1-7 0,0 1-4 16,0 1-4-16,0 1 3 0,0-1-5 0,0 2-9 16,0 2-5-16,0 1 1 0,0-3-6 0,0 0 1 15,0 0-1-15,0 3-1 0,0-1 7 0,-2 0-8 16,2 0 9-16,0 0-9 0,-2 2 10 0,1 0-2 15,-1 0 2-15,0 2-2 0,0 0 5 0,-2 5-4 16,-9 17 1-16,0 6-2 0,4 0-6 0,0 1 3 16,-1-1-1-16,3-4 4 0,0 0 1 0,1-2-9 15,2 6 2-15,2-4-3 0,2 0 6 0,0 0-2 0,0-6 4 16,2 1-2-16,0-1 12 0,2 1-15 0,0 1 2 16,-1 0-4-16,3 2 1 0,-2 0 4 0,-1 4-1 15,-1-2 0-15,0 4-4 0,-2 0 0 0,0-2 4 16,0 1-1-16,0-1-1 0,-2 0 1 0,2 0-3 0,-2 0 2 15,0-6 5-15,2 4-2 0,-1-7 3 0,-3-5-3 16,2 1 0-16,0-9-2 0,-2 3-3 0,4-5 3 16,0-2 8-16,-1 1-4 0,-1 1 8 0,-2-2-8 15,0 0-5-15,1-2 2 0,-1-2-1 0,0 0 2 16,2-2-5-16,-7-14-5 0,2-12-3 0,3 4 1 16,4 0-2-16,0 0-1 0,0 0-1 0,2 0-1 0,0-2 0 15,-1 2 11-15,-1 0-5 0,0 2 5 0,0 2-9 16,0 0 11-16,-1-3 0 0,-3 3 4 0,-2-4-5 15,3 2-3-15,-1-2 0 0,0-2-1 0,2 4 11 0,0-8-2 16,2 3-2-16,0-1 0 0,2-3-4 0,2 3 1 16,0-2 0-16,-1 1 0 0,3 5-6 0,0 5 6 15,-1 5 0-15,3 1 1 0,-1 4-6 0,4-4 5 16,0 2-6-16,13 2 7 0,1 0 3 0,1 3-7 16,0 3 7-16,1 1-8 0,-1-2 1 0,-1-10 2 15,-1 4-2-15,-2 5 3 0,0 3 7 0,-1 2-8 16,-1 2 2-16,-3 6-4 0,1 3 3 0,-5-1 5 0,2-1-2 15,-2 10 1-15,-3 5-9 0,-1 2 5 0,-5-1 3 16,-1 1 1-16,-1-2 4 0,13 0 3 0,-4 1-9 16,-3-1 8-16,-7-2-6 0,-1 3 5 0,-3-1-5 15,-7 2 3-15,1-7-5 0,-2-1-1 0,2-1 5 16,-15-2-4-16,-2 0 11 0,0-2-13 0,0 0 6 16,0-3-6-16,0-1 16 0,1-1-16 0,1-2 10 0,0 1-12 15,2-1 10-15,1 0-7 0,-1-3 4 0,7 1-3 16,0 0 7-16,2 0-4 0,0 0-6 0,-1 9 2 15,6-7 3-15,1-1-1 0,-1 1 3 0,6-4-4 16,-3 2-7-16,1 0 4 0,0 0-2 0,3 0 3 16,-1-1 2-16,0 3 3 0,0 0 0 0,2 0 1 15,0-1 0-15,0 1-3 0,2 0-2 0,-2-2 0 0,5 5-2 16,-1 0 5-16,13 1-2 0,0-1 4 0,-3 1-6 16,1-1-2-16,-2-1 0 0,0 1 1 0,-2-1 11 15,1 1-7-15,1-1 4 0,0-1-6 0,0 1-1 0,-2-1-8 16,-2 1 3-16,0-2-4 0,-1 1 8 0,-3 1-1 15,-1-2-6-15,0-1 1 0,-2 1-27 0,-1 0-10 16,1-1-7-16,2 3-2 0,0 0-33 0,-1-1-21 16</inkml:trace>
  <inkml:trace contextRef="#ctx0" brushRef="#br0" timeOffset="136447.32">32584 5802 233 0,'0'-2'46'0,"0"0"-33"0,0-2 40 0,0 0-12 16,0-1-29-16,0-1-1 0,0 3 0 0,2-1-3 16,0 0-8-16,0 0-9 0,-1 3 5 0,1-1-4 15,0 0 9-15,0 0 5 0,0 0-3 0,0 0 3 16,0 0-2-16,-1 2 12 0,1 0-4 0,-2 0 7 15,0 0 5-15,0 0-6 0,0 2 6 0,0 0-9 16,0 2-2-16,-2 0 3 0,-3 10 0 0,-3 5-1 0,1 1-9 16,-2 1 9-16,-2 1-11 0,-1 2 11 0,3-1-9 15,2-3-5-15,-1 2 8 0,1 1-7 0,1-5 15 16,3 1-7-16,1-3 6 0,2-4-6 0,0 4 11 0,0-3-6 16,2 0 0-16,3 2-1 0,-1-6 8 0,3 2-11 15,-5 1 6-15,20-7-9 0,4 3 7 0,-3-7-11 16,3 1 3-16,1 0-5 0,-1 15 0 0,8-4 1 15,1-6 5-15,0-5-2 0,-1-2 4 0,-3-2-9 16,3-1-2-16,-8-3-1 0,0-1 8 0,-6-1-10 16,-3 1 8-16,-4 1-10 0,-2 1 6 0,0-1-6 15,-3 0-8-15,-3 3 2 0,-3 1-16 0,4-6-28 16,1-3 7-16,-1-2-16 0,-3 0-7 0,-3 2-22 0,0-2 2 16,-1 0-5-16,-3-5 37 0,-2-1 13 0,1 2-6 15,-1 3 3-15,1 1-20 0</inkml:trace>
  <inkml:trace contextRef="#ctx0" brushRef="#br0" timeOffset="136710.78">32567 5948 294 0,'0'-2'50'0,"0"1"62"16,0-3-52-16,0 0-25 0,0-1-7 0,2-1-4 15,0 2-14-15,2 2-3 0,16 1-3 0,0-1 1 0,10 0-5 16,4-19 3-16,-3 8 6 0,8 4-3 0,0 4 1 15,2-1 4-15,5 2-5 0,-8 1 5 0,-5 1-3 16,-7 2-6-16,-6 0-2 0,-1 0-2 0,-4 2 1 0,-4-1 0 16,-2 1 1-16,-5-2-3 0,3 2-9 0,-3-2 0 15,-2 0 2-15,2 2 0 0,-1-2 9 0,-1 0-14 16,0 0 6-16,0 0-8 0,-2 0 5 0,0 0-8 16,0-2-6-16,-2 0 1 0,0 0-5 0,-1 1 5 15,-9-5-2-15,-8-1-3 0,-2-1-46 0,-2 3 19 16,-2-1-6-16,1 2 14 0,-4 1 23 0,5 1 2 15,-2 2 2-15,-2-2-1 0,4 2-1 0</inkml:trace>
  <inkml:trace contextRef="#ctx0" brushRef="#br0" timeOffset="136976.8">32643 5805 52 0,'0'0'34'0,"0"0"14"0,-2-2 36 0,1 1 9 0,-1-1-15 15,0 0 11-15,0 0-34 0,0 0 3 0,0 0-6 16,2-1 2-16,0-1-32 0,0 0 12 0,2 0-11 16,4-3 11-16,23-2-15 0,12 1 8 0,6-1-6 15,1 0 6-15,2-1-3 0,0 1-16 0,2 0 7 0,-5 3-11 16,-5 1-3-16,-4-16-28 0,-7 10 5 0,-1 6-17 15,-6 3-10-15,-4 2-44 0,-3 0-11 0,-9 2-8 16,-7-2-9-16</inkml:trace>
  <inkml:trace contextRef="#ctx0" brushRef="#br0" timeOffset="140809.14">27461 7239 10 0,'-2'0'27'0,"1"0"4"15,-3 0 40-15,-2 0 10 0,-18-4-9 0,7 2-7 0,-1-2-26 16,-6 1 3-16,9 1-5 0,-6-4-12 0,5 3 5 16,1-1-11-16,0 0 8 0,2 0-8 0,6 3-3 15,1-1 5-15,4 2-5 0,-2 0-2 0,1-2-7 16,-1 0-4-16,0 0 1 0,2 0-7 0,1 0 13 16,1 1-2-16,1-1 5 0,3 0-14 0,15-6 3 15,20-5 1-15,5 0 1 0,5 0 0 0,4-1-1 16,-1 1 3-16,-3 1-2 0,-9 3-6 0,-4 2 2 0,-3 1-6 15,-5 2 6-15,-2 3-7 0,-6-1 9 0,1 2-5 16,-4 0 6-16,-3 0-6 0,-2 0 2 0,-3 0 5 16,-2 0-2-16,-1 0-4 0,-4 0 11 0,0 0-11 15,1 0 12-15,1 0-6 0,-2 0 3 0,0 0 0 16,0 0-1-16,-2 0 4 0,-2 2-13 0,0-1 8 0,-6 3-11 16,-19 9 6-16,-1 0 8 0,-4-2-2 0,2 0 4 15,1 1-12-15,-5-1 2 0,1 0-2 0,-1-2 3 16,1-1 5-16,7-3 7 0,2 1-7 0,13-4 7 15,-2-1-8-15,7-1-4 0,3 0 5 0,-1 0-6 16,2 2 4-16,0-2 3 0,2 0-2 0,2 0 0 16,2 0-8-16,20-2 3 0,17-3 0 0,7-4 1 0,0-4 3 15,4-4-18-15,4-2 1 0,5-1-10 0,4 1-14 16,8 4-68-16,6 6-3 0,11 4-20 0</inkml:trace>
  <inkml:trace contextRef="#ctx0" brushRef="#br0" timeOffset="158191.3">27025 3364 256 0,'0'0'-52'0,"0"0"28"16,0 0 2-16,-2 0 7 0,0 0 49 0,0-2 5 0,0 0-9 16,1 0 2-16,-1 0-1 0,0 0 16 0,0 1-6 15,0-1 2-15,2 0-5 0,0 0-1 0,2 0-6 16,0 0-5-16,2 0 0 0,12-7-7 0,12 0-5 15,0 1 1-15,4 5-6 0,1-1-9 0,4 2 3 16,0 0-3-16,-1 2 3 0,-1 0-5 0,-5 0 7 16,-1 0-4-16,-3 0 5 0,-3 0-8 0,3 2 6 15,-6 0 0-15,-3 0 1 0,1 2-10 0,-7-3 4 16,1 1 2-16,-3 0 1 0,-2 0 5 0,-1 0-6 0,-1 0 1 16,-1 0-2-16,0-1 9 0,-1 1 2 0,1 4-4 15,-2 1 1-15,7 4-10 0,-3-1 8 0,-2-1-6 16,-1 4 7-16,1 0-14 0,-4 0 9 0,0 2 0 15,-2 3 3-15,-3 1 1 0,-3 1-8 0,-3 3 6 0,-4-1-6 16,12 4 11-16,-27 0-5 0,6 5 1 0,3 1-3 16,-7-2 3-16,-3-1-6 0,-1 3 0 0,1 1-2 15,1 1 9-15,4-3-8 0,-2-3 4 0,0-5-5 16,6 3 7-16,0-6-1 0,-1 0-1 0,7-1-1 16,1-2-4-16,6-2 4 0,1-2-1 0,3-2 2 15,3 0-5-15,0-2 3 0,-4-1-4 0,1 1 4 16,1-2 3-16,2 3 6 0,2-3 8 0,0-1-4 0,0-1-2 15,2 1 7-15,0-3-5 0,24-1 6 0,5 0-9 16,10 20-6-16,0-9-4 0,4-5 1 0,1-6 8 16,4-2-5-16,4 0 3 0,-2-2-6 0,0-2-9 0,-11 0 7 15,-2 1 1-15,-8 1 1 0,-3-2-1 0,-4 2-9 16,-3 0-1-16,-4 1-2 0,-3-1 2 0,-2 0-10 16,-3 0 2-16,-4 2-6 0,-1 0-10 0,0 0-88 15,-2 0-19-15</inkml:trace>
  <inkml:trace contextRef="#ctx0" brushRef="#br0" timeOffset="158519.54">26977 3956 3 0,'0'0'17'15,"0"0"-4"-15,0 0 2 0,-2 0 5 0,0 0-9 16,0 0-3-16,0 0 8 0,0 0-3 0,0 0 6 0,1-2 18 16,1 0 25-16,0 0 10 0,0 1 1 0,1-1-2 15,1 0-29-15,8-2 3 0,21-7-10 0,4 0 1 16,4 0-11-16,4 1-12 0,0 3 5 0,-2 1-15 0,1 3-3 15,-3 1 2-15,4 0-5 0,2 2-10 0,-1 0-2 16,-3 0 0-16,-4 0-1 0,-1 0-17 0,-7 0-59 16,1 4-8-16,-4 1-17 0,2 5-41 0</inkml:trace>
  <inkml:trace contextRef="#ctx0" brushRef="#br0" timeOffset="159035.24">27794 4049 143 0,'0'0'50'0,"0"0"-8"0,0-2 37 0,0 0-4 16,0 0-65-16,0 0 1 0,1 1-5 0,1-1 4 15,0 0-11-15,0 0 8 0,0 0-7 0,0 0 6 16,0 0-12-16,-1 1 6 0,3-1 0 0,0 0 3 15,0 0 2-15,-3 2 12 0,9-4-1 0,-3 2 4 16,1 1 5-16,-1-1-8 0,0 0 9 0,-1 2-10 16,1 0-7-16,-1 0-1 0,3 0-4 0,-1 0 4 0,1 0 5 15,-3 0-4-15,1 2-4 0,0 1 0 0,-1 1-7 16,0 0 2-16,-3 1 9 0,-1 7-5 0,0 2 8 16,7-1-9-16,-1 0-3 0,1 4 0 0,-3-2 9 0,-3 2-2 15,-3-2-4-15,0-1 0 0,0 3-3 0,-2-4 2 16,1 0 2-16,-3-2 0 0,-2 0 6 0,1-1-8 15,-3-1 3-15,1 0-5 0,-14 0 0 0,-1-1 2 16,-4 1 2-16,-2-3 0 0,2-1 0 0,0-3-2 16,0 15-1-16,2-6 1 0,0-4 9 0,4-3-11 15,5-2 9-15,2-2-9 0,2 0 13 0,-1-2-3 16,3 0-1-16,4 0 1 0,1 1 7 0,0-1 3 16,2 0-3-16,0-2 2 0,2 0-12 0,0 3-1 0,4-9-3 15,2 1 3-15,3 0 8 0,19 1-11 0,0 3 5 16,1-1-8-16,-3 2-4 0,-1-12 0 0,-3 5 4 15,-4 5 0-15,3 0 2 0,-4 3 2 0,1 1-7 16,3 0 4-16,1 2-6 0,4 0 3 0,0 0 4 0,-6 0-1 16,3 0-6-16,-7 0-15 0,3 2-6 0,3 0-1 15,-3-2-8-15,1 0-41 0,-5 0-16 0,2 0-15 16,7 0-108-16</inkml:trace>
  <inkml:trace contextRef="#ctx0" brushRef="#br0" timeOffset="160099.19">28174 4056 57 0,'0'0'8'0,"-2"0"18"0,0 0-18 0,1-2 2 16,-1 1-1-16,0-1 1 0,0 0 0 0,0 0-9 15,0 0 2-15,1 2-3 0,-1 0 8 0,-2 0-1 16,0 0 4-16,1-2-3 0,-1 2 2 0,0 0 5 16,2 0-1-16,0 0 4 0,1 0 12 0,-1-2-3 0,0 1 5 15,0-1-3-15,2 0 16 0,0 0-6 0,0 0 3 16,0 0-4-16,2 0-8 0,0 1-17 0,0-1-1 15,-1 0-4-15,1 0-5 0,2 0-3 0,0 0 5 0,-2 2-4 16,7 0 5-16,0 0-6 0,2 2 0 0,-7-2 0 16,-2 0 14-16,1 2-12 0,7 11 6 0,-1 6-8 15,-2 3 2-15,-3 0 10 0,-4 0-12 0,-2 3 11 16,0-1-11-16,-1 0 2 0,1 0 3 0,0-2-2 16,-2 0-3-16,2-1-3 0,-1-1 3 0,1 1-4 15,0-3 11-15,2-1-8 0,0-2 5 0,0-4-5 16,0 4 3-16,2-4-20 0,0 0-20 0,7 10-9 0,-2-8-152 15</inkml:trace>
  <inkml:trace contextRef="#ctx0" brushRef="#br0" timeOffset="160944.68">28468 3516 25 0,'0'0'20'0,"1"0"-2"0,1 0 31 16,2 2-1-16,2-2 3 0,16 4-17 0,2-1-16 15,4 1 1-15,3-2-4 0,1 0 5 0,3-2-9 16,1 0 0-16,4-2-2 0,3 2 13 0,-6-2-14 16,-2 0 7-16,-1 0-12 0,-8 0-4 0,-6 2 2 15,-1 0-1-15,-6 0 2 0,2 0-2 0,-8 0 0 16,-1 0 0-16,-3 0 0 0,1 0-11 0,-2 2 4 0,0 0-4 16,-2 0 2-16,0 0-31 0,0 0-50 0,-2 0 6 15</inkml:trace>
  <inkml:trace contextRef="#ctx0" brushRef="#br0" timeOffset="161256.25">28349 3856 275 0,'2'0'64'0,"-1"0"-2"0,1 0 4 16,28 0-9-16,7-4-17 0,2 0-20 0,4-1-5 15,5 1 3-15,6 0-6 0,2 1-6 0,11-3-6 0,5 4-2 16,0 0-2-16,-1 2-24 0,-8 2-57 0,-4 4-27 16</inkml:trace>
  <inkml:trace contextRef="#ctx0" brushRef="#br0" timeOffset="190602.65">30090 3081 1 0,'0'-1'0'0,"0"-1"3"0,0-2 42 16,-2-7 0-16,-1-4 10 0,-1-2-13 0,0 4-1 0,1-3-1 16,-1-1-5-16,0 2 6 0,-1-4-10 0,-1 3-1 15,2 1-7-15,-1 0 5 0,1 4-5 0,0 4-4 16,-1-3 6-16,1 3-7 0,-1-2-9 0,1 3 1 16,2 2-2-16,-5 1 3 0,-1-3 2 0,1 0-5 15,1 3 2-15,2 1-2 0,-1 0-2 0,-3-2-6 0,3 4 3 16,-4-2-2-16,1 2 9 0,-3 2-9 0,0 2 1 15,0 3-2-15,0 3 0 0,-2 18-1 0,-4 7-3 16,2 2 4-16,-4 4 5 0,1 1-6 0,-4-3 3 16,1 0-4-16,-1-3 4 0,1 1-2 0,-1-2-5 0,0 4 1 15,7 2 3-15,2-2 5 0,7 0-2 0,-16 2 2 16,13-2-4-16,7 0 8 0,2 0 3 0,6-4-1 16,3 4-10-16,6-2 13 0,1-3-4 0,3-3 8 15,-8-1-1-15,23-6 2 0,1 0-4 0,8-3 1 16,-6-10-19-16,2 2 11 0,-2-4-5 0,-2-3 6 15,-1-3-11-15,-3-1 8 0,3 0-1 0,-1 18 4 16,0-8-4-16,1-7-2 0,-1-3 3 0,1-2-2 0,1-2 1 16,2-5 0-16,2-3 0 0,2-6 1 0,-4-7 9 15,-2 12-3-15,-5-35 4 0,-2-6-5 0,2 2-1 0,-6-6 4 16,4 2-1-16,-10 0 3 0,-3 1-3 0,-6 4 13 16,-7 3-9-16,22 1 12 0,-14 3 5 0,-10 1 2 15,-10 0 7-15,-10-2-6 0,11 0-4 0,-42 1-14 16,-4 3-1-16,-1 9-4 0,-9 6-7 0,-2 13-9 15,2-19-8-15,-2 23 0 0,4 14-15 0,2 19-10 16,-8-13-2-16,-7 43-9 0,-2-4-48 0</inkml:trace>
  <inkml:trace contextRef="#ctx0" brushRef="#br0" timeOffset="-191544.44">12281 4097 179 0,'0'0'16'0,"0"0"0"0,0 0 6 0,0 0-7 0,0 0 2 16,0 0 2-16,0 0-7 0,0 0 1 0,0 0-5 16,0-2-5-16,0 2 11 0,0-2-3 0,0 1 5 15,0-1-12-15,0 0 12 0,0 0-8 0,0 0 9 16,0 0 0-16,0 0 2 0,0 1 7 0,0-1-4 15,-2 0 10-15,0 0 1 0,0-2 0 0,0 1 0 0,2 1-9 16,-2-8 1-16,1 1 0 0,-3-2 0 0,0 0-8 16,2 2-6-16,0-4 6 0,1-2-4 0,-1 0 10 15,2 4-14-15,0 0-1 0,0-4-1 0,0 0 11 0,-2-4-5 16,2 3-3-16,-2-3 0 0,0 4-3 0,2-2 2 16,0-1 2-16,0 3-1 0,0-4-2 0,2 3-3 15,0-5 5-15,0 3-5 0,0-1 1 0,-1 1 9 16,-1 1-12-16,0 0 10 0,2-1-8 0,-2 3 6 15,0 0 6-15,0 4-3 0,0 1 3 0,0 1-7 16,0 2 2-16,0-3-2 0,0 3 3 0,0 1-2 16,0-1-1-16,0 2 1 0,0-1-7 0,0 2 0 15,0 1-1-15,0-1 0 0,0 2-2 0,0 0 2 0,0 0-2 16,0 0 3-16,0-1-4 0,0-1 0 0,0 0-3 16,0 1 3-16,0 1-4 0,0 0-13 0,2 0-8 15,0 2-4-15,0 0-46 0</inkml:trace>
  <inkml:trace contextRef="#ctx0" brushRef="#br0" timeOffset="-114488.03">12141 6091 482 0,'0'-4'52'0,"0"-14"80"0,-1-10-74 0,1 6-12 16,1 5-7-16,1 6-2 0,2 0-21 0,0 3-3 15,-1-1 0-15,-1 4-1 0,0-1-4 0,0 2-7 16,0 1 0-16,0-1-1 0,0 0 5 0,-1 0 2 16,1 1 8-16,0 1-6 0,0 0 2 0,0 0-2 15,0 0-8-15,0 0 5 0,-1 1-10 0,1-1 4 16,0 0 3-16,0 2 0 0,0 0 0 0,0 0 4 16,0 2-5-16,-1 0 4 0,1-1-6 0,0 3 2 0,0 2-2 15,4 10 1-15,1 7 4 0,0-1-3 0,5 6-1 16,-1 2-1-16,0-3-2 0,0 5-2 0,2 1 9 15,-2 3-6-15,0 1 5 0,-2 4-5 0,-1-6-4 16,-3 0 2-16,-1 0 2 0,-2-3 11 0,0 1-6 16,0-1 6-16,-2-2-12 0,-2 3 2 0,-2 1 8 0,-1 1-5 15,-1 0-3-15,-1 4 0 0,-1-2-4 0,3 4 5 16,-1 0 0-16,1 2-1 0,1 1 3 0,2-3-1 16,-2-2-2-16,1 0 3 0,-1 4-2 0,0-6 4 15,0 2-5-15,-1-4 1 0,-1-1-1 0,3-3 0 16,-5-1-1-16,3-2 1 0,-3 0-3 0,1-2 3 15,-3 0 9-15,3-1-11 0,0 1 7 0,1-3-7 16,2-1 8-16,1 0-12 0,1-1 5 0,2-1-7 0,2-1 20 16,-1-4-12-16,3 1 2 0,-2-3-3 0,0-2 7 15,2 1-4-15,-3-5 2 0,1 0-2 0,0 1 7 0,0-4-9 16,2 3 8-16,-4-5-8 0,2 2 4 0,-1-1-5 16,1 1 2-16,0 0-1 0,0-1 9 0,0 1-11 15,0-2 1-15,0 0-4 0,-1 0 13 0,1 0-7 16,0 1 3-16,0 1-4 0,0 0 3 0,0-2 1 15,0-1-4-15,-1 1 2 0,1 0 4 0,0 2-11 16,0-2 8-16,0 0-8 0,0-1 14 0,0 3-9 16,-1-2 3-16,1 2-5 0,0-2 2 0,0 1-43 15,0 1 6-15,0 0-18 0,0 1-5 0</inkml:trace>
  <inkml:trace contextRef="#ctx0" brushRef="#br0" timeOffset="-113924.63">12201 7330 378 0,'0'0'21'0,"0"0"-2"0,0 0 10 0,0-2 4 0,0 0-7 16,0 0-7-16,0 0-10 0,0 0-3 0,0 2-1 15,0 0 0-15,0 0 7 0,0 0 1 0,0 2-1 16,0 0-8-16,0 0 0 0,0 2-3 0,0 5 4 15,-2 8 9-15,0 3-12 0,0 2 8 0,2 1-9 16,0 1 13-16,0 0-6 0,0 2 3 0,0 0-5 16,0 2 2-16,0 1-12 0,2-1 6 0,-2 2-6 15,0 0 14-15,2-1-6 0,0-1-1 0,0 0-2 16,-2-2-4-16,0-2 12 0,2 4-5 0,-2-4 9 0,1-1-11 16,1-1-2-16,0-9-4 0,0-2-1 0,0 2-31 15,-2-6-12-15,0 6-14 0,0 0-3 0,-2-1-84 0</inkml:trace>
  <inkml:trace contextRef="#ctx0" brushRef="#br0" timeOffset="-113629.46">11679 8171 372 0,'0'0'38'0,"0"0"-1"0,-2-2 6 0,0 0-5 16,0 0-10-16,1 0-15 0,-1 0-13 0,0 2 0 16,2 0-3-16,0 0 5 0,0 0 4 0,2 0 14 0,0 0-9 15,1 0 16-15,20 4-9 0,12 2 2 0,2-3 0 16,6 1 14-16,7 0 0 0,2-2-5 0,0 0 4 16,2-1-3-16,1 1-14 0,-1-2-2 0,-2 0-5 15,-3 0 3-15,-7 0-13 0,-7 0 8 0,-3 0-9 16,-6 0 11-16,-7 0-8 0,-3 0-2 0,-3 0-5 15,-3 0-22-15,-5 0-22 0,-3 0-4 0,2 0-14 16,-1 0-79-16</inkml:trace>
  <inkml:trace contextRef="#ctx0" brushRef="#br0" timeOffset="-113531.2">11826 8468 105 0,'0'0'-8'0,"2"0"-19"0,-1 0-8 0</inkml:trace>
  <inkml:trace contextRef="#ctx0" brushRef="#br0" timeOffset="-113394.47">12097 8459 362 0,'0'0'52'0,"2"0"-1"0,0 0 55 16,-1 0-7-16,3 0-11 0,7 0-39 0,12 3 5 15,-1 1-18-15,-2 2-12 0,3 1-19 0,-1 0 2 16,2 1-5-16,-2-1 8 0,0 1-58 0,4 1-16 15</inkml:trace>
  <inkml:trace contextRef="#ctx0" brushRef="#br0" timeOffset="-112905.26">15647 6502 313 0,'0'-2'14'0,"0"0"0"0,0 0-1 16,0 0-2-16,0-2-3 0,0 1 4 0,0-1-29 15,0 0 0-15,0 2-16 0,0 1-45 0</inkml:trace>
  <inkml:trace contextRef="#ctx0" brushRef="#br0" timeOffset="-112585.43">15602 6466 89 0,'0'0'46'0,"0"0"44"0,-2 0 5 0,1 0-27 16,-1 0 7-16,0 0-13 0,0 0-13 0,0 0-26 0,0 0 0 16,0 0-8-16,1 0-10 0,-1 0-5 0,0 0-3 15,0 0 3-15,0 0 7 0,0 0-8 0,0 0 1 16,1 2-3-16,-1 0 6 0,0 0-2 0,0 0 5 15,0 1-3-15,0 3 9 0,-1 11-10 0,-1 3 2 16,0 2-5-16,0 3-1 0,3 2 3 0,-1 5-1 0,0 0 4 16,0 1-2-16,0 4-1 0,2 2-2 0,0-2 0 15,0 2-7-15,0 2 12 0,0-2-3 0,0 2 4 16,2-2-13-16,0-2 13 0,0-2-2 0,0 2 7 16,-2-3-4-16,1-3-2 0,-1 1 1 0,2-2-2 15,0 1 2-15,0-1 2 0,0 0 1 0,0 1-1 16,0-1-7-16,-1 1 1 0,1 1 2 0,0-2 0 15,0-1-2-15,0-1 14 0,-2-4-12 0,0-1 12 16,0-3-15-16,0-5 13 0,0-4 2 0,0-3 5 0,0-1 0 16,0-3-4-16,0-1-4 0,0 1 4 0,0 0 1 15,0 0-7-15,0-3-9 0,0 1-3 0,0 0-56 0,-2 0-61 16,0 0-25-16</inkml:trace>
  <inkml:trace contextRef="#ctx0" brushRef="#br0" timeOffset="-112258.19">15025 7859 725 0,'0'-2'35'0,"0"0"-2"0,0-2 7 0,-2-7-8 16,0 2-7-16,2 5-22 0,0 1-5 0,0-1 1 0,0 0-5 15,2 0-3-15,2 3 0 0,3-1 1 0,21-4 0 16,5 4 9-16,3 2-3 0,3 0 7 0,2 2-5 16,7 0 14-16,-2 0 23 0,3-2-2 0,1 0 11 15,-6-2 5-15,3 0-15 0,3-2-13 0,0 1 2 16,2-1-25-16,0 2 0 0,-6-2 2 0,-3 3-2 16,-13-1-11-16,-4 2 8 0,-4 0-1 0,-7 0 3 15,3 0 3-15,-6 0-2 0,-7 0 1 0,-1 0-1 0,0-2-1 16,-1 0-12-16,-1 0-3 0,0 0-4 0,0 0-17 15,-2 1 0-15,-2-1-2 0,0 2 0 0,-15 0-14 16,-12 2-94-16,-3 3-31 0</inkml:trace>
  <inkml:trace contextRef="#ctx0" brushRef="#br0" timeOffset="-112101.15">15279 8141 506 0,'0'0'78'0,"0"0"-13"0,0-2 20 16,0 0 15-16,2 0-35 0,0 1-19 0,2-1-22 15,22-9 1-15,3 1-8 0,3 1-1 0,1 0-12 16,1 1 5-16,-1 1-8 0,1-1-5 0,-1 3-20 0,0-1-5 16,-5 4-5-16,-4 1-33 0,-5 1-245 0</inkml:trace>
  <inkml:trace contextRef="#ctx0" brushRef="#br0" timeOffset="-101052.29">15877 3947 88 0,'0'0'36'0,"0"0"-3"0,0 0 32 15,0-2-4-15,0 0-2 0,0 0-20 0,0 0-6 16,-2 0 1-16,0 1-3 0,1-1-10 0,-1 0-5 16,0 0-9-16,0 0 3 0,0 0-9 0,0 0 1 0,0 1 1 15,1 1-2-15,-1 0-5 0,-2 0 6 0,0 0 2 16,2 0 0-16,1 0-4 0,-1 0 10 0,0 0-3 15,0 0 7-15,0 0 0 0,0 0 9 0,2 0-4 0,0 0 3 16,0 0-16-16,2 0-1 0,0 0 2 0,0 0-2 16,2 0-4-16,9-2 1 0,7-2-2 0,-9 2 2 15,10-2-2-15,-7 3 3 0,3-1-5 0,5-2 5 16,-7 2-2-16,4 0 1 0,-1 0 2 0,-1 2-3 16,2-1-3-16,-1 1 5 0,1 0-1 0,3 0 3 15,0 0-5-15,2-2 6 0,4 0-5 0,2-2 6 16,0 0-3-16,-1 1 2 0,3 1-2 0,3 0 0 15,1 0-6-15,3 2-1 0,0 0 8 0,1 0-5 0,3 0 1 16,0-2-1-16,1 2-4 0,1-2 4 0,-6 2 1 16,4 0-1-16,-6 0 3 0,-6 0-3 0,5 0 7 0,-9 0-5 15,3 0 1-15,-4 0-3 0,2-1-1 0,-6 1-5 16,2 0 6-16,1 0-3 0,-1 1 12 0,-2 1-9 16,0 0 1-16,-1 0-3 0,7 0 2 0,-1 0 2 15,3 0-2-15,2-2 2 0,-4 0 4 0,7 0-5 16,-5 0-1-16,3-2-1 0,0 0 3 0,-3 0-1 15,5 0 8-15,-5-2-9 0,2 1-7 0,1-3 8 16,-5 1-7-16,0 1 7 0,-6 0-2 0,-2 0 1 16,3 3 1-16,-3-1 1 0,1-2 3 0,-1 0-5 15,-1 2 1-15,1 1-3 0,-1-1 4 0,1 2-4 0,0 0 6 16,3 0-6-16,-1 2-2 0,0-1 5 0,2 1-1 16,4 0 2-16,0-2 2 0,-2 0 0 0,6 0-3 15,-3 0 1-15,-1 0-8 0,2-2 2 0,1 0 1 16,-5 2 0-16,8-1 3 0,-3-1 1 0,-3 0-1 0,4 0 1 15,-6 0 1-15,4 0-2 0,-3-1 0 0,-1-1 0 16,0 0 4-16,4 0-1 0,-2 1-2 0,0-1 0 16,-2 2-5-16,-4 0 7 0,2 2-3 0,-3-2 3 15,3 1-9-15,-4-1 9 0,2 0-2 0,4 0 3 16,-3 0-7-16,1 2 7 0,6 0-4 0,-3 0 4 16,1 0-15-16,4 0 16 0,-4 0-9 0,-2 0 9 15,0 0-15-15,0 0 10 0,2 2 0 0,-8-2 4 0,8 2-2 16,-8-2 7-16,-3 0-2 0,2 0 3 0,-5 0-8 15,3 0-4-15,-6 0 6 0,0 0-5 0,-1 0 1 16,-1 0 7-16,0 0-10 0,1 0 11 0,1 0-13 0,-2 0 10 16,-2 0-4-16,1 0 5 0,1 0-13 0,-1 0 10 15,3 0-5-15,-4 0 5 0,4 0-10 0,-3 0 11 16,1 0-4-16,-2 0 6 0,1 0-11 0,-1 0 4 16,2 0 5-16,-3 0-3 0,1 0-1 0,-3 0 0 15,0 0-3-15,-2 0 3 0,0 0 3 0,-1 0-1 16,3 0 0-16,0 0 1 0,0 0 1 0,-1 0-5 15,1 0 1-15,0 0-1 0,-2 0 9 0,1 0-4 16,-1 0-2-16,0 0-1 0,0 0-5 0,0 0 8 0,0 0 2 16,1 0 1-16,-1 0-14 0,0 0 8 0,0 0-1 15,0 0 5-15,0 0 1 0,-1 0 0 0,1-2-3 16,0 2 3-16,0 0-6 0,0 0 4 0,0 0-4 16,0 0 4-16,-1-2 3 0,1 0-4 0,0 0 4 0,-2 1-5 15,0-1 5-15,0 0 5 0,0 0-4 0,0 0 3 16,0 0-5-16,0 0-1 0,0 1-1 0,0-1 0 15,0 2 6-15,0 0-6 0,0 0 8 0,0 0-8 16,0 0 12-16,0 0-16 0,0-2 5 0,0 2-7 16,0-2 9-16,0 0-9 0,0 2-2 0,0 0-2 15,0 0 2-15,0 0 6 0,0 0-2 0,0 0 3 0,0 0-12 16,0 0 9-16,0 2-3 0,0 0 3 0,-2 0-5 16,0 0 3-16,1-1 2 0,-1 3 0 0,0 0 0 15,2 0-1-15,-4 9 1 0,0-4 1 0,1 4 5 16,-1 0-2-16,2-4-3 0,-2 2 0 0,1 0-8 0,-1 2 5 15,0 2 3-15,1 0 1 0,-1-2-4 0,0 0 3 16,0 0-8-16,1 2 8 0,-3 0 2 0,1 0-5 16,-1 0 7-16,0 1-7 0,1-1 4 0,-3 4-3 15,-1-1-6-15,0 5 3 0,-2 1 2 0,1 0 4 16,1 0 1-16,0 2-1 0,1-2-2 0,1 2 0 16,2-2-1-16,1-2 1 0,2 3-3 0,2-5 2 15,0 2 2-15,0 1 0 0,0-7 1 0,4 3-1 0,-2-4 1 16,1 1-1-16,3 1 7 0,-1 0-8 0,1 0 1 15,-2-8-2-15,-3-2 8 0,3 1-6 0,-2-3 4 16,0 1-5-16,2 1 1 0,-4-5 6 0,1 2-5 16,1 0 7-16,-2-3 1 0,2 3 6 0,0 0-4 0,0 0 5 15,-2-1 0-15,0 1-4 0,-2 0 5 0,0-1-6 16,-2 1 2-16,-14 9-2 0,-8 0-2 0,2-2 1 16,-2-1-3-16,2-5-1 0,1 1 1 0,1-3-2 15,4 1-4-15,-1 0-2 0,6 0-2 0,-2-1 1 16,-3 3 4-16,5-2-5 0,-4-1 2 0,9-1-2 15,7-2 5-15,-5 2-4 0,2-2 4 0,1 0-6 16,-5 2 1-16,4 0-3 0,1 0-3 0,-1-1 3 0,2 1 1 16,0 0 1-16,0 0 3 0,2 2-1 0,0-1 2 15,0-1-5-15,6 8 4 0,0-3-4 0,18 0 10 16,4-1-6-16,1 0-2 0,-5-1-1 0,2 3-2 0,-3-5 2 16,-1 3 3-16,2 1 0 0,-2-1 0 0,-1 1 2 15,-3 1-5-15,-1-1 3 0,-2 2-1 0,-2-1 3 16,0 1 0-16,-2 2 0 0,0-2-5 0,-3 1-1 15,-1 1 4-15,0-4-1 0,-3 4 8 0,-2 1-5 16,0-3 4-16,5 0-5 0,-3-1 5 0,0-1 3 16,-2 2-6-16,-2-1 5 0,0 1-6 0,-2 0 4 15,-2-1 2-15,-3 1-1 0,-6 0 0 0,-12 1-3 0,-2-1 2 16,1 0-2-16,0-1 2 0,0-1-8 0,0 0 5 16,0-1-4-16,0 1 7 0,0 1-7 0,2-1 0 15,1-1-2-15,5-1 6 0,-5 1 0 0,7-2-3 16,1 3 0-16,2-1 5 0,4 1-10 0,1 1 8 15,1-5-9-15,1 1 3 0,4-4 2 0,2 2-4 16,-2 2 4-16,2-3-3 0,-1 3 4 0,-1 0 0 0,0 0 0 16,2-1 1-16,0 1 5 0,2 0-3 0,1-1 2 15,20 9-10-15,6-1 4 0,-1-4 0 0,2-3 1 16,-4 0-7-16,0-1 5 0,-2 1-3 0,-5 0 5 16,-3-1 2-16,-3 1-4 0,-1 0 0 0,-1 1-2 15,-2 1 4-15,-3-2-1 0,-1 5 5 0,-3 8-4 0,9-2 8 16,-2 3-1-16,-1 3-6 0,-6-3 5 0,-2 6-6 15,0-5-5-15,-2 1 2 0,-4 4-4 0,1 1 8 16,-3-3 1-16,1 0 1 0,-1 0-1 0,1-1-7 0,0-3 1 16,-1 1 2-16,1-1 1 0,1 1 1 0,-1 0-1 15,-1 1-5-15,1 2 4 0,-1 1 2 0,1 4 0 16,0 3 0-16,1 2 0 0,-1 3-12 0,-1 4 9 16,-1 2-3-16,-2 7 6 0,1 0 0 0,-1 6 0 15,2 0-3-15,0-2 0 0,-1-6 3 0,3-7 2 16,1-1 2-16,1-5-2 0,1-3 0 0,2-4-2 15,2-4 2-15,0-7-2 0,0 0-2 0,0-6 1 16,0 2-1-16,0-3 2 0,0-1 1 0,0 2 5 16,0-1-5-16,2-1 5 0,2 1-12 0,0-1 8 0,-1 0-2 15,3 3 3-15,-1-3-7 0,3 4 7 0,-1-1 0 16,1-1 3-16,-1 2-2 0,-1-2 2 0,1 2 0 16,-1-1-1-16,-3-3-1 0,1 1 8 0,-2-3-7 15,0-1 5-15,-2-2-24 0,2 1-23 0,0 1-1 0,-1 0-12 16,1-2-47-16,2 0-247 0</inkml:trace>
  <inkml:trace contextRef="#ctx0" brushRef="#br0" timeOffset="-97018.74">22021 6776 473 0,'0'-2'9'0,"0"1"23"16,0-1-23-16,0 0-22 0,0 0-2 0,0 0-13 15,0 0-43-15,0 0-1 0,0 1-27 0</inkml:trace>
  <inkml:trace contextRef="#ctx0" brushRef="#br0" timeOffset="-55316.74">6514 7476 117 0,'0'0'22'0,"-2"-2"18"16,0 1-6-16,0-1-5 0,0 0-9 0,0 0 3 15,-1-2-11-15,-1 1-12 0,0 1 6 0,2-2-6 16,1 2 19-16,-1 0-17 0,0-1 7 0,-2 1-9 16,0-2 12-16,1 0-2 0,-1 1 8 0,0-1-5 15,1 0 12-15,-1 0 4 0,0 1 3 0,0-1 1 0,1 0-1 16,-3 1-8-16,-1-3 3 0,-4-1-2 0,1 1 12 15,-1 0-15-15,0 3-4 0,0-1-3 0,0 2-7 16,0 0 5-16,-1 2 0 0,1 0 1 0,-2 0 0 0,2 0 2 16,0 0 2-16,4 0-1 0,-3 0 3 0,5 0 0 15,-1 0-3-15,2 0 2 0,3 0 2 0,-1 0-4 16,-2 2-1-16,0 0-1 0,1-2 5 0,1 0-5 16,0 2 4-16,0-2-6 0,2 0 2 0,0 2-3 15,2-2 3-15,0 0-3 0,0 0-6 0,22 2 0 16,4-1-1-16,5-1 1 0,2 0-5 0,6 0 1 15,6-3-1-15,6-1 2 0,-1-2 9 0,11-1-13 16,-3 1 6-16,-4 1-8 0,-1-1 8 0,-6 1 1 0,-3-1-7 16,-1 1 3-16,-1-1-4 0,1 1 0 0,-1-1 4 15,3 2-2-15,-1 1 3 0,0-1-3 0,-3 0 8 16,-2 0-5-16,0 1 11 0,-8-1-12 0,3 0 5 16,-5 1-6-16,-7 1 2 0,2 0 6 0,-9 2-8 0,-8 0 9 15,1 0 1-15,-7 0 9 0,1-2-4 0,0 0 5 16,-2 0-5-16,-1 0 5 0,-1 1 2 0,0-1-2 15,-1 0-15-15,-18-6 5 0,-18-5-4 0,-4 4 5 16,-5 2-5-16,-5 1-7 0,-2 4 1 0,1 0-1 16,0 1 14-16,0 1-15 0,0 0 9 0,2 0-11 15,-4 0 14-15,2 1-3 0,-2 1-4 0,-2 2 1 16,6-2 1-16,-8 0-6 0,8-2 5 0,0 0-5 0,2 0 8 16,7 2-7-16,2-1-1 0,8 1-1 0,1 2-2 15,4 0 4-15,5-2 3 0,3 1 1 0,3-1 2 16,6 0-5-16,-1 0-2 0,7-2 0 0,1 0-7 0,-2 2 7 15,0 0-4-15,3-1 4 0,-1 1-4 0,0 0 4 16,2 0 3-16,2 0-1 0,0 2-3 0,1-3-3 16,27 14 2-16,5-4 0 0,4-3 5 0,11-3-7 15,8-1 0-15,3-2-3 0,0-2 5 0,4 0 4 16,-1-4-4-16,1 1 3 0,3-3 0 0,-6 0-1 16,1 3 1-16,5-1-1 0,1 2 0 0,5 2-2 15,1 2 1-15,-3 0-3 0,-3 2 0 0,-6-1 3 16,-7 3 1-16,-10-1-1 0,0 1 1 0,-5-2 0 0,-5 1 0 15,-3-1 0-15,-3 0 7 0,-4-1-4 0,0-1-1 16,-6 0-2-16,-1 0-1 0,-5-2 1 0,-1 0 7 16,-3 0-3-16,-1 0 9 0,-3 0-11 0,-5 0 5 15,3 0-4-15,0 0 11 0,0 0-3 0,-3 0-1 0,1 0 0 16,0-2 0-16,-2 0-1 0,0 0-6 0,0 1 3 16,-2-1-3-16,0 2-3 0,-24-11 8 0,-1 1-8 15,-1 3-1-15,0 3 5 0,-2 0-7 0,1 1 6 16,-1-1-6-16,-2 0 4 0,-3 2-1 0,-2-1 3 15,0-1 2-15,-8 0-9 0,2 1 4 0,-5-1-7 16,2 2 8-16,1 2 1 0,-3 0 2 0,11 0-3 16,-2 0-8-16,7 2 5 0,2 2-4 0,5-1 6 0,2 1-3 15,3 0 4-15,3 1-1 0,0 1 1 0,4-1-2 16,2 1-4-16,2-2 3 0,2-1-3 0,1 1 6 16,2-2-6-16,1 2 2 0,-1-2-4 0,2 1 5 0,0-1-2 15,0 0-2-15,2 0 1 0,0 0 1 0,2 0 4 16,2-1-6-16,18 7 4 0,12-3-3 0,6-1-4 15,1-2 9-15,17-2-8 0,-3-2 9 0,7-2-4 16,3 1-2-16,-4-3-1 0,4 1 4 0,-6-1-3 16,-1 0 3-16,-8 3-3 0,4-1 11 0,-4 2-10 15,-2 0 4-15,6 2-5 0,-6 0 10 0,4-2-1 16,0 2 1-16,-7-1-3 0,-2-1-2 0,-6 2 2 16,-7-2 1-16,-4 2 0 0,3-2 0 0,-6 0-4 0,-1 0-2 15,-2-1 2-15,-5-1 10 0,-2 0-8 0,-2 0 7 16,-3 1-8-16,1-3 8 0,-5 4 3 0,1-7-5 15,-3-6 4-15,11-3-11 0,-4 1-1 0,-1-2 1 16,-1-1 0-16,-3-1 0 0,-2 3 9 0,0-1-2 0,-2 1 5 16,-2-3-9-16,-2 1 1 0,-1-4-3 0,-1 0 2 15,2 3-2-15,1 4 0 0,-3 1-1 0,0 1 1 16,1 2 0-16,-1 2 2 0,3 1 1 0,-1 3-3 16,2 3-7-16,0-1 9 0,2 3-5 0,-2-2 5 15,0 0-4-15,1 1 0 0,-1 1 2 0,2 0 0 16,0 0-5-16,0 0 2 0,0 0 2 0,0 2 1 0,0 0 5 15,2 0-4-15,-1 0-3 0,1 2 1 0,0 0-3 16,0 0 5-16,0 2-2 0,-2-2 1 0,9 14-4 16,0 3 8-16,1-2-4 0,1 5 5 0,-2 0-12 15,2 2 8-15,0 2-1 0,2 2 4 0,-2-2-4 0,1 0-3 16,1 4 3-16,-2-8-1 0,0 2 8 0,0-1-6 16,0-3-2-16,0 0-2 0,0-3 3 0,2 2-2 15,-1-3 6-15,-1 1-5 0,0-2 1 0,-2 0 0 16,0-2 0-16,1 0 1 0,-1 0-1 0,-2-2 5 15,1 0-5-15,-3-2 6 0,1-1-7 0,0-1 3 16,-5-3-2-16,5 0 4 0,1-3 0 0,-1 3 3 16,3 4 1-16,-5-7 0 0,2 1-2 0,1 0 1 15,-1-2-4-15,-1 0 4 0,4 0-1 0,1-4-2 0,3-1-1 16,0-4-1-16,-4 1 2 0,0-12-5 0,-3-3 6 16,1 1-5-16,4-2 3 0,-1 0-3 0,1-2-4 15,-4-2 2-15,-1 0 1 0,-4-7 5 0,7 2-3 16,-3-3 4-16,-5-1-11 0,5 11 9 0,13-4-3 0,-8 8 4 15,-4 2-12-15,-1 3 5 0,-1 4 3 0,-1 4 0 16,0 1-8-16,-2 3 7 0,-1 1-10 0,-1 2 10 16,4-2-3-16,0 3 3 0,0-1-2 0,-1 0 1 15,-1 2-4-15,7 2-3 0,6 5 8 0,-2 2-6 16,0 8 8-16,-2 17-2 0,-1-3-4 0,-1 3 2 16,0 3 3-16,4-4 0 0,-2-1 0 0,-1-3-1 0,3-3-9 15,-2 0 9-15,0-1 1 0,4-3 3 0,-4 2-2 16,2-4 2-16,0 1-3 0,-4-1 2 0,4-1-2 15,-4-3 0-15,4 3 4 0,-3-4-4 0,1 0 0 0,-2-2 4 16,-1-2-1-16,1-2 3 0,-4 0-6 0,3-1 4 16,-4-3-2-16,1-3 4 0,-1 0 2 0,0 0 4 15,-1 0-6-15,1 0 5 0,0 0-5 0,-1-2 3 16,1 0-5-16,2 0 3 0,-1-2-9 0,3-4 3 16,-3 1 4-16,3-16-3 0,-3-1 5 0,-1 1-5 15,0 1 4-15,1-2-6 0,1 1 2 0,-1 1-1 16,3 0-2-16,-3-1 1 0,3 3 4 0,-1-1 0 15,1-1-4-15,-1 1 2 0,1 0-1 0,-3 5-5 16,1 1 4-16,-4 5-4 0,-1-1 6 0,5 7-9 16,-2 0 5-16,3-3-7 0,1 1 11 0,-3 2-2 0,3 0-3 15,-1 0 0-15,6 2-2 0,-2 0 3 0,-2 2 2 16,8 4 0-16,-8-3 4 0,10 7-4 0,1-1 1 16,6 4-2-16,2-2-2 0,2 0 3 0,2 0-2 0,1 1 2 15,4-3-5-15,0-2 0 0,4 1 4 0,-6-3-4 16,2 1 2-16,1-2 5 0,1-1-8 0,1 1 7 15,5 0-8-15,5-1 2 0,4 3-1 0,7-2 0 16,2-1-4-16,6 1 7 0,2-2 4 0,-3-2 0 16,-1 0 4-16,-4-2-2 0,-3-2-3 0,-5 1 1 15,-1-1-5-15,-2 0 2 0,2 2 2 0,2 1 0 0,-4-1 4 16,5 0-1-16,-1 0-4 0,-2 2 1 0,0 0-5 16,-4-2 7-16,-6 0-2 0,-1 2 1 0,-4-2-7 15,-2 1 11-15,-1-1-5 0,-3 0 7 0,2 0-4 16,1 0-6-16,1-2 2 0,2 3-4 0,0-3 5 0,3 2-1 15,5 2 2-15,1 0-2 0,-3 0 4 0,-6 0-2 16,-4 0 4-16,2 0-5 0,-2 0-1 0,1 0 0 16,-7 0 1-16,-5 0 1 0,-3 0 11 0,1 0-11 15,-5 0 8-15,-4 0-8 0,-2-2 13 0,-2 2-11 16,1 0 1-16,-7 0-3 0,-1 0 2 0,0 0 5 16,0 0-7-16,0 0 5 0,1-2-4 0,1 0-13 15,0 1-8-15,-2-1-13 0,-1 2-109 0</inkml:trace>
  <inkml:trace contextRef="#ctx0" brushRef="#br0" timeOffset="-54442.43">8662 7902 970 0,'0'-2'27'0,"0"-2"-2"0,-6-31 9 15,3 5-5-15,3 15-6 0,0 6-22 0,0 0-15 16,0 5-2-16,1 0-2 0,1 0 6 0,0 3-8 0,0-1 4 16,2 2-6-16,-1 2 4 0,1 1 7 0,9 16 1 15,2 16 4-15,-4 2 12 0,-3-3-4 0,-3 7 4 16,-1-3-4-16,-2-4 5 0,0 1-1 0,-2-1 1 15,-2 1-1-15,-2 2 6 0,0 2 0 0,-1-4 5 0,1-3-4 16,0-4 9-16,2-4 4 0,1-2-1 0,1-5 1 16,0-2-4-16,0-8-4 0,0-1 7 0,0-3-4 15,0 1 11-15,0 0 3 0,0 0-8 0,0-3 5 16,0 1-16-16,0-2-10 0,0-2 4 0,0 1-6 16,0-3 2-16,-4-20 0 0,0-2-2 0,-1-2 2 15,-1 0-10-15,0-2 5 0,-1 1 1 0,0 3 3 16,-3-6 0-16,3 2-5 0,-1-1 0 0,3-3 0 15,-1-3 7-15,1-2-7 0,1-2 2 0,2 1-2 0,2-1-2 16,0 2 1-16,4 3-3 0,1 5 3 0,5 3 0 16,-1 8-7-16,2 1 6 0,-3 2-6 0,25 4 1 0,4 4 7 15,6 0-5-15,3 5 7 0,-5 0-7 0,0-18 1 16,2 11 1-16,-2 9 1 0,-2 4 6 0,-6 5-4 16,-3 4 1-16,-12-1-2 0,3 5-6 0,-7-6-1 15,-6 11 1-15,-3 1 1 0,10 1 12 0,-4 0 6 16,-3 1 5-16,-6-1-2 0,-2 0 5 0,-6 0-12 15,-5 3 3-15,4 1-5 0,-27 0 6 0,1-8-2 16,-4 1-4-16,7-4 1 0,-2-1-9 0,1-3 8 16,-1 1-3-16,4-3 5 0,1-2-9 0,4 1 5 0,5-1-2 15,1 1 4-15,2-3-2 0,4 1-3 0,-4-3 1 16,6 5-3-16,0-3-3 0,3 1 3 0,0 0 1 16,3 1 0-16,1-1 1 0,-6 3 4 0,5-2-2 15,-3 3 1-15,2-1-9 0,3 0 5 0,1 2-5 0,0-1 5 16,3-1-8-16,3-2 12 0,11-1-5 0,14-2 6 15,3-3-2-15,8 24 10 0,5-12 0 0,-3-8 2 16,6-5-5-16,-5 0-4 0,0 0-1 0,-3 0-1 16,-8 0-11-16,-7 0 7 0,-2 0-7 0,-5 0 7 15,-1 0-9-15,-1 2-6 0,-1-2-1 0,-6 0-4 16,-2 0-7-16,-1 0-4 0,-1 0 6 0,1 0-5 16,-3 0 6-16,3 0-10 0,-3 0-8 0,1 0-1 0,1 0-24 15,1 0-91-15,-1 0-59 0</inkml:trace>
  <inkml:trace contextRef="#ctx0" brushRef="#br0" timeOffset="-54027.55">9596 8054 802 0,'0'-2'31'0,"0"0"-5"15,0 0 31-15,-4-15-5 0,2 8-14 0,0-2-19 16,2 5-4-16,0 5-5 0,0-3-7 0,0 0 0 15,2 0-5-15,0 3 2 0,0-1-14 0,0 0 11 0,0 2-8 16,0 0 7-16,-1 2-7 0,1 0 8 0,4 7 6 16,5 13-1-16,-4-3 5 0,1 1-2 0,-6-1 2 15,-2-1-1-15,0 1 5 0,0 1 0 0,0-3 1 0,-2 0-1 16,-2-1 6-16,-1-1-2 0,-3 2 6 16,3-4-4-16,-3 2 3 0,1 0-6 0,1 0 1 0,1-1-3 15,1 1-4-15,0-2 5 0,2 0-7 0,0-2 6 16,2 1-1-16,0-1-5 0,2 0 2 0,0-2-4 15,2-1 2-15,0-3-6 0,12-1 4 0,8 13-4 16,10-4 13-16,-1-6-5 0,1-3 3 0,6-4-4 16,-4-4-5-16,1-3 4 0,-2 1-6 0,-5 0 4 15,-4 1 2-15,-4-1-9 0,-1 1 8 0,-8 1-8 16,1-3 8-16,-2 1-8 0,-3 0-1 0,-2 1-5 0,-1 3-10 16,3-11-2-16,-1 0-6 0,-3 0 4 0,-1-2-6 15,-2 0-1-15,-2-1 5 0,0-3-6 0,-2 4 2 16,-2 0-2-16,0 4-11 0,-1 0 1 0,-1 2-61 0</inkml:trace>
  <inkml:trace contextRef="#ctx0" brushRef="#br0" timeOffset="-53778.68">9466 8282 779 0,'0'-2'44'0,"0"0"70"0,0 1-57 0,0-1-30 0,0-2 6 16,0 0-14-16,2 1-10 0,0-1-1 0,-1 4-6 15,29-19 5-15,5 6-7 0,4 4 7 0,4 3 0 16,2 1 2-16,-3 1-2 0,7 0 1 0,-1 1-1 16,-4-1 2-16,1 0 7 0,-4 1-16 0,-6 1 9 0,-3 0-10 15,-4 2-2-15,-6 0 6 0,-4 0-6 0,-1 0 7 16,-6 0 0-16,-1 0-4 0,-3 0 4 0,-3 0-5 16,-2 0-4-16,-1 0 0 0,3-2-5 0,0 0 3 15,0-2-12-15,-4 3-3 0,3-9-3 0,-1 1-1 16,0-4-18-16,-2 2-1 0,0 0-5 0,0 1-5 15,-2 1-90-15</inkml:trace>
  <inkml:trace contextRef="#ctx0" brushRef="#br0" timeOffset="-53624.94">9670 8011 770 0,'-2'-2'68'0,"0"0"-4"0,1-1 32 15,-5-12-4-15,2 0-12 0,2 0-23 0,2 8-43 16,2-1 7-16,0-3-16 0,37 4 9 0,6-4-8 15,7-2 3-15,3 5-4 0,3-5-1 0,-1 4-2 16,3-4-7-16,3 5 3 0,0-1-20 0,6 2-125 16</inkml:trace>
  <inkml:trace contextRef="#ctx0" brushRef="#br0" timeOffset="-20458.02">19089 6656 76 0,'0'0'12'0,"-2"0"-1"0,1 0 12 0,-1 0-10 0,0 0 5 16,0 0-6-16,0 0-8 0,0-2 8 0,0 2-10 15,-1-2-2-15,-1 0 7 0,0 0 2 0,1 0 4 16,-1 1 25-16,0-1-11 0,0 0 12 0,1 0-10 15,-1 0 12-15,0 0-7 0,1 0 3 0,-1 1-3 16,2-1 2-16,0 0-8 0,0 0-9 0,0 0 4 0,1 0-8 16,-1 0-1-16,0 1-3 0,0-1 1 0,2 0-8 15,0 0 6-15,0 0 1 0,0 0-1 0,0 0-5 16,2 1 4-16,0-1 5 0,0 0-2 0,-1 0 3 0,1 0-4 16,0 0 0-16,2 0 1 0,0 1 0 0,-1-1-5 15,-1 2 0-15,7-2 0 0,-1 0 5 0,1 0 3 16,2 0-4-16,0 0 2 0,-3 1-11 0,1-1 5 15,4 0 0-15,-2 0 3 0,-1 0 9 0,1 0-9 16,0 0 6-16,0 1-8 0,4-3-3 0,0 0 8 16,0 2-12-16,1 0 11 0,1 1-8 0,0-1-4 15,1 2 11-15,-1 0-10 0,3 0 13 0,1 0-8 16,-1 2-6-16,4-1 1 0,-1 3-4 0,3 0 2 16,0 0 11-16,0-3-6 0,3 3 12 0,-3-2-16 0,6 0 4 15,-2 0-5-15,-3-2 8 0,1 0 1 0,6 0-2 16,-1 0 2-16,2 0 1 0,-1-2 0 0,-6 0-3 15,-4 0 2-15,2 0-5 0,-2 0-3 0,-2 1 0 16,-3-1-1-16,-4 2 0 0,-1-2-1 0,1 2 5 0,-2 0-3 16,-2 0 13-16,-1 0-15 0,-3 0 4 0,2 0-6 15,-1 0 5-15,-1 0 3 0,1 0 0 0,-5 0 1 16,5 0 1-16,-4 0-1 0,-1 0-5 0,-1 0 3 16,2 0-1-16,-2 0 3 0,1 0 1 0,-1 0-1 15,0 0 0-15,0 0 5 0,0 0-3 0,0 0 1 16,0 0-13-16,1-2 10 0,1 0-3 0,0-2 6 15,-1 1-6-15,1-5 1 0,2-3 0 0,-3 2 0 0,3-2 0 16,-2 0-4-16,1-4 0 0,-1 0-2 0,0 2 3 16,-1-4 0-16,1 0 6 0,0 1-3 0,-2 1-3 15,0 4 2-15,-1 0-3 0,1-2 5 0,0 1 0 0,-2 5-6 16,0 0 1-16,0 5-3 0,0-4 4 0,0 4-3 16,0 0 3-16,0-1-1 0,0-1 7 0,0 0-11 15,0 2 2-15,0 1-4 0,0-1 12 0,0 0-11 16,0 0 9-16,0 0-9 0,0 2 8 0,0 0-2 15,0 0-6-15,2 2 4 0,0 0 4 0,0 0-3 16,0 1 5-16,-1 1-5 0,3 7 4 0,0 0-3 16,1 2 0-16,-1-1-1 0,2-1 2 0,1 4-1 15,-1-1-2-15,-1-1 1 0,1 0-3 0,-1 2 3 16,3 0 2-16,-1 0-1 0,1 0 2 0,-3-2-3 0,1 0 4 16,-1-2-3-16,1 0 5 0,-2-2-6 0,-1 1-2 15,1-3 1-15,0-1 11 0,0-1-2 0,-3-1-2 16,1 2 0-16,0-5-2 0,4 3 2 0,-3 0-2 15,1 0 1-15,4-3-1 0,-7 1-1 0,3 2 4 0,-2-4-5 16,0 2-1-16,2 0 0 0,-3-2-1 0,1 0 0 16,2 2 6-16,-2-2 1 0,3 3 4 0,-1-1-3 15,-2-2 0-15,4 2-2 0,-1-2 1 0,1 0 1 16,-1 0-6-16,3 0 8 0,-5 0-10 0,7-4 8 16,1-3-3-16,0-1-4 0,0 1 11 0,-2 3-9 0,-3-9 5 15,3-2-5-15,2 1-3 0,-1 1 1 16,1-2 1-16,2-2-3 0,0 2 2 0,5 2-1 0,-5-2 7 15,4 2-10-15,-2 0 9 0,-6 0-8 0,4 4 9 16,-5 3-9-16,-1-3-1 0,2 5-1 0,-3 1 10 0,-1-1-5 16,1 0-1-16,0 1-3 0,-3 1-4 0,3 0 2 15,-1 0 2-15,-1 2-1 0,0 0 7 0,0 0-3 16,-1 0-3-16,3 4 0 0,-4-4-1 0,3 9 3 16,-3 4 6-16,0-2-3 0,2 2-1 0,-1-4-1 15,3 3 1-15,-4-1 0 0,3-4 7 0,1 4-8 16,0-1-1-16,1-3-2 0,-1 2 4 0,-1-1 6 15,-1-3-1-15,1 3 1 0,1-5-7 0,0 1 1 16,-3 2 1-16,1-4 2 0,2-1 9 0,-3 1-6 0,3 2 4 16,-2-2-6-16,1 2-2 0,-1-3 1 0,1 1 0 15,-1-2 1-15,2 0 1 0,-1 0 0 0,1 0-5 16,-1-2 3-16,1 1-3 0,0-1 0 0,-1-2 5 16,3-2-4-16,-3 3 2 0,1-1-4 0,1 0 3 15,-1-1-3-15,-1 1 1 0,1-2 2 0,1 3-4 0,-1-1 3 16,1-2 1-16,3 5-2 0,-1-3-2 0,4 0 0 15,0 2-2-15,2 0 0 0,0 1 4 0,3-12-2 16,1 1 5-16,1 3 1 0,-1 2-4 0,3 1 0 16,6 1-5-16,2 1 2 0,-1 2 4 0,3 0-1 15,-6 2-1-15,5 0 0 0,5 0-4 0,-5 0 3 16,4 2-3-16,-3-2 8 0,1 2-3 0,-1 0 3 0,1-2-11 16,1 2 13-16,1-1-5 0,2-1 7 0,-1 0-7 15,1 0 0-15,-4 0 2 0,1 0-2 0,-3 0 6 16,3-1-7-16,-3 1 1 0,4-2-2 0,-1 0 10 0,-12 2-6 15,2-2 4-15,-7 2-5 0,-2-2 7 0,1 0-2 16,-4 2-1-16,-3 0 0 0,0-2 2 0,-3 2-8 16,-1 0 6-16,-3 0-6 0,2 0 8 0,1 0-8 15,-1 0-1-15,0-1-3 0,0 1 2 0,-1 0 3 16,1 0 0-16,-2 0 0 0,0 0-9 0,0 0-21 16,-1 0-3-16,-1 0-6 0,0 1-25 0</inkml:trace>
  <inkml:trace contextRef="#ctx0" brushRef="#br0" timeOffset="-18771.99">15922 6706 40 0,'0'0'22'16,"0"0"0"-16,-2-2 23 0,0 0 7 0,0 0-13 16,-2 0-5-16,1 2-11 0,-14-3-5 0,6 1 6 15,-11-2 6-15,7 2 2 0,0 0 2 0,-2 2-1 16,12 0 5-16,-3 0-4 0,3 0 3 0,1 0-4 15,2 0 0-15,-2 0-7 0,-1-1 6 0,1 1-7 16,0 0 1-16,1-2-5 0,-1 0-6 0,0 0 4 0,2 2-2 16,0 0-6-16,1 0-1 0,1 0-2 0,0 0-4 15,0 0 4-15,1 0 4 0,3 0-4 0,4 0 4 0,14 0-4 16,2 0 1-16,4 0-2 0,0 0 1 0,5 0 4 16,2 0-5-16,3-2 5 0,-1 0-6 0,-2 0 5 15,2-1-1-15,0 1-1 0,0-2-9 0,0 0 10 16,4 3-4-16,0-3 8 0,2 0-8 0,5 0 3 15,2-1 0-15,6-1-1 0,3 1-12 0,-1-1 7 16,1 1-1-16,-7 1 4 0,0 0 5 0,-3 2-11 16,-5 0 2-16,-5 1-5 0,-2 1 3 0,-3 0 1 15,-1 0 4-15,2 1-2 0,-1 1-3 0,-1 2 0 16,-1 0-1-16,5 1 2 0,6 1 7 0,-4-1-3 0,7 1-2 16,-5-2 0-16,0-1-3 0,0-1 2 0,1-2 0 15,3 0 2-15,-2 0 1 0,1 0-4 0,-5 0-1 16,0 0-1-16,-2 0-3 0,-1 0 12 0,1 0-3 15,0 0 5-15,0 2-21 0,0 0 16 0,2 0-9 16,-2 2 11-16,2-1-10 0,0 1-1 0,2 0 5 0,0-1-1 16,-6-1 6-16,10 0-6 0,-8-2 2 0,0 2-3 15,2-2 3-15,-9 0-3 0,1 0-3 0,-1 0 1 16,0 0 4-16,-2 0 2 0,-1 0-1 0,-1 0 0 16,-1 0 3-16,-1 0-4 0,-2 2 1 0,0 0-3 15,4 1-5-15,-5-1 9 0,1 2-1 0,0 0 4 16,-3-1-11-16,-1-1 5 0,5 2-1 0,-1-2 2 0,0 0 3 15,-1-2-1-15,-1 0 3 0,-7 0-2 0,4 0 2 16,1 0-6-16,-7 0-1 0,8-2-1 0,-4 0 5 16,2-2 0-16,7 1 2 0,-6-1-1 0,5 0 5 15,1 0-7-15,-8 3 3 0,1-1-4 0,2-2 3 0,-4 2 3 16,-1 0-7-16,-1 0 6 0,-5 2-2 0,1-1-3 16,-3 1 10-16,1-2-6 0,1 0 7 0,-5 2-6 15,5-2-5-15,-6 2 2 0,-1 0-3 0,3 0-6 16,-2 0 2-16,0 0-7 0,0 0-22 0,1 0-58 15</inkml:trace>
  <inkml:trace contextRef="#ctx0" brushRef="#br0" timeOffset="5993.26">20062 6982 22 0,'0'0'15'0,"0"-1"4"0,0-1 25 0,0 0 0 0,0 0-3 16,0 0-8-16,0 0-24 0,0 0 3 0,0 1-7 16,0-1-4-16,0 0 11 0,0 0-4 0,0 0 5 15,0 2 0-15,0 0 28 0,0 0-3 0,0 0 12 16,0 0 4-16,0 0-2 0,0 0 0 0,2 0-2 16,0 0-5-16,0 0-23 0,0 0 8 0,-1 0-11 15,1 2 12-15,0 0-10 0,2 2 0 0,7 12-4 16,2 14 0-16,-2 2-7 0,-3 1 3 0,-3 2-5 0,-1-1-5 15,-2-3 11-15,-2 1-10 0,0-4 9 0,-4 0-17 16,0-2 7-16,1-2 0 0,-1-4 2 0,0-1 2 16,2-6-4-16,0-2 2 0,1-6-1 0,-1 1 15 0,2-2-7 15,0-3 6-15,0 1-8 0,0 0 0 0,-2 2-1 16,0 0-2-16,0-1 2 0,0-1 2 0,0 0-1 16,1 0 0-16,-1-2-1 0,0 0-2 0,0 0 3 15,0-2-3-15,2 0 3 0,0-2-9 0,-2-14 5 16,0-3-5-16,1-1 4 0,-3 0-11 0,0-2 9 15,0-2-2-15,1 0 3 0,-1-4-5 0,-2-1 5 16,1-3-3-16,-1-1 5 0,1 0-4 0,1 5-2 16,0 2 3-16,2 2-3 0,1 0-2 0,-1-2 5 15,2 4-8-15,0 2 6 0,2 3-10 0,-1 4 10 0,3 0 0 16,0 4 2-16,1-2-8 0,1 2 1 0,1 0-1 16,-3 2 1-16,13-1 4 0,1 3-2 0,-1 0 3 15,-2-1-1-15,2 3 6 0,-2-1-7 0,-1 2 3 0,3 2-2 16,0-9 4-16,-2 2-4 0,0 2-3 0,3 1-1 15,-5 2 2-15,0 3 7 0,0 1-5 0,-5 0 4 16,6 0-10-16,-2 0 9 0,1 0-1 0,-4 1 4 16,4 1-6-16,0 2-4 0,2 0 5 0,0-1-4 15,-8-1 6-15,2 2 0 0,2 1-5 0,2 1 2 16,0 1-6-16,-5-3 2 0,-3 0 4 0,3 5 0 0,-1 6 0 16,-1 4 5-16,-1 1-7 0,8-1 5 15,-3 3-2-15,-3 0 8 0,-3 4-5 0,-4-4 4 16,-2 3-12-16,-5-1 3 0,-3-4 6 0,-5 2-2 0,4 1 3 0,-22-7-5 15,-2 1 1-15,1 4 0 0,-1-8 8 0,5 1-5 16,0-1-2-16,1-3-1 0,6-1-1 0,-1 0 7 16,2 1-5-16,3-3 4 0,3-1-7 0,1-1 0 15,4 1 4-15,1-3-4 0,3-1 0 0,1 2 2 16,3-2 4-16,1 0-2 0,2 0 4 0,-4 1-10 16,0 1 1-16,1 0-3 0,1-1 11 0,0 1-5 15,0 0 5-15,0-2-5 0,2 0 2 0,0-1 4 16,0 1-8-16,2 0 7 0,0 0-7 0,0 0 2 15,2 0 1-15,-3-2 0 0,14 5-3 0,-2-1 4 0,2 0-4 16,-2-1 4-16,4 1-5 0,0 2 8 0,1-1 2 16,1 1 1-16,1-1-10 0,4 1 2 0,-1 0 0 15,6-1 2-15,-1 1 3 0,-4-3-2 0,4 3-2 16,-7-2 0-16,1-1 1 0,-2-1-2 0,-3 0 3 0,-6 0-3 16,4 0 6-16,-2 0-6 0,-6-2 0 0,6 2-2 15,-7-2 0-15,-1 0 0 0,3 1-7 0,-4-1 0 16,-3 0-32-16,3 2-21 0,0 0-8 0,-2 0-3 15,0 0-31-15,-1 0-39 0,1-1-21 0</inkml:trace>
  <inkml:trace contextRef="#ctx0" brushRef="#br0" timeOffset="6383.15">20922 7183 360 0,'0'-2'99'0,"0"0"-102"15,0 0 109-15,0-1-51 0,0-8-20 0,0 1-15 16,0 5 4-16,0 1-9 0,0 0-11 0,2 1 6 16,-2 1-11-16,0 0 9 0,0 2-13 0,0 0 10 15,0 2 0-15,0 0 5 0,0 1-4 0,0-1 0 16,-2 20 2-16,-2-1-1 0,-1-1 3 0,-1-1-1 16,-1 1 5-16,-1-1-4 0,1-1 1 0,-3 1-1 15,3-2-7-15,0-1 6 0,-1-1-5 0,1 0 1 16,1-2 6-16,2 0-3 0,1 0 14 0,-1-2-1 0,2 0-1 15,2-1 2-15,0-1-2 0,0 0 8 0,2 0-8 16,0-3 8-16,2 1-2 0,-3-3-5 0,1 0 6 16,17 0-6-16,1 10 3 0,3-2-1 0,-1-5-4 15,6-3 1-15,-2-4-14 0,-2 0 5 0,2-2-8 0,0-2 7 16,2-1-8-16,-2-1 2 0,0-1 3 0,-4-1-2 16,-2 1 2-16,-1-1-5 0,-4 3 0 0,1-3-2 15,-1 1 6-15,-4 1-6 0,-1 1-8 0,-5 1-3 16,-1 2-39-16,-4 0-23 0,6-5 6 0,-1-1-11 15,-3 3 11-15,0-1-9 0,0 1 1 0,-2 1-2 0,0-2 8 16,0 1-26-16,0 1-5 0,-2 0-13 0,2 3-66 16</inkml:trace>
  <inkml:trace contextRef="#ctx0" brushRef="#br0" timeOffset="6741.22">20803 7400 477 0,'0'-2'54'0,"0"0"71"0,0 1-46 0,2-1-21 16,0-2-1-16,0 0-8 0,3-1-22 0,21-3-3 16,0 3-4-16,4-5 3 0,3 5-7 0,3-2 0 15,6-1-6-15,3 3 4 0,3-3-4 0,0 1-4 16,-5 1 1-16,-2 2-4 0,-6 3-2 0,-9-16-1 0,0 4 2 16,-9 7-2-16,-6 3-11 0,-4 1-40 0,1 0-1 15,-6 2-15-15,1-2-31 0,-1 0 11 0,0 0-3 16,-2 0 11-16,-2 1 31 0,-9-1 20 0,-24-6 12 0,-6-1-1 15,0 0 25-15,4-1-9 0,-2-1-1 16,4 2-1-16,0 0 10 0,1 1-5 0,4 5 4 0,3-1-5 16,-1 2-7-16,5 2 10 0,5 0 1 0,1 0 6 15,4 0 13-15,6 0-4 0,1 0-1 0,2 0 1 16,1 0 15-16,-1 0 8 0,2 2 5 0,0 0-2 16,0 0 3-16,2-1-7 0,0 1 4 0,2-2-4 15,2 0 15-15,13 0-7 0,16-3 2 0,6-7-5 16,6-3-4-16,7-3-24 0,5-5 0 0,-3 3-7 15,5-1 3-15,-7 4-39 0,-5 2-34 0,-4 2-13 0,-4 2-192 16</inkml:trace>
  <inkml:trace contextRef="#ctx0" brushRef="#br0" timeOffset="7526.65">24069 5029 138 0,'0'-2'34'0,"0"0"52"15,0 1-36-15,0-1-27 0,0 0 8 0,0 0-14 16,0 0-3-16,0 0 0 0,0 0-2 0,0 1 1 15,0-1-19-15,0 0 16 0,-2 0-9 0,0 0 12 16,0 0-10-16,-1 2-2 0,-5 0 5 0,-8 0-1 16,-1 0 19-16,4 0-2 0,-2 0 6 0,2 0-5 0,-4 2 3 15,2 0 5-15,-1 2-7 0,-1-1 7 0,-2 3-12 16,3 0 2-16,-3 3-3 0,2 0 2 0,1 2-12 0,-3 2 4 16,2 15-4-16,-3 4 4 0,0-3-6 0,3 5 4 15,0-1 0-15,8 1 1 0,0-3-3 0,5 1 12 16,0-6-3-16,-12 0 6 0,6-2 4 0,7-4 1 15,1 3 0-15,2-10-1 0,3 3-10 0,3-3 10 16,1-2-6-16,-3-1 6 0,18-1-15 0,4-5 2 16,2-2 2-16,4-1 0 0,-3 18 1 0,5-8-5 15,5-7-5-15,0-4-2 0,4-6-23 0,3-1-104 16,6-2-29-16</inkml:trace>
  <inkml:trace contextRef="#ctx0" brushRef="#br0" timeOffset="61663.17">3346 12892 18 0,'0'-1'0'0,"0"-1"11"0,0-6 114 0,4-12-33 16,0 1 6-16,1 1-59 0,-1 7-10 0,0-1-19 0,-1 3-2 16,-1 2-1-16,0-1-3 0,0 1 2 0,0 1 3 15,-2 4-1-15,2-3-2 0,-1 1-4 0,1 0 0 16,0 1 2-16,0-1 6 0,0 2 2 0,0 0-6 0,-2 0 6 16,0 2-1-16,0 2-10 0,0 0 10 0,-4 7-11 15,-9 27 4-15,-2-1-1 0,-2 6 0 0,-1 0 1 16,-1-2-4-16,-3 3 7 0,0 3-7 0,-2 1 8 15,22 6-1-15,-24 4 31 0,0 2 1 0,2 5 9 16,-1 0-3-16,-1 2-19 0,-1 0 1 0,4-4-7 16,1-1-6-16,2-10-12 0,5-6 2 0,-6-7-4 15,3-3 3-15,5-6 6 0,-2-4-4 0,11-4 4 0,-3-1-2 16,-1-6 14-16,3-2-8 0,-8-2 8 0,11-3-10 16,0-3 14-16,2-1 5 0,0 0 1 0,-2 2 6 15,0 0-1-15,0-1-6 0,1-1 2 0,1 0-12 16,0 0-9-16,0-2 0 0,1 0-6 0,1-2-5 0,2-2 4 15,2-18 2-15,14-11 0 0,-3-3-4 0,1-10 6 16,1-4-7-16,1-8 5 0,1-10-13 0,-3-5 5 16,3-1 3-16,1-2 0 0,4 1 1 0,2 5-2 15,0-3 0-15,3 5-1 0,1-1 8 0,-1-5-7 16,1 1 1-16,-6 1-2 0,0 7 0 0,0 11 1 16,-4 4-4-16,-3 15 3 0,-3 1 4 0,-3 10-6 15,4 7 3-15,-6 6-5 0,-1 2 5 0,-3 7 0 16,-5-2-1-16,3 1-2 0,-3 3-4 0,2-2-12 0,2 0 5 15,-3 2-8-15,-1 0 17 0,2 2 5 0,0 2 0 16,7 16 0-16,0 13 0 0,-6 6-2 0,-1 6 2 16,-2 0-2-16,-2 1-3 0,0 0 4 0,0 3-3 0,0-5 4 15,0 1 4-15,0-2-7 0,0-3 3 0,0 1-3 16,0 2 0-16,2 1 6 0,2 1-3 0,1 0 3 16,1-1-4-16,-3-3 5 0,1 0 2 0,2 0 1 15,-1-4 3-15,1-6-9 0,-1 1 0 0,1-10-1 16,0 1 10-16,-1-1-10 0,1-2 5 0,-3-1-6 15,1-4 2-15,-2-2 4 0,0-4-4 0,0-2 5 16,0-1 3-16,-2-2-3 0,0-2 2 0,0-1-4 16,0 5-13-16,0-2 7 0,0 3-16 0,0-3 9 0,0 0-47 15,0-3-48-15,-2 3-18 0,2-2-15 0,-13 2-105 16</inkml:trace>
  <inkml:trace contextRef="#ctx0" brushRef="#br0" timeOffset="62208.95">2973 13622 756 0,'0'-2'49'0,"0"0"-2"0,0 1-4 0,-2-1-8 16,2 0-15-16,0 0-25 0,2 0 4 0,2 0-5 16,29-9 4-16,4 0 0 0,0 0-5 0,6-2 8 15,3 0-7-15,5-2 1 0,1 0 9 0,5 0-7 16,-1 0 7-16,1 2-10 0,1 2 4 0,-2 2 1 0,-4 2 0 15,-4 1 6-15,-7 2-2 0,-6 1-2 0,-5-3-1 16,-4 2 1-16,-4 1-2 0,-2-1 2 0,-3 2-1 16,-2 0 13-16,-4 0-10 0,-2 2 4 0,-1 0-7 15,-3 0 10-15,3 0-10 0,-4 0 4 0,-3 0-4 16,1 0 11-16,2 0 6 0,0 0-1 0,-1 0 3 16,-1 2-5-16,0 0-7 0,0 0 4 0,0 2-6 15,-2-1 4-15,0 16-7 0,0 3 1 0,-4 0-3 0,-1 4 2 16,-3 0-2-16,1-1 0 0,-3 4 0 15,1-5 6-15,0 4-5 0,1-4-1 0,1-1 0 0,0-1 4 16,1-4-2-16,2-1 3 0,1-4-4 0,-1 0-6 16,2-4 14-16,0 1 3 0,2-1 7 0,0-2 27 15,0-1-10-15,0-2-4 0,0-1-4 0,0-1-16 0,4 2-11 16,7 3 6-16,6 3-7 0,1-3 3 0,5-3 2 16,-1-4-5-16,6 0 3 0,-2-4-1 0,2-3 2 15,-1-3 2-15,-1-1-2 0,2-4-2 0,2-1 8 16,-2-3-3-16,0 12 4 0,1-19-4 0,-6-2 12 15,3 0-8-15,-10 4 7 0,-3-2-18 0,-2 0 9 16,-5-6-7-16,0 3 8 0,12-1-9 0,-7 4-2 16,-5 2 6-16,-6 2-4 0,-2-1 11 0,-2 7-7 0,-5-1-3 15,5 6-1-15,-24 0 4 0,1 5-11 0,-3 0 4 16,0 5-7-16,2-18 6 0,4 10-6 0,0 3 6 16,4 6-6-16,-1 0 5 0,3 4-14 0,-1 3-6 15,4 1-1-15,0 1-23 0,8-3-29 0,0-1-28 0,5 14-5 16,0-6-113-16,-7 0-60 0</inkml:trace>
  <inkml:trace contextRef="#ctx0" brushRef="#br0" timeOffset="62628.85">4737 13247 406 0,'0'0'102'0,"0"0"-71"0,0 0 97 0,0-2-31 0,0 0-39 15,0 0-14-15,0 2 4 0,0 0-11 0,0 0-21 16,0 0-8-16,0 0-2 0,0 0-1 0,0 0 1 0,0 0-6 16,0 0 3-16,0 0-3 0,0 2 8 0,0 0 0 15,0 0 8-15,0 2-5 0,0-1 4 0,0 22-13 16,0-1 1-16,-4 9-3 0,-2-1 1 0,-3 3-1 16,-2 6 4-16,0 0-3 0,-2 1 3 0,-2-1-3 15,0 0-3-15,2-6 2 0,-2 3 2 0,4-11 5 16,0-1-3-16,2-3 4 0,3-9 6 0,1 1 15 0,1-2-1 15,2-3 5-15,0-1-1 0,2 0-2 0,0 0 4 16,0-1-4-16,0-3-10 0,2 1-9 0,0-2-1 16,0-1-3-16,9 1-9 0,9-2 10 0,3 0-8 15,-1 13 8-15,4-2-11 0,-4-6 9 0,0-3-1 0,1 0 3 16,1-4-8-16,-2 0 4 0,2 0 5 0,0-2 2 16,-3 0 14-16,5-2-5 0,-6 0 0 0,-1 1-1 15,5-3-6-15,-4 1-5 0,1-1 1 0,3-1-2 16,-5-1-3-16,-3 3-2 0,3-3-2 0,-2 1 1 15,-6 1-6-15,5-3 1 0,-1 1-11 0,0-1 5 16,2-2-27-16,-6 2-71 0,0 1-2 0,2-3-35 16,-4 0-109-16</inkml:trace>
  <inkml:trace contextRef="#ctx0" brushRef="#br0" timeOffset="62987.02">5600 12982 171 0,'0'0'41'0,"-2"0"54"0,0 0-22 0,1 0-23 0,-3 0 2 15,0 0-11-15,2 0-12 0,-3 0-9 0,1 0 4 16,2 0-4-16,-2 0 16 0,1 0 38 0,1 0-2 0,0 0 14 16,0 0-11-16,2 0-32 0,0 0-5 0,2 0-8 15,0 0-18-15,7 0 7 0,25-2-2 0,1-2 2 16,4-2-6-16,2-1 0 0,-2 0 0 0,0-1-1 16,0 1-16-16,0 1 4 0,-2 2 2 0,-6 3 2 15,-5-1-4-15,-5 2-3 0,-6 0-3 0,-6 0 0 16,0 0-4-16,0 0-11 0,-5 0-11 0,-2 0-5 15,0 0-95-15,2 2-41 0,-3-1-10 0,1 1-7 0,-2 2-35 16</inkml:trace>
  <inkml:trace contextRef="#ctx0" brushRef="#br0" timeOffset="63121.44">5481 13136 261 0,'0'0'95'0,"0"0"-7"0,-2 0 50 15,1 0-8-15,-1 0-17 0,0 0-52 0,0 0-4 16,2 0-3-16,0 0 0 0,2 0-17 0,2-2-17 15,22-4-5-15,14-3 0 0,5 0-3 0,7-3-8 16,7 1 4-16,3 0-5 0,3-2 3 0,3 0-6 16,-1 0-1-16,-4 2-4 0,-5 2-21 0</inkml:trace>
  <inkml:trace contextRef="#ctx0" brushRef="#br0" timeOffset="76594.79">7407 12269 256 0,'0'0'55'16,"0"-2"-8"-16,-2 0 49 0,0 0 11 0,0-2-32 15,0 1-11-15,0-5-34 0,-1-1 0 0,-1-2-2 0,0 1 3 16,2 5 4-16,-1-3 1 0,-1 3 2 0,0-1 8 15,2 1-14-15,1 1 14 0,-3-3-14 0,4 5 12 16,-2-2-1-16,0 0-6 0,2 2 5 0,-2-1-12 0,2 1-12 16,-2-2 0-16,1 0-2 0,-1 3 3 0,0-1-13 15,0 0 4-15,0 2-6 0,0 0 5 0,0 2-7 16,1 0 2-16,-1 1-3 0,-2 8 9 0,-2 6-4 16,3 2 2-16,1-1-2 0,2-1 9 0,0 2-6 15,0-1 4-15,0 1-4 0,0 5-2 0,2-2 7 16,0 2-6-16,-1-1 5 0,-1-3-16 0,0 2 6 15,0 0-3-15,0-1 6 0,0-3-9 0,0 1 6 16,0-4-3-16,0 2 4 0,-1-1-3 0,-1-6-3 16,0 3 2-16,-2 1-3 0,0-1-4 0,3-1 3 0,-3-1 2 15,2-4 0-15,-2 1 1 0,-1 1-1 0,1-2-7 16,2-3 6-16,-9-2-3 0,-2 0 3 0,-2 0 4 16,4 1-1-16,2 1 5 0,-1-2-1 0,1 5-5 0,2-1 1 15,-2-1 2-15,1-1 1 0,3-2 2 0,1 0-3 16,0 0-5-16,2-2-1 0,0 0 1 0,1 0-1 15,-3 2 1-15,0-1 6 0,0 1 2 0,3 0 2 16,-1 0 4-16,0 0 4 0,2 0-6 0,0 0 5 16,0-1-3-16,2 1-2 0,0 0 8 0,1-2-7 15,18 0 2-15,10-4-9 0,1-3 0 0,1-4-1 0,4 0-1 16,-9 1 2-16,2 1-6 0,-4 2 3 0,-4 1-8 16,2 1 9-16,-1-1-3 0,-5 2 2 0,1 1-7 15,-4-1 7-15,-4 2-2 0,-6 0 1 0,5 0-11 16,-5 0-14-16,1 1-6 0,-3-1-5 0,-1 2-30 0,0 0-91 15,2-4-18-15,0 0-40 0,-4 2-183 0</inkml:trace>
  <inkml:trace contextRef="#ctx0" brushRef="#br0" timeOffset="76881.97">7032 12211 734 0,'0'-2'-7'0,"0"0"50"16,0 0-14-16,0-1 21 0,0-3-19 0,0 1-26 0,0-3 7 0,0 6-11 16,0 0 11-16,0 1 5 0,2-5-8 0,1 0 7 15,-1 1-5-15,17-3 5 0,1 7 7 0,8-5-2 16,2 0 6-16,3 3-11 0,4-3 1 0,2 1-5 15,0-3-5-15,0 4-12 0,-2-1-7 0,-5-14-3 0,-6 8-28 16,0 6-31-16,0 3-5 0,-6 2-13 16,1 0-54-16</inkml:trace>
  <inkml:trace contextRef="#ctx0" brushRef="#br0" timeOffset="77297.68">7838 12376 671 0,'0'0'16'0,"0"0"1"0,0-2 13 0,0 1-13 16,0-1 6-16,-2 0-12 0,0 0-16 0,0 0 9 16,0 0-10-16,0 0 7 0,0 2 0 0,1 0-1 15,-1 0 2-15,0 2 0 0,0 2 6 0,-4 7-6 16,-7 11 5-16,2 1 1 0,0 3 5 0,2-2 5 15,0 2-3-15,1-2-4 0,1-2 2 0,3-1-1 0,0-3 2 16,2 1 5-16,2-3-8 0,0 1 5 0,0-6-4 16,0 0 4-16,0-3-2 0,2-1 2 0,0-1-1 15,-2-4-4-15,2 1 12 0,2 1-10 0,3 2 12 16,10 5 0-16,1-4-7 0,7-1 7 0,1-4-9 16,1-2 2-16,5-4-9 0,-1-3-4 0,3-3-1 15,3-1-4-15,0 0 3 0,-2 0 1 0,-1 0 1 16,-6 0-1-16,-2-1-3 0,-6 3 3 0,-5 0-3 15,0 0-2-15,-6 1 11 0,-1 1-8 0,1-8 11 0,2 0-8 16,-4 0 3-16,-1 0 4 0,-4 0-3 0,-2 1-1 0,-2-1-8 16,-4 2 0-16,1 2-1 0,-1-1 13 0,-25 5-14 15,-5 1 0-15,-3 5-8 0,0-22-16 0,6 12-24 16,-2 8-5-16,3 3-12 0,-1 5-69 0</inkml:trace>
  <inkml:trace contextRef="#ctx0" brushRef="#br0" timeOffset="77715.11">7108 13030 100 0,'0'0'40'15,"-2"0"-3"-15,0 0 26 0,-2 0-3 0,-1 0-3 0,-10 0-9 16,2 0 6-16,-2 0 0 0,4 0 1 0,0 0 5 16,0 0-23-16,3 0 4 0,1 0-11 0,1 0-4 15,3 0-5-15,-1 0 3 0,2 0-4 0,-2 2 0 16,1 0 3-16,1-1 2 0,0 1 1 0,0 0 1 0,2 0 1 15,2 0-5-15,0 0 4 0,1 0-15 0,20 7 5 16,10 0-1-16,6-3 4 0,9-5 6 0,12-1-8 16,5-1-2-16,7-3-1 0,10-3-1 0,-2-1-6 15,-2-1 1-15,-4 0-4 0,-9 1 4 0,2 1-11 16,-2 1 3-16,5 4-7 0,1 2 8 0,1 2-6 16,-7 0 3-16,0 0-4 0,-9 0 5 0,-11-2-3 15,-3 2 0-15,-12-1 0 0,-4-1 11 0,-6 0-7 16,-3 0-1-16,-6 0-4 0,-1 0-24 0,-3 0-17 0,2 0-15 15,-1 0-8-15,-3 0-109 0</inkml:trace>
  <inkml:trace contextRef="#ctx0" brushRef="#br0" timeOffset="80697.39">7373 13511 9 0,'0'0'0'16,"0"0"42"-16,0-2 22 0,-2 0 26 0,1 0 14 16,-1 0-33-16,-2 0-11 0,0-1-23 0,1-1-6 0,1 0-1 15,-2 1-16-15,2 1 14 0,-2-2-3 0,1 2 6 16,1 0-16-16,0 0 11 0,-2 1-9 0,1-1 10 16,-1 0-20-16,2 0 8 0,0 0-1 0,0 0 3 15,0 0 7-15,1 1-7 0,-1-1 1 0,0 0-3 16,0 0-8-16,0 0 7 0,0 0-5 0,0 0 5 0,1 1-10 15,-1-1 6-15,2 0 2 0,0 0 2 0,0 0-1 16,0 0-8-16,0 0 2 0,0 1-3 0,0-1 2 16,0 0-6-16,0 0 1 0,0 2-1 0,0 0 11 15,0 0-7-15,0 2 3 0,2 0-4 0,-1 0 1 0,-1 1-2 16,4 20 4-16,-2 1-3 0,2-2 6 0,-2-2-7 16,1 1-2-16,1 1-1 0,0 4-3 0,1 2 5 15,1-2 1-15,-1 0 2 0,1-2-9 0,0 0 5 16,-3 2-4-16,3 0 5 0,-1-2 7 0,-1 2-8 15,2 0 2-15,-3-2-3 0,-1 2 6 0,0-1-8 16,-2 1 3-16,0-2-5 0,2-2 7 0,0-2-2 16,2-1 0-16,-3-4 0 0,3-2 9 0,0-2-6 15,-2-4 0-15,1 1-3 0,1-1 0 0,-2-3-1 16,0 0 2-16,-2-2-2 0,2-2 9 0,7 7-4 0,0-1 3 16,1-3-4-16,-5-1 13 0,4 0-8 0,-3-2 4 15,1 0-5-15,5-4 7 0,2-5-3 0,-1 7 3 16,0-22-5-16,-1-2-4 0,-1-2 4 0,2 0-2 15,2 0 5-15,-1 1 6 0,1-5-8 0,-2 0 4 16,-2-7-6-16,2 2-1 0,0-9 3 0,2-1-6 0,0-1 6 16,0-6-9-16,0 8 4 0,0 3 0 0,-4 6 0 15,0 6-9-15,-2 6 6 0,-1 3-7 0,-3 4 7 16,1 5-8-16,-4 1 3 0,1 3-1 0,1 4-2 16,0-1-29-16,-4 4-68 0,4-2-17 0,-1 1-32 15,1-1-206-15</inkml:trace>
  <inkml:trace contextRef="#ctx0" brushRef="#br0" timeOffset="81529.11">8266 14025 462 0,'0'0'25'0,"0"-2"-1"0,0 0 8 0,0 0 2 0,0-1-9 16,0-1-14-16,0 0-11 0,0 1 0 0,2-5-2 16,0 1 12-16,-2 5 1 0,0-2 3 0,0 0-1 15,0 3 14-15,0-1 6 0,0 0 2 0,0-2 0 16,-2 0-6-16,0 1-3 0,-1 1-4 0,-18-6 1 15,-3 5-8-15,-4 3-4 0,-5 5 6 0,3 5-7 16,0 1 2-16,3 2-3 0,4 0-5 0,1 0 3 0,5-2-9 16,2 0 10-16,2-7-6 0,4 9 7 0,0-2-12 15,3 0 11-15,3 0-1 0,-3-3 6 0,-1 3-9 16,3-4 7-16,2 1-2 0,0 1 5 0,2-4-3 0,0 1 4 16,2 1-4-16,2-1 2 0,18 0-13 0,10-1 8 15,3 3-4-15,0-3 5 0,-3 1-8 0,-1 3 0 16,-3 0-2-16,-6 1 0 0,1-1-6 0,-5 0 11 15,-3 2-2-15,-2 0 4 0,0 1-6 0,-5-1 14 16,-5-6 6-16,1 1 3 0,-2-2 17 0,0 1-18 16,-2 1-5-16,0-1-4 0,-4 3-4 0,-13 1-5 15,-25 2 0-15,1 0-3 0,-9-2 1 0,-2 3-24 16,1-5 1-16,-1 2-16 0,6-3-51 0,7 1-243 16</inkml:trace>
  <inkml:trace contextRef="#ctx0" brushRef="#br0" timeOffset="82385.31">2531 13019 91 0,'2'-2'22'0,"0"-6"26"0,11-29-4 15,0-2-5-15,3-5 0 0,3 3-4 0,1-4-23 16,1 1 7-16,-1-1-9 0,1-1 11 0,-3 5 13 0,-1 6 6 16,-2 1 7-16,-4 8-2 0,-2 2 13 0,-1 4-11 15,-3 1 8-15,1 2-11 0,-3 2-3 0,-1 4-11 16,0 2-1-16,-2 4-2 0,0 1-8 0,0 2 0 16,2-2-5-16,-2 1 2 0,0 1-10 0,0 0 6 15,0 0-7-15,0 2 5 0,-2 0-10 0,0 2 8 16,0 2-3-16,-9 20 5 0,-3 9-12 0,-1 8 7 15,0 9 0-15,0 8 2 0,4 3-10 0,-2 6 5 0,0 0-7 16,0-1 7-16,0-2-1 0,0-1-1 0,-2 0 9 16,0 4-8-16,0 7-1 0,2 13 1 0,2 8-4 15,-2 11 4-15,0 3-3 0,0-8 2 0,0-3 1 16,2-9 1-16,-2 0 4 0,2 2-4 0,-2 6 4 16,0 1-5-16,4-3 2 0,-1-6-1 0,3-11-2 0,-1-13 0 15,3-8 10-15,-1-3-10 0,1-5 10 0,1-1-11 16,0-2 8-16,2-5-7 0,2-2 2 0,-1-5-2 15,1-3 0-15,0-5-22 0,0-7-4 0,0-5-8 16,0-10-40-16,0-2-19 0,0 2 6 0,0-2-12 16,0-2-27-16</inkml:trace>
  <inkml:trace contextRef="#ctx0" brushRef="#br0" timeOffset="83304.54">2930 12441 647 0,'-2'-2'13'0,"0"0"-4"0,1-1 0 16,-7-12 11-16,3 0-13 0,3 2-9 0,2 2-2 15,2 0 0-15,1 0 1 0,3 0 0 0,-2 1-3 0,18-1 1 16,4 2-1-16,-2-2-3 0,0 0 9 0,0-2-1 15,2 0 5-15,2 0 0 0,0-2 7 0,4 2 0 16,3 0 4-16,0 0 9 0,6 3-4 0,4-1 1 16,7 4-1-16,3-1 0 0,8 1-11 0,2 1 6 0,0 1-6 15,2 1 4-15,0 2-9 0,-2 0 1 0,0-1-1 16,6 1 6-16,5-30-9 0,16 17 3 0,12 12-4 16,4 3 7-16,2 0-6 0,-8 0 2 0,-6-2-3 15,3-2 1-15,14-3-1 0,8 1 0 0,9-1 0 16,-4-1 5-16,-11-3-2 0,-2-2 0 0,4 2 0 15,13-2 1-15,6 4 9 0,-1-1-4 0,-10-4 4 16,-6 1-12-16,1 1 3 0,8-4-3 0,6 6 3 0,-4 1-5 16,-11 0 1-16,-8 0 0 0,-1-1 2 0,9 1-1 15,9 2 5-15,-2-3-3 0,-5 3 2 0,-14-2-6 16,-6-3 0-16,-1 1 1 0,8 2 0 0,3 2-4 0,-1-3 7 16,-10 1-4-16,-17 4 5 0,-5 1-1 0,-11 2 0 15,-7 2 3-15,-1 0-2 0,-1 2 0 0,-5 0 4 16,-1 3-1-16,-5 5 3 0,-3-3 0 0,-5 2-3 15,-5-1 0-15,-4-1-1 0,-6 0 6 0,-8-1-5 16,1 1 6-16,-9-3-5 0,-1 2 6 0,2 1 4 16,-3-5-6-16,-1 11 5 0,1 0-17 0,-4 2 5 15,0 5-5-15,1 4 4 0,-1 2-6 0,0 4 1 16,0-2 4-16,16 4-1 0,-6-3 2 0,-3 5 2 0,-4-1-4 16,-1-1 1-16,-2 3-8 0,2 2 4 0,-1 4 0 15,5 4 1-15,-1 1 0 0,3 8 2 0,1 1 1 16,2 12 0-16,0 6-4 0,2 3 4 0,-1-4-7 15,1-3 5-15,2-6-6 0,0-7 5 0,1 1 3 0,1 1-1 16,-1-2-7-16,5 7 8 0,1 5-6 0,0 7 6 16,-2 5-10-16,1 3 11 0,-5 1 0 0,-1-8 2 15,0-6-14-15,-3-8 8 0,1-1-2 0,0 0 4 16,0 4-5-16,-4 2 6 0,-5 4-2 0,-3 3 5 16,-1 0-1-16,0 2-7 0,-2-5-1 0,-4-12-2 15,-1-5 6-15,-4-11 0 0,-4-4 7 0,-2-6-5 16,-2 1 2-16,-2-5 1 0,16-1-7 0,-23 0 4 0,-2 0-4 15,-2-4 6-15,-1 0-1 0,-1-3 3 0,-1-3-2 16,-3-3-1-16,-3-2 3 0,-7 0-2 0,-6-4-5 0,-8-1 3 16,-3-1-4-16,-7-3 5 0,-3 0-2 0,-1 1 5 15,-2 2-4-15,2 3 3 0,-2-1-1 0,-6 0-5 16,-11 1 8-16,-11-5-7 0,-11 3 6 0,-4-3-5 16,2 1 1-16,4 3-1 0,-2 2 4 0,-17 4-2 15,-11-4 3-15,-6 0-3 0,1 2-3 0,5-2 5 16,-2 2-6-16,-16 0 5 0,-3-5 2 0,1 3-5 15,-4 2 6-15,1-4-5 0,-6 4 11 0,-5 2 6 16,8-2-1-16,-9-4 1 0,2 4-13 0,-4-5 10 16,3 1 0-16,5 0 4 0,-3-3 1 0,-3-2-12 15,1-1 2-15,10 3-5 0,2-2-5 0,-2 3 2 0,-2-3-5 16,8 3 3-16,5 3-6 0,5 3-83 0,1 1-10 16,3 3-46-16,10 5-228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30:00.6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17459 7463 6 0,'0'0'0'0,"0"0"27"16,0 0 5-16,0-2 15 0,0 1 1 0,0-1-21 0,0 0 0 16,0 0-24-16,2 0 6 0,0 0-8 0,0 0 7 15,-1 1-10-15,1-1 2 0,0 0-4 0,0 2 7 16,0-2-1-16,0 2 5 0,0 0-4 0,-1 0-4 0,1 0 7 15,2 0-6-15,-2 0 9 0,2 0 4 0,-1 0-12 16,1 2 8-16,0 0-9 0,-1 0 2 0,1-1-3 16,0 3 0-16,0 0-1 0,1 5 8 0,3 2 10 15,-3 2 3-15,1 2 2 0,-3 0 9 0,3 0-20 16,-2 0-1-16,-1-2-6 0,1 2 3 0,-2-2 0 16,0-2 1-16,0 4-2 0,0-6-5 0,-1 4 3 15,1-4-4-15,0-1 2 0,0 1-8 0,0-2 10 16,-2-1 1-16,0-1 3 0,2 1-1 0,-2-4-3 0,0 3-2 15,0-1 0-15,0-2-2 0,2 4 16 0,-2-3-4 16,1 1 7-16,1 0-15 0,0-1 9 0,2-1 4 16,0 0 0-16,-3-2-10 0,12 2 10 0,0-2-13 15,2-4 14-15,4-3-5 0,-2-4-4 0,3 7 7 0,4-16-9 16,-2-3 1-16,3 3-5 0,2-4 3 0,3 0-2 16,5 1 5-16,4 1-4 0,4 0-1 0,13 1-2 15,-2-1 2-15,7 2-3 0,0-1 6 0,-5 1-4 16,1-1 13-16,-1 1-12 0,-6-1 1 0,-1 3-4 15,-1-1 1-15,-2 3-1 0,3-1-5 0,-7 2 1 16,5 0-14-16,-1 6-109 0</inkml:trace>
  <inkml:trace contextRef="#ctx0" brushRef="#br0" timeOffset="1919.56">15578 15055 5 0,'0'0'13'0,"0"0"8"0,0-1 32 15,0-1 3-15,0 0 2 0,-2 0-8 0,0 0-11 16,2 0 0-16,0 0 1 0,0 1-9 0,0-1-11 16,0 0-8-16,0 0-1 0,0 0-10 0,0 0 3 15,0 0 9-15,0 1-5 0,0-1 7 0,0 0-9 16,2 0-1-16,0 0-1 0,0 0 8 0,0 2 3 15,0 0-4-15,0 0 4 0,-1 0-6 0,1 2 1 0,0 0 4 16,0 2-2-16,2 9 6 0,-1 3 4 0,1 7-6 16,-2 1 3-16,-2-7-13 0,0 3 11 0,0-5 0 15,0-6 2-15,0 6-2 0,0-4 14 0,0 0-10 0,0 2 10 16,0-3-14-16,0 3-2 0,0-4 1 0,0 0-2 16,0 4-6-16,0-4 2 0,2 3 1 0,0-3 0 15,0-2-8-15,1 4 9 0,-1-3-9 0,2 3 8 16,0 0-12-16,-3-5 6 0,5 3 5 0,-6-7-1 15,6 2-4-15,10-3 9 0,7 14-2 0,1-5 7 16,4-5 20-16,7-5-9 0,6-7-1 0,1-8-4 16,10-9-10-16,10 9-6 0,5-37 3 0,12-9-5 0,7-12-5 15,25-9-24-15,25-5-12 0,23-4-11 0,14-3-89 16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30:11.08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20989 6880 22 0,'0'0'0'0,"0"0"12"0,0-2 20 0,0 1-1 0,0-1 7 15,0 0-11-15,0 0-15 0,0 0 0 0,0 0-3 16,0 0-16-16,0 1 7 0,0-1 0 0,0 0 2 16,0 0-7-16,-2 0 5 0,0 0-1 0,0 0 5 15,0 1 6-15,0-1-5 0,1 0 1 0,-3-2-4 16,0 0-5-16,2 4 22 0,-5-5-9 0,-1-4 14 16,1-3-9-16,0 5 12 0,-1-4-4 0,1 2 3 0,1-1-20 15,-1-1 10-15,-1 4-2 0,1 1 3 0,-2-1-13 16,-1 1 2-16,1 2-8 0,0 1 4 0,-2-1 1 0,-2 2-5 15,-2 0 4-15,0-9-5 0,0 2 11 0,-2 2-13 16,4 1 8-16,-7 0-7 0,1 3 14 0,3 1-8 16,-7 0-2-16,8 2-1 0,-5-2 7 0,1 2-11 15,3 0 11-15,-1 0-12 0,2 0 8 0,-2 0 2 16,3 0-3-16,-3 0 2 0,2 0-3 0,2 0 0 16,-4 0 2-16,4 2-1 0,-3 0 1 0,3 0-2 15,2 1 0-15,-1 1 1 0,-1 2 1 0,0-1 0 16,-1 5-6-16,-5 1 3 0,2-10-7 0,1 18 6 0,1 3 2 15,-2 2 0-15,4 2 4 0,0 2-1 0,-2 0 0 16,4 0 0-16,0-2 2 0,0 2-13 0,0-6 6 16,3-1-7-16,-1 1 17 0,3 0-8 0,3 0 3 15,-1-1-4-15,0-4 2 0,0-1 0 0,3-3 1 0,-11 4-2 16,3 0-1-16,2-2-3 0,1-2 1 0,2 0 1 16,1 3 12-16,1 1-12 0,2-2 5 0,0-2-7 15,0 0 3-15,0 0 6 0,2 0-4 0,0 0 6 16,-1 0-5-16,3-2 6 0,0 0-4 0,1 2 5 15,1 0-5-15,1 2-3 0,1 0 3 0,-1-2-3 16,3 2 0-16,-1-2 3 0,0 0-2 0,0 0 2 16,-5-2 7-16,9 0-3 0,4 0 3 0,-2-2-3 15,3 1-1-15,1-1 0 0,-1 2 5 0,1-2-4 0,3 2 3 16,2-1-8-16,-1-5 1 0,1 6-3 0,-7-5-1 16,3 3 4-16,-3 1 1 0,-2-9 2 0,5 7-3 15,0-3-3-15,-1 3-2 0,3-4 2 0,-3-3 4 0,-1 1 4 16,3 13-3-16,-1-6 3 0,1-1-3 0,-3-3-6 15,1-1 5-15,1-2-5 0,-1-2 8 0,1 0-9 16,1 0 4-16,-3-2-4 0,3 0 2 0,-3-1 4 16,1-3-6-16,-1 0 5 0,1-1 1 0,1-2-5 15,-1-1 4-15,1-1-5 0,1-2 1 0,-3 0 5 16,1 0-2-16,3 11 4 0,-5-11-8 0,1 0 4 16,1-1-3-16,-8 1 5 0,6-2-2 0,-8 2 4 15,-1-2 0-15,1 2 2 0,-2-2-3 0,1 0-4 16,1 2 2-16,-2-2-2 0,3 0 4 0,-7-1 3 0,10-3-7 15,-2 1 5-15,-3-1-1 0,-1-1-4 0,1-1 14 16,-3-1-10-16,-3 0 17 0,-2-2-2 0,-2-8-4 16,-1 2 1-16,-3-3-1 0,-3-2-1 0,-1-1 4 0,-1-1-4 15,-4 2-4-15,-1-2 11 0,-1 3-3 0,0 3 6 16,3 5 0-16,12 3-12 0,-26 1-3 0,0 5-3 16,2 3-11-16,0 2 3 0,0 3-3 0,-2 5 3 15,0 1-7-15,0-14-14 0,-5 6-23 0,1 7-5 16,-3 6-139-16</inkml:trace>
  <inkml:trace contextRef="#ctx0" brushRef="#br0" timeOffset="1795.02">12195 6910 5 0,'-2'-2'0'0,"1"2"3"0,-25-2 39 16,0-18 2-16,-2 3 9 0,-2 0-14 0,6 3 1 15,-8 2-18-15,3-1-4 0,4 4 0 0,-6 0-8 16,1 3 1-16,0 1-1 0,-1 3 1 0,1-17-11 0,2 8 3 15,2 6-1-15,-2 5 0 0,-1 1-9 0,1 5 10 16,0 3-7-16,-2 4 8 0,-1 4-3 0,-3-15-3 16,-1 28 3-16,0 3-3 0,-2 2 8 0,0 2-6 15,-4-1 5-15,4-1-5 0,1-3 1 0,1 1-1 16,7-1 2-16,2-5-1 0,0-1-7 0,8-3 9 16,-3-1-6-16,8-2 9 0,0 3-6 0,4-1 1 15,1 2 1-15,3-2 1 0,-1 1 7 0,4 1-6 0,1 2 8 16,-16 0-8-16,6 2-4 0,5-1 4 0,6 3-8 15,2 2 9-15,2-3 2 0,3 5-7 0,1-1 4 16,5 1-6-16,1 3 2 0,-1-4 8 0,4 3-3 16,0-5 5-16,1 1-14 0,-8 3 4 0,16-2 1 15,-2 1 1-15,4-3-5 0,-2-6 5 0,3-3-7 0,5 0 9 16,-4-3 0-16,1-1-6 0,1-1 7 0,-4-2-6 16,-1-2 3-16,3 0 9 0,-2-4-9 0,5-2 9 15,5 1-14-15,-3-1 7 0,4-3-4 0,0 2 5 16,3-5-10-16,7 1 6 0,-1 22 3 0,-3-11 1 15,5-5 9-15,-4-4-19 0,-3-4 8 0,3 0-9 16,-9-4 12-16,1 0-5 0,-5-1 3 0,-3-3-2 16,-1-1 8-16,-3 0 0 0,2-3-8 0,-4 1 5 0,4-4-5 15,0 1 5-15,0-3-3 0,2 13 1 0,1-20-5 16,3-4 2-16,1 0 5 0,-2-1-3 0,1-8 5 0,-3-4-1 16,1-4-5-16,-1-5 2 0,-3 0-4 0,-2 0 12 15,0 1 3-15,-3 3 1 0,3 3-6 0,-2 1-3 16,-8 3-6-16,1 0 5 0,-8 3 2 0,1 3 1 15,10-2 0-15,-7-4-1 0,-9-2 10 0,-8-4 22 16,-7-5 1-16,-10-4 5 0,16-9-4 0,-47-2-16 16,-9 4-8-16,-8 7-3 0,-5 8-16 0,-2 12-28 15,-4 6-5-15,-13 15-16 0,-13-22-79 0</inkml:trace>
  <inkml:trace contextRef="#ctx0" brushRef="#br0" timeOffset="10588.57">18376 3729 1 0,'0'2'0'0,"0"0"1"16</inkml:trace>
  <inkml:trace contextRef="#ctx0" brushRef="#br0" timeOffset="10793.8">18321 3780 65 0,'0'0'20'0,"-2"0"31"16,0 0 11-16,0 0 6 0,0 0-2 0,0 0-1 15,0 0-23-15,1 0-12 0,1 0 1 0,0 0-7 0,0 0-16 16,0 0 6-16,1 0-3 0,1 0 4 0,2 0-2 16,9-2-4-16,9-4 4 0,1 1-3 0,1-1 3 15,0 0-5-15,0 1-4 0,2-1 1 0,0-1-3 0,-2-1-5 16,2 3 4-16,-5 1-5 0,1-1 8 0,-4 1-2 16,3-2-2-16,-5 3 1 0,1-1 1 0,-2 0 1 15,-2 2-1-15,-2 0-1 0,-3 2-3 0,-5 0-1 16,-1 0 4-16,0 0-2 0,2 0 6 0,-1 0-11 15,1 0 4-15,-2 0-6 0,0 0 8 0,0 0 0 16,0 0-7-16,-2 0 2 0,0 0-19 0,-2 0-7 16,0 0-8-16,-2 0 0 0,0 0-33 0,-5 0 4 15,-4 0 4-15,2 0-1 0,2 0-11 0</inkml:trace>
  <inkml:trace contextRef="#ctx0" brushRef="#br0" timeOffset="11116.52">18371 3997 16 0,'0'0'4'0,"0"0"-11"0,-2 0 9 0,0 2-6 0,-2 0 3 15,1-2-1-15,-7 3 4 0,-5 3 0 0,6-2 11 0,5-4 21 16,1 0 4-16,-1 1 11 0,0 1 41 0,2 0-22 16,1 0 6-16,-1 0-12 0,2 0-3 0,0 0-21 15,2-1-4-15,1-1-7 0,18 2-18 0,7-2 4 16,1 0-3-16,1 0 3 0,3-2 0 0,3-1-3 16,1-1-3-16,0 0-1 0,-2 2-6 0,1 2 3 15,-1 0 1-15,0 0 0 0,0 0-4 0,-3 0-68 16,1 0-40-16</inkml:trace>
  <inkml:trace contextRef="#ctx0" brushRef="#br0" timeOffset="13569.98">19637 3219 65 0,'0'0'20'0,"0"-2"-5"0,0 0 23 15,0 0 8-15,2 0-6 0,0-1-4 0,-2-3-12 0,3-5-3 16,-1 0-1-16,0 0-10 0,0 0-4 0,0 3 2 16,0-1-1-16,0 1 4 0,-1 3-6 0,1-1-4 15,-2 4 2-15,2-3 4 0,0 1-11 0,0 0 9 16,0 1-10-16,0-1 6 0,-1 2-1 0,1 0-5 0,-2 0 3 15,0 1-4-15,0-1 14 0,0 2-3 0,0 0 7 16,-2 2-12-16,1-1 10 0,-1 3-4 0,-4 17 5 16,-12-3-9-16,3 3 2 0,0-1 1 0,0 0 0 15,6 3 1-15,-4 1-4 0,0 2-3 0,2 0 0 16,-2 4-7-16,5-3 12 0,1 1-2 0,1 0 6 16,2-2-8-16,3 0-4 0,-16 0 2 0,6 0 0 15,3-2 16-15,5-3-1 0,1-1 6 0,0 2-5 0,2-5 8 16,0 2-4-16,2-3 5 0,-2-10-2 0,3 5 10 15,-1-5-10-15,-2-5 0 0,4 3-3 0,2 0-3 16,10 3-4-16,1-3 0 0,0-4-1 0,-1-2 0 0,-1-3-14 16,2-3 3-16,2-3-7 0,-5 7-1 0,7-18-22 15,1 2-30-15,-1-3 2 0,1 1-102 0,0 2 27 16,-3-1 14-16</inkml:trace>
  <inkml:trace contextRef="#ctx0" brushRef="#br0" timeOffset="13945.6">19988 3434 76 0,'0'0'27'0,"0"0"-5"0,0 0 16 0,0 0 5 0,-2 2-9 16,0 0-12-16,0 2 4 0,-1 5-13 0,-7 10 8 15,-1 7-22-15,2-2 1 0,0 2 7 0,-1 3-3 16,5-3 12-16,-1 0-15 0,2 2 7 0,3-6-8 15,-1-1 20-15,2-3-2 0,0-3 12 0,0-2-7 16,0 0 20-16,0-3-2 0,2-1-4 0,-1-5 3 16,-1-3-1-16,2 3 3 0,0 0-1 0,0-4 1 15,9 7-15-15,0-1 9 0,2-2-3 0,-2-4 6 0,2-2-6 16,4-4-8-16,-2-3 2 0,0-2-4 0,2-21-3 16,-4 2-6-16,0-1 4 0,-4 1-4 0,2-1 9 15,-2 1-5-15,-5 2-10 0,0 4 4 0,-2 4-13 0,11 1 4 16,-6 4 1-16,-3 2 1 0,-2 2-3 0,-2 2-2 15,0 1-4-15,0 5-1 0,-2-1-15 0,-2 2 8 16,-18-13-6-16,-2 6 4 0,-4 3-22 0,0 6 10 16,-6 0-5-16,8 4 5 0,-1 2-21 0,-1-1-2 15,4 1-9-15,-6 1 2 0,6 1-32 0,5-3-25 16,6 1 0-16</inkml:trace>
  <inkml:trace contextRef="#ctx0" brushRef="#br0" timeOffset="14294.89">20064 2801 219 0,'0'0'36'0,"0"0"-8"16,0-2 52-16,0 0-1 0,0 1-1 0,0-3-38 0,2 0-9 16,-2 0-8-16,0 3 1 0,2-5-11 0,0 2-8 15,-1 1 2-15,1-1-4 0,2 2-1 0,0 0-3 16,-1 0 1-16,1 0-1 0,0 1 0 0,0 1 4 15,-1 0-5-15,-1 1 4 0,0 1-3 0,2 6 2 16,1 16 2-16,-3 6-1 0,-2-1-4 0,-5 3 0 16,-5 3-9-16,-1-2 2 0,-4 5-32 0,0-1-61 15,2-8-6-15,-1 3-20 0,1-6-22 0</inkml:trace>
  <inkml:trace contextRef="#ctx0" brushRef="#br0" timeOffset="14964.96">19321 4132 119 0,'0'0'37'15,"-2"-1"68"-15,1-1-76 0,-1 0-12 0,0 0-3 0,0 0-4 16,-2 0-17-16,1 0 7 0,-1 1 0 0,0 1 4 15,2 0 0-15,-1 0 0 0,-5 0-1 0,4 0 1 16,1 0 0-16,-1 0-5 0,0 0-1 0,1 0-1 16,1 0 4-16,-2 0 7 0,0 0 6 0,1 0-2 15,1 0 22-15,0 0 4 0,0 0 1 0,0 0 1 0,0 0 3 16,1 0-10-16,-1 0 4 0,2 0-6 0,0 0 5 16,2 0-8-16,-1 0 1 0,5 0-4 0,25-2-16 15,7-2-3-15,4 0 1 0,10 1-1 0,6-1-4 16,11 0 5-16,5-1-7 0,2-3 6 0,8 3-9 0,-10-1 3 15,-4 0 0-15,-7 1 4 0,-5-1 5 0,-4 3-12 16,-2 1 8-16,-2 0-9 0,0 2 10 0,0-2-2 16,-1 2-3-16,-1-2 3 0,-7 0-2 0,-6 0-2 15,-3 1 1-15,-5-1 0 0,-1 0 3 0,-7 0-3 16,-2 0-1-16,-6 0 0 0,-6 2 2 0,5-2 3 16,-5 2-2-16,-3 0 0 0,2 0-15 0,-1 0-31 15,1 0-24-15,0 0-12 0,0 0-169 0</inkml:trace>
  <inkml:trace contextRef="#ctx0" brushRef="#br0" timeOffset="19116.24">16492 6780 27 0,'0'0'14'0,"-2"0"-10"16,0 0 13-16,0 0-3 0,0 0-1 0,0 0-3 15,1 0 6-15,-3 0-6 0,2 0 3 0,-7-2-13 0,1 0 6 16,1 0-6-16,-1 1 4 0,1-1-4 0,-2 0 0 16,-2 0-1-16,1 0 12 0,-1 0-8 0,2 2 4 15,-2 0-7-15,0 0 0 0,1 0 3 0,1 0-8 16,0 0 7-16,-2 0-1 0,1 0-3 0,1 2 9 0,0 0-7 15,-1 0 4-15,3 0-5 0,-2 0 0 0,-1 1-1 16,3-1 2-16,0 2 2 0,-1 0-1 0,1-1 3 16,-1 1-2-16,1 2-1 0,1-1-1 0,-3 12 0 15,0 0 0-15,-1 1-4 0,-3 6 4 0,4 0-4 16,-2 1 3-16,2 4 6 0,-1 1-6 0,-4-4 6 16,1 4-3-16,2-4-2 0,-1-2 3 0,3 0-3 15,0-4 0-15,1 3 2 0,-1-8-6 0,0 3 4 16,7-3-1-16,-7-4 1 0,-1 8 1 0,7-6-1 0,1 2 1 15,0-1 1-15,2-1-1 0,0 2 0 0,0-2 1 16,0 2 0-16,4 2 4 0,1-1-3 0,3 3-3 16,-1 0-1-16,2-1 1 0,3 4 0 0,-1 1 12 0,0-3-11 15,2 2-1-15,0 1-3 0,0-3-5 0,2 4 11 16,-2 0-4-16,0-1 5 0,0-1-13 0,0 0 9 16,0-1 0-16,-2-5 4 0,0 1 2 0,-9-4 0 15,13-4 0-15,1 1 0 0,-1-5 6 0,4 8 0 16,1-3 5-16,2-5-3 0,3-3 10 0,2-2-19 15,5-6 9-15,0-3-13 0,1-4 4 0,6-4 6 16,-11 4-11-16,5-5 9 0,-1 1-8 0,-8 2-3 16,6-3 6-16,-4 1-5 0,-2 0 5 0,-2 2 7 0,-9 14-12 15,4-16 8-15,-6-2-12 0,0 3 10 0,2-3 4 16,-2 2 0-16,0-1 5 0,-1 1-5 0,-3-2 5 16,2 3-2-16,-3-1 22 0,-1 0-11 0,1 1-1 15,-4-1-4-15,0-2 0 0,0 1-1 0,12-3 1 0,-4 3-3 16,-3-3-2-16,-3-3-1 0,-2 0 2 0,-2-9-1 15,-4-4 8-15,-5-4-1 0,-2-2 6 0,-2-2-2 16,-2 5 26-16,-2-5-11 0,-2 6 7 0,3 7-10 16,-3 1-10-16,15 7-4 0,-16 1-5 0,-6 5 3 15,6-1-1-15,-4 6-20 0,-2 2 5 0,0 4-9 16,-6 1 6-16,2-12-6 0,2 7 1 0,-3 5-4 0,-1 4-7 16,-1 6 4-16,-2 5-9 0,-1 4 7 0,3 4-16 15,3-15-24-15,2 27-5 0,2 5-10 0,6 3-56 16</inkml:trace>
  <inkml:trace contextRef="#ctx0" brushRef="#br0" timeOffset="20328.13">19717 4489 29 0,'0'0'11'16,"0"-2"-3"-16,0 0 8 0,0-2 8 0,0 1-7 16,0-12 3-16,0 0 8 0,0 2-6 0,0 0 6 15,0 2-10-15,0 0 4 0,2 0 2 0,-2 1 2 16,2 1 18-16,-2 0-1 0,1-1-11 0,1 3 5 0,-2 1-10 16,2 1 2-16,-2 1 6 0,0 0-6 0,0 1-2 15,2-1 13-15,0 0-5 0,0 1 4 0,0-1-27 16,-1 2-2-16,-1 0-6 0,0 0 4 0,0 0-18 0,0 2 12 15,0 0-5-15,0 2 8 0,0 0-5 0,0 2-6 16,0 3 4-16,0 16-7 0,0 3 7 0,0 1-2 16,0 1 4-16,2 4-1 0,-2-1 1 0,0 3 0 15,0-3 0-15,-2 5 1 0,1-5-1 0,-1-3 1 16,2-2-1-16,0-4 3 0,0-3-8 0,0-2 6 16,0 1 0-16,0-5 4 0,0 2 1 0,2-4-11 15,-2 0 5-15,0-1-5 0,0 1 17 0,1-2-13 16,-1 0 4-16,2 1-4 0,0-5 9 0,0 1-8 0,0-3-2 15,-2-1-1-15,2 2 4 0,0 0 18 0,-1-1-1 16,1 1 7-16,0-2-3 0,0 0 4 0,0 0-3 16,0 0 2-16,0-1-9 0,1 1 3 0,1-2-2 15,0 0 2-15,-1 0-2 0,10-2-4 0,2-3-5 0,0-3 3 16,0-1 5-16,0 2-7 0,0-19 9 0,0-4-9 16,3-5 3-16,1-8-4 0,-3-3 0 0,5-8-3 15,-5 0-6-15,1 2 1 0,0 2 0 0,-2 7 3 16,-2 4 1-16,-2 6-1 0,2 3-2 0,-2 6 2 15,0 2-1-15,0 5-2 0,0 2 1 0,-1 4-1 16,-3 0-3-16,1 3 3 0,-5 3-4 0,1 1 3 16,0 2-9-16,-2 2-2 0,1-2-1 0,-1 2 0 0,2-2-10 15,0 1-38-15,-1-1-6 0,-1 2-15 0,0 0-75 16,0 2-68-16</inkml:trace>
  <inkml:trace contextRef="#ctx0" brushRef="#br0" timeOffset="20885.59">20213 4615 374 0,'0'-2'53'0,"0"0"-4"0,0-1 24 0,0-14-7 15,0 2-8-15,0 4-28 0,0 7-23 0,0 1-2 16,0 1-7-16,0-2-4 0,0 2 4 0,0 0 3 15,0 0 0-15,0 2-2 0,-2 2-4 0,0 0-2 16,-2 11 3-16,-3 9 5 0,-1 4-2 0,1 2 1 0,1-7-3 16,-1 3 3-16,-2 0 0 0,-1 0 3 0,1-2-2 15,2-3 5-15,-1 0-9 0,1-3 3 0,1-1-4 16,1 0 8-16,1-6-3 0,0 0 1 0,2-3-2 16,0 0 0-16,2-5 8 0,0 1-3 0,0 0 5 15,-1 2-8-15,-1 0 25 0,0-1-4 0,0 1 9 16,0-2-10-16,2 0 0 0,0 0-5 0,0-1 3 0,0 1-3 15,0 0-6-15,0 0 4 0,0-2-5 0,2 0 2 16,0 0-10-16,0 0 4 0,0-2-6 0,-1 0 1 16,3 0 1-16,0 1-1 0,9-9 1 0,2-1-1 0,-2 4 4 15,2-3-2-15,1-1 1 0,1 2-4 16,0 2-2-16,-1-1-2 0,1 1 1 0,2 1 3 0,1 3-5 16,-1 1 0-16,-3 2-4 0,3 2 1 0,-6-1-1 15,6 3 7-15,-10 0-5 0,0-1 16 0,2 3-8 16,-5-2 0-16,3 3-1 0,0 1 5 0,-5-7-4 15,0 9-1-15,-2-1-3 0,3-2 0 0,1 1 4 16,-4-3 3-16,0 3 0 0,-2-1-2 0,0-1-4 16,-4 1 7-16,-2 1-5 0,-14-3 9 0,-8 1 1 15,-2-2-7-15,6-1 6 0,-2-1-5 0,6 0 6 0,3 9-1 16,0-2 2-16,1-1-7 0,1-4 3 0,0-1-1 16,2-1 1-16,2-2-3 0,3 0 0 0,1 0-1 15,3 0 0-15,-1 0-4 0,1 0-3 0,0-2-11 16,0 0 1-16,3 1-67 0,-1-1-47 0,0 0-14 0,0 0-13 15,2 0-66-15</inkml:trace>
  <inkml:trace contextRef="#ctx0" brushRef="#br0" timeOffset="21402.44">20690 4936 550 0,'0'-2'22'0,"0"1"43"0,0-1-48 0,0 0-15 15,0 0 0-15,0 0-3 0,0 0-3 0,0 0 6 16,0 1 1-16,0-1 1 0,0 0-7 0,2 0-1 16,-1 2 1-16,1 0 0 0,0 0 11 0,0-2 6 15,0 0-2-15,2 0 1 0,-3 2 1 0,9-3 6 16,1-3-1-16,2 1 0 0,0-1-18 0,0-1 8 0,2-1-2 15,-2 1 4-15,0-1-1 0,-2 1-2 0,2-2-2 16,-2-1 2-16,-2 5 2 0,1-10 7 0,-1-2-2 16,-2-1 3-16,1 5-13 0,-3 0 5 0,-1 0-1 15,2 0 2-15,-5 2 5 0,9-1 4 0,-7 7 1 16,1-3-1-16,0 1-11 0,-4 5-11 0,2-2-7 16,0 3 1-16,-2-1-1 0,0 0 4 0,-2 0 4 0,0 0-4 15,-2 2-10-15,0 0 15 0,-14 4-6 0,1 1 10 16,0 1-2-16,1 0-4 0,1 1 0 0,2-1-3 15,-2 1 7-15,2 0-2 0,0 1 0 0,2-3 0 16,0 1 2-16,1 0 0 0,-1 1 0 0,4-3-1 16,-1 1-2-16,3-3 1 0,1 7-1 0,-1 3 0 0,1-1-3 15,0 0-1-15,-1 0 1 0,3 0-1 0,0-2 5 16,-6 1 3-16,1 1-3 0,1-2 3 0,1 0-3 16,1-1-3-16,2 1 5 0,0-2-4 0,2 1 3 15,0-1 5-15,0 1-2 0,2-1 4 0,2-1 5 0,2-1-6 16,16-1 3-16,0-2-4 0,0 13 5 0,6-2-9 15,2-6 6-15,5-3-7 0,2-4 8 0,-1 0-7 16,5-2-3-16,-1-2-1 0,1-1-3 0,8-1-123 16,3 1-22-16</inkml:trace>
  <inkml:trace contextRef="#ctx0" brushRef="#br0" timeOffset="22993.67">21453 3928 256 0,'0'0'-62'0,"-2"0"34"0,0 0-13 0,0 0 0 16,-1 0 48-16,-5 0-3 0,-9 4-1 0,1 1 0 16,-7 3 1-16,3-3 5 0,1 1 2 0,5 0-4 0,1-3 2 15,-2 3 0-15,2-1 22 0,5-3 6 0,5-2 4 16,-1 2 23-16,0 0-6 0,0 0 2 0,3 0-8 16,-1 0-27-16,0-1 5 0,0 1-13 0,0 0 10 15,2 0-18-15,0 0 4 0,0 0 3 0,2-2-2 16,0 0-9-16,0 0 1 0,1 0-3 0,1 0 4 15,0 0-1-15,-2 0-3 0,1 0 5 0,1 0-3 16,-2 0 5-16,0 0 0 0,0 0-2 0,0 0 3 0,-2 0 3 16,0 0 1-16,-2 0-7 0,0 0 4 0,-2 0-3 15,2 0 11-15,-14 2 6 0,4-1 0 0,9-1 14 0,-3 0-12 16,2 0-1-16,1 0-3 0,-1 0-12 0,0 0-4 16,1 0 4-16,1 0-5 0,0 0-7 0,0 0-57 15,0-1-31-15,2 1-26 0,0-2-261 0</inkml:trace>
  <inkml:trace contextRef="#ctx0" brushRef="#br0" timeOffset="24141.75">21965 3256 125 0,'0'-2'52'0,"0"0"-25"16,2 0 43-16,-2-1-12 0,6-16-47 0,-3 4-1 16,5-5 1-16,-3 1 0 0,1 1 1 0,0-3-11 15,-3 6 6-15,3 1-7 0,-1 1 7 0,-1 3 0 0,0-5-5 16,-2 6 3-16,0-2-4 0,-1 4 9 0,1 1 12 15,0-1-2-15,-2 1 26 0,0 0-15 0,0 5 0 16,2-3-6-16,-2 0-9 0,0 0-9 0,0 1-5 0,0 1 0 16,0 0-2-16,0 0 0 0,0 2 0 15,0 0-1-15,0 0 5 0,0 2-10 0,0 0 6 0,0 2-8 16,0-3 12-16,0 18-4 0,0-2 2 0,0 5-2 16,0-5 1-16,-2 3-3 0,0 1 2 0,0-1-2 15,-1 0 3-15,-1 1 1 0,0-1-4 0,2 1 2 16,1-1-1-16,-1 1-1 0,0 1 2 0,0-2-1 15,0 3 6-15,0-1-2 0,0-2-1 0,1 3-1 16,-1-3 0-16,2 2-2 0,0-1 2 0,0-1-2 0,2 4 2 16,1-5-1-16,1 1 6 0,0-3-4 0,-2-6 6 15,1-2-1-15,1 4-4 0,-2-9 4 0,2 3 5 16,-1-1 9-16,1-2-4 0,-2-4 3 0,9 7-7 0,4 1 2 16,-6-5 5-16,0-1-3 0,3 0-1 0,-1-2-6 15,4 0 0-15,-2-4-1 0,-2-1 4 0,0-3-5 16,6 6 8-16,-3-20-7 0,-1 0 16 0,0-2-7 15,-1 0-5-15,1 0 1 0,1-2-1 0,1 0-5 16,-2-2 3-16,0 4-6 0,2-2-1 0,-2 1 4 16,0 3-2-16,-2 0 3 0,0 1-7 0,-1 3 3 15,-1 1-5-15,-3 0 3 0,1 4-7 0,-3 0 7 0,1 2-3 16,-1 2 6-16,-2 3-5 0,0 1-4 0,0 3 3 16,1-2-4-16,1 1 1 0,0-1-1 0,-1 2 0 15,-1 0-1-15,0 0-12 0,0 0-5 0,0 1-3 16,0 1-1-16,0 0-25 0,-1 1-3 0,1 1-13 0,0 0 6 15,0 2-32-15,-2 0 6 0,2 9-15 0</inkml:trace>
  <inkml:trace contextRef="#ctx0" brushRef="#br0" timeOffset="24640.63">22708 3327 233 0,'0'0'27'0,"0"-2"48"0,0 0-37 16,0 0-18-16,0 0 3 0,0 0-11 0,0 0-13 0,0 1-4 16,0 1-2-16,-2 0 2 0,0 0 5 0,0 1 0 15,1 1 2-15,-1 2-1 0,-9 16 3 0,-2 3-4 16,1-3-1-16,-1 4-1 0,0 0 3 0,2-1 4 16,0 3-2-16,0-4 1 0,0 2 2 0,0 0 2 15,1-3 2-15,3-5-1 0,1-1 7 0,3-7 11 16,1-3 4-16,-2 3 2 0,2-5 10 0,0 1-16 15,1 0-3-15,-1-1-6 0,0 1-9 0,0 0 6 16,0 0 9-16,0-3-3 0,0 1 19 0,1 0-22 16,-1 0 3-16,0 0-9 0,2-2 0 0,0 0 2 0,0 0-7 15,2-2 5-15,0 0-13 0,1 0 0 0,12-5 4 16,7-4-3-16,-3 1 1 0,-2 1-1 0,-2 2 0 16,3-1 0-16,-1 3 5 0,0 1-4 0,3 2-2 0,-13 2 0 15,6 0-1-15,-7 0-6 0,1 2 8 0,1 2-8 16,-6-4 13-16,5 9-7 0,1 4 1 0,1 4-4 15,-4-2 1-15,1 1 0 0,-2 1 4 0,-2-6-3 16,-2 2 1-16,0-2 5 0,0-1-5 0,-2 1 7 16,0-6 3-16,-2 3 4 0,-1 1 3 0,3-5-2 15,-6-1-2-15,-12 1-1 0,-1-2-3 0,-3 4 3 16,4 7 9-16,-4-2-12 0,3-6 10 0,3-3-12 0,1-2-5 16,0 0 3-16,2 0-1 0,1-2 5 0,2 0 4 15,3 1-3-15,0-3-7 0,1 2 4 0,1-2-5 16,3 2-9-16,1 1-1 0,1 1-7 0,-2-4-29 0,4 2-51 15,-2-2-11-15,0 1-20 0,2 1-102 0</inkml:trace>
  <inkml:trace contextRef="#ctx0" brushRef="#br0" timeOffset="25151.38">23027 3856 417 0,'0'-2'44'0,"0"0"57"0,0-5-48 0,-1-8-9 0,1 4-10 16,0-2 4-16,0 9-13 0,0-4-18 0,1 3 5 15,1 1-10-15,2-1 4 0,0-1-5 0,1 2 0 0,8-5-1 16,0 5 1-16,2-1-1 0,-2-8 5 0,2 3-4 16,-2-8-3-16,0 7 7 0,2 0-4 0,-2 1 8 15,-2-1-4-15,-2 0 7 0,0 2 2 0,-1-4 2 16,-3 0 5-16,1 0-3 0,-2-2-4 0,-1 6 0 15,-1-4-10-15,6 3 4 0,-3 1-8 0,1 0 5 16,-4 3-8-16,0 1 6 0,-2-1 2 0,0 2-1 0,0 3-12 16,0-3 9-16,0 0-5 0,-2 0 5 0,0 3-1 15,-2-1-5-15,2 2 6 0,-11-6-5 0,2 4 12 16,-2 2-8-16,2 0-2 0,-2 2-2 0,2 2-1 16,0 1 5-16,-2 5 1 0,0-3 0 0,2 15-8 0,-2 1 5 15,1 1 0-15,0 0 2 0,0-4 0 0,5 6 1 16,-2-2-1-16,3 1 1 0,2-1-6 0,1-6 2 15,-8-1-6-15,3-2 6 0,3-2-2 0,3 0 9 16,2-2 1-16,0-4 3 0,2 3-1 0,1-3 9 16,1-1-2-16,7-1 3 0,11-1-11 0,-1 0 9 15,5-2-4-15,0-1 6 0,0 1 1 0,2 0-9 16,-1 0 6-16,1 17-9 0,0-8-5 0,-2-4 8 16,6-1-9-16,-8-4 8 0,0-2-6 0,-5 0 0 0,1 0 4 15,-3 0-2-15,-2 0-3 0,-4 0 2 0,-6 0-5 16,5 0 3-16,-7 0-8 0,1 0-19 0,0 0-8 15,-1 0-7-15,-1 0-50 0,0 0-62 0,0 0 2 16,-2 0-21-16,0 0 17 0</inkml:trace>
  <inkml:trace contextRef="#ctx0" brushRef="#br0" timeOffset="25691.39">22053 4140 74 0,'0'0'44'0,"0"0"-10"0,-2 0 67 16,0 0 0-16,0 0 1 0,0 0-44 0,0 0-12 16,0 0-9-16,1 0 1 0,-1 0-25 0,0 0 1 0,0 0-9 15,0 0 6-15,2 0-14 0,0 0 1 0,0 0 5 16,0 0-3-16,0 0 2 0,0 0-2 0,0 0-2 16,0 0 2-16,0 2 16 0,2 0 1 0,0-1 0 15,0 1 0-15,1 0 3 0,1-2 1 0,22 6 2 0,-4-3-2 16,4 1 8-16,4 0-6 0,0-2-4 0,5-2-2 15,-1 0-9-15,3-2-7 0,2 0 5 0,0 0-6 16,3-2 2-16,-1 1 3 0,2 1-1 0,3-2 2 16,6 2-3-16,2 0-2 0,2-1 1 0,-4 1-2 15,0 0-4-15,0 0 5 0,-2 0 0 0,-5 0 2 16,-6 1-8-16,-4 1 8 0,-4-2-7 0,1 0 8 16,-2 0-1-16,-1 0 4 0,-1 0 0 0,-2 2 0 0,0 0-5 15,-5-2 1-15,-1 2 3 0,-3 0-2 0,1-1 9 16,-1 1-7-16,2 0 2 0,-5 0-3 0,-1 0 8 15,-3 0-7-15,-5 0 8 0,3 0-7 0,-1 0 7 0,1 0 1 16,-1 0-4-16,-3 0 3 0,1 0 0 0,-1 0-10 16,0 0 1-16,-2 0-3 0,3 0 7 0,-1-2-5 15,0 0-3-15,-3 0-4 0,1 0-45 0,0 2-82 16,0 0-51-16</inkml:trace>
  <inkml:trace contextRef="#ctx0" brushRef="#br0" timeOffset="29032.08">22528 4645 61 0,'0'-2'0'0,"0"-7"11"0,0-15 110 15,0 5-32-15,0-1 1 0,0 3-56 0,0 0-13 0,0-1-16 16,0 3 7-16,0 2-4 0,0 0 22 0,0-2 8 15,0 2-3-15,0 0 4 0,0 4-14 0,0-3 2 16,0-1 1-16,0 6 0 0,0 0 0 0,0-3-6 16,0 3 0-16,0 3-3 0,0-1-9 0,0 1 1 15,0 2-9-15,2-2 7 0,0 1-15 0,-1-1-2 16,-1 2 4-16,0 0-3 0,0 0 7 0,0 2-3 16,0 0 0-16,0 2-2 0,0 0 2 0,0 2 7 0,-1 16-6 15,-3 8 3-15,0 0-12 0,0 5 14 0,1-5-6 16,-1-4 7-16,0 10-11 0,1-3 6 0,-1 3 3 15,0 3-1-15,2-11-1 0,0 0 0 0,1 0-1 16,-1-2 1-16,0-4 0 0,-2 3 1 0,2-5 2 0,0 1-1 16,1-1-2-16,1-3 0 0,0 0 0 0,0-4 0 15,0 0 10-15,0-1-10 0,0-3 1 0,0-1-3 16,0-1 2-16,0 1 2 0,0-3 5 0,0-1-3 16,0 0 6-16,1 2 10 0,1 0-7 0,0-1 10 15,0-1-3-15,0 0-5 0,0 0 3 0,0 0-4 16,-1-2 12-16,1 0-15 0,2-2 5 0,0 0-9 15,-1 0 2-15,9-2 5 0,2-14-8 0,3-3 6 16,-4-1-12-16,4-2 1 0,-2-2 9 0,-2 2-7 0,0-4 1 16,3-3-4-16,1-5 1 0,0-3 0 0,0 2 8 15,-8 0-9-15,4 0 3 0,-4 5-3 0,4 4 4 0,4 4-1 16,-4 4-3-16,-2 3 2 0,-2 2-2 0,-1 4 3 16,-1 6-3-16,-1-1 1 0,-1 4-12 0,-3 0 11 15,2-1-7-15,0-1 7 0,-1 0-23 0,-1 2 4 16,0 0 1-16,0 1 1 0,0 1-9 0,0 1-27 15,-1 1-11-15,-1 2-4 0,0 15-28 0,0 8-54 16,0 9 15-16</inkml:trace>
  <inkml:trace contextRef="#ctx0" brushRef="#br0" timeOffset="29421.51">23063 4894 184 0,'0'0'69'0,"0"-2"-29"0,0 0 70 16,0 0-17-16,0 0-24 0,0 0-10 0,0-1-9 0,0-1 0 16,0 0-30-16,0 0-5 0,0 1 3 0,-2-1-4 15,0 0-6-15,0 1-5 0,0-1-2 0,0 0 1 16,-1 2-3-16,-5-1 2 0,-7-5-4 0,2 3 4 16,-1 1-4-16,-5 2 2 0,2 2 7 0,1 0-5 0,1 2 6 15,0 0-5-15,-4 3-2 0,3 1 1 16,-1 1-9-16,6-1 11 0,1-1-6 0,1 1 7 0,4-2-11 15,-3 3 6-15,3 4-3 0,3 0 4 0,-8 2 0 16,5-1 2-16,-1 1 3 0,4-2-1 0,2 2 10 0,2 0-8 16,2 0 1-16,3 0-4 0,-3 0 2 0,20-2-7 15,4 0 6-15,-7 2-5 0,1 0 13 0,-2 2-14 16,-1 2 2-16,1-4-5 0,-7 0 12 0,-3-2-3 16,-1-2 0-16,-4 0-2 0,1-1-8 0,-2-1 11 15,-2-1 1-15,1-3 6 0,1 1 2 0,0 0 7 16,-2 0-5-16,-1-1 7 0,1-1-5 0,-2 0-4 15,-2 0-1-15,-3 0-1 0,-34 11 1 0,-9-4-12 16,-3-3 8-16,-6-3-9 0,1-3 8 0,4 0-33 0,0 0-26 16,11 2-18-16,4 2-226 0</inkml:trace>
  <inkml:trace contextRef="#ctx0" brushRef="#br0" timeOffset="31726.82">23224 4387 28 0,'0'0'0'0,"0"-2"8"16,0 0 104-16,0 0-29 0,0 0 5 0,0 0-44 15,0 1-28-15,0-1 0 0,2 0-12 0,0 0 9 16,0 0-20-16,0 0 12 0,-1 0-5 0,1 1 6 15,0-1-5-15,0 0 75 0,0 0-25 0,0 0 34 16,0 0-68-16,-1 0-15 0,1 1 4 0,-2-1-6 16,0 0 0-16,0 2 0 0,0 0 2 0,0 0 1 0,0 2 10 15,-2 0-13-15,1 1 3 0,-1 1-5 0,-9 16 8 16,-1 1-8-16,1 3 3 0,0 2-3 0,2-2 13 16,0 4-15-16,1 4 1 0,3 1-21 0,-1 4-137 0</inkml:trace>
  <inkml:trace contextRef="#ctx0" brushRef="#br0" timeOffset="33999.51">19825 5542 256 0,'0'0'-70'16,"0"0"60"-16,0 0 22 0,0 0 9 0,0-2 66 15,0 0-18-15,0 0-14 0,-2 0 0 0,0 0 3 16,0 0-7-16,-2 1-7 0,1-1-3 0,-1 0-1 0,2 2-9 15,-5-6-11-15,-3 1 2 0,7 3-4 0,-1 0-2 16,2 2-4-16,-2-4-1 0,1 1 0 0,-1-1-2 16,2 2-2-16,0 0 0 0,0 0 0 0,0 0 3 0,1 1-7 15,1-1 8-15,1 0-9 0,3 0-2 0,17-7 5 16,12-2-6-16,-1 3 6 0,3 3-5 0,-2-3-1 16,4 1 0-16,4-1 1 0,2 1 0 0,3 0 2 15,4 1 1-15,8 0 0 0,0 5 1 0,7-1-1 16,0 2 1-16,-4 0-2 0,2-2 2 0,-6 0-6 15,-3 2 3-15,-5 0-1 0,-7 0 4 0,-5-2-1 16,-1 0-3-16,-3 2 1 0,-1 0-6 0,-4 0 8 16,-2 0-5-16,-4 0 5 0,-2 2-6 0,-3-2 2 15,-2 2 3-15,-4-2-1 0,0 2 5 0,-5-2-7 0,-4 0 2 16,1 2-2-16,1-2 10 0,0 0-1 0,-2 0 7 16,-1 0-5-16,1 0 6 0,-2 0-12 0,0 0-4 15,0 0 0-15,-2 0 0 0,-1 0-4 0,-16 0 0 16,-7 0-2-16,0 0 6 0,-2 2 0 0,-1 1-2 0,1 1-2 15,0 3-8-15,-4 1 10 0,-3-1-1 0,-6 1 3 16,2-3 0-16,-2-1-2 0,2-2 0 0,4-2 0 16,-6 0 8-16,2 0-6 0,-2 0 4 0,2 0-5 15,0 0-2-15,2 0 3 0,4 0-2 0,-1 0 2 16,7 0 5-16,-1 0-5 0,0 0 4 0,4 0-4 16,1 0 0-16,3 0-2 0,1 2-1 0,5-1 0 0,-1 1 9 15,2 0-9-15,3 0 8 0,-1 0-8 0,4 0 9 16,-1 0-6-16,3-2 0 0,3 0-1 0,0 0 1 15,-2 1-1-15,1 1 1 0,-1 0 0 0,2 0 3 0,0 0-1 16,0 0 1-16,1 0-1 0,1-1-2 0,1 1 0 16,1 0 1-16,2 0 0 0,20 7 4 0,8 1-7 15,1-5 2-15,4-1-2 0,4-2 3 0,-2 0 3 16,6-2-8-16,-3 1 5 0,-1 1 0 0,0 0-3 16,-4 2 6-16,-3 0-6 0,-3 1 0 0,-5-1 2 15,-2 0 0-15,2-1 1 0,-7 1-3 0,-1 0 7 16,-1-1-6-16,-6-1 5 0,0 0-4 0,-3-2-3 15,-1 2 7-15,1 0-7 0,-3-2-2 0,5 2-209 0</inkml:trace>
  <inkml:trace contextRef="#ctx0" brushRef="#br0" timeOffset="34792.83">22290 5679 141 0,'-2'0'47'16,"1"0"-4"-16,-3 0-4 0,-9-2 6 0,-15-2-22 16,0 3-6-16,0-1 8 0,4 0 5 0,4 0 0 15,-4 0 19-15,11 2-2 0,0 0 1 0,0-2 0 16,9 2 4-16,-2 0-15 0,3 0-2 0,-1 0-5 15,0 0-18-15,2 0 0 0,2 0-3 0,0 0 0 0,2 0-10 16,9-2 4-16,32-3-3 0,-2 1 5 0,5-1 6 16,-1-1-4-16,1 0 5 0,4-1-5 0,1-2 8 0,1-1-7 15,1 3 6-15,5 0-6 0,5 3 6 0,-2-2-7 16,-1 3-6-16,-3 1 2 0,-16 2-4 0,-6 0 0 16,-1 0 6-16,-16 0-4 0,5 0 6 0,-5 0-8 15,-5 0-1-15,0 0-1 0,-5 0 8 0,-3 0-5 16,-3 0 5-16,2 0-5 0,0 0 4 0,-1 0 8 15,1 0 2-15,-2 0 2 0,0 0 4 0,-2 0-19 16,0 0-1-16,-2 0-4 0,-13 2-8 0,-30 5 11 16,1-1-6-16,-8-1 7 0,-4 1-2 0,-1-3-1 0,1 1 5 15,0-2-2-15,4 0 7 0,6 0-1 0,3 1-7 16,6-1 4-16,2 0-2 0,7 0 1 0,4-2-1 16,5 0-1-16,8 0-10 0,4 0 14 0,3 0 1 15,0 0 4-15,0 0-2 0,3 0 0 0,-1 0-3 0,2 0 2 16,0 0-7-16,2 0 1 0,1 0 3 0,34 4 0 15,6-2-3-15,3-2-2 0,10 1 1 0,7-1-1 16,8 0 6-16,11 0 1 0,-6-1-5 0,2-1 2 16,-11 0-16-16,-10 0-20 0,-5 0-17 0,-7 0-19 15,-6 0-243-15</inkml:trace>
  <inkml:trace contextRef="#ctx0" brushRef="#br0" timeOffset="35527.9">21559 3952 132 0,'0'0'50'0,"-2"0"70"0,0-2-49 0,0 1-17 16,0-1-1-16,-1-2-9 0,-1 0-20 0,0 2-8 15,-9-7 1-15,2 2-2 0,-2-1 6 0,2 3-18 16,0-1 10-16,3 2-10 0,-3 1 13 0,2 1-7 15,1 0-6-15,-3 0 2 0,4 2-2 0,-1 0-3 16,1 0 8-16,3 0-6 0,-1 2 5 0,-1 0-1 16,2 0-3-16,3-2 3 0,-3 2 4 0,2 1-5 15,-4 5 6-15,3-3-4 0,1 3 16 0,2-5-8 16,0 5 6-16,0-4-6 0,0-1 3 0,2 1 3 16,0 0-3-16,1-1 5 0,1-1 14 0,0 0-12 0,7 2 2 15,-2-2-6-15,0 0-5 0,-1-2-1 0,1 0-2 16,-5 0 0-16,0 0-4 0,1-2 3 0,-3 2-4 15,2-4 3-15,-1 0-6 0,-1 1 0 0,0-3 3 16,-2 2-2-16,0 2-2 0,0-1-12 0,0 1 0 16,0 0-4-16,-2 2 6 0,0 0-1 0,1 0 4 0,-16 6-3 15,4-1 6-15,2 3-6 0,3-3 6 0,5 1-5 16,-5 3 9-16,4-2-6 0,3-1 2 0,-1-2-1 16,2 1 6-16,0-3 10 0,0 0 0 0,2 2 5 15,1-1 6-15,3-1-6 0,12 6-5 0,1-5 1 16,0-3-3-16,-5 0-7 0,-1-1 4 0,-3-1-6 0,-3 0 4 15,-3 0-1-15,-2 2 2 0,0 0-1 0,-1-4-2 16,3-1-1-16,0-1-5 0,-2 2-2 0,-2 3-55 16,2-3-110-16,-1 2-55 0</inkml:trace>
  <inkml:trace contextRef="#ctx0" brushRef="#br0" timeOffset="36407.17">24310 4008 51 0,'0'0'27'0,"0"0"-32"0,0 0 32 0,-1 0-16 16,-1 0 15-16,0 0-10 0,0-2 3 0,-2 2-5 15,1 0 4-15,-7-2 5 0,3 0-1 0,1 2 0 16,3 0-10-16,-1 0 20 0,0 0 0 0,2 0 7 16,0 0 1-16,1 0 6 0,1 0-12 0,0 0 9 0,1 0-18 15,3 0-10-15,5 0 6 0,19 2-8 0,2 0 1 16,3 0-3-16,4-2-7 0,-1 0 3 0,-7 0-4 16,1 0-4-16,-4 0 4 0,-5 0-5 0,-3 0 6 15,-3 0 4-15,-2 0-4 0,-4 0 1 0,1 0-8 0,-5 0 22 16,-1 0 0-16,1 0 8 0,-3 0 5 0,0 0-14 15,2 0 7-15,0 0-10 0,-1 0-2 0,1 0-17 16,-2 0-10-16,0 0-3 0,0 0-31 0,-1 0-42 16,1 0-12-16,0 2-16 0,0 0-79 0</inkml:trace>
  <inkml:trace contextRef="#ctx0" brushRef="#br0" timeOffset="36654.55">24236 4273 316 0,'0'-1'73'0,"0"-1"10"0,0 0-11 0,0-2-31 0,0 0-5 16,0 1-14-16,0-1-12 0,0 0 2 0,2 1-5 16,0-1 1-16,0 2-5 0,1 0 2 0,9-3-3 15,4-3-1-15,5 1 0 0,7 1 2 0,-2 2-1 16,5 1-1-16,-3 1-1 0,2 2 0 0,-3 0 0 15,1 2 2-15,2 0-20 0,-2 1-32 0,3 1-12 0,3 2-245 16</inkml:trace>
  <inkml:trace contextRef="#ctx0" brushRef="#br0" timeOffset="38508.04">20816 3184 13 0,'0'0'0'0,"0"0"2"0,0 0 28 0,-2 0-10 16,0-2 6-16,0 0-8 0,1 0 0 0,-1 0 2 0,0 0 4 15,0 0-1-15,2 1 13 0,-6-12-11 0,1-2-3 16,-1-6-1-16,3 3-4 0,-1-6-7 0,0-1 5 16,2 3-6-16,-1-4 3 0,-1 4-1 0,0 1-6 15,-1-5 4-15,-3 4-1 0,1 2 9 0,-4-8-1 0,1 8 1 16,-1 1-13-16,6 0 2 0,-16 6-4 0,1 2 3 15,-4 0-6-15,5 2 4 0,-3 1 0 0,1 3 2 16,5-3-5-16,-5 3-4 0,5-3 4 0,-3-1-3 16,-1 4 10-16,1-3 0 0,0-1-3 0,1 0 1 15,1-1-7-15,-1 3-1 0,1-1 1 0,-2 3-1 16,1-3 5-16,-1 3 0 0,1-3 5 0,-1-1-4 16,0 0 3-16,3 1-8 0,-1 3 3 0,-2 1-3 15,3 0 10-15,1 1-4 0,-2-1-4 0,2 2 0 0,0 0-4 16,1-9 3-16,1 4 5 0,-2-1-2 0,-2 3 7 15,0 1-7-15,-3 0-4 0,-1 2 2 0,1 2 3 0,-6 0-10 16,0 2 13-16,-4 2-12 0,1 2 14 0,-1-1-2 16,-2 3-6-16,-1 1 3 0,0 0-8 0,-1 0 1 15,4 1 0-15,3 1 0 0,1 0 4 0,-2 4 4 16,-2 2-4-16,6-3 4 0,2-12-7 0,1 19 3 16,4-1 0-16,1 1 1 0,1-3-1 0,0 6 0 15,2-1 5-15,2-3-4 0,0 2 1 0,1 4-2 16,-1 6 0-16,-2-1 0 0,0-1 0 0,0-2-4 15,0-4 3-15,-2 2-2 0,2-2 12 0,-1 0-9 0,-1 0-3 16,0-1-3-16,-2-1 1 0,1 2 4 0,-1 0 6 16,-4 2-3-16,-1 4-1 0,2 2 2 0,-1 1-4 15,1 4 4-15,1 0 1 0,1 4-1 0,3 2-4 16,2 5 1-16,4 2-8 0,-1-2 7 0,5 3 1 16,-1-5 2-16,4-1 4 0,-1-6-8 0,-20-2 2 0,14-8-6 15,3-1 0-15,6 2 8 0,0-4-2 0,4-2 4 16,2 0-1-16,1 0 0 0,1 2 1 0,1 2-2 15,2 4-2-15,0 3 0 0,4 2-2 0,0 6 1 16,-2 1-8-16,-4 7 6 0,-1 2 3 0,-1 1 1 16,0 6-1-16,3-5 2 0,-3-3-2 0,1-7 4 15,-1-10-6-15,0-5 7 0,3-2-10 0,1-4 9 16,-2-4-4-16,2 1-5 0,2-3 6 0,-11-1-5 0,19 2 2 16,-1-1 2-16,0 1 0 0,3-1 0 0,-3 5 1 15,2-1 3-15,2 0-6 0,-1 4 2 0,1-2 0 16,-2 2 0-16,-1 2 2 0,3 0-2 0,0 5-6 0,-4 5 6 15,1 2 2-15,-1 3 2 0,1-6-2 0,5-3 0 16,1-1-5-16,1-1 3 0,2-1-7 0,-2-3 10 16,3-4 0-16,7-7 4 0,1-2-5 0,1-8-2 15,1 1 1-15,0-3-1 0,-4-3 0 0,-2 2 2 16,3-1-3-16,-1-1 2 0,-2 0-4 0,2 4 3 16,-3-4 0-16,5 1 0 0,-2 1 0 0,4-2 5 15,-1 2-5-15,-1 18 4 0,2-7-4 0,-4-8 0 0,1-3 0 16,-1-2 0-16,-4-2 2 0,0-2-3 0,1 0 5 15,-4-2-4-15,-3 1 8 0,1-3-8 0,2 0 2 16,0-1-3-16,1-2-2 0,1-2 5 0,-1-2-5 16,-1-2 6-16,0-2-3 0,-2 2 0 0,-4 0 1 15,-4 10-1-15,3-18 7 0,-5-3-3 0,1 2 4 16,-1 2-5-16,-7-6-6 0,-1-1 12 0,-1-1-9 0,-2-5 9 16,6 5-15-16,0-2 10 0,-1-1-4 0,-3 1 6 15,0 1 4-15,-2-1-10 0,1 2 11 0,-6 1-11 16,3-3 0-16,5 2 8 0,-7 1-7 0,5-5 10 15,12-1 2-15,-5-8 3 0,-4-12 4 0,-3-12-3 16,-3-9-6-16,-3-10 8 0,-2 3-1 0,-4 3 4 16,-3 6 2-16,-1 10 6 0,1 3 2 0,-2 4 4 0,-6-1 19 15,-6-7-6-15,-5-15 0 0,1-11-3 0,0-11-9 16,1 6-12-16,0 12-4 0,0 10-3 0,0 11-16 16,2 9 2-16,1 6-2 0,3 5 1 0,-5-2-2 0,1 1-3 15,-4-10-3-15,-4-11-2 0,2 2-11 0,-1-12-19 16,1 9-11-16,0 6-9 0,24 1-89 0,-37 16-82 15</inkml:trace>
  <inkml:trace contextRef="#ctx0" brushRef="#br0" timeOffset="51060.37">20968 7014 1 0,'0'-9'8'15,"0"1"13"1,0 6 6-16,-2-11 5 0,1 4 12 0,-1-4-2 15,0-2-5-15,0 2 3 0,-2-2-9 0,2 1-6 0,1-1-1 16,-1 4-1-16,0-4-7 0,0 4-6 0,0-1-4 16,0 3 1-16,0 0 3 0,1 1-8 0,-1 1 6 15,0 1-7-15,0 1 11 0,-2-1 2 0,1 1-1 16,1 1 1-16,-9 0-2 0,-1 1-8 0,-1 1 7 0,0-4-5 16,0 2 12-16,0 1-7 0,0-1-7 0,4 0 2 15,-4-1-4-15,2-1 2 0,0-1 2 0,2 1-1 16,1 1 7-16,-1 1-10 0,0-2 4 0,-6 3-6 15,4-1 5-15,-1 2-3 0,-1-7 2 0,6 5-3 16,-10-5 5-16,-3 1-4 0,-1 3 0 0,-1 1-2 16,-2 4 2-16,4 0 2 0,-1 2-1 0,-1 2 2 15,0-1-5-15,-6 5 4 0,6-3-1 0,-1 1 2 0,3 1-7 16,1 1 2-16,-1-1-2 0,-1 2 2 0,1 1-2 16,3-1 7-16,1 0-8 0,3 1 7 0,0-9-3 15,-2 12-4-15,2 4 6 0,0 0-6 0,0 1 9 16,2-1-6-16,-2 2-1 0,1 3-3 0,1-2 0 0,0 5 3 15,4-5 0-15,-3 2 0 0,1 4-3 0,2 2 4 16,-1 2 6-16,5-4-2 0,-5-4 4 0,4 0-12 16,3-3 0-16,-1 3-2 0,-13-1 6 0,6-1 2 15,3-3-2-15,0 0 2 0,5-3-1 0,1 3-2 16,0-2 1-16,0-2-2 0,1 2-2 0,1-2 8 16,2 2-4-16,0-1 5 0,1 3-12 0,1 0 5 15,1 1 2-15,1 3 2 0,-1-1 1 0,2 3 1 0,1 1-7 16,-3-4 3-16,2 1-6 0,1-3 4 0,1-1 0 15,-2-4 1-15,-1 4 1 0,12-4 3 0,6-2-5 16,4-2 2-16,-2 2-2 0,-2-7 0 0,0 1 5 16,-2-3-3-16,9 0 3 0,-3 0-1 0,-2 2 2 0,0 14-2 15,-4-7-5-15,4-3 4 0,-1-4-1 0,1-3 3 16,-4 1-2-16,-1-2-7 0,-5 0 4 0,1 0-4 16,-3 0 13-16,1 0-7 0,0 0 0 0,0 0-2 15,-1 0 5-15,3-3 1 0,-1-1-5 0,1-2 1 16,1-1-6-16,-3-1 6 0,2-1 6 0,1-2-2 15,-3 0-2-15,1-2-2 0,3 5-1 0,-4-10 1 0,1-3 7 16,-3 3-7-16,4-1 7 0,-6-3-6 0,1 2 2 16,-1 1-2-16,-5-1-1 0,1 1 0 0,-3 0 8 15,-3 1-6-15,-1 1-2 0,11-1 0 0,-3-1 4 0,-5 1 6 16,-1-3 1-16,-2 1 1 0,-2-3-6 0,-2-1 16 16,-6-4-7-16,-1-1 10 0,-2-3-12 0,0-3-6 15,0 0 8-15,0-1-7 0,-1 3 8 0,1-1-12 16,0 1 1-16,0 0-2 0,0 1 8 0,-2 6-1 15,2 2 1-15,-2 3-2 0,11 1-2 0,-19 0 10 16,-1 1-4-16,0 0 6 0,-2 1-2 0,0 5-6 16,-1 2-1-16,3 3-2 0,-4 3-13 0,-4-14 5 15,-3 6-4-15,-8 6 4 0,2 7-11 0,-5 4-8 0,-5 7-18 16,-1 5-6-16,-7 9-154 0</inkml:trace>
  <inkml:trace contextRef="#ctx0" brushRef="#br0" timeOffset="52449.37">16317 6888 35 0,'0'0'21'0,"-2"0"-18"0,0 0 23 16,1 0-9-16,-1 0 4 0,-13 2-9 0,0-1 6 15,-2 5-7-15,-1 1-1 0,1 1-6 0,-3 3 1 0,3 0-2 16,-4-9 5-16,1 17-2 0,-2-1 2 0,3 1 1 16,-5-3 12-16,2-1-14 0,0 0 2 0,-6 0-5 15,5-2 9-15,9 2-13 0,-5 0 12 0,10-2-12 16,1 3-2-16,-1-1 10 0,5 2-9 0,-1 0 10 16,3-2-14-16,-9 1 5 0,0 3-5 0,3-1 5 15,3 3-1-15,3-1-1 0,2 1 2 0,0-1 0 0,0 2 0 16,3 2 4-16,3 1-3 0,0-1 3 0,3 4-8 15,0-4-1-15,0 2 1 0,3 0 1 0,2 0 6 16,1-2-8-16,-13 0 1 0,19 2-5 0,1-4 8 0,0 1 8 16,0-5 2-16,1 1 2 0,-1-4 0 0,6-6-4 15,0 0-1-15,1-7-1 0,3 17 2 0,-1-8 2 16,5-6-1-16,-1-3 0 0,2-2 3 0,4-5-8 16,0-5 12-16,0-5-11 0,5-5 11 0,-3 0-9 15,-2-3-3-15,-4 1 2 0,-7 3 10 0,1 14 1 16,-3-19 10-16,-2 0-7 0,-4-1 6 0,-3-1-7 15,-4 0 0-15,-2 2 0 0,-4 0 16 0,-2 0-11 0,-3 0 9 16,13-2-9-16,-6-2 10 0,-7-2-17 0,-4-3-3 16,-4-10-3-16,-7-3 6 0,-4-4-2 0,-2 0-1 15,-5-1-1-15,0 1-10 0,-3 2 0 0,22 3 6 16,-25 10-3-16,-2 5 7 0,2 10-18 0,2 5-15 0,0 6-5 16,0 7-91-16</inkml:trace>
  <inkml:trace contextRef="#ctx0" brushRef="#br0" timeOffset="75922">21005 7021 9 0,'0'0'5'0,"0"0"-2"16,0-1 3-16,0-1-1 0,2 0-5 0,-2 0-2 16,0 0 4-16,0 0-7 0,0 0 6 0,0 1-9 0,0-1 2 15,0 0 10-15,0 0-5 0,0 0 12 0,0 0-12 16,0 0-4-16,-2 1 1 0,1-1 11 0,-1 0-9 15,0 0 10-15,0-2-8 0,2 2 20 0,-4-5 6 16,1-4 6-16,1 3-1 0,-2-3-3 0,0 2-6 16,2 2-9-16,1-1 4 0,-1 1-11 0,-2-3 4 15,2 3-10-15,0 1 7 0,0-1-7 0,2 3-3 16,-1-1 3-16,-3-3-4 0,0 3 0 0,-1-5 4 16,-1 3 1-16,-1-2 1 0,5 1 8 0,-8 1-7 15,-1-2 2-15,4 1-4 0,-4 1 10 0,1-3 5 0,-1 3-2 16,0-2 3-16,0-1-5 0,2 3 0 0,-2 0 3 15,1 1-3-15,-1 0-2 0,-2 3-7 0,0-5 1 16,2 5-2-16,-2-3 9 0,0 2-13 0,0 1 5 16,2 1-6-16,-2 0 3 0,2 0 3 0,-6 0-2 0,-2-1 5 15,-1 1-8-15,0-2 2 0,3 2-3 0,2 0 5 16,2-1 11-16,-2 1-9 0,-2-2 5 0,3 0-6 16,1 1 7-16,-2 1-4 0,0 0 5 0,0 0-6 15,-3 0 1-15,3 0-1 0,0-9-5 0,-2 2 3 16,2 1 3-16,-5 3-6 0,-1 1 8 0,1 2-9 15,-2 0-8-15,5 2 9 0,-2 0 0 0,3 2 3 16,-1 0-3-16,0 2 4 0,-3 1-5 0,-1 1 6 0,3 0 0 16,-1 1-2-16,3-1 3 0,-3 1-6 0,4 0-10 15,-2 3 10-15,3-3-4 0,-1 2 7 0,-2 1-7 0,0-1 10 16,1 2-8-16,-3 0 9 0,0 2-8 0,3-2-1 16,-3 2 6-16,1-5-4 0,-1 14-3 0,-7 0 1 15,2 4 0-15,5 0 2 0,-3 4 4 0,4 2-5 16,1-1-3-16,0-3-1 0,-1 2 6 0,3-2 0 15,4-1 0-15,-6-1 0 0,8-5 6 0,1 1-9 16,-3 0 2-16,5 1-4 0,1-3 6 0,3 1-2 16,0-3 1-16,-11 1-3 0,4-1 2 0,1 1 7 15,3-2-2-15,1-1 4 0,0 3-9 0,3-1-4 16,1 5 3-16,0-1-2 0,1-2 13 0,1 4-13 0,2-1 5 16,0 3-7-16,-1 0 12 0,1-2-5 0,4 6 0 15,-1-4-2-15,0-2-3 0,3 2 3 0,1-2 1 16,2 4 2-16,2 0 1 0,-2-6-3 0,3 2-1 15,-14-4 2-15,19 3 4 0,5-5 0 0,-2-1-6 16,6-2 4-16,-3 2-4 0,1-1 3 0,-2-1 5 0,-4-2-4 16,1 2-2-16,-1-4 4 0,0-2-9 0,2 1 6 15,-3-3-7-15,-1 2 5 0,-1 2 3 0,3-1-1 16,-1-1-8-16,-3-3 4 0,4 1 1 0,1-1 3 16,1-1 1-16,0 1-4 0,4-4 1 0,2 16 1 15,-4-9 13-15,9-1-11 0,-4-6 3 0,-3-2-5 16,11 0 0-16,-9-2-2 0,5-4 0 0,-1 1 0 0,-5-1 4 15,1 1 2-15,-6-3 0 0,0 1 0 0,-1-1-9 16,-5-1 7-16,1 0-4 0,-3-1 7 0,-1 1-10 0,0 7 8 16,0-13-4-16,-2-1 6 0,2-5-12 0,-2-1 11 15,-2-2 0-15,2 0 4 0,-2 2-10 0,0-1 4 16,-1-1-5-16,-1-2 3 0,-2 0-2 0,-1-2-4 16,1 4 6-16,-3-2-3 0,0 0 15 0,11 4-13 15,-4-2 4-15,-2 0-6 0,-3-1 8 0,-3-1 0 16,-1 2-4-16,0-2 1 0,-2 0-1 0,0 2 2 15,0 0 2-15,0 2-2 0,0-2-5 0,0 3 4 16,0-1 1-16,0 2 2 0,-2 1 3 0,0-1 10 16,-1-1-1-16,-1 1 3 0,-2 3-6 0,-1-5 3 15,-1 1-6-15,-1-1 5 0,-2-4-3 0,2 2-10 0,-2-2 7 16,-2-2-7-16,0-4 7 0,0 3 1 0,0-3-4 16,1 8 4-16,1 0-3 0,2 3 5 0,-4-3-6 15,0 2 4-15,2 2-6 0,-2 1 4 0,2 2-1 0,0 2 0 16,7 1-12-16,-13 2 4 0,2 3 0 0,-5 2 2 15,-1-1 0-15,-3 5-8 0,-2-1 1 0,2-13-4 16,0 6 6-16,-4 6-30 0,2 3-3 0,-2 4-15 16,-3 3-62-16,1 4-186 0</inkml:trace>
  <inkml:trace contextRef="#ctx0" brushRef="#br0" timeOffset="77384.47">24591 10026 256 0,'0'0'-23'0,"0"0"22"0,0-2 13 0,-2 0 6 0,0 0 24 16,0 0-5-16,0 0-11 0,0 0 3 0,1 1-1 15,-1-3-4-15,2 0 0 0,0 0 1 0,0 1 1 16,0-1 6-16,0-5-11 0,0-1 0 0,0 1-2 16,2-2 9-16,-1-2-6 0,3 0 4 0,0 0-4 15,0-2 1-15,-1 0-4 0,3 1 1 0,-1-1-1 0,1 0-4 16,0 2-9-16,-1 0 2 0,3-2-3 0,-1 2 5 15,-3 6-8-15,1-5 0 0,1 3 0 0,-2 2 13 16,-1 1-12-16,3-3 4 0,-2 3-7 0,-3 3 5 0,1-1-2 16,2 0 0-16,0 0-1 0,-1 1-2 0,1-1-5 15,0 2 4-15,0 0-1 0,-1 0 36 0,-1 2-12 16,0 0-1-16,0 2-8 0,0 0-16 0,0 2 4 16,-1 9-1-16,-1 9 4 0,-1 0-1 0,-5 4-1 15,-1 2 1-15,-3 0-1 0,1 2-2 0,-2 3 1 16,-2 2 0-16,0 1 0 0,0 1 0 0,0 2-5 15,2 2 3-15,0 1-4 0,3 3 5 0,1-6 3 16,-1-4-3-16,3 2 1 0,1-3 1 0,0-3-3 0,2 1 3 16,2-8-4-16,0 0-2 0,0-3 8 0,2-5-5 15,0-4 8-15,2 1-1 0,0-4-4 0,-3-2 1 16,3 1-3-16,0-3-1 0,-2-1 1 0,1 1 0 16,3-1 0-16,1 2-1 0,3 1 1 0,-3-3-2 0,-1-2 0 15,3 1-4-15,0-1-7 0,1-2-5 0,1-2-3 16,0-1-33-16,-2-1-56 0,2-3 8 0,0 3-27 15,1-17-37-15</inkml:trace>
  <inkml:trace contextRef="#ctx0" brushRef="#br0" timeOffset="77603.08">24888 9547 468 0,'0'-4'102'0,"-4"-17"216"0,0-5-279 0,1 2-29 15,1 8 4-15,2 10-13 0,0-1-1 0,0 3-3 16,0 0-1-16,0 0-1 0,0 3-12 0,2 1-37 16,0 0-12-16,-1 1-11 0,1 1-54 0,2 0-59 15</inkml:trace>
  <inkml:trace contextRef="#ctx0" brushRef="#br0" timeOffset="78039.5">25025 10323 902 0,'-2'-2'14'16,"0"0"0"-16,1 0 3 0,-1 0 3 0,0-1-7 0,0-1-2 16,-2 0-4-16,1 2-9 0,-1 0 4 0,0 1-7 15,1 1-5-15,-1 0 6 0,0 1-6 0,0 1 8 0,-9 15 0 16,-3 11-2-16,-7 3 1 0,7 1-1 0,-1-4 7 16,2 0-1-16,4-2 2 0,-2-4-13 0,6 0 16 15,-1-3-5-15,3-3 9 0,3-1-20 0,-8-2 14 16,5-3 0-16,1-1 9 0,2-2 25 0,0-1-8 15,2-1 6-15,0-1-9 0,0 0-9 0,2 0-5 16,0-1-7-16,0-3 3 0,22 13-8 0,8-3 3 16,3-5 5-16,2-5-2 0,0-2-6 0,-3-1 5 15,-7-3-5-15,1 0 6 0,-2-1-6 0,0 0 0 16,-5-1-2-16,-5 3 4 0,-4-1 8 0,-7 2-6 0,4-1 6 16,-7 1-8-16,9-13-2 0,-1 1 3 0,-3-5-4 15,-3 1 5-15,-4-2 0 0,-4-3-3 0,-3 3-4 16,-4 2 1-16,7-3-5 0,-22 5-6 0,2 1 3 15,0 4-5-15,-2 2-13 0,-8-2-13 0,1 7-5 0,9 5-6 16,-2-1-33-16,5-11-23 0,3 5-14 0,1 5-3 16,4 1-67-16</inkml:trace>
  <inkml:trace contextRef="#ctx0" brushRef="#br0" timeOffset="78325.05">25369 9569 253 0,'0'-2'27'0,"0"-2"5"0,-2-27-2 16,0-3-14-16,2 8-1 0,0 4-15 0,0 3 7 15,0 3-7-15,0 5 7 0,0 1-8 0,0 7 1 16,0 1 4-16,0-2-1 0,0 2 8 0,2-2 37 15,-2 1 0-15,0 1 15 0,0 0 27 0,0 0-47 16,0 2 3-16,0 2-22 0,0 0-22 0,0 5-4 16,-6 23 2-16,-1-2-2 0,-1 2 7 0,-1 1-2 0,0-1-3 15,0 0 1-15,-1-1 1 0,3-5-2 0,-1 1 3 16,3-7-4-16,-1 1-7 0,3-4-3 0,-1-1-15 16,0 1-2-16,2-2-110 0,2 0-54 0</inkml:trace>
  <inkml:trace contextRef="#ctx0" brushRef="#br0" timeOffset="78688.34">25692 9909 285 0,'0'0'121'0,"-2"0"-140"16,0 0 130-16,0-2-67 0,-2 0-40 0,1 0 5 15,-1 2 3-15,0 0-1 0,1 0-3 0,1 0 24 16,0 0-14-16,0 0 17 0,0 0-18 0,0 0 31 16,2 0-4-16,0 0 11 0,2 0-14 0,2 0-14 15,11-2-4-15,9-3-2 0,-4 1-6 0,6 0-13 16,-3 1 10-16,-1-1-12 0,2 0 8 0,-5 0 0 0,3 1-1 15,-5 1 0-15,3 0-9 0,-1 0 7 0,-1 0-8 16,1 0 7-16,-6 2-4 0,2-1-1 0,-4 1 1 16,-2 0-2-16,2 0 3 0,-5 0-1 0,-1 0-1 15,-1 0-2-15,-2 0-9 0,0 0-29 0,1 1-10 0,1 1-6 16,0 0-20-16,-2 0-43 0,0 0-4 0</inkml:trace>
  <inkml:trace contextRef="#ctx0" brushRef="#br0" timeOffset="78975.11">25525 10274 620 0,'0'0'21'0,"0"0"41"0,-2-1-53 0,0-1-4 16,0 0 0-16,0 0-1 0,2 2 5 0,0 0-5 15,0 0-3-15,0 0 0 0,2 0-3 0,2 0 10 16,3 0 4-16,19 0 1 0,4 0-1 0,3-2 1 16,4-2-5-16,4 1 4 0,-4-1-9 0,2 0-2 15,-7 4 1-15,-4 0-1 0,-4 0-4 0,-5 0 3 16,3 0-3-16,-9 0 3 0,5 0-3 0,1 0 4 0,-10 0-1 16,6 0 0-16,-2 0-24 0,0 0-241 0</inkml:trace>
  <inkml:trace contextRef="#ctx0" brushRef="#br0" timeOffset="80306.53">27729 8639 48 0,'0'-2'23'0,"0"0"8"16,0 0 21-16,0-18 2 0,0 1-11 0,0 6-5 15,0-2-6-15,0 4 2 0,0-4-10 0,0 6 7 16,0 2-4-16,0 1 2 0,0 2-17 0,0 1 0 16,0-1-2-16,0 0-1 0,0 2-16 0,0 0 6 15,0 1 1-15,0-1 3 0,0 0 5 0,0 2-5 0,0 2-1 16,0 0-1-16,0 1-1 0,0 20 0 0,-2 10 3 16,0 0-2-16,0 5 6 0,0-1-6 0,2 2 2 15,-2 0-3-15,0-2 1 0,1-4 1 0,-1-1-4 16,-2-1 2-16,0-1-1 0,1 3-1 0,-1-1 5 15,0 0-3-15,0-1 5 0,-1-1-6 0,-1 1 3 16,-1-1-3-16,1-4 5 0,1 2 7 0,1-6-3 0,2-1 6 16,-2-3 5-16,3-1 6 0,-1-2 3 0,0-4-2 15,0 0 0-15,0-5 14 0,2-3 1 0,0-1 6 16,-2 2 1-16,0 0-21 0,1-1 4 0,-3-1-9 16,0 0 1-16,0 0-8 0,3 0-2 0,-1-2 0 15,0 0 16-15,0-2-17 0,-2 0 5 0,2-2-9 0,-5-11-2 16,-2-11-5-16,1-1 1 0,6-1-1 15,2-2 12-15,2-1-12 0,2 1 10 0,2-4-11 0,3 3-1 16,0 1 7-16,2-3-6 0,0 5 5 0,2-4-10 0,0 3 4 16,0-1-2-16,0-5 3 0,0 3 0 0,0 2 4 15,2 1-2-15,0 3 1 0,2-4-6 0,1-2 0 16,-14 4-2-16,24 1 3 0,0 3 2 0,3-1-2 16,7 3 3-16,1 0-2 0,3 1 3 0,3 5-4 15,-2 3 3-15,-4 2-3 0,-4-1-1 0,-4 5 6 16,1 3-8-16,-10 1 8 0,-7 1-6 0,-2-8-1 15,-6 7 4-15,3-1-4 0,-3 2-1 0,-1 2-12 16,-3 0 5-16,-1 0-6 0,2 0 10 0,0 2 3 0,-2 0-4 16,-1 2 2-16,-1 1-23 0,0 14-40 0,-1 1-15 15,-5 6-11-15,-3 0-91 0</inkml:trace>
  <inkml:trace contextRef="#ctx0" brushRef="#br0" timeOffset="80774.35">28178 9183 386 0,'0'0'64'16,"0"-2"8"-16,-2 0-23 0,0 0-20 0,0 0-15 0,0 0-10 15,1 1 0-15,-1-1-6 0,0 0 3 0,0 0-1 16,0 0-4-16,0 2 4 0,1 0-6 0,-3 2-1 0,0 0 8 15,0 0-2-15,-7 9 3 0,4 7-1 0,-4 1-3 16,5 1 4-16,-1 3-3 0,1-1 6 0,2 4-2 16,3-4 2-16,-1 0-1 0,-15 3 8 0,10-11-8 15,1 3 4-15,2-2-4 0,1 0 19 0,1 0-4 16,2-2 11-16,0 2-7 0,0-6 26 0,2 0-18 16,3 4-5-16,-1-4-3 0,3 3-7 0,-5-5-8 15,17-1 12-15,1 1-10 0,-3-5 9 0,3 13-13 16,2-4-2-16,-3-6-1 0,3-1 9 0,2-2-6 15,-3-2-1-15,-1-2-3 0,1-2-3 0,-3-1 9 0,5-4-4 16,-5-1 7-16,-3 1-4 0,0 2 1 0,-4-10 6 16,0-4-5-16,0-1-5 0,0 2 10 0,-1-3-6 15,1 1 7-15,-4 0 0 0,-1 1 8 0,-2-3-2 0,-1 2 2 16,1 0-9-16,11 1 10 0,-4-1 0 0,-4 2 4 16,-3-1 6-16,-2 5-13 0,-2-1-2 0,0 2-3 15,-2 0-4-15,-2 2-10 0,-1 0 2 0,-1 2-5 16,-1 0-7-16,-1 3-1 0,-10 5-9 0,-4 1 3 15,-3-15-38-15,-1 6-33 0,-9 5-3 0,2 6-18 16,-4 4-74-16</inkml:trace>
  <inkml:trace contextRef="#ctx0" brushRef="#br0" timeOffset="81461.62">26982 10063 337 0,'0'0'25'15,"-2"0"3"-15,0-2 0 0,1 0-10 0,-3 0-1 16,2 2-9-16,-9 0-8 0,-2 0 0 0,0 0 0 0,0 2 2 15,0 0 3-15,-2 2-5 0,0-1 4 0,-5 1 5 16,9-2 17-16,1 0 11 0,1 0 1 0,5-2 34 16,-3 0-2-16,1 0 1 0,1 0-4 0,1 0-18 0,0 0-9 15,1 0-14-15,-1 0 5 0,2 0-25 0,0 0-3 16,0 0 6-16,1 0-7 0,1 0-4 0,0 0 4 16,0 0-4-16,1 0 4 0,1 0-5 0,6 0 3 15,14-4-2-15,0 2 2 0,2 2-1 0,2 0 1 16,0 0 1-16,8 0 1 0,1 0 0 0,4 2-3 15,4 0 1-15,5 0-3 0,4-2 3 0,9 0 2 16,6 0 3-16,6-4-1 0,3-2-2 0,0-1-1 16,-2-1-3-16,2 1 2 0,-2 0 13 0,8-1-14 0,7-3 6 15,8 2-9-15,5-2 4 0,-2-1 5 0,-3 1-5 16,-8 0 4-16,-4 0-4 0,-3 2 2 0,3-1 0 16,3 5 1-16,-9 1-3 0,5 0 2 0,-12 1 1 15,-8 1-1-15,-1 0-2 0,-15 2-6 0,-3-2 8 16,-8 0-6-16,-4 0 13 0,-1 2-12 0,-3-1 3 0,-3 1-4 15,0 0 9-15,-3-2 2 0,1 0-4 0,-4 0 4 16,-1 0-9-16,-3 2 9 0,1-2 0 0,-8 2 4 16,4-1-2-16,-1 1-5 0,-5 0-1 0,4-2-1 15,-9 2-4-15,2 0-1 0,-2 0-2 0,5 0 2 16,-3 0 2-16,-1 0-16 0,1 0-41 0,-2 0 1 16,0 0-206-16</inkml:trace>
  <inkml:trace contextRef="#ctx0" brushRef="#br0" timeOffset="82222.81">26719 10778 178 0,'0'0'39'0,"0"-2"58"0,0 0-62 16,-2 0-23-16,2 0 4 0,0 0-9 0,0 0 8 0,0 1-8 15,0-1-5-15,0 0 0 0,-2 0-1 0,2 2 3 16,0 0 6-16,0 0-1 0,0 0 21 0,-2 0 19 15,0 2-10-15,0 0 7 0,0 3-42 0,-5 21 5 16,0 4-5-16,-3 7 4 0,1 2-11 0,0 4 7 16,-1 3-2-16,1-1 3 0,0 5-10 0,1-5 11 15,1-1-6-15,-2-1 8 0,3-8-8 0,-1 0-1 16,1-5 5-16,1-2-3 0,-1-2 6 0,-1 2 2 16,1-6-1-16,0 0 4 0,1-3 10 0,-1-4 3 15,1 0 2-15,1-2-1 0,0-4 0 0,4-5 23 0,-2 1-12 16,2-3 13-16,0 0-16 0,-1 2-2 0,-1-1 5 15,-2 1-4-15,0-2-1 0,1 0-17 0,-1 0 0 16,0-2-4-16,0 0 8 0,3 0-11 0,-7-4 4 16,4 2-6-16,1-9 2 0,-1-11-6 0,-11-1 4 0,4-1-5 15,4-2 8-15,5-2-9 0,2-1 1 0,2-1-3 16,3-5 4-16,3-1-1 0,3-5-1 0,2-3-1 16,0 3 1-16,5-2-7 0,-1 4 8 0,2 6-6 15,-1 1 5-15,-1 5 0 0,-13 2 3 0,18 5-1 16,0 1 5-16,0 3-8 0,3 1 0 0,-3 0-1 15,6 2 2-15,-2-2 3 0,0 2-2 0,2 2 2 16,-2 0-2-16,0 2 2 0,-1 3-5 0,-4 2 2 16,-1 2-1-16,-5-9 1 0,0 4-1 0,-6 3 1 0,1 2-7 15,-5 2 6-15,1 0-1 0,-1 0-1 0,-3 0-13 0,0 0-6 16,0 0-15-16,0 0 0 0,0 0-79 0,1 2-55 16,1 0-19-16</inkml:trace>
  <inkml:trace contextRef="#ctx0" brushRef="#br0" timeOffset="82801">26951 11433 436 0,'0'0'67'0,"0"-2"-83"0,-2 0 79 0,0 0-42 16,0 1-16-16,0-1-4 0,0 0-3 0,0 0 2 16,1 0 0-16,-1 0-11 0,0 0 11 0,0 1-10 15,0-1 10-15,0 0 9 0,0 0-7 0,1 2 10 16,-1 0 10-16,-2 0 13 0,0 0 3 0,1 0 0 16,-3 0-9-16,-3 2-1 0,1 0-7 0,-1 1 4 0,0 3-20 15,0 0 5-15,1-1-5 0,-1 3 4 0,5 8-7 16,-1 1-4-16,1 3 7 0,0 1-6 0,-1-1 5 15,3 3-4-15,-2 1-4 0,2-2 3 0,-13 0 7 16,4 1-6-16,4-3 2 0,3 0-3 0,2 1 2 0,2-3 3 16,0 3 3-16,0-3-3 0,0 3 0 0,2-5 5 15,0-1-6-15,0-4 5 0,1-1-2 0,1 1 10 16,-2-6 1-16,0-1 2 0,2 2 2 0,1-3-12 16,8 7 4-16,2-3-6 0,0-1-6 0,0-3 7 15,0-3-8-15,1 0 9 0,1-1-5 0,0-5 3 16,1-1-1-16,-1-1 2 0,1-1 5 0,-1 0-7 15,0-1 2-15,0 1-5 0,-3 2-4 0,-1-1 4 16,0-1 0-16,-1 0 2 0,-3 5-1 0,2-11 8 0,-2 0-6 16,-1-1 5-16,-1-1-11 0,-1 2 7 0,-3 0-1 15,-1-2 4-15,9 3-11 0,-1-5 4 0,-5 0 2 16,-3 3 2-16,-2-1 7 0,0 0-5 0,-2 2 2 16,-1 2-3-16,-3 0 9 0,0 2-13 0,-1 2 3 15,3 0-6-15,-12 3 10 0,1 2-12 0,0 1 2 0,2-7-6 16,-2 1 4-16,2 4-7 0,2 1 6 0,0 2-7 15,0 2 5-15,3 0-3 0,-1 2-13 0,3 0 6 16,3 0-31-16,1-2-14 0,-2 1-4 0,-2 7-4 16,-3 5-16-16,4-2-19 0,-1 0-2 0,2 2-14 15,2-2-87-15</inkml:trace>
  <inkml:trace contextRef="#ctx0" brushRef="#br0" timeOffset="83093.73">27339 11465 435 0,'-2'0'72'0,"0"-2"146"0,0 0-185 0,0 0-26 15,0 0 6-15,1 0-13 0,-1 0 5 0,2 1-4 0,0-1 3 16,2 2-2-16,-1 0 6 0,3 0-8 0,17 0 8 15,6-2-4-15,11 2 26 0,-1-2 18 0,2-2-6 16,2 1 9-16,-4-3-17 0,-2 0-23 0,-4 1 2 16,-1-1-8-16,-2 1 8 0,-4 1-13 0,-2 0 5 15,-5 2-7-15,2 1 3 0,-4-1 2 0,-2 0-5 0,-2 0 2 16,0 0-8-16,-4 0 5 0,1 0 2 0,-3 1 1 16,-3 1-1-16,2-2-12 0,0 0 0 0,-1 0-7 15,1 0-26-15,0 0-80 0,-2 0-26 0</inkml:trace>
  <inkml:trace contextRef="#ctx0" brushRef="#br0" timeOffset="83419.17">27801 11238 593 0,'0'-2'77'0,"0"0"-89"16,-2-1 87-16,0-5-44 0,-1-5-17 0,1 4-14 15,2 7 2-15,-2-2-4 0,2 1 7 0,0-1-4 16,0 2 2-16,0 0-3 0,0 0 0 0,0 0-2 16,0 1-2-16,0-1 2 0,0 0 3 0,0 0 3 15,0 2-1-15,0 0 1 0,0 0 3 0,0 2 14 16,0 0 0-16,-2 1 4 0,0 5 0 0,-2 12-3 16,-1 1-2-16,-1 1-1 0,1 0-9 0,-1 2 2 0,1 2 0 15,-3 2 0-15,3 0-5 0,-1 0-7 16,0 4 2-16,1-3-1 0,1 3 7 0,0 1-3 0,3 1-1 15,1-3-1-15,0 3 0 0,0-5-2 0,0 5 0 16,0-6-1-16,0-2-4 0,1-4-1 0,-1-3 0 16,0-3 1-16,2 5 2 0,-2-5-79 0,2-1-21 0,-2-2-37 15,0-5-233-15</inkml:trace>
  <inkml:trace contextRef="#ctx0" brushRef="#br0" timeOffset="84342.4">28456 10859 106 0,'0'0'52'15,"0"-2"-7"-15,0 1 43 0,-1-1 0 0,-1 0-8 16,0-2-34-16,0 0-16 0,0 1-4 0,0-1-1 0,0 2-8 16,1 0-15-16,1 0 5 0,-2 1-5 0,0-1 19 15,0 2 17-15,0 0 1 0,0 2 4 0,-1 9-6 0,-9 26-20 16,1 2-1-16,2 7-5 0,0-1-5 0,-1 1-3 15,1 1 2-15,0-8-2 0,0 1 0 0,1-8 2 16,3-4-5-16,-1-4 5 0,2-4 0 0,1-3-2 16,-1-2 3-16,0-4-3 0,0-2 9 0,3-5 5 15,-3 2 3-15,4-4-2 0,0-1-2 0,-2-1-4 16,-7 8 5-16,1-4-1 0,1-1 31 0,3-3-25 16,0 0 3-16,3 0-12 0,-3 0-3 0,2 0-8 15,0 0 4-15,0-16-6 0,-13-9 2 0,2-6-1 16,8-3 0-16,5 1-1 0,4-6-1 0,5 2 4 0,2-4-5 15,2-3 4-15,0-1-8 0,2 4 2 0,2 2 4 16,-1 6-1-16,-14 1-2 0,20 4 6 0,1 0-3 16,1 4 3-16,2 0-6 0,0 4 3 0,-2 3 2 15,2 4 1-15,-2 2 3 0,-2 5-9 0,-1 3 1 0,-3-10-3 16,-1 3 2-16,0 5 6 0,-2 3-6 0,-4 2 6 16,0 2 2-16,-7 0-6 0,-2-2 1 0,9 14-3 15,0 7 4-15,-4 1 0 0,-3 0-1 0,-4 3-1 16,-4-1 3-16,-1 2 2 0,-5 0 1 0,-3 0-2 15,0-2 0-15,0-4 1 0,12-3-2 0,-18-2 0 16,-1 3 0-16,3 1-2 0,-2 1 9 0,1-5-8 16,-1-4 7-16,4-5-8 0,0-2 0 0,4 5-1 0,2-3 7 15,-2-1-6-15,2 6 0 0,3-3-3 0,-1-1-4 16,3-1 6-16,2-1 1 0,0-1 0 0,-3 3 4 0,-1 3-7 16,-1 3 4-16,3 0-4 0,2-2 6 0,0 4 2 15,2-4-2-15,0 0 2 0,0 0-5 0,2-2 2 16,2 1-2-16,-1-1 2 0,3 0-1 0,1 0 3 15,-3 1 0-15,13-1 1 0,-2-3 3 0,0 1-4 16,1 0 4-16,-1 1-3 0,2 1 3 0,-2-1-10 16,1-1 2-16,-1 2-3 0,-2-3 7 0,0 1-4 15,-2-3-1-15,-1 2-2 0,-3-3 4 0,-1-1-2 16,-3 0-9-16,3 0 2 0,-2 0-21 0,-1 0-12 0,1-1-16 16,-2-1 0-16,0 0-58 0,2 2-14 0,1 2 8 15,4 2-11-15,3 1-4 0,2 0-12 0</inkml:trace>
  <inkml:trace contextRef="#ctx0" brushRef="#br0" timeOffset="84692.84">29246 11234 360 0,'-2'-2'100'0,"0"1"-86"0,0-1 109 0,0-2-44 16,0 0-29-16,-7-1-17 0,-6 1-5 0,4-5-4 15,-4-1-23-15,-2 5 3 0,3 1-1 0,-9 2 2 0,8 2 1 16,-5 2-6-16,0 2 0 0,-1 3-2 0,-3 3 4 16,5-1 2-16,1 0-2 0,1 0 0 0,6-1-2 0,-2-6 1 15,4 11 7-15,-2 3-3 0,-2-3-3 0,3 4 7 16,5 0-8-16,1 0 12 0,2-3 11 0,0 1 14 16,-7-2 5-16,3 0 1 0,3-2 4 0,3 1-18 15,0-1-5-15,2-2-3 0,1 0-9 0,1-1-7 16,9-3 6-16,15-1-7 0,3 0 7 0,-1-2-1 15,2 16 0-15,3-5 0 0,0-5 1 0,-3-7-10 16,-1-1 0-16,-5 0-3 0,0 0-5 0,-5-1-9 16,-1-3 1-16,-3 0-4 0,0-1-1 0,-2-1-19 15,1-1-5-15,-3-1-9 0,2-1-59 0,-4 1-54 0,-1 1-17 16</inkml:trace>
  <inkml:trace contextRef="#ctx0" brushRef="#br0" timeOffset="84940.19">29485 11121 1116 0,'0'-2'25'16,"0"0"-4"-16,-2-1-1 0,2-1 1 0,0-2-12 0,0 3-8 15,0-1-8-15,2 0 8 0,0 1-8 0,5-3 8 16,27-11-1-16,3 6-3 0,6 6 1 0,1 1 0 0,4 2-1 15,-7-2 1-15,-4-1 0 0,-1 1-6 0,-3 0-3 16,-7 1-1-16,-2-1 0 0,-7 2-1 0,-4 0-15 16,-4 0-20-16,-3 2-1 0,-1-2-76 0,-1 1-43 15,0-1-8-15</inkml:trace>
  <inkml:trace contextRef="#ctx0" brushRef="#br0" timeOffset="85184.74">29795 10820 613 0,'-2'-2'105'0,"0"1"212"16,1-3-278-16,-1-2-24 0,-2 1 0 0,4 3-7 16,-2-2-8-16,0 0 0 0,0 3-2 0,2-1 2 15,0 0-5-15,0 2 6 0,0 2-8 0,2 0 8 16,0 9-3-16,6 24 2 0,-3 4 4 0,-3 4-2 15,-2 7 8-15,-2 2-8 0,-3 4-1 0,1-4-1 16,-5-6-4-16,1-7 5 0,-1-6-2 0,0-3 1 0,1-2-9 16,4-4 1-16,-1-4-2 0,1-3 0 15,0-4-18-15,3-4-36 0,-1-1-7 0,2-6-7 0,0 0 0 16,0-1-45-16,0 3 14 0</inkml:trace>
  <inkml:trace contextRef="#ctx0" brushRef="#br0" timeOffset="85803.22">30287 10584 1047 0,'-2'-1'14'0,"0"-1"36"0,1-2-47 0,-1 2-7 15,0 0 2-15,0 0-4 0,0 1 0 0,0 1-11 0,0 1 5 16,1 3-5-16,-9 22 8 0,1 9 4 0,2 4-2 15,-3 0 3-15,3 2 6 0,-1 2-1 0,-1-2-1 16,2 2 0-16,-1-3-4 0,1-6 10 0,1-1-5 0,1-9 8 16,1-3-3-16,0-3 8 0,2-8 6 0,1 1-2 15,-1-4 6-15,0-3 6 0,0 0-1 0,0-1 1 16,0-1-5-16,0-2-16 0,1 0-1 0,-1-2-4 16,0-1 0-16,-4-21-2 0,3-8 0 0,1-3 0 15,2-1 0-15,0 1-3 0,2 2 0 0,1 1-3 16,5-3 6-16,-1 3-5 0,2 3 2 0,1-1-4 0,1 2 2 15,-2 4 3-15,0 2 2 0,1 3 1 16,-1 2 0-16,2 1-5 0,-2 3-3 0,-1 1-1 0,7 5 6 16,3 1 1-16,1 3 5 0,3 1-5 0,4 0 0 0,-4-13-1 15,-1 6-5-15,-6 3 3 0,-2 4-4 0,2 1 2 16,-2 1 7-16,1 1-3 0,-6 1 2 0,-1 0-2 16,-1 0-1-16,-2 2 1 0,-1-1 5 0,1 3 3 15,3 5-5-15,-1 0 3 0,-2 0-12 0,-4 2 7 16,0 0 3-16,-4 2 2 0,-3 0-3 0,-5 2 3 15,9 1-6-15,-18 1 2 0,-7 0-4 0,2-1 5 16,0-1-2-16,0 1 3 0,4 1-3 0,0 1-3 16,3 1 4-16,1-4-4 0,3-1 3 0,2 1 1 15,2-2-2-15,3-2 1 0,1 0 6 0,5-2-7 0,0-2 5 16,-3-1-5-16,-3 3 2 0,6-6-1 0,-1 7-1 16,1-5 0-16,2-1 2 0,0 3-2 0,0-5 2 15,2 1-3-15,3 4-5 0,1-7 6 0,16 4 2 16,0-2 1-16,1 10-2 0,3 1-3 0,0-2-1 0,0-2 0 15,0-1 9-15,-8-3-8 0,3 1-8 0,-10-5-2 16,2 1-29-16,-4-2-11 0,-2 0-40 0,6 1 6 16,0 1-157-16,-1 0-32 0</inkml:trace>
  <inkml:trace contextRef="#ctx0" brushRef="#br0" timeOffset="86189.23">30790 10887 906 0,'0'-2'22'0,"-2"0"40"0,1-1-55 0,-1-1-6 16,0 0 0-16,0 1-1 0,0 1 8 0,0 0-9 16,0 0 1-16,1 0-6 0,-1 0 2 0,2 0 7 15,0 2-3-15,0 0 2 0,0 0-9 0,0 0 7 16,0 2 1-16,0 0 1 0,0 2-12 0,0 11 12 0,0 7-1 15,-2 10 8-15,0-1 2 0,-2 1 0 0,-1 9-2 16,-1-8 1-16,-1 0-10 0,-1-1 2 0,-1-4 1 16,0 0 1-16,-1-2-2 0,3-2 6 0,2 0-6 15,-1-6 6-15,2-1-5 0,1 2 14 0,1-4-1 0,2-2 4 16,0-2-4-16,2-2 0 0,-1 0-4 16,3 1 2-16,0-3-12 0,0 0-2 0,-3-3 8 0,14 0-6 15,4-2 6-15,-1 11-1 0,1-4-5 0,1-2 4 16,1-3-2-16,-1-2 3 0,2-2-2 0,-1 0 1 15,1-2-10-15,-3 0 4 0,-3-1 1 0,-1-1 2 16,-2 0-7-16,-3 0 1 0,-3 1-8 0,-1 1 7 16,-3 0 1-16,-1 2-24 0,0-7-5 0,5-3-12 15,-1 1-61-15,-2 0-7 0,-1-1-16 0,-1-1 3 0,-2 4-62 16</inkml:trace>
  <inkml:trace contextRef="#ctx0" brushRef="#br0" timeOffset="86484.95">30673 11264 565 0,'0'-2'116'0,"0"0"-116"16,-1 0 127-16,-1-1-59 0,0-1-47 0,2 0-4 16,0 2-10-16,0-1 6 0,0-1-14 0,2 0 6 0,-2 2 1 15,2-1 1-15,7-3 6 0,11 4 2 0,2-13 6 16,3 4-3-16,1 2 10 0,1 3-2 0,-1 1-5 15,4 1 1-15,0 1-11 0,-2-1-4 0,0 0 4 16,-4 2-5-16,-4 0-8 0,-1 1 1 0,-6 1-1 16,-4 0 2-16,-3 0-2 0,-3 0 1 0,1 0-4 0,-2 0 4 15,2-2 1-15,-1 0-24 0,-1-2 2 0,0 0-14 16,-2-7-34-16,0-4-26 0,-4 1 10 0,1 1-12 16,-3 1 13-16,0 3-52 0,5-2-7 0</inkml:trace>
  <inkml:trace contextRef="#ctx0" brushRef="#br0" timeOffset="86657.44">30642 10909 468 0,'0'-1'105'0,"0"-1"-6"15,0 0 1-15,0 0-2 0,0-2-37 0,2 1-22 0,0-1 6 16,3-5-2-16,1 1 1 0,18-1-3 0,4 1-12 16,5-1 1-16,0 2-5 0,-1-1-7 0,3 3-12 15,-1-3 2-15,-1 3-5 0,1 1 6 0,-3 2-11 16,-5 0 0-16,0-14-5 0,-5 6 6 0,-8 5-4 15,-2 1-2-15,-8 4-5 0,-1 0-44 0,2 0-129 16,0-2-11-16</inkml:trace>
  <inkml:trace contextRef="#ctx0" brushRef="#br0" timeOffset="88091.72">15903 6490 25 0,'0'0'0'15,"0"0"27"-15,-2-1 12 0,0-1 24 0,1 0 1 0,-1 0-19 16,0-2-9-16,0 1-18 0,0-1 0 0,0 0-1 15,0 0 0-15,1 1-7 0,-1-1 3 0,0 2-5 16,0 0 0-16,2 0 3 0,0 1-7 0,0-1 3 16,0 0-10-16,-2 0 4 0,0 0 4 0,0 0-1 15,1 0-1-15,1 2 2 0,0 0-4 0,-2 0 2 0,0 2-6 16,0 0 12-16,0 0-1 0,0 2 4 16,2-1-17-16,-5 12 9 0,-1-2-3 0,1 2 6 0,-1 0-15 15,0 2 13-15,3-2-5 0,-1-1 9 0,2 1-9 16,0-2-1-16,2-2 1 0,0-3 1 0,0-1 12 15,0-1 16-15,0-2 7 0,0-1 4 0,2 1 19 0,0 0 10 16,0-1-10-16,0-1 9 0,1 0-23 0,-1-2-26 16,15 4 5-16,5-4-12 0,-1-2 5 0,7-5 1 15,-4-3-5-15,4-5 4 0,-1 1 2 0,1-3-9 16,4 15 1-16,-2-22-5 0,-1 2 2 0,-1 1-6 16,0 3 3-16,0 1-5 0,-2 2-16 0,-4 0-21 15,2 0-21-15,0 4-9 0,2 2-163 0</inkml:trace>
  <inkml:trace contextRef="#ctx0" brushRef="#br0" timeOffset="89503.22">30536 8941 541 0,'0'-2'13'0,"0"1"1"0,0-3 1 16,0-4-2-16,-2-10-3 0,2 3-8 0,0-5-3 15,-2 3 0-15,0-2-2 0,-3-3 3 0,-1 2 7 16,-3-5-7-16,0 5 6 0,-1 1-11 0,-3-5 5 0,0 4 1 16,-1-2 2-16,12 3 14 0,-17 2 3 0,6 1 6 15,-4 5-2-15,3-1 4 0,1 7-13 0,-2 1-2 16,2-5-4-16,0 1-8 0,-2 3-3 0,-2 3-2 16,-1 4 1-16,-5 5 5 0,1 6-2 0,-2 2 1 0,-2 20-3 15,2 4 4-15,0-2-2 0,-2 1 4 0,3-5-4 16,-1-1 5-16,2-5-5 0,3-1-6 0,3-1 2 15,1-5 4-15,4 0-1 0,1-3 6 0,5-2-5 16,-1-2 0-16,-3 0 2 0,2-2-2 0,3-3 4 16,2-1 15-16,2-1 6 0,0-1 15 0,0-1-7 15,0-2 20-15,2 1-27 0,0-3-1 0,16 12-8 0,5-5-8 16,3-3-3-16,1-2 1 0,1-4-2 0,0-2-5 16,0-3 3-16,0-3 0 0,1-1 2 0,-1-2 6 15,-2 0-11-15,0 0 3 0,-7 2-4 0,3-4 2 16,-3 2 5-16,-4 2-4 0,-4 2 5 0,-4 5-8 0,-1-7 7 15,-3-2-3-15,-1 2 7 0,2 3 7 0,2 1-6 16,-5 3 2-16,-1 2-5 0,0-1-1 0,0-1-10 16,0 0 3-16,-1 2-7 0,-1 0 5 0,-2 1 4 15,-3 1-1-15,-10 0 3 0,2 3-2 0,2 3-2 16,4-1 1-16,1 1-1 0,1-2-5 0,5 9 3 16,-2 0-1-16,1 2 3 0,1-2 6 0,-9 1-6 15,1 3-1-15,3-2-2 0,-1 4-1 0,3-1 4 16,1 3-3-16,2 1 3 0,2 0-1 0,0 4-3 0,0 2 5 15,0 4-3-15,0-1 5 0,0 4-2 0,0 2-3 16,0 2 0-16,0 6 1 0,0-6-4 0,-2 4 7 16,1-1-4-16,-1-6 11 0,-2-3-9 0,0 1 5 15,1-10-6-15,-1 0-5 0,-2-2 11 0,1-3-10 0,-1-3 11 16,1-1-3-16,-1-2-2 0,-1 0 3 0,-1-2-4 16,6 1 5-16,-14 1-8 0,-3-4 7 0,-1-2-7 15,-1 1 2-15,5-5 4 0,-5-1-5 0,4 0 4 16,1 9-2-16,1-3 9 0,2-5-1 0,4-1 4 15,3-2-11-15,2 0 20 0,1-2 0 0,-1 1 7 16,2-3 9-16,-2-4-20 0,1-12 2 0,3-6-8 16,3-2-6-16,7-7 4 0,1 1-5 0,4-3 4 0,3-2-7 15,3-2 8-15,3-1-4 0,-22 3 4 0,25 3-9 16,3 7 0-16,-2 3 5 0,2 3-2 0,-3 7-1 0,-1 5-4 16,-1 1 2-16,-3 5-1 0,-7-1 0 0,-2 4 1 15,-2-7-7-15,0 2 5 0,0 1-6 0,-5 4-23 16,1 0-19-16,-3 2-4 0,1 0-72 0,-1 0-10 15,0 0-30-15,0 2-5 0,-3 0-198 0</inkml:trace>
  <inkml:trace contextRef="#ctx0" brushRef="#br0" timeOffset="90201.26">30581 9483 460 0,'0'0'24'15,"0"-1"0"-15,0-1-8 0,0 0-4 0,0 0-8 16,0 0-2-16,0 0-2 0,0 0 0 0,0 1-2 16,0 1-2-16,0 0-3 0,0 0 1 0,0 0-1 0,0 1-3 15,-2 1 9-15,2 0-1 0,-2 2 2 0,2-2 2 16,-8 13 8-16,1-1-5 0,-2 3 5 0,-2 4-10 15,1-3 3-15,-1 1 1 0,0 1 0 0,0-1 0 16,0 1-2-16,1-3 4 0,1-4-4 0,0 2 0 0,0-2 12 16,-1 0-8-16,3-2 11 0,-1 0-2 0,3-2 8 15,1 1 4-15,2-3 1 0,0 2 2 0,2-3-8 16,0 1-3-16,0-1-2 0,0-2-7 0,0-1 11 16,0-1-1-16,0 0 3 0,0 0-6 0,2 2 0 15,0-1-8-15,0 1 6 0,0-2-5 0,0 0-3 16,0 0 4-16,-1-1-4 0,1-1 2 0,2 0-4 15,0-1 7-15,-1-1-5 0,1 0 5 0,0-2-7 16,0-3-3-16,5-6 0 0,0-2-2 0,0-2 6 0,3-1-5 16,-1-3 4-16,-4 6-4 0,1-1-4 0,1-1 6 15,-2 4-6-15,-5-2 10 0,13 6-10 0,-2-2 2 16,-4 5-6-16,1 0 11 0,1-3-7 0,-6 5 5 16,6-1-6-16,1 3-1 0,-7 2 3 0,1 0-4 15,-3 2 5-15,1 0-2 0,0 1 1 0,5 12-1 0,0 4 0 16,-3-2 5-16,0-1 0 0,-5-3-1 0,1-2-1 15,0 1 1-15,-2-5-1 0,0 0 5 0,0 1-4 16,0-4 1-16,0-3 7 0,0 3 2 0,0-2 3 16,0 2 19-16,0-1 3 0,0 1-2 0,0-2 1 15,0 0-12-15,2 0-10 0,0 0-3 0,0-2-3 16,0 0-4-16,1-2 0 0,-1 2 1 0,13-11-2 16,2-1 0-16,-3 3-4 0,5-11-2 0,0-3-1 15,-3-1 4-15,3 0-4 0,-1 2 9 0,-1 1-7 0,0 3 3 16,-4 7 1-16,-2 1-1 0,-4 7 0 0,1-3-7 15,-4 4 5-15,-1 0-3 0,-1 2 4 0,0 0-4 0,2 0 3 16,-1 2 1-16,1 2 1 0,0 3 6 0,3 14-5 16,-3-3-1-16,-2 1-2 0,-2-2-2 0,0-4 4 15,0 0-5-15,0-4 5 0,0 0-6 0,0 2 5 16,0-5-8-16,0 1 1 0,0-1-55 0,0-2-94 16,0-1 7-16,0 1-49 0,0 0-137 0</inkml:trace>
  <inkml:trace contextRef="#ctx0" brushRef="#br0" timeOffset="100949.4">2399 6152 4 0,'0'0'0'0,"0"-1"21"0,0-1 12 0,0 0 14 0,0 0 7 16,0 0-7-16,0 0-3 0,0 0-12 0,0 1 0 15,0-1-6-15,0 0-3 0,0 0 17 0,0 0-8 0,0 0 8 16,0 0-30-16,0 1 2 0,0-1-7 0,0 0 3 16,0 0-10-16,0 0 7 0,0 0 4 0,0 0 0 15,2 1-9-15,0-1 5 0,0 0-6 0,0 0 5 16,-1 0-7-16,1 0 10 0,0 2 1 0,0 0 4 16,0 0 2-16,-2 0 3 0,2 0-5 0,-2 0 5 15,0 0-7-15,0 2-6 0,2 0 4 0,-2 0-4 0,0 0 3 16,1 1-8-16,1 1 3 0,0 5-4 0,2 8 6 15,0 5-1-15,-3 3-7 0,3 2 4 0,-2 1-2 16,0 0 2-16,0 0-1 0,-2 2 1 0,0-1 2 16,0-1-3-16,0 2 5 0,0 2-6 0,0 3 3 0,-2 6-4 15,-2 3 1-15,-1 5-2 0,-1 3 2 0,2-1 4 16,-1 5-2-16,-1 0 2 0,4-6-10 0,-1 2 13 16,1-6-5-16,0-5 9 0,0-4-9 0,0-7 0 15,2-4 0-15,0-7 0 0,0 1 9 0,0-7-11 16,0 2 4-16,0-4-5 0,0-2 14 0,0 1-10 15,0-5 8-15,0 3-8 0,0-3 7 0,2 1-8 16,-2-2 0-16,0-1-1 0,0 1 4 0,0 0 0 0,0-1-1 16,0 1 0-16,2 0 1 0,0 0-4 0,-2-1 1 15,0 1-1-15,0 0 6 0,0-1-2 0,0-1 1 16,0 0-3-16,0 0 4 0,0 0 14 0,0 0 0 16,0 0 3-16,0-1-10 0,0 1-4 0,0-2-2 15,0 0-1-15,0 0 2 0,0 0-12 0,2 0 5 0,-1 0-7 16,1 0 15-16,0 0-10 0,0 0 6 0,0 0-7 15,0 0 3-15,0 0 0 0,-1 0-3 0,1 0 3 16,0 0 0-16,0 0 2 0,-2 0-4 0,0 0 3 16,0 0-3-16,0 0 7 0,0 0-5 0,0 0 5 15,0 0-14-15,0 0 9 0,0 0 3 0,0 0 1 16,0 0-1-16,0 0-3 0,0 0 1 0,0 0-1 16,0 0 0-16,0 0 4 0,0 0-2 0,0 0 3 0,0 0-6 15,0-2 0-15,0 1 0 0,0-1 0 0,0 0-3 16,0 0 4-16,0 0-3 0,0 0 3 0,0 0 1 0,0 1 0 15,0-1-1-15,0 0 0 0,0 0 0 0,0 0 6 16,0 0-3-16,0 0 2 0,0 1-4 0,0-1-1 16,-2 0-2-16,0 0 1 0,0 0 1 0,1 0-1 15,-1 0 6-15,0 1-5 0,0-1 8 0,0 0 2 16,0 0-4-16,-1 0 3 0,-1 0-1 0,0 2-6 16,-7 0 7-16,0 0-8 0,0 0 3 0,-4 2 4 15,4 2-5-15,-4 1 3 0,2 1-12 0,2 0 10 16,1-1-6-16,5-1 7 0,-8 5-11 0,0 4 3 15,-2 2 3-15,0 0 1 0,2 3 3 0,0 3-6 0,0 3-1 16,0 0 1-16,0 6 12 0,2-2-14 0,2 1 10 16,7 5-10-16,-2-1 7 0,2 2-2 0,-1-1-5 15,-1 3 3-15,-16-2 1 0,7 1 0 0,7-5 1 16,0 3-1-16,5-3 2 0,1-3 0 0,0 5 0 0,1-10-1 16,1 3-1-16,2 0 0 0,0-2 4 0,1 0-4 15,1-4-4-15,1 1 6 0,1-1-3 0,-1 1 5 16,2-1-1-16,1 2-3 0,1 1-3 0,-2-3 0 15,2 0-5-15,0-1 8 0,0-2 2 0,1-2 1 16,-9-2-2-16,12-2-1 0,0-2 3 0,4-2 0 16,-1-1 2-16,3 0-3 0,1-1 4 0,0-3-1 15,0 13 14-15,3-4-15 0,1-4-1 0,1-3-3 0,1-2 6 16,2-2-2-16,2-2 2 0,-1 0-2 0,3-1 4 16,-3-1-8-16,3-2 3 0,3-1-4 0,-6 1 5 15,1 1-4-15,-4-1 0 0,-6 1 0 0,2-1 0 0,4-3 3 16,-2-1-2-16,-4 1 4 0,-1-2-1 0,-3-2-2 15,3 9-1-15,-1-18 2 0,-1 0 3 0,-5-1 0 16,1-4-3-16,-2-3 1 0,0 0-5 0,-2-3 1 16,-1-4 3-16,-3-2 0 0,-1-10-2 0,-1-1-2 15,1 2 1-15,-4-2-3 0,1 3-3 0,-1 1 9 16,22 3-3-16,-11 2 5 0,-5 4-6 0,-4 2 3 16,-3 2 0-16,-1 1 2 0,0 2-7 0,0 2 10 15,-1 1-6-15,-1 1 8 0,-4-2-9 0,1 2 3 16,-3 2-3-16,-1 0 3 0,-2-2 6 0,-2-2-9 0,0 4 9 15,-2-1-9-15,7 1 5 0,-21 9 0 0,-5-3-5 16,-3 7 2-16,0 5 1 0,-4 2-6 0,2-18 5 16,0 9-7-16,0 6-1 0,2 5 4 0,4 4-2 0,1 3 3 15,4 5-5-15,2 3 1 0,-2 3-2 0,4-14 1 16,-2 24-5-16,4 0-24 0,0 2-10 0,5-2-10 16,2 4-88-16,6-1-75 0</inkml:trace>
  <inkml:trace contextRef="#ctx0" brushRef="#br0" timeOffset="101391.08">2587 7671 34 0,'0'-2'10'0,"0"-1"18"0,-2-3-13 0,-2-7-16 15,2 4 5-15,0 1-7 0,1 1 4 0,-1 0-1 0,0 1 11 16,0 2-4-16,2 2 42 0,-2-1 29 0,2 1-6 16,-2-2 12-16,2 2-24 0,-2-1-25 0,1-1-5 15,-1 0-4-15,0 0-7 0,0 3-8 0,0-1 5 0,0 0-6 16,0 0 9-16,1 0-5 0,-1 2-4 15,0 0 0-15,2 0-6 0,0 2-2 0,0 0-1 0,0 2 1 16,0 9 7-16,0 11-9 0,0 2 10 0,2 3-10 16,0 3 8-16,-1 3-1 0,1 4 1 0,-2 0 1 15,0-2 11-15,0 1-12 0,0-7 5 0,0-1-7 16,0-4 4-16,0 0-7 0,-2-2-3 0,1-6-1 16,-1 1 6-16,2-6-3 0,-2 0 9 0,2-4-9 15,0-1 6-15,0-3-9 0,0-1 4 0,0-2-3 16,0 2 17-16,0-1-14 0,0 1 2 0,0-2-5 0,0 0-8 15,0 0-45-15,0-2-16 0,0 0-13 0,0-2-80 16</inkml:trace>
  <inkml:trace contextRef="#ctx0" brushRef="#br0" timeOffset="101748.31">2388 7755 335 0,'-2'-2'65'0,"-2"-9"148"0,-3-11-191 0,1 3-1 0,3 6-3 15,1 6-2-15,2 1-19 0,0 0 6 0,0 5-3 16,0-3 5-16,0 0-3 0,0 0-5 0,0 1-1 16,0-1-2-16,2 0 5 0,-2 2 3 0,2-1 3 0,1-3-1 15,3-1-3-15,1-3 1 0,3-3-2 0,-9 2 0 16,11 0-3-16,-3 0 9 0,0 0-4 0,0 0 4 15,1 1-8-15,-3 1 7 0,2 2 0 0,1 1 2 16,-3 1-12-16,1-1 7 0,-1 2-2 0,0-1 6 16,3-1-4-16,1-1 1 0,-2 3-4 0,0 2 2 15,4 2-6-15,-1 0 9 0,1 2-2 0,1 4 3 16,3 3-11-16,0 2 10 0,0-4-5 0,-1 14 5 0,5 1-8 16,1 2 4-16,-2 0 0 0,1 6 0 0,-10-4-13 15,4-2 3-15,-2 0-8 0,3-7-9 0,-3-2-155 0</inkml:trace>
  <inkml:trace contextRef="#ctx0" brushRef="#br0" timeOffset="102218.46">3493 7367 551 0,'0'-2'33'0,"0"0"5"0,0-2-13 0,-2-1-5 16,-2-6-11-16,2 1-10 0,2 5 1 0,0 1-8 0,-2 0 6 15,1 1-21-15,-1-1 12 0,0 2 0 0,0 0 4 16,0 0 2-16,0 2-4 0,0 0 6 0,1 2-4 16,-1 0 6-16,0 2 4 0,-2 5-3 0,-1 8 6 15,-1 1-5-15,2 3-1 0,1 1 0 0,1 0-1 16,0 2 0-16,0 1 0 0,0-1 1 0,0 2 1 0,2-2 2 15,-2 4-3-15,2-2 1 0,0 0-1 0,0-2 2 16,0-4 2-16,0 1-8 0,0-1 6 16,0-3 2-16,2-4-8 0,0-4 10 0,-2-1-9 0,0-3 10 15,2 3-2-15,0-1-2 0,-2-5 1 0,0 0-8 0,2 1 5 16,-2 1-5-16,0 2 5 0,0 1-1 0,0 2-4 16,0-3 4-16,-2 3-3 0,-2 1-1 0,-1-3 4 15,-1 6-3-15,-13 2 4 0,3-2-1 0,-1-2-1 16,2-2 3-16,2-5-2 0,2 0 6 0,6-2 7 15,-1 1 18-15,4-3-5 0,-2 4 41 0,1-2-29 16,-1 0-12-16,2 0-2 0,0-1-25 0,2 1 6 16,2-2-4-16,0 0 5 0,11 0-6 0,20-5-2 15,3-3 2-15,3 1-4 0,0-2-2 0,3-1 7 16,1 1-3-16,0 2 3 0,-1-1-1 0,-6 3-10 0,-7-1-3 16,-3 0-5-16,-3 3-36 0,-3 1-66 0,-3 0 13 15,-6 0-35-15,-2 0-36 0</inkml:trace>
  <inkml:trace contextRef="#ctx0" brushRef="#br0" timeOffset="102463.97">3350 7432 204 0,'0'0'164'0,"0"-2"-188"0,-2 0 188 0,0-2-92 16,2 1-10-16,0 1-32 0,0-6 6 0,0 3-16 0,0-3 2 15,2 1-10-15,4-1 7 0,10 3-6 0,16-3 8 16,7 3-2-16,3-4-5 0,3 1 3 0,7-1-10 0,2-2 4 16,0 2-3-16,1 1 3 0,-10 3-2 0,-6 1-12 15,-6-17 4-15,-5 10-8 0,-4 6-4 0,-1 3 3 16,-3 2-16-16,-5 2 3 0,-2 1-91 0</inkml:trace>
  <inkml:trace contextRef="#ctx0" brushRef="#br0" timeOffset="102796.22">2951 8303 117 0,'0'0'41'16,"0"-2"4"-16,-2 0-20 0,0 0-7 0,0 0-15 15,0 0-1-15,0 0 1 0,0 1-1 0,1-1 2 16,-3 2 3-16,0 0 10 0,2 0 1 0,-7 0 3 0,0 2-1 16,-1-1 26-16,1 3-5 0,-2 4 12 0,4-3 2 15,-5 4-9-15,3 12 0 0,0 5-4 0,0 5-4 16,1 5-6-16,1 6 1 0,5 9-3 0,-26 4-5 0,13 5-12 15,8-1 1-15,3-7-5 0,2-6-4 0,2-1 11 16,2-10-4-16,5-1 6 0,1-5-3 0,-1 1-5 16,1 0-1-16,-1-4-2 0,1 0-5 0,-3-2-10 15,3 0 0-15,-3 2-12 0,1-2-78 0</inkml:trace>
  <inkml:trace contextRef="#ctx0" brushRef="#br0" timeOffset="104313.76">2759 6238 209 0,'0'-2'68'0,"0"-4"122"0,-1-10-135 0,-1-3-31 16,2 4 1-16,0 6-11 0,0 3-8 0,0 3-7 16,2 1 1-16,-1 0-3 0,1 0 4 0,2 0 6 15,0 0-4-15,-1 2 2 0,10 0-14 0,2 0 17 16,4 0-3-16,5 0 7 0,-4 0-8 0,4 0 9 0,2-1-3 16,0-5 6-16,4-1 0 0,0-3 0 0,1-1 0 15,1-2 0-15,3 0-2 0,1 2-3 0,4-2-3 16,3 0 0-16,4 2-4 0,3 0 0 0,4 0 3 15,5 1-3-15,4 1 1 0,4 2-4 0,-2-3-1 0,2 1 0 16,-4 0 0-16,-2 0 6 0,0-3 5 0,-1 3-1 16,3 2 20-16,6-1-1 0,5 1-6 0,4-1 2 15,-4 3-14-15,0 1-7 0,-3 2 2 0,-8 0-5 16,-3 2-6-16,-7 0 5 0,-6 2-2 0,-5 2 2 16,-1 0 3-16,-2-1 2 0,-2 1-3 0,2 0 2 15,-1 0-10-15,-3-3 12 0,4-1-6 0,0 0 6 0,0 0-7 16,-2-1-2-16,-4-3 9 0,5 0-6 0,-5 0 9 15,2 1-9-15,1-1 0 0,-12 2-4 0,0 0 2 16,-8 2 2-16,-3 0-1 0,-3 0 3 0,-1 0 2 16,-3 0-3-16,-3 0 0 0,-1 0-1 0,0 0-11 0,2 0 20 15,-1 0-9-15,1 2 13 0,-2 0-9 0,0 0-4 16,0 0 6-16,0 0-6 0,-2-1 4 0,0 1-4 16,0-2 5-16,-2 0-2 0,0 0 9 0,0 0-13 15,0 0 3-15,0 0-4 0,-1 0 6 0,-1 0-3 16,2 0-3-16,-4 0 0 0,-5 0 5 0,6 0-1 15,-1 0 2-15,-5 0-3 0,2 0-8 0,3 0 3 16,1 0 0-16,-1 0 2 0,2 2 7 0,1 0-5 16,-3 2 0-16,-1-1-1 0,-3 18-2 0,1 1 0 0,2 6-1 15,3 2 2-15,-5 3-1 0,5 0 4 0,-2 5-1 16,-3 1 3-16,5 0-2 0,-1-4 3 0,-1 0-6 16,4-3 3-16,-16-3-1 0,7-3-5 0,3-3 7 0,5-5-5 15,-1 1 8-15,4-4-8 0,0 1 3 0,2 1-4 16,0-2 13-16,1-2-6 0,1 2 2 0,2 0-5 15,-1-2-1-15,1 2 1 0,1-1-3 0,1 1 2 16,-1-2-6-16,-3-3 7 0,-1 1 2 0,1 0 0 16,0 2-2-16,-2-4 4 0,0 2-5 0,-2-1 5 15,-2 1-4-15,-2-2 3 0,-2 0-1 0,1 1 1 16,-8 1-5-16,-13-4 1 0,-8 0 2 0,1 1 0 0,1-4 4 16,3-1-2-16,3-1 1 0,-2 17-2 0,4-8-4 15,3-6 4-15,-1-1-4 0,3-4 5 0,1 0 8 16,3 0-7-16,2 0 5 0,0-2-6 0,2 0 3 0,0 1-3 15,1 1 5-15,1 0-5 0,2 0-3 0,1 0 0 16,2 0-1-16,1 0 2 0,1 0-1 0,-2 0-3 16,0 0 1-16,1 1-1 0,1 1 9 0,0 0 12 15,2 2-5-15,0 0 6 0,0-1-6 0,2 1-10 16,0 0 8-16,11 3-9 0,13-1 12 0,7-3-14 16,2-1 3-16,1 0-6 0,5 0 3 0,-1 0 0 15,-2 2-2-15,2-1 3 0,-6 5 5 0,-1 1-8 16,3 0 0-16,-9 1-2 0,1 1 7 0,-2-2-3 15,-3 2 5-15,-3 2-5 0,2-5-1 0,-7 1-1 0,-2 0 2 16,2 0 1-16,-6 3 6 0,0 1-10 0,-1-2 1 16,-4-2-3-16,-3-2 12 0,3-1-9 0,2 1 3 15,-1 5-4-15,-1-1 12 0,-2 2-11 0,-2 0 5 16,-4 0-7-16,-1-4 6 0,-3 6 0 0,-23-2-1 16,-5 2 1-16,-1 1-2 0,-4-3 1 0,2 2-5 0,-1-4 4 15,-1 1 3-15,0 1-4 0,4-2 4 0,3 0-5 16,5 0-3-16,1-2 7 0,4 1-2 0,1-3 5 15,5 2-5-15,1-1 0 0,4-1-2 0,4 1 1 16,1-1 1-16,5-1 4 0,1-3-4 0,0 3 1 16,0-4 0-16,0 1-1 0,0 1 7 0,2-2-7 0,-2 2-4 15,2-2 3-15,0 1 1 0,0 1 2 0,0 0 3 16,0-1-7-16,2 1 1 0,2-2-3 0,0 0 5 16,18 7 6-16,2-3-5 0,-2-3 4 0,3-1-9 0,1 0 0 15,-2-2-1-15,4 0 1 0,-10 0 2 0,1 0-1 16,-1 0 4-16,-3 0-2 0,4 0 0 0,-4 0 0 15,1 2-6-15,-5 0 6 0,2 0 1 0,-3 1-7 16,-3 1 3-16,1 2-5 0,-7 7 7 0,18 14-2 16,-6 7 2-16,-7 7-4 0,-6 7-7 0,-2 10 12 15,-8 3-6-15,-1 4 8 0,-2 4-2 0,-2-6-2 16,2-4 2-16,2-7-2 0,2-9 1 0,3-10 3 16,1-1-3-16,-1-4 2 0,3-1-1 0,1 1-2 15,0-2 6-15,2-2-4 0,-2 2 0 0,0-3 2 0,2 3 0 16,0-2 3-16,0 0 2 0,0 0-6 0,0 2-2 15,0-7 0-15,0 1 1 0,0-3 1 0,0-6-1 16,0 0 0-16,0-3-2 0,0-5 2 0,0 1 1 16,0 0-1-16,0-2-12 0,0-1-52 0,-2 1-11 0,0-2-16 15,2 0-37-15,0-2-60 0,0-1-11 0</inkml:trace>
  <inkml:trace contextRef="#ctx0" brushRef="#br0" timeOffset="104917.5">5834 7021 579 0,'0'-1'12'0,"0"-1"-1"0,0-8 3 16,-2-4 2-16,2 10-5 0,0 0-11 0,-2 0-2 15,1 3-6-15,-1-1 3 0,0 2-2 0,0 2 7 16,-9 20 0-16,-6 21 1 0,2 1-4 0,2-1 2 15,2-2 1-15,2-4 0 0,0 0 0 0,3-7 2 16,0-2-2-16,3-4 3 0,1-4 2 0,0-1-5 16,0-3 4-16,0-5-4 0,2 1 3 0,0-9 4 15,0 1 4-15,0 0 4 0,0-1 52 0,0 1-38 0,0-2 13 16,0 0-25-16,0 0-13 0,-2-2 2 0,1 0-4 16,-1-2 4-16,0 0-3 0,2 0 5 0,-9-16-6 15,-1-5 5-15,3 1-2 0,-1-2 5 0,3-2 3 16,-1-4-1-16,3-1 5 0,1-1-4 0,2-9 2 0,0 4-5 15,0 0-5-15,3-4 3 0,3 6-3 0,1-4 3 16,1 5-8-16,-1 5 0 0,1 5 0 0,3 1 0 16,-2 7 7-16,0 1-8 0,-5 4 1 0,17 3-4 15,-1 3 5-15,8 1-1 0,-8 2 5 0,4-15-4 16,1 6 6-16,1 4-4 0,-2 5-6 0,3 2 3 16,-1 2 0-16,-3 1-4 0,-3 1 5 0,-9 0-6 0,-3 0 8 15,1 1-2-15,-2-3 4 0,-1 17-2 0,-4 1 3 16,0 0 4-16,9-1-4 0,-4 5 5 0,-7-7-1 15,-2 3-9-15,-3 1 7 0,-3-5-7 0,-6 10 2 16,10-9-3-16,-22 4-1 0,-2-3 1 0,-2-3 4 0,-1 2 1 16,5 1-3-16,2-1 1 0,-4 3-3 0,6 1 2 15,-6-3-3-15,9-1 1 0,4-2 0 0,4-2-1 16,2 0 3-16,1-4-2 0,1 1 0 0,5-3 2 16,-3 0-2-16,1-1 1 0,2 0 4 0,2-3 5 15,0 1-3-15,0 0 1 0,0-1-12 0,2 1 10 16,5-2-5-16,25 0 7 0,-4 0-13 0,1 0 5 15,1 1-3-15,-8-1 1 0,6 2-12 0,-2-2-25 16,2 0 6-16,-2 1-21 0,-2-1-66 0,2 2-99 0,-5-2-6 16</inkml:trace>
  <inkml:trace contextRef="#ctx0" brushRef="#br0" timeOffset="105165.39">6382 7293 579 0,'0'0'26'16,"0"-2"-1"-16,0 0 0 0,0 0-2 0,0 0-8 15,0 0-10-15,0 0 3 0,0 1-7 0,0-1 5 0,0 0-5 16,0 2 7-16,0 0 7 0,0 0-1 0,0 2 3 16,0 0-4-16,0 3-2 0,-2 19 0 0,0 4-2 0,0 2-1 15,0 1-3-15,1 3 1 0,-1-1-3 0,0 1-1 16,0-1 0-16,0-1-1 0,0-1-1 0,-1-1-4 15,-1 1 0-15,0-5-3 0,-1 4 3 0,-1-6-59 16,0-3-16-16,1-5-24 0,1-6-131 0</inkml:trace>
  <inkml:trace contextRef="#ctx0" brushRef="#br0" timeOffset="106516.15">5208 6000 165 0,'0'0'45'0,"0"0"-5"0,0 0 41 16,-1-2-7-16,-1 1-2 0,0-1-36 0,0 0 12 15,0 0-7-15,0-2 7 0,0 1-15 0,2 1-12 16,-3-6 10-16,-1 1-10 0,2 1 3 0,0 3-5 0,2-1 1 16,0 0 0-16,0 0 4 0,0 1-5 0,-2-1-2 15,2 0 1-15,0 1 5 0,2-1-14 0,0 2 3 16,0 2-7-16,26-13 4 0,5 4-2 0,-3 5-1 15,5 0 0-15,0 2 1 0,3 2-7 0,6 0 1 16,3 0-2-16,3 0 0 0,4 0 3 0,9 2-1 0,5-2 2 16,5-3-3-16,7-1 9 0,-2-4-5 0,-4 1 6 15,-2 0-15-15,-3-1 9 0,2-1-3 0,-1 1 4 16,8 1-12-16,6 0 6 0,1-3 1 0,8 1 2 16,-6 2-1-16,-5-1 4 0,-4 1-5 0,-17 1 4 15,-9 2-7-15,-7 3 1 0,-4-1 3 0,-4 2 0 16,0 0 7-16,-4 0-5 0,-1 0-5 0,-4 0 2 15,1 0-1-15,-5 0 1 0,1 2 2 0,-7-1-2 0,-5-1-7 16,-2 0 9-16,-3 0 2 0,-6 0 3 0,3 0 1 16,-1 0 3-16,0 0-3 0,-1 0 3 0,1 0-10 0,-2 0 2 15,0 0-3-15,0 0 3 0,-2 0 0 0,0 0 1 16,0 0 0-16,-2 0-1 0,0 0 2 0,0 0-5 16,0 0 6-16,-2 0-6 0,-1 0 0 0,-3 0 3 15,7 0-3-15,-3 0 3 0,0 0-5 0,0 0-2 16,3 0-2-16,-3 0-1 0,-4 2-1 0,3 0 7 15,-4 6-3-15,-1 5 4 0,-1 11 0 0,0 4-2 16,4 5 2-16,3 2-2 0,-2 4 5 0,3 6 0 0,1-1-2 16,-22 3-1-16,12-5-1 0,9-3-3 0,3-5 4 15,2-3-3-15,3-1 3 0,4 0-1 0,3-2 2 16,-1-4 0-16,0 0 1 0,-2-4 1 0,2 1-6 16,0 1 4-16,1 0-3 0,-3-1 4 0,0 1 3 0,-1-3 0 15,-3-1-7-15,1 1 5 0,-3-4-3 0,-1-2 4 16,0-2-5-16,-2-2-1 0,0 0 1 0,0-1 0 15,0-1 0-15,0-1 3 0,-2-2 2 0,-1 1 1 16,-5-3-4-16,-12 0 6 0,-1 2-6 0,3-3 5 16,-6 1-5-16,3 0-1 0,1 0 2 0,-3 0-2 15,3 13-3-15,2-6 7 0,-3 0-4 0,3-1 4 0,-1-3-7 16,0-1 4-16,1 0 2 0,-1-3 1 16,1 3-7-16,1-2 5 0,0 0-5 0,4 0 5 0,0-2-1 15,6 0-1-15,-2 0 1 0,3 0-1 0,2 0-2 16,1 0 2-16,-1 2 2 0,0-1 1 0,2-1-2 0,0 2-1 15,1 0 0-15,-1 0 0 0,2 0 7 0,0 0-3 16,2 0 1-16,-1-1-1 0,3 1 7 0,17 6-11 16,3-3 0-16,5 3-2 0,1-3-1 0,2-1 1 15,3-2 4-15,4 2-2 0,2-3-1 0,0 1 6 16,1 0-6-16,-3 2 5 0,-3-2-10 0,-7 1 5 16,-3 1 2-16,-9 0 2 0,0 0-5 0,-4-1 2 15,-6 1-6-15,4 2 6 0,-1 1-1 0,-10-5 3 16,11 15-1-16,-4 1 1 0,-7 1-1 0,-2 5 4 0,-7 0-3 15,-6-2 1-15,-2 1-6 0,-18-1 6 0,-4 0-3 16,2 0 4-16,2-1-3 0,1-4-1 0,3-1 4 16,7-5-4-16,-1 4 2 0,7-5-1 0,1 1 0 15,4-4 0-15,4-3-1 0,2 5 1 0,3-5-1 0,2 1 1 16,0-1-1-16,0 0 0 0,0 0-6 0,1-1 5 16,-1 3-2-16,0-1-7 0,2 1 11 0,0 1-10 15,0-3 3-15,4 2 4 0,9 1-4 0,9 2 6 16,0 3 4-16,-2 2-7 0,-1 1 2 0,-4 4-6 15,0 5-5-15,-10 6 2 0,3 5-1 0,-6 9 3 16,24 7 11-16,-13 6-4 0,-8 6 1 0,-3 4-4 16,-2 0 2-16,0-9 2 0,-2-5 0 0,0-12 1 15,-1-5 4-15,1-5-8 0,0-7 6 0,0-5-6 0,0 1 12 16,0-7-8-16,0 0 3 0,1-4-4 0,-1-3 3 16,0 1 1-16,0-1-1 0,0-2 0 0,0-1-6 15,2-1-7-15,-2-2 0 0,-3 4-3 0,-3 2-15 0,-1-1-15 16,4-3-14-16,1-2-2 0,2 0-68 0,-2 0-5 15,2 0-18-15,1-2 10 0,1 0-10 0</inkml:trace>
  <inkml:trace contextRef="#ctx0" brushRef="#br0" timeOffset="107077.02">7899 6797 756 0,'0'-2'72'0,"0"-4"-78"0,-10-29 77 16,5 7-38-16,1 6-21 0,2 9-3 0,2 4-5 16,0 5 0-16,0 2-13 0,0-2 6 0,0 1-5 0,-2 1 3 15,1 0-12-15,-1 2 7 0,0 2 0 0,0 0 3 16,-5 14 3-16,-5 20 1 0,1 4-1 0,0 9 0 16,0 3-1-16,2 3 5 0,0 3-2 0,1-8 2 15,1-3 3-15,1-14-4 0,2-3 6 0,1-10-6 16,1-3 4-16,0-6 0 0,0-2-1 0,2-5 0 15,0 0-3-15,0-1 3 0,-2 1 1 0,0 0 2 0,1 0 3 16,-1-3-1-16,0 1 1 0,0 0 0 0,0-2 6 16,0 0-8-16,0-2-1 0,1-1-1 0,-7-16 3 0,-1-13 0 15,3-5 3-15,4 0-3 0,2-11-7 0,0 1 4 16,4-3 2-16,0 0 0 0,1 9-1 0,3 2 0 16,1 4-4-16,2 5 4 0,0 1 1 0,1 3-7 15,-1 3 4-15,2 3-4 0,-6 1 1 0,21 5 0 16,2-1-1-16,3 4 3 0,2 1 4 0,1 3-2 15,-1-1-3-15,-2 5 1 0,-7 1-5 0,2-15 0 16,-4 8 0-16,-9 7 0 0,2 2 2 0,-12 0 2 16,-3 0 2-16,2 4 0 0,0 3-2 0,3 14 6 15,-7 3-3-15,-4-2 2 0,-3 0-11 0,-8 1 8 16,10 1-3-16,-20 0 7 0,-2 4 1 0,-1-4-7 0,2 2 4 16,-2 0-5-16,6-2-8 0,3-2 11 0,2 2-3 15,6-1 5-15,0-5-9 0,5-3 5 0,-1-6-2 16,3 1 4-16,1-1-1 0,1 0-1 0,-4-1-2 0,1 1 0 15,-1 0 2-15,2-1 13 0,1 3-3 0,3-6 3 16,0 3-3-16,0-3-13 0,1 3 8 0,1-5-10 16,2-1 0-16,16 4-11 0,3-4-5 0,3 5-1 15,-2-5-23-15,0 2-92 0,-7-1-6 0,-2 1-41 16,1 2-127-16</inkml:trace>
  <inkml:trace contextRef="#ctx0" brushRef="#br0" timeOffset="107374.4">8227 7021 466 0,'0'-1'41'0,"0"-3"49"0,6-15-19 0,0 1-27 16,-1 5 0-16,4 0-9 0,-3 3-11 0,18 3 0 15,4 1-2-15,-6-8 0 0,4 2 1 0,-2 7-6 16,1 5 3-16,-7 5-7 0,1 7-13 0,-8-3 10 15,-2 28 1-15,-5 2 7 0,20 4 14 0,-15-1-18 16,-9 1 1-16,-4-6-8 0,-7-3-1 0,0-5-4 0,-4-3 1 16,2-5-3-16,0-3 2 0,4-5 6 0,4-5-3 15,3-4 8-15,0-1 41 0,-2 1-3 0,2 0 10 16,0-1-16-16,1 1-37 0,1-2-5 0,0 0-1 16,1 0-1-16,3 0-6 0,5-2-15 0,17 0-12 0,2-2 1 15,2 0-28-15,-6 0-66 0,-2-2-33 0,-5 2-22 16,-2 1-198-16</inkml:trace>
  <inkml:trace contextRef="#ctx0" brushRef="#br0" timeOffset="108460.32">2548 9159 155 0,'0'0'24'0,"0"0"-1"0,0 0 23 0,0 0-9 0,0 0 4 15,0-2-19-15,0 0-7 0,0 0 3 0,0 0-6 16,2 0-5-16,-1 0 0 0,1 1 4 0,0-1-3 16,0 0 4-16,0 0 0 0,0 0-6 0,1 0 5 15,-1 2-1-15,13-7 0 0,2 1-2 0,0 1 0 16,3-1-6-16,0 1 7 0,5 1-4 0,4 0 3 16,-1 0-9-16,5 1 9 0,-1 1 3 0,5-2 1 0,8 0 2 15,-1 3 27-15,5-3 1 0,-5-4 8 0,3 1-10 16,5-2-15-16,3-2-6 0,10-2 0 0,8 0 0 15,10 0-10-15,3 0 5 0,3-2-7 0,-4 4-4 0,-5 1 2 16,-9 1-5-16,-5 2 4 0,-1-1-9 16,2 3 7-16,6-1-2 0,6-1 4 0,5 1-6 0,5 2 1 15,-3-1-3-15,-8 1 3 0,-8-2 0 0,-5-1 8 16,0 0-7-16,2-3 6 0,3 5-8 0,7-5 1 16,2 3 4-16,3 1-3 0,-4-3-1 0,2 0 1 15,-6 0 4-15,-7-1-1 0,4-1 8 0,-6 4-9 16,9-3 1-16,-2 1-3 0,6 5 4 0,0 3 3 15,-3-1-7-15,1 2 5 0,-8 0-10 0,-1 0 4 16,-7 0 5-16,-1 0-3 0,0 2-1 0,3 1 1 0,6 1-3 16,5 0 3-16,3-2 10 0,4-1-8 0,-8-1-1 15,-5-1-2-15,-9-3-4 0,-6-2 7 0,0-1 6 16,-6-2 3-16,2-1 44 0,-3 3-13 0,-1-2 10 16,-1-1-14-16,0 3-17 0,3-2-3 0,-5 3-3 15,0 2 2-15,-6-1 4 0,-5-1-2 0,-2-1-1 0,3 1-2 16,-3 2-10-16,0 1-1 0,-8-1-1 0,-5 2 0 15,-2-2-5-15,0 1-3 0,-2-1 4 0,-1 0-2 16,-1 1 1-16,-3 1-8 0,-3 0-16 0,1 0 3 16,0-2-62-16,-2 1-73 0,-2-1 24 0,0-7-33 15,-2 0 58-15,-2 1 31 0,-3-1 2 0,-6-4 12 0,-8 1 29 16,3-5 7-16,-1 0-13 0,4 3 1 0,0-3-84 16</inkml:trace>
  <inkml:trace contextRef="#ctx0" brushRef="#br0" timeOffset="108717.05">7227 7976 379 0,'0'-2'195'0,"0"-5"-243"16,0-32 225-16,1 1-117 0,1 9-9 0,0 6-25 15,0 3 8-15,0 9-15 0,-2 5-7 0,2 3-12 0,0-1 2 16,-1 2-4-16,1 0 5 0,0 2-10 0,2 0 2 15,0 2-4-15,-1 2 12 0,8 14-3 0,1 12 2 16,-5 2-3-16,-1-1-1 0,-5 3 6 0,1-3 3 16,-2-1 2-16,-2-1-3 0,-1-1 6 0,-1 0-8 15,-2 2 8-15,1 0 3 0,-1 1-11 0,1 1 6 0,-3 1-9 16,5-3-1-16,-1 1 5 0,2-1 0 0,2 0 4 16,0-2 2-16,2 1-11 0,2 3 0 0,1 0-5 15,1 1-8-15,-3-1-142 0,-3-1-56 0</inkml:trace>
  <inkml:trace contextRef="#ctx0" brushRef="#br0" timeOffset="109043.89">5220 8299 458 0,'0'-2'85'0,"0"0"-111"0,0 0 94 15,0 0-52-15,1 1-19 0,1-1 2 0,0 0 1 16,0 2 0-16,0 0-4 0,0 2 8 0,0 1-3 15,9 22 6-15,0 10-3 0,-4 11-3 0,-3 4 3 0,-4 4-3 16,-2 2 10-16,-2-4-8 0,1-2 3 0,1-5-4 16,0-6 0-16,2-8-4 0,0-5-7 0,2-5-18 15,2-3-214-15</inkml:trace>
  <inkml:trace contextRef="#ctx0" brushRef="#br0" timeOffset="109980.95">7691 5337 189 0,'0'-1'27'0,"0"-5"27"16,0-18-18-16,-2 9-27 0,2 8-2 0,0 1-6 0,0 0 5 16,0 1-3-16,0 1-3 0,-2 0-1 0,0 1-7 0,0-1 14 15,1 0 11-15,1 1 0 0,0-1 35 0,0 0-14 16,0 0 0-16,0 1-6 0,0-1-4 0,-2 2-13 16,2 0 5-16,0 0-9 0,0 1-5 0,0-1 2 15,0 2-8-15,0 0 5 0,0 0-6 0,0 2 15 16,0 1-1-16,0 18 5 0,0 5-6 0,2 0-6 15,1 5 4-15,1 3-4 0,0-1 8 0,-1 2 2 16,-1-9-2-16,2 2 1 0,0-4-4 0,-1-5 3 16,3 5 0-16,-2-5 2 0,-1-1 5 0,1-3 1 0,2 2-8 15,-3-4 4-15,1 0-13 0,0 2 3 0,-2-4 4 16,0 0-3-16,-2 2-1 0,0-4-4 0,0 2 1 16,0-1-1-16,0-1-3 0,-2 2 2 0,0-4-6 15,-2 3 3-15,0-3-9 0,1-1-37 0,-1-1 1 16,-2-1-21-16,-5 0-60 0,0-1-111 0</inkml:trace>
  <inkml:trace contextRef="#ctx0" brushRef="#br0" timeOffset="110374.04">7475 5839 184 0,'0'-2'62'0,"0"0"-1"16,0 0 52-16,0-2-22 0,0-3 4 0,0-4-69 0,0 3-5 15,0 3-14-15,2-3 9 0,-2 5-11 0,0 1-7 16,0-2 6-16,0 2-7 0,2-1 8 0,0-1-2 16,0 2-1-16,0 0 0 0,0 0-5 0,1 0 9 15,1 2-6-15,-2 0 8 0,5 2-8 0,4 4 0 16,-1-1 0-16,-7-3 2 0,3 8 0 0,0 3-3 16,1 0 8-16,-3 0-7 0,1-2 9 0,3-2 43 15,-1 0-12-15,4-3 22 0,2-2-19 0,-2-1 4 16,-1 5-5-16,3-1 4 0,2 1-15 0,3-3 3 15,3-3-4-15,1-2 3 0,2-2-5 0,-2-3-6 16,1-3-5-16,-3-1-1 0,0 0-12 0,-1-3 2 0,-1 1 5 16,-1 0-4-16,-2 0-7 0,-4 9 1 0,2-11-3 15,-4 0 4-15,1 0-2 0,-1 0 3 0,-5 2-3 16,-1-2 2-16,7 0-7 0,-3 0 3 0,-1 2 1 16,-3 0-2-16,-1 0-8 0,0-1-11 0,-2 1-11 15,0 4-4-15,0-1-84 0,0 7-39 0,0-1-30 0,0 0-3 16,-2-2-126-16</inkml:trace>
  <inkml:trace contextRef="#ctx0" brushRef="#br0" timeOffset="110917.22">8460 5001 537 0,'0'-2'8'0,"0"1"-2"0,0-1 9 15,0 0-9-15,0-2 5 0,0 2-10 0,0 0-9 16,0 1 8-16,0-1-8 0,0 0 14 0,0 0-5 16,0 0 3-16,0 0-4 0,0 2-3 0,0 0 4 0,0 0-1 15,0 2 4-15,0 0 13 0,-2 0-4 0,0 2 10 16,-2 10-8-16,-1 7 11 0,-1 1-11 0,0 2-4 15,-1 4-2-15,1 0-12 0,1 4 7 0,1-3-4 16,0 1 5-16,1 5-5 0,-1-7 3 0,2 2-1 16,0-2 3-16,0-6-3 0,2 4 2 0,0-4-1 0,0-1 0 15,0-3-7-15,0-5 9 0,0-2-2 0,0 0 5 16,0-3-8-16,0 1 4 0,0 0-1 0,0-3 3 16,0 0-9-16,0-1 16 0,0-3-8 0,-1 2 11 15,-1-1-10-15,-2-1-5 0,-15 8 4 0,-3-3-4 16,5-3 5-16,-1-1 2 0,5-3 1 0,5 0 0 15,-3 0 8-15,4 0 14 0,-2-1-4 0,1-1 7 0,4 2-12 16,1-2 3-16,-1 0-7 0,0 0 4 0,2 0-12 16,1 0-11-16,1 1 7 0,0-1-8 0,0 0 3 15,1 0-1-15,7-2 0 0,22-7 1 0,1 0 5 0,-1 4-6 16,-2 1 0-16,0-1 0 0,1-1 3 0,-5 3 3 16,2-3-3-16,-2 3 2 0,-1-1-5 0,-5 2 0 15,-1 1 2-15,-2-1-2 0,-4 2 1 0,-2 0 2 16,1-1-5-16,-7 1 1 0,1 0-19 0,-2 2-15 15,3-8-9-15,5-6-4 0,-3-5-51 0,-3 0 8 16,-4-5-10-16,-2 4 9 0,-4-1-20 0,-1 3 10 16,-2-3-6-16</inkml:trace>
  <inkml:trace contextRef="#ctx0" brushRef="#br0" timeOffset="111093.51">8183 4949 134 0,'0'0'84'0,"0"-2"-10"0,0 1 40 0,0-1 2 0,2 0-22 15,0-2-26-15,1-1-19 0,1-7 2 0,16 3-10 16,8 0-12-16,6 1-6 0,-1 1 6 0,6 0-5 16,-2-1 3-16,0-1-15 0,1 1-6 0,-7 1-1 15,1 3-9-15,-8-11 3 0,0 6-1 0,-6 5 0 16,-1 4-4-16,-2 0-27 0,-2 0-1 0,0 2-20 16,0 2-106-16,-4 0-89 0</inkml:trace>
  <inkml:trace contextRef="#ctx0" brushRef="#br0" timeOffset="111448.24">8742 5382 657 0,'0'-6'52'0,"2"-27"113"0,1-4-150 0,-1 18-7 15,0 4-3-15,2 1 0 0,-1 6 0 0,-1 4-5 0,4-1 2 16,12 3-3-16,1-11 3 0,1 4-5 0,1 3 2 16,-3 4-5-16,-1 2 8 0,-4 4-7 0,-7 0-2 15,-1 14-2-15,14 16-3 0,-6 5 4 0,-9 0 3 16,-10 3-1-16,-5 1 3 0,-4-4 0 0,-4-4 3 0,18-5 0 16,-24-6 10-16,1 0-6 0,4-7 1 0,7-2-2 15,0-4 6-15,5-2 8 0,3 1 6 0,3-5 1 16,0 3 13-16,-2-3 3 0,-1 3-7 0,3-3 5 15,0 1-15-15,0-1-14 0,2 1 5 0,0-2-9 16,0-1-3-16,0-1 0 0,24 0-2 0,8 0 2 16,1 0 3-16,1 18-8 0,-1-7 1 0,6-5-5 15,4-5-4-15,2-3-30 0,1 0-5 0,-11 0-26 16,-7 0-196-16</inkml:trace>
  <inkml:trace contextRef="#ctx0" brushRef="#br0" timeOffset="112072.46">7474 4999 17 0,'0'0'13'0,"0"0"0"0,-2-1-2 16,0-1-6-16,0 0-1 0,0 0-4 0,2 0-2 15,0 0 2-15,0 0-2 0,0 1 0 0,0-1-18 16</inkml:trace>
  <inkml:trace contextRef="#ctx0" brushRef="#br0" timeOffset="112306.21">7407 5044 106 0,'0'0'42'0,"0"0"-2"0,0-2 9 0,0 0-2 15,0 0-12-15,2 1-20 0,-1-1-6 0,1 0-4 16,0 0 1-16,0 0-9 0,0 0 3 0,0 0 3 0,0 2 1 16,-1 0-4-16,1 0 30 0,0 0 1 0,0 2 14 15,0 0 31-15,0 2-29 0,11 20-3 0,0 4-11 16,-4-2-26-16,2 5-3 0,0 1 7 0,2 0-5 15,4 5 6-15,-2-4-3 0,0-3-1 0,-2-2 1 16,0-4 1-16,0 2-9 0,-2-4 5 0,0 0-6 16,0 2 10-16,-2-3-6 0,1 3-1 0,-3 2-3 15,-1-2-16-15,-4 8-132 0</inkml:trace>
  <inkml:trace contextRef="#ctx0" brushRef="#br0" timeOffset="114688.8">2717 9756 256 0,'0'0'129'0,"0"0"-59"0,0-1 31 0,0-1-2 0,0 0-95 16,0 0-4-16,0 0-2 0,0 2-5 0,2 0 0 15,-1 0-22-15,1 0 26 0,0 2-5 0,0 0 10 16,0 2-1-16,0 7 4 0,0 11 6 0,-2 2-2 16,0-2 11-16,-2 3 8 0,0-1-1 0,-2 0 3 15,0 2-3-15,1 2-16 0,-1 1-1 0,-2 5-4 16,1-1 0-16,-3 2-3 0,1 1 2 0,-2 1-4 16,-1 2-2-16,-1-2 3 0,0-2-4 0,0-1 3 0,0-3-6 15,0-3 9-15,1-6-1 0,1-3 4 0,2-6-11 16,-3 4 5-16,5-6-3 0,-1-2 4 0,1-1-2 15,3-3 1-15,-11-1 4 0,0 3-1 0,-2 1-2 0,0-1 0 16,0 2-7-16,-1-3 5 0,-1 1 0 0,0-1-5 16,-1 1 7-16,1-1-7 0,0-2 8 0,4-1-1 15,0-1 2-15,-4 9-1 0,12-7 3 0,-1 0-4 16,3-2 0-16,-1-1 0 0,0 1 12 0,0 0 6 16,3 0 0-16,-1 0 2 0,0 0-1 0,2-2-13 15,0 0 8-15,0 0-9 0,2 0 6 0,1 0-5 16,14-2-5-16,13-2 4 0,-2 0 5 0,3-1-4 0,5-1 2 15,1 3-4-15,0-1-2 0,4 0-5 0,-2 2 6 16,0 2-5-16,0 0 4 0,-2 0-9 0,-7 0-3 16,1 0-1-16,-9 0 3 0,2 0-57 0,-1 0 3 15,-10 0-33-15,0 0-125 0</inkml:trace>
  <inkml:trace contextRef="#ctx0" brushRef="#br0" timeOffset="114893.64">2319 9968 1011 0,'0'-2'5'0,"0"0"2"16,0-1 7-16,4-7-9 0,2-1 6 0,1 2-11 0,15-2 0 15,15 0 2-15,8 0 1 0,5-1 5 0,8 3-11 16,1 0-1-16,10 1-4 0,-8 3 3 0,2 3-25 15,-3-26-1-15,-14 17-12 0,2 7-34 0,-7 4-124 16</inkml:trace>
  <inkml:trace contextRef="#ctx0" brushRef="#br0" timeOffset="115311.43">3019 10560 538 0,'-2'0'67'15,"1"-2"7"-15,-3 1 1 0,0-1-23 0,-1-2-6 16,-3 0-22-16,3 1-5 0,1-1 0 0,2 0-2 16,2 2-4-16,0-5-9 0,0-2 1 0,4-1-3 15,-2-3-6-15,27 0 7 0,1-3-2 0,2 1 4 16,-1 0-11-16,1 6 6 0,1 1-1 0,-1 6 4 0,-1-16-2 15,-3 9-1-15,-2 9-5 0,-5 1 4 0,-5 5 9 16,-3 0-1-16,-2 3-3 0,-3 0-1 0,-1 10-8 16,6-1 5-16,-7-5 0 0,-2 2 3 0,-4-2 7 15,0 0-4-15,-2 0-1 0,-2-2-2 0,-3 0-4 0,-3 2 6 16,-3-2 1-16,-7 1 1 0,-1 1-9 0,1-2 10 16,1 0-7-16,3-2 8 0,-1 0-12 0,4 1 4 15,-2-3-1-15,6 1 2 0,1 1 1 0,5-2-5 16,-1 3 7-16,0-3-6 0,2 0 9 0,-3 1-7 15,1-3 3-15,0 1-3 0,4-4 7 0,-1 2 17 16,1-3-6-16,0 1 9 0,0 2-5 0,1 0-9 16,1-2 0-16,11 3-3 0,17-1-2 0,5-4-9 15,2-6 1-15,4-3-4 0,-2-2-18 0,2 0-58 0,4-2 11 16,-8 2-23-16,0-1 34 0,0 1-197 0</inkml:trace>
  <inkml:trace contextRef="#ctx0" brushRef="#br0" timeOffset="115594.47">4146 10092 498 0,'0'0'41'0,"0"0"0"16,-2 0-6-16,1 0-4 0,-1 0-15 0,0 0-12 0,0 0-4 16,2 0 0-16,0 0 0 0,0 0 3 0,2 0-2 15,0 0 4-15,1 0-3 0,9 2 6 0,10 2-6 16,2-2-4-16,2 0 0 0,-6-2 0 0,5 0-5 16,-11 0-1-16,-1 0-6 0,0 2-19 0,-7-2-42 15,0 1-5-15,-3 1-15 0,1 0-39 0</inkml:trace>
  <inkml:trace contextRef="#ctx0" brushRef="#br0" timeOffset="115716.15">4105 10334 106 0,'0'0'39'0,"-1"2"61"0,-1 0-58 0,0-1-21 0,-2 3 1 15,0 2-7-15,-5 9 8 0,2-2-3 0,3-4-2 16,0 0-1-16,2-1-8 0,2-5 11 0,0 5-5 16,0-5 6-16,2 1-10 0,2 0-4 0,20 11 4 0,10-4-8 15,5-7-26-15,5-6-112 0</inkml:trace>
  <inkml:trace contextRef="#ctx0" brushRef="#br0" timeOffset="116407.59">5483 9543 992 0,'0'-2'6'0,"0"-5"19"0,-2-6-17 0,0 5-28 15,2 4 12-15,-1 1-20 0,1 1 0 0,0 2 2 16,-2 2-5-16,0 1 7 0,-6 25 16 0,1 11-1 16,0-5 9-16,-1-1-6 0,3-3 11 0,-1-4-3 15,-1 0-3-15,1-2 0 0,-1 0-1 0,1-3 5 0,-1-1-1 16,1-1 4-16,0-5 5 0,3-2-2 0,-1-3-1 15,0-2-1-15,2-3 0 0,2-2 13 0,-1 2-4 16,-3-1 4-16,0 1-16 0,0-2 9 0,1 0-4 16,-1 0 5-16,2-2-9 0,0 0-5 0,0-2 5 0,1-2-4 15,-3-3-1-15,-2-10 5 0,3-4-5 0,1 3 6 16,2-1-5-16,2 1-2 0,-1-3-4 0,3 1 0 16,0-1 2-16,3-1 0 0,3-4 3 0,-1-4-1 15,2 1-2-15,0-7-9 0,2 5 4 0,0 3-4 16,2-4 7-16,2 5 2 0,-1 1-1 0,-12 0 2 15,22 5 7-15,4 1-3 0,0 1 3 0,-1 2-4 16,3 3 3-16,3 2-1 0,-3 3 1 0,3 4 0 0,4 3 2 16,-7 0-3-16,-1-15 1 0,-5 12-2 0,-5 5 2 15,-7 1 2-15,3 5 4 0,-6 0-3 0,-7-1-2 0,-2 23 2 16,13-2-8-16,-10 2 5 0,-5-2-7 0,-7 0 3 16,-6 2 4-16,-6 1-3 0,3-4 1 0,-22 2 2 15,1-8-3-15,-4-4 3 0,10 2 3 0,-1-8-7 16,3 0 6-16,1 0-6 0,0-1 4 0,6-1-2 15,1 1 0-15,4-6 0 0,4 3 7 0,4 1-9 16,2-4 5-16,3 1-5 0,-2 1-2 0,5 0 3 16,-1 1-3-16,-2 1 4 0,0-1-2 0,2-1 4 15,-1 4 2-15,1-3-1 0,0 3-3 0,2-1-1 0,0 0 1 16,2 3 0-16,0-3 6 0,3 2-4 0,-1-3 0 16,11 1-2-16,7-3 2 0,4 2 2 0,0-3-1 15,4 1 2-15,1-2-2 0,3 0-5 0,5 20 0 16,-6-11 0-16,1-3 1 0,-1-3 1 0,-5-3-2 15,2 0-2-15,-4 0-12 0,-2 0-10 0,-4 0-2 0,-1-1-7 16,-4-1-51-16,-10 0-184 0,1 0 27 0</inkml:trace>
  <inkml:trace contextRef="#ctx0" brushRef="#br0" timeOffset="116624.84">6406 9602 749 0,'0'-2'50'0,"0"1"95"0,0-1-126 0,-2 2-15 15,0 0 1-15,0 2-3 0,1 1 7 0,-3 8-5 16,-4 14-4-16,3-3 0 0,-1 2 1 0,3-4-1 16,1 1 1-16,0-3-2 0,0 3-4 0,0-1 1 15,2 3 4-15,0-1-4 0,-2 2-20 0,-1 0-129 16,-3 0-28-16</inkml:trace>
  <inkml:trace contextRef="#ctx0" brushRef="#br0" timeOffset="117043.19">4967 10287 961 0,'-2'-1'8'0,"-2"-3"26"0,1 2-27 16,-5 0-7-16,6 0 0 0,-1-1-4 0,-1 1-2 15,2 0 8-15,0 0-1 0,0 0 2 0,2 2-9 0,0 0 7 16,2 0-1-16,0 0 4 0,2 0 2 0,22 0-2 15,11-2 4-15,2 0-3 0,4-1 4 0,5-1-3 16,0-2 0-16,8-5 0 0,2 0 3 0,-1 0-5 16,1 0 5-16,3 0-5 0,6-2 6 0,1 0-4 15,7 0-3-15,8 0 0 0,3 0-3 0,5 2 0 16,-8-1 3-16,-5 5-1 0,-7 3 10 0,-4 1-13 16,1 1 4-16,1 0-7 0,7 2 0 0,-3 0 5 15,-10 0-5-15,0 2 5 0,-13-2-1 0,0 2 2 0,-5-1-2 16,-8-1 2-16,-9 2-8 0,-8-2 2 0,-5 2 3 15,-6-2-2-15,-3 0-11 0,-4 0-16 0,1 2-16 16,-1 0-2-16,0 0-78 0,-2 0-70 0,-4 1 1 16</inkml:trace>
  <inkml:trace contextRef="#ctx0" brushRef="#br0" timeOffset="117607.88">5071 10466 710 0,'-2'-2'69'0,"0"-2"158"0,-3-11-218 0,3 10-10 16,2 1 0-16,-2 0-5 0,0 2-2 0,0 2-18 15,0 0 2-15,1 2-8 0,-9 11 1 0,-1 23 14 16,-9-5 2-16,-3 2 3 0,1 3 12 0,0-1 4 15,1 2 1-15,-3 0 1 0,2 2 0 0,2 0 1 16,3 2 0-16,0-2 1 0,4-2 0 0,4-5 18 16,3-6-6-16,4-2 10 0,1-5-10 0,-11-3-6 15,5-1 1-15,3-6-3 0,2-1-5 0,1-3 6 16,-1-1-5-16,2 0 3 0,0 0-11 0,0-3 5 0,0 1-4 16,0-2 4-16,0-2-5 0,2 1-6 0,1-14 5 15,3-17-6-15,1 1 4 0,-1-1-1 0,-1 4-3 16,3-2 2-16,-1 1-1 0,3-3-4 0,-1 1 5 15,0 1-4-15,2-4 6 0,-1 7 1 0,1-3-1 0,0 2 2 16,0 0 0-16,0 4 5 0,0 0-3 0,2 2 4 16,-2 5-5-16,-5 0 3 0,13 4-1 0,7-2 0 15,1 4-2-15,3 4 1 0,0-1 3 0,-2-10 0 16,-4 9 0-16,2 5 7 0,-8 4-8 0,1 4 6 16,-6 1-7-16,-7-1-1 0,-3 13 4 0,8 3-5 15,-5 0-1-15,-6 1 4 0,-2-1-3 0,-7 4 5 0,-2-3-2 16,3-1-3-16,-18-1 3 0,-2-4-2 0,-1-2 10 15,3-4 0-15,2-2 5 0,5 1-3 0,6-1 8 16,0 1-12-16,2 1 0 0,2 0-4 0,1 2-6 0,6-1 5 16,0 1-4-16,-7 2 7 0,2-2-9 0,1 0 7 15,4 0-1-15,2 0 4 0,0-1-6 0,2-3-2 16,4 4-3-16,-3-5 2 0,5 1 1 0,18-3 2 16,-8 9-2-16,12 2 2 0,-4-8-5 0,-2-1-25 15,0-3 1-15,-3-1-13 0,3-2-46 0,-4 0-30 16,-1 0-40-16,-2-2 0 0,-4 1-194 0</inkml:trace>
  <inkml:trace contextRef="#ctx0" brushRef="#br0" timeOffset="117824.97">5494 10787 719 0,'0'0'33'0,"0"0"2"0,0 0-3 0,0 0 2 0,0 2-12 16,0 0 10-16,0 1-7 0,0 3 0 0,-2 16 0 15,-1 2 8-15,-1 4-3 0,0-2-3 0,1 0 0 16,-3 0-12-16,2-2-11 0,1 0 2 0,-1-5-5 16,0 3 8-16,2-7-6 0,0 0 3 0,2-2-6 15,0-6-1-15,0 1-12 0,0-1-2 0,0-3-3 16,0-2-22-16,0 2-22 0,0-1 11 0,0 1-17 0,0 0-28 16,0-2-89-16,0-1-9 0</inkml:trace>
  <inkml:trace contextRef="#ctx0" brushRef="#br0" timeOffset="118001.44">5760 10755 144 0,'0'0'74'0,"0"0"7"0,2 0-5 15,0 0-20-15,1 0-8 0,7 0 16 0,16 0-3 16,0-2-1-16,9 1-2 0,11-3 2 0,-9 0-18 16,4 0 2-16,0-1-11 0,-9 1-18 0,-5 0-10 15,-2 1 0-15,-11 1-5 0,1 0-12 0,-4 2 3 16,-1 0-12-16,-1-2 5 0,0 0-43 0,-5 2-164 0</inkml:trace>
  <inkml:trace contextRef="#ctx0" brushRef="#br0" timeOffset="118231.07">6070 10588 477 0,'0'0'53'0,"0"0"-51"0,0 0 56 0,0 0-25 15,0 0-16-15,2 0 4 0,0 2 1 0,-1 0 1 16,1 0 6-16,-2 1-4 0,0 5-1 0,0 14-2 0,-3 2-5 16,-3 2 3-16,-3 0 2 0,-1 0 0 0,1-2 0 15,-2 1-15-15,2-1 2 0,-1-2-6 0,3 2-1 16,3-2 0-16,2 3-2 0,2-7 0 0,0 1-5 0,0-4-25 16,-1-1-51-16,-1 7-1 0,0-1-259 0</inkml:trace>
  <inkml:trace contextRef="#ctx0" brushRef="#br0" timeOffset="118761.72">6425 10464 700 0,'0'0'31'0,"0"0"57"0,-2 0-73 0,0 0-7 0,0 0-2 15,0 0 0-15,0 2 10 0,0 0-14 0,1 1 5 16,-5 8-7-16,-1 8 1 0,1 0 2 0,0 1 0 0,3-2-1 16,-1 1-2-16,0 3 4 0,2 1-4 0,-1-1 4 15,-1 2-6-15,0-4 2 0,1 1 4 0,-3-4-2 16,2-4-2-16,1-4 7 0,-1 0-8 0,2-5 7 16,0 0-5-16,2-3-1 0,-2-1 2 0,-5 6-2 15,-1-2 7-15,1-2-8 0,0-2 7 0,3 0-7 0,0 0 7 16,2 0-2-16,-1-4-2 0,-5-5 2 0,-3-10 6 15,4-1-5-15,3 3 2 0,2-2-4 0,2 1-3 16,0-1-2-16,2 1-3 0,2 3 2 0,1 0 2 16,1 2 1-16,1 0 0 0,2 0 0 0,-3-2 1 0,14 4-1 15,-1-4-3-15,3 6 0 0,-1 1-1 0,1-1 3 16,4 5 1-16,-2-5 0 0,-2 0 9 0,1 5-7 16,-1 2 4-16,-2-11-6 0,-1 6 1 0,-6 3 11 15,-8 4 5-15,3 0 1 0,-6 0 11 0,0 0-6 16,-1 0-9-16,3 4 3 0,0 5-12 0,0 8 3 15,-6-2 0-15,-4 1 0 0,-5 1-5 0,0-2 2 16,-13 0 1-16,2-2 0 0,-1 0 4 0,8-2-8 16,1-2 2-16,4-1-3 0,3 1 7 0,3-4-8 0,0 1 8 15,3 0-8-15,-1-3 2 0,0 1 5 0,-2 2-7 16,0-1 6-16,3 1-5 0,-1-1 1 0,0 1 6 16,2 1-5-16,0-1 0 0,2-1 0 0,0 1-5 15,1 0 2-15,3-3-7 0,12-1-2 0,-3 9 2 16,6 0-4-16,1-1-23 0,2-5-40 0,4-1-8 0,-6-4-15 15,2 0-86-15</inkml:trace>
  <inkml:trace contextRef="#ctx0" brushRef="#br0" timeOffset="119042.4">6753 10718 384 0,'0'0'18'0,"0"0"-2"0,2-2 38 15,0 0-1-15,2 1 8 0,7-7 3 0,5-3 1 16,3 0-4-16,1 0 2 0,-1 1-14 0,-4 3-22 16,2 1 4-16,-4 3-7 0,1-1 8 0,-2 4-9 15,-1 0 0-15,-6 0-4 0,-1 0 2 0,0 4-4 16,3 7-1-16,1 13-3 0,-7 2-9 0,-2 2 6 16,-7-2 0-16,-3 0 0 0,0-2-10 0,2-4 8 15,1-5-5-15,3-2 5 0,-1 0-2 0,4-5 2 16,0 1-4-16,0 0 1 0,2-3-9 0,0-1-4 0,0-3 1 15,2 2-3-15,0 0-9 0,2-2-12 0,14 1-4 16,7-3-4-16,4-3-29 0,3-9-11 0,1-4-22 16,3-3-9-16,1 15-197 0</inkml:trace>
  <inkml:trace contextRef="#ctx0" brushRef="#br0" timeOffset="119478.23">7734 9695 911 0,'0'-2'23'0,"0"-1"37"0,-2-7-23 16,2 5-7-16,0 3-8 0,-2-2-1 0,0 0-21 16,0 3 0-16,2-1 7 0,0 2-5 0,0 0-2 0,0 2 3 15,-2 1-3-15,-1 20 5 0,-1 3-1 0,0 0-5 16,2 5 0-16,0 1-2 0,2 3 4 0,-1 2-11 15,-3 0-1-15,-2 0-8 0,-1 0-16 0,1-5 1 16,-1 1-1-16,-1-3 1 0,-1-4-6 0,0-5 9 16,1-7 7-16,-1-1 3 0,4-5 26 0,1-4-6 15,-7 5 0-15,3-5-2 0,-3 1 6 0,4-1 0 16,-3 0-1-16,5-3-1 0,1-1-4 0,2 0 12 0,0 0-11 16,1 0 10-16,-1 0-17 0,-2 2 8 0,0 0 3 15,2 0 1-15,1 0 7 0,-1 0-4 0,0 0-1 16,0-1-2-16,2 1 2 0,0 0 13 0,2 0-3 15,0 0 5-15,1 0-11 0,14 1 15 0,4 1-6 16,3-4 11-16,0-2 13 0,0-3 4 0,4-8 3 0,-2 0-5 16,2-4-19-16,1-2-6 0,1 18 0 0,4-20-3 15,-3 3-11-15,1-3-2 0,-6 6-4 0,-2-1 1 16,-2 1-2-16,-3 2-5 0,-3-4-3 0,-3 2-5 16,-2 0-48-16,-5 0-52 0,5 1-47 0,-2-1-4 15,-3-2-185-15</inkml:trace>
  <inkml:trace contextRef="#ctx0" brushRef="#br0" timeOffset="119619.3">7596 9701 922 0,'0'-2'30'0,"0"0"50"0,2-2-43 0,4-5-16 16,1-4 4-16,25 2-10 0,7-2-4 0,1 0-9 16,7-8 0-16,7 1-2 0,1 3 0 0,12-3-1 15,7 5-12-15,6 2 4 0,6-6-40 0,-3 6-218 16</inkml:trace>
  <inkml:trace contextRef="#ctx0" brushRef="#br0" timeOffset="121378.03">16269 9476 96 0,'0'0'19'0,"0"0"2"0,0 0 20 0,0 0-2 16,-2 2-9-16,0 0 0 0,0 0-4 0,0 1 0 16,-1 14-21-16,1 0 9 0,0 1-8 0,0-1 10 15,2-2-1-15,0 0 24 0,0 1-3 0,0 1 9 16,2-2-8-16,0 2-4 0,0-4-4 0,3 3 0 15,1 3-12-15,-1-2 14 0,3 1 1 0,-3-3 3 16,3 2-9-16,1-2-5 0,0 0-3 0,1-2 1 16,-3-2 0-16,12 0-9 0,1-2 6 0,1-1-8 0,5-3 2 15,-2 1-1-15,2-4-6 0,2 16 4 0,-1-7-7 16,1-3 6-16,2-5-4 0,-4-3 5 0,4-1 1 0,1-5-9 16,-1-1 7-16,-2-3-7 0,-2-1 10 0,0 0-4 15,0-2-1-15,0 0-1 0,2-2-3 0,-4 2 1 16,4-2-1-16,-2 0 1 0,0 1-1 0,1-3 1 15,3 0-1-15,0 2 2 0,0 2-5 0,-1 0 4 16,7-3 1-16,-1 1 1 0,2 2 0 0,0 2-5 16,4-1 1-16,-2 5-3 0,-2 3 4 0,0 2 3 15,-5 2-3-15,-3 4 0 0,-1 4-2 0,-2 3 2 0,0 2 0 16,-3 2 1-16,-5-12-3 0,-3 18 1 0,2 1 3 16,-4-2-2-16,2 1 6 0,-1-1 0 0,-1-1-2 15,0-2 0-15,4-1-7 0,0-1 9 0,1-2-1 16,-1 0 4-16,2-4-10 0,-3 1 4 0,3-1-2 15,1-2 5-15,3 1-5 0,-1-1 2 0,0-3 0 16,4 1-1-16,-2-3-2 0,2 15-1 0,6-4-3 0,-4-6 2 16,5-1 2-16,1-4 3 0,-1-2 2 0,2-2 0 15,1 0-2-15,-3-2-5 0,4-1 2 0,0-3-4 16,-3 1-5-16,1 0 9 0,-3-1-2 0,5-1 3 16,0 0 1-16,0-1-4 0,4 1 0 0,3 0-1 15,5 0-4-15,6-3 5 0,12 3-5 0,2 0 6 16,9 0-1-16,2 1-1 0,-4-1 2 0,2 1-2 0,-9 3 1 15,5-3-5-15,2 7 6 0,6-1-4 0,5 0 5 16,8 2 0-16,1 2-6 0,-7 3 3 0,-7-1 3 16,-10 2-1-16,-5-1 1 0,-6 3-3 0,4 1 4 15,-1 0 0-15,2 0 3 0,3-1-4 0,0-1 0 0,1-1 2 16,-7-1 4-16,-1-1-2 0,-5-2 6 0,1 0-7 16,-1-2 4-16,-3 0-4 0,2 0 11 0,-4-2-6 15,0 0-1-15,6-2-1 0,-5 1-2 0,3-3-28 16,0 1-106-16</inkml:trace>
  <inkml:trace contextRef="#ctx0" brushRef="#br0" timeOffset="136497.69">2327 6906 26 0,'0'0'0'0,"0"0"0"0,0 0 3 16,0 0-1-16,0 0-3 0,0 0 1 0,0 0-1 15,0 0-5-15,0 0 7 0</inkml:trace>
  <inkml:trace contextRef="#ctx0" brushRef="#br0" timeOffset="209493.69">26668 12291 5 0,'0'0'0'0,"0"0"11"0,0 0 3 0,0 0 7 16,0 0 7-16,0 0-11 0,0 0 2 0,0 0-5 15,0 0-8-15,0 0 6 0,0 0-9 0,0 0-3 0,0 0 2 16,0 0-3-16,0 0-5 0,0 0 10 0,0 0-5 15,0 0 7-15,0 0-3 0,0 0 6 0,0 0-3 16,0 0 3-16,0 0-12 0,0 0 13 0,0 0-1 16,0 0 6-16,0 0 2 0,0 0-5 0,0 0-1 15,0-2-3-15,0 2-12 0,0 0 10 0,0 0-3 0,0 0 5 16,0 0-9-16,0 0 0 0,0 0 0 0,0 0 1 16,0 0 0-16,0 0 1 0,0 0-1 0,0 0-1 15,0 0-18-15,0 0 13 0,0 0-22 0,0 0 12 16,0 0-78-16</inkml:trace>
  <inkml:trace contextRef="#ctx0" brushRef="#br0" timeOffset="210571.86">24227 10969 29 0,'0'0'29'0,"0"0"-5"0,0 0 32 16,-2 0 3-16,0 0-2 0,0 0-9 0,0 0-19 16,1 0 2-16,-1 0-9 0,0 0 0 0,0 0-14 0,0 0 6 15,0 0-9-15,0 0 0 0,1 0 16 0,1 2-3 16,0-2 9-16,0 2 5 0,0-1 14 0,1 1-9 15,1 0 8-15,2 0-18 0,-2-2-19 0,16 4 11 16,3-1-15-16,1 1 6 0,4 2-6 0,4-1-4 0,-4 1 2 16,7 1-3-16,-1-1 0 0,-3-1 1 0,3-1 3 15,0 0 9-15,-1-2-12 0,4 1-1 0,3-1-2 16,-1 0 7-16,4-2-3 0,1 0 9 0,3-2-7 16,1 0 7-16,8-3-11 0,-2-1 0 0,6 1-3 15,-5 1 12-15,-2-2-5 0,-5 1 6 0,-7-1-7 16,-2-1-1-16,-5 1 8 0,-1-3-11 0,-3 0 10 0,-6 1 3 15,1-1-6-15,-5 2 7 0,-3 1-7 0,0 0 2 16,-6 3-4-16,2-1 4 0,-5 2-5 0,0 0-2 16,-3 0 3-16,-1 2-7 0,0 0 4 0,2-1-1 15,-1-1-5-15,1 0 0 0,0 0-6 0,-2 0-45 0,0 0-121 16,-1 2-5-16</inkml:trace>
  <inkml:trace contextRef="#ctx0" brushRef="#br0" timeOffset="211192.3">24442 11351 528 0,'-2'0'27'0,"0"-2"0"16,1 1 2-16,-1-1 0 0,0 0-9 0,0-2-7 0,0 0-6 15,0 1-3-15,0 1 1 0,1 0 0 0,-1 0-5 16,0 0 2-16,2 0-2 0,0 1 2 0,0-1 6 16,0 0-5-16,0 2 6 0,2 0-7 0,0 0-2 15,-1 2 1-15,1 0-1 0,0 1 10 0,-2 1-2 16,6 15 4-16,-3-1-3 0,-1 4 2 0,-2-1-11 16,0 1 1-16,0 0-1 0,-2-1 5 0,-1 1-5 15,1 0 4-15,0 1-4 0,2-1 5 0,0 0 4 16,2-1-6-16,0-3 6 0,1 3-5 0,1-1-4 15,2 1 9-15,-1-3-9 0,3 1 5 0,-3-3 2 0,1-1-7 16,-1-2 7-16,-1-3-6 0,0-3-3 0,0 0 4 16,-3-3-2-16,1 0 9 0,0-1 22 0,2 1-10 15,0-2 13-15,5 2-6 0,-2-2-14 0,4-2 10 0,1-2-10 16,-1-6 17-16,2-5-10 0,2-16-1 0,1 1-4 16,1-2-6-16,-2 2-2 0,2-5 1 0,-1 3-1 15,1 0-4-15,-4 4-2 0,2 0-1 0,-2 0 0 16,-2 4 4-16,0 2-2 0,-2-1 1 0,-1 5-3 15,-3 3-4-15,-3 1 8 0,0 5-7 0,2 1 7 16,1-1-7-16,-5 5 2 0,0 0 7 0,4-1-5 16,0-1-11-16,-2 2-10 0,0 0-6 0,-1 0 1 15,1 2-8-15,0 0-97 0,-2 2 0 0,0 2-45 0,0 5-108 16</inkml:trace>
  <inkml:trace contextRef="#ctx0" brushRef="#br0" timeOffset="211627.08">24984 11572 88 0,'0'0'38'0,"0"0"3"0,0 0 7 15,0 0-12-15,-1 0-1 0,-1 0 7 0,0 0-6 16,0 0 1-16,0 0-7 0,0 2-22 0,0 0 2 16,1 0 2-16,-1 2 0 0,2-3-5 0,-13 18 4 15,2 0-9-15,-2 3 7 0,0 4-4 0,0-2 3 0,-2 6 6 16,4-4-2-16,-1 0 10 0,1 3 6 0,2-6 3 15,2-1 1-15,-1-4 13 0,4-6 4 0,-1 1-1 16,3-8 1-16,0 1-7 0,0-3-2 0,2-1-8 16,-3 6 3-16,1-5-16 0,0 1 7 0,0 0-1 0,0-2 1 15,0 0-9-15,0-1-11 0,1 1 6 0,-1 0-7 16,0-2 7-16,0 0-5 0,2 0-6 0,0-2 3 16,0 0-3-16,0-1-1 0,0-1 0 0,7-13-2 15,3 1-5-15,-8 3 2 0,22 1 5 0,2 5-3 0,0 0 3 16,0-1 5-16,2 4-5 0,-1 3 3 0,1-18-4 15,-2 10-5-15,-2 5 4 0,-3 4-5 0,3 2 5 16,-9 2 4-16,0 3 0 0,-2 0 3 0,-4-3 5 16,-2 18-2-16,-5-3 1 0,2-2-2 0,5-2 1 15,-1 1 12-15,-5 1 1 0,-3-4 2 0,-5 6-4 0,-5-3-3 16,9-5-5-16,-25 2 3 0,-4-5-10 0,-4-1-1 16,1 1 2-16,-2-5-1 0,5 3 3 0,2 13-3 15,6-10-3-15,5-4 1 0,1-1-9 0,4-2 0 16,5-2-11-16,1 0 2 0,3 0-56 0,-1 0-58 15,0 0 8-15,2 0-24 0,1-2-11 0,1 0-59 16</inkml:trace>
  <inkml:trace contextRef="#ctx0" brushRef="#br0" timeOffset="211981.7">25478 11817 94 0,'0'0'29'0,"0"0"-4"0,0 0 39 0,0 0-2 16,0 0 5-16,0 0 10 0,0 0-14 0,0 0-2 0,0 0-8 15,0 0-19-15,0 0 6 0,0-2 0 0,0 1 1 16,0-1 0-16,0 0-15 0,0 0 8 0,0 0-9 16,-2-2 7-16,1 1 0 0,1-3-9 0,-2-3 5 15,0-2-8-15,0 0-11 0,0 1 8 0,2 3-8 16,-2 0 14-16,2 1-9 0,0 2 2 0,0 1-3 16,-2-3 5-16,2 2-10 0,0 2 0 0,0 1-4 0,-1-3 0 15,-1 0-4-15,0 2 5 0,-2 0-4 0,0 1 6 16,3 1-10-16,-11-2 1 0,3 2-3 0,-2 0 8 15,0 2-3-15,0 1 2 0,-2 3-2 0,3-1-3 0,1 3 3 16,-2 14 0-16,4 6 2 0,1 2-5 0,-5-3 3 16,9 3-5-16,-4-2 6 0,3 0 1 0,-16 2-5 15,6-3 4-15,6-4-4 0,3-1 11 0,4-5-7 16,0-2 2-16,2-1-3 0,2-1-3 0,-1-3 3 16,1-5 2-16,11 6 1 0,13 4 0 0,5-7 7 15,6-6-8-15,6-4 8 0,-1-6-8 0,12-5-11 16,2-2-11-16,5-5-7 0,2 0-88 0</inkml:trace>
  <inkml:trace contextRef="#ctx0" brushRef="#br1" timeOffset="-197371.83">20047 8925 64 0,'0'0'29'0,"0"0"-1"0,0 0 8 15,0 0 3-15,0-2-11 0,0 0-10 0,0 0-9 16,0 0-2-16,0 0 1 0,2 0 11 0,0 1-19 16,0-1 16-16,0 0-15 0,0 0 13 0,-1-2 6 15,-1 1-5-15,0-1 8 0,0 0 7 0,0 0-1 0,0-1-2 16,0-3 0-16,0 3-2 0,0 1 0 0,0-1 4 16,0-1-4-16,0 0 0 0,0-1-6 0,0-2-3 15,0-1 1-15,0 1-1 0,2 0-3 0,0 0 0 16,0-4 0-16,0 0 8 0,0-2-7 0,1-6 7 0,1 3-7 15,0-1 10-15,-2 4-9 0,0 0 9 0,1-3-9 16,-1 3 6-16,0-5-10 0,0 5-6 0,-2-2 1 16,2-1 0-16,-2 1 1 0,2-2-2 0,-2 3 1 15,1-3-6-15,1 0 2 0,0-1 1 0,0 1 1 16,0-1 3-16,0 0-4 0,0 1 1 0,-1 0-4 16,-1 1 5-16,2-1-1 0,-2 1 1 0,0-1-1 15,0 2 2-15,2-1-3 0,-2 1 7 0,0 2-5 16,2-1 4-16,0 1-2 0,0-2-6 0,0 2 4 0,-1-2 2 15,1-1-6-15,0 1 9 0,0 0-7 0,0 1 9 16,0 1 3-16,-2-2-6 0,0 2 5 0,0-1-10 16,0 1 1-16,0-2 0 0,0 2-1 0,0-3-3 0,0 1 5 15,0 4-3-15,0-4 3 0,0 4-10 0,2-5 7 16,-1-5-2-16,3-3 4 0,0 0-1 0,0 2 0 16,-1 2-2-16,3-2 1 0,-1-2-1 0,-1 4 1 15,0-1 3-15,0 3-4 0,-3 3 2 0,1-3 3 16,0 5-3-16,0 0 3 0,-2 2-8 0,2 0 3 15,0 2-2-15,-2 2 3 0,2-3-3 0,-1 3 0 16,1-2 1-16,0 2-1 0,0-2 0 0,0 1-2 16,0-1 2-16,0 2-1 0,-1 0 8 0,1-1-9 0,0 1 2 15,0 0-4-15,-2 3 9 0,0 1-1 0,0-1-4 16,0 2 2-16,0 1 4 0,0 1-7 0,0 0 8 16,0-2-7-16,0 0 2 0,0 1-3 0,0 1-2 0,0 0 0 15,0 0 6-15,0 0-10 0,0 1 7 0,0-1-7 16,0 2 7-16,0 0 0 0,0 0-6 0,0 0 4 15,0 2-4-15,0-1 1 0,0 3 5 0,0 2-4 16,-6 12 0-16,-1 1 1 0,0-1-2 0,-1 3 3 16,1-1-4-16,-1 2 2 0,-1 4-3 0,2 2 4 15,-1 0-4-15,1 6 5 0,1-7-2 0,1 9 4 16,1 3 0-16,0-4 1 0,-1 8 1 0,1-2-2 0,2-2-7 16,0 0 8-16,0-2-5 0,0-4 7 0,1 0-5 15,-1-1-1-15,0 0 3 0,0-5-3 0,2-2 1 16,0 1 2-16,0 0 2 0,0-4 0 0,0 2-2 15,2-2 0-15,0-1-1 0,1 1 1 0,1-2-1 16,2 3-2-16,-1-1 3 0,1 0-2 0,-2 1 3 0,1 1 4 16,-1-4-2-16,-2 2 2 0,0 4-4 0,-1-5-4 15,1-1 1-15,0-1-3 0,0-4 3 0,0 0 6 16,-2-2-3-16,0-6 4 0,0-3-12 0,0 1 13 16,0-1-6-16,0 0 7 0,0 1-14 0,0-1 9 15,0-2 3-15,0 2 1 0,0-1 7 0,0 1-9 16,0-2 5-16,0 0-6 0,0 0 5 0,0-1 1 15,0 1 1-15,0-2 0 0,0 0 6 0,0 0-8 0,0-2 2 16,0 1-4-16,0-5 0 0,0-16 5 0,2-1-8 16,0-1 7-16,1-4-1 0,-1 2-3 0,2-1 1 15,1-1-3-15,1 2-1 0,0-4 2 0,1 2 1 16,0 0-1-16,1 0-4 0,-1 1-1 0,1-1 5 0,-1 2-4 16,-1 2 2-16,-1-1-1 0,1 1-2 0,-1-2 2 15,1-2 4-15,-2-1-3 0,-1-3 2 0,-1 1-3 16,0-5 4-16,-2 5-5 0,-2-6 2 0,0 1-2 15,1 1 10-15,-1 0-4 0,0 1 3 0,0 7-4 16,0 1-2-16,2 0-6 0,0 0 2 0,0 0-2 16,0 1 11-16,0 3-8 0,0 0 2 0,0 1-3 15,0-1 8-15,0 2-1 0,0 1-5 0,0 1 3 0,0-3-2 16,0 4 0-16,0 1 6 0,0-3-4 0,0 2 7 16,-2-1-9-16,2-1 3 0,-2 3-4 0,1 1 2 15,-1-4 3-15,0 1-5 0,0-1 4 0,0 1-10 16,0-1 7-16,0 0-1 0,1-1 5 0,1-4-3 0,0 2 1 15,-2 1-5-15,0 1 3 0,2-3 1 0,0 3-4 16,-2-6 6-16,0 4-5 0,0 3 6 0,0-1-2 16,1 1-5-16,1 4 2 0,-2-3-1 0,0 3-3 15,2 2 4-15,-2 0-4 0,0 2 4 0,2-2-2 16,0 2 0-16,-2-1 0 0,2 3 0 0,0-2 1 16,0 2-1-16,0-1 1 0,0-1-4 0,0 4 3 15,0-2 3-15,0-1 0 0,0 3 2 0,0-2-8 0,0 1 4 16,0 3-4-16,0-3 10 0,0 3-4 0,0 1-6 15,0 0 3-15,0-1-4 0,0 1 4 0,0 0 3 16,0 1-1-16,0-1 0 0,0 0-2 0,0 2-3 16,0 0 1-16,0 1 2 0,0-3-1 0,0 2 3 15,0 0-2-15,0 0 5 0,0 0-7 0,0 1 3 0,0-1-4 16,0-2 6-16,0 2-2 0,0 0 1 0,-2-1 0 16,1-1 1-16,-1 0-2 0,0 0-1 0,0 3 0 15,0-1 1-15,0 0-1 0,0 0 2 0,1 0-2 16,-1 0-1-16,0 0 6 0,0 1-5 0,-2-1 5 15,1 0-7-15,-1 0 1 0,0 0 2 0,0 0 0 16,1 0-1-16,1 2 2 0,-2 0-2 0,-1 0 2 0,-1-1-5 16,0 1 1-16,-1-2 2 0,1 2 0 0,-1-2 1 15,0 0 4-15,-1 0-8 0,1 0 6 0,-3 0-2 0,1 1-2 16,0 1 1-16,-4-2-1 0,2 2 3 0,0 0-4 16,-4 0 2-16,2 0-3 0,-6 0 7 0,1 0-3 15,-3 0 2-15,6 0-3 0,-1 0 0 0,-1 0 1 16,2 0-1-16,0 0 0 0,2 0-6 0,-2 0 9 15,4 0 0-15,-4 0 2 0,2 0-14 0,-1 0 13 16,4 0-6-16,3 0 7 0,-2 0-8 0,-1 0 5 16,5 0-2-16,-5 0 3 0,1 0-8 0,-2 0 6 15,0 0-3-15,-2 0 5 0,4 0-2 0,-1 2-4 16,-1-1 5-16,2 1-4 0,-2 0 6 0,0 0-8 0,1 0 4 16,-3 0-3-16,6-2 8 0,-4 2-2 0,1-1-3 15,3-1 1-15,-2 2-5 0,-1 0 4 0,1-2 0 16,0 0 0-16,1 0-1 0,1 0 2 0,0 0-1 15,-1 0 3-15,1 0 3 0,1 0-8 0,1 0 4 16,-3 0-4-16,1 0 5 0,-4 0 0 0,1 0-3 0,1 0 1 16,-2 0-5-16,3 0 6 0,-1 0-3 0,0 0 4 15,0 0-9-15,1 0 9 0,-3 0-3 0,0 0 3 16,-2 0-4-16,0 0 1 0,0-2 2 0,2 2 0 16,0 0-5-16,-1-2 4 0,-1 1-1 0,-1-1 2 15,1 0 0-15,0 0 0 0,2 0 0 0,-4 0 0 16,2 0-2-16,0 1-1 0,-2-3-1 0,2 0 0 0,0 0-1 15,-2 1 5-15,4-1-2 0,-6 0 4 0,4 1-3 16,0-1-5-16,-2 0 5 0,8 2-3 0,-8-1 4 16,2-1 2-16,2 2-3 0,-2-2 2 0,0 2-9 15,4 1 6-15,-4-1 0 0,1 0 2 0,-1 0-8 0,-5-2 6 16,-1 2-2-16,3 1 4 0,3-1 5 0,0 0-7 16,0 0 0-16,-2 0-1 0,2 0 2 0,-2 0 2 15,4 2-2-15,0 0 0 0,-1 0-7 0,1 0 6 16,-2 0 0-16,-2 0 3 0,2 0-5 0,0 0 4 15,0 0-2-15,2 0 3 0,0 0-6 0,0 0 2 16,0 0 1-16,0 0 2 0,0 0 1 0,0 0-5 16,-1 0-2-16,-1 0 0 0,2 0 5 0,-2 0-1 0,0 0 4 15,2 0-3-15,0 0 1 0,0 0 1 0,2 0-3 16,-3 0 3-16,1 0-4 0,0 0 0 0,0 0 0 16,4 0 1-16,-5 0-5 0,3 0 5 0,-2 0-4 15,2 0 4-15,-1 0-3 0,-1 2 6 0,2-2-1 0,0 2 3 16,1-2-6-16,1 0 4 0,-6 2-1 0,2-2 3 15,0 0-6-15,5 0 0 0,-3 0 2 0,1 0 0 16,1 0 3-16,-6 0-5 0,4 0-2 0,-1 0-1 16,-1 0 1-16,7 0 6 0,-5 0-3 0,-2 0 1 15,4 0-4-15,-5-2 3 0,3 2 0 0,4 0 2 16,-7 0-8-16,3 0 7 0,2 0-2 0,-4 0 3 16,7 0-2-16,-7 0 3 0,-2 0-3 0,5 0 3 15,-1 0-8-15,2 0 5 0,3 0-3 0,-5 0 4 0,1 0 2 16,3 0-2-16,-3 0 2 0,3 0-3 0,-5 0-2 15,5 0 5-15,-3 0-4 0,5 0 3 0,-1 0-3 16,0 0-3-16,-3 0 4 0,3 0-2 0,-2 0 2 0,-1 0 3 16,1 0 1-16,-1 0 0 0,0 0-6 0,1 0 5 15,1 0-5-15,-5-2 5 0,5 2-9 0,-5-2 4 16,3 1 1-16,-2-1 1 0,-1 0 8 0,3 2-8 16,-2-2 0-16,1 2-3 0,1 0 6 0,-1 0-8 15,3 0 4-15,-1 0-6 0,-1 0 12 0,1 0-5 16,-1 0 0-16,-1 0-3 0,1 0 6 0,0 0 1 15,1 0-1-15,-3 0-1 0,1 0-7 0,1 0 4 16,-2 0-3-16,1 0 3 0,-1 0 5 0,0 0-5 0,-1 0 2 16,3 0-3-16,-2 0 8 0,-1 0-7 0,1 0 2 15,0 0-4-15,-2 2 1 0,1-2 6 0,-3 2-4 16,-2 0 4-16,1-2-7 0,1 0 4 0,0 0-2 16,0 0 2-16,-4 0-6 0,0 0 7 0,0 0-2 15,4 0 1-15,0 0-5 0,2 0 4 0,-2 0 3 0,-2 0-1 16,6 0-2-16,-6 0 0 0,6 0 0 0,0 0 0 15,-4-2 4-15,3 2-5 0,-1 0 0 0,-4-2-2 16,1 2 3-16,1 0 2 0,-2 0-2 0,4 0 2 16,0 0-3-16,-1 0-2 0,1 0 3 0,0 0-1 15,0 0 6-15,0 0-7 0,-4 0 0 0,2 0-2 0,2 0 5 16,-2 0 3-16,2 0-1 0,-2 0-1 0,0 2-10 16,2 0 8-16,-2-1-2 0,1 1 5 0,1 0-6 15,2 0 5-15,0 0-2 0,-1 0 4 0,1 0-9 16,2-1 7-16,-3 1-3 0,3-2 4 0,0 0-8 15,1 0 5-15,0 0 0 0,3 0 3 0,-3 2-3 0,2-2 2 16,1 0-5-16,-3 2 4 0,1 0-4 0,-1 0 2 16,0 0 0-16,1-1 1 0,-3 1 2 0,1 0-5 15,0 0 6-15,-1 2-5 0,1-1 4 0,-1 1-1 16,3-2-1-16,-5 4 0 0,1-1-4 0,-2 1 2 16,2-1-2-16,-1 1 3 0,3-2 1 0,-2 1-1 15,-4 3 3-15,3-3-2 0,-3 1-2 0,6-3 2 16,1-1-1-16,1 0 3 0,1 0 1 0,2-2-3 0,-3 4 0 15,-1-1-2-15,2-1 0 0,3-2 5 0,-1 0-4 16,0 0 4-16,-2 2-4 0,-1 2-1 0,3-4 5 16,-4 4-3-16,-1-1 8 0,3-1-11 0,-7 4 1 15,5-3-4-15,1 1 11 0,-3 0-5 0,-1 1 2 0,-2 1-5 16,-6 3 1-16,4-3 3 0,2-1 0 0,0 1 1 16,4-2-6-16,-3-1 2 0,5-1 2 0,1 0 0 15,-2 0 2-15,3 0 0 0,-8 3-5 0,3-1 3 16,4-2-1-16,1 0-2 0,-1 0 3 0,0-1-3 15,2 1 4-15,1 0-1 0,-3 0 1 0,2 0-1 16,0 0 3-16,-2 1-6 0,1 1 2 0,-1 0-4 0,0 0 4 16,2-1 4-16,-3 5-5 0,3 1 4 0,0 0-2 15,-5 2 1-15,3-1 2 0,-2-3-3 0,1 2-7 16,-1 1 9-16,4-1-2 0,-5 2 4 0,1-2-11 16,1 1 8-16,-1-1-5 0,1 2 7 0,-1 0-4 0,2 2-4 15,1 0 4-15,-1-2-3 0,2-1 9 0,0-1-7 16,2 0 2-16,0 1-4 0,-2 3 4 0,2-8 6 15,0 4-5-15,0 3 5 0,0-3-11 0,0 2 0 16,0 2 5-16,0-2-3 0,-1 2 11 0,-1 2-12 16,0-4 7-16,2 2-6 0,0-2 5 0,0 2-2 15,0-3-5-15,0 3 3 0,0 0 4 0,0-4-4 16,0 0 3-16,0-1-3 0,0 1 2 0,0 0 0 16,0 0 0-16,0 3 2 0,0-3-2 0,0 0 1 15,0 0-1-15,0 1 1 0,0-3 0 0,0 2-2 0,0-1 1 16,0 1-1-16,0-1 1 0,2-1 1 0,-2-1-3 15,0-1 2-15,2 3 0 0,-2-1-2 0,0-1 5 16,0 1-4-16,0 0 1 0,1 3-3 0,1 1 1 0,0 0 1 16,-2 0 5-16,0 2-4 0,2 2-1 0,0 2-1 15,0-1-4-15,0 3 9 0,-2-2-2 0,0 1 5 16,0-1-6-16,0 0 0 0,0-1-1 0,0 1 0 16,0 0-5-16,0-1 5 0,0-1 2 0,0-4 1 15,0 2 5-15,0-3-10 0,0 1 4 0,0-4-4 16,0 3 3-16,0-3 5 0,0 0-7 0,0 1 6 0,1 1-2 15,1-3-4-15,0 3 2 0,0 0-3 0,0-1 8 16,2 3-7-16,-3-4 2 0,1 3-4 0,0-3 9 16,-2-1-3-16,0-1 1 0,2 3-3 0,-2-5-4 0,0-1 5 15,0 2-1-15,2 0 3 0,0-1-3 0,0 1 0 16,-1 0-2-16,1-2 2 0,0-1 7 0,0 1-5 16,0 0 2-16,0 0-4 0,-2 0 0 0,2 0-1 15,-1 0 1-15,1-1 0 0,0 1-4 0,0 0 2 16,0 0-2-16,2 0 3 0,-1 0 3 0,1 0-66 15,0 1-49-15,5 14-30 0,2 22-369 0</inkml:trace>
  <inkml:trace contextRef="#ctx0" brushRef="#br1" timeOffset="-191213.19">16677 6713 12 0,'0'0'5'0,"0"0"1"16,-1 0 0-16,-1 0 4 0,0 0 0 0,0 0 0 15,0 0 5-15,-2 0-7 0,1 0 4 0,1 0-8 0,-4 0 7 16,1 0-2-16,1 0 2 0,2 0-3 0,0 0-5 15,-5 4 6-15,5-4-5 0,-5 4 4 0,5-4 0 16,-2 3 6-16,-3 8-3 0,-5 8 6 0,3 0-1 16,0 3-9-16,0 4 6 0,1 5-8 0,1 1 8 15,1-4-4-15,1 5 4 0,-1-3-11 0,2 3 8 16,1 3 5-16,1-7-2 0,0-1-3 0,0-4 1 0,2-1-9 16,0-3 8-16,0-3-1 0,0 1 1 15,0-3 1-15,0 0-2 0,0 0-3 0,0 0-1 0,2 2 3 16,-2-1-2-16,0 3-2 0,0 1 5 0,0 2-6 15,0 4 5-15,0 0-7 0,-2 2 12 0,0 2-5 16,0 3 6-16,-1 1-9 0,-1 1 6 0,-2 0 1 0,-1 4 0 16,-1-1-3-16,3-3-1 0,1 0-3 0,0 4 1 15,3-4 2-15,-1 1-6 0,0-3 3 0,2-7-3 16,-2 2 9-16,2-2-10 0,0-2 5 0,0-4-7 16,0 5-3-16,0-5 9 0,0 0-2 0,0-1 5 15,0-2-15-15,0 3 7 0,0 1-1 0,0 3 5 16,0 0 6-16,0 0-9 0,0 2 8 0,-2-2-9 0,-2 0 0 15,1 2 5-15,-1 2-5 0,-2 0 8 0,-1 4-6 16,0-1 1-16,-1 1 3 0,1-4 0 0,1-1 8 16,2-6-11-16,1-1 3 0,1-3-4 0,0-2 15 0,0 2-1 15,2-3 0-15,0-1-2 0,0 2-9 0,0-4-2 16,0 2-1-16,0 0 3 0,0-5 8 0,0 3-10 16,0-9 5-16,0 3-7 0,0-3-1 0,0 2 11 15,0 0-3-15,0-1 8 0,0 1 3 0,0-2-1 16,0 0 1-16,0 0-3 0,0-1-6 0,0 1-4 15,0 0-6-15,0 0 3 0,0-2-2 0,0 0-6 16,0 0-2-16,0 0-9 0,0 0-57 0,0 0-101 16</inkml:trace>
  <inkml:trace contextRef="#ctx0" brushRef="#br1" timeOffset="-190433.18">18176 6726 77 0,'0'0'37'0,"0"0"-3"0,-2 0 24 0,0-2-8 0,0 0-1 16,-2 1-20-16,1-1-11 0,-1 0 3 0,-2 2-6 15,-1-2 0-15,-4 0-15 0,0 2 6 0,3 0-8 16,1 0 3-16,-2 2 7 0,1 0 1 0,-5 3 0 15,0 3-9-15,4-3 4 0,-4-1-2 0,4 9 5 16,-1 2-1-16,1 4 1 0,0-1-2 0,1 8 3 16,3-2 1-16,-3-1-6 0,1 8 1 0,1-1-2 0,3 3 11 15,-1 1-8-15,-2-5-1 0,3 3-2 0,-3 0-6 16,1 1 6-16,-1 0-1 0,0-5 4 0,1 4-6 16,-1-6 3-16,1 0 1 0,-1 2 2 0,4-4-6 0,0 2 6 15,-14 0-5-15,5 0 6 0,3 0-7 0,4 3 2 16,3-1 1-16,1 2 1 0,1 0-1 0,1 3-2 15,2 1 0-15,2 5-2 0,-1 3 4 0,-1-1-7 16,0 4 9-16,-1-1-8 0,-1-1 3 0,0-2 1 16,0-2 1-16,2-6 3 0,-3 1 4 0,1-1-8 15,2-3 2-15,-2-2-2 0,2-1 5 0,-1-1-5 16,1 0-4-16,0-1 0 0,-1-3 4 0,1 0 10 16,0-1-5-16,1-5 6 0,1 1-11 0,-2-2 3 15,-1 0 5-15,3 1-1 0,-2-4 11 0,1 1-17 0,1 0 8 16,-2-4-9-16,1 0 18 0,3 2-6 0,-5-5 3 15,-1-1-4-15,5 1 3 0,5-4-9 0,6 3 4 16,1 8-6-16,1-1 2 0,-5-7 5 0,-2-1-11 0,0-2 8 16,-4 0-7-16,6-2-15 0,0 0 5 0,-2 0-16 15,4 1-68-15</inkml:trace>
  <inkml:trace contextRef="#ctx0" brushRef="#br1" timeOffset="-177702.59">21011 5733 37 0,'0'0'0'0,"0"0"31"0,0 0 5 0,0 0 5 16,0-2 7-16,0 0-31 0,0 0-1 0,0 0 1 16,0 1-4-16,0-1 4 0,0 0-1 0,0 0 17 15,0 0-6-15,0 0 8 0,0 0-12 0,0 1 16 0,0-1-8 16,0 0 11-16,0 0-12 0,0 0-10 0,0 0 3 15,0 0-6-15,0 1 2 0,0-1-2 0,0 0 0 16,0 0-1-16,0 0 5 0,0 0-3 0,0 0-5 16,0 1 1-16,0-1-7 0,0 0 6 0,0 0 1 0,0 0 1 15,0 0 20-15,0 0-6 0,0 1 11 0,0 1-11 16,0 0-2-16,0 0-2 0,0 0-6 0,0 1 4 16,0 1-9-16,0 0-5 0,0 0-1 0,0 2-1 15,0-1 0-15,0 3 6 0,0 3-2 0,0 1 1 16,0-3-14-16,0 0 7 0,2 1 0 0,0-1 4 0,0 1 1 15,-1-3-5-15,1 3-5 0,0-3 2 0,0 1-2 16,0-1 7-16,0 1-1 0,0-2 3 0,-1 1-9 16,1 1 2-16,0-2-2 0,2 1 2 0,-2-1-1 15,0 0-1-15,-1-1 0 0,1 1-1 0,-2-2 0 0,0 0 2 16,4 1-1-16,0 1 3 0,-1 0 7 0,-1-4-6 16,9 5 4-16,1-1-6 0,-1-2-4 0,5-2 11 15,5-2-4-15,-4-3 7 0,10-8-10 0,-1-2-3 16,2 13 6-16,7-20-5 0,-1-3 6 0,1-1-4 15,-3-3 1-15,-3-3-1 0,-3-3 6 0,4-6-9 16,-2-4-2-16,-2-7-1 0,0-3 2 0,2-3-11 16,0 1-1-16,1 5-5 0,-1 7-24 0,0 6-30 15,2 4-16-15,-8 5-15 0,0 4-161 0</inkml:trace>
  <inkml:trace contextRef="#ctx0" brushRef="#br1" timeOffset="-172568.69">18560 4751 27 0,'0'-2'0'0,"0"0"5"0,0 0 59 16,0 0-12-16,0-1 5 0,0-7-20 0,0-3 0 0,0-2 11 15,0 1-2-15,0 2 3 0,0-2-18 0,0 2 4 16,-2-2-12-16,2 4 10 0,0 3-4 0,0-6-11 16,0 9 13-16,0-5-13 0,0-4 12 0,0 5-14 15,0-3-3-15,0 4-2 0,0 3-1 0,0-1-6 16,0 1 1-16,0 0-4 0,0 0-2 0,0 3 4 16,0-1-2-16,2 0 3 0,0 0-7 0,0 2 4 0,0 0 4 15,0 2 0-15,-1 0 10 0,1 1-5 0,2 5 3 16,5 16-3-16,-3-7 13 0,-1 7-14 0,-1-2 8 15,0-3-10-15,0 7 5 0,-3-4-1 0,1 0-8 16,0 1 6-16,0-5-5 0,0 1-8 0,-2-3 8 0,0-1-8 16,0 0 3-16,0-6 7 0,0 1-6 0,0-3 8 15,0-1-9-15,2-1 2 0,-2-1 0 0,0-2 2 16,0 0 4-16,2 1-5 0,-1 1 4 0,1 0-3 16,0-1 9-16,0-1 3 0,0 0-4 0,0 0 2 15,1 0-11-15,1-2 3 0,0 0 0 0,-2 0 1 16,9-2 2-16,0-2-2 0,2-1-2 0,2-5 1 15,3-3 2-15,8-3-1 0,8 10 4 0,-5-22-4 0,5-7 0 16,3-11-10-16,-2-6 6 0,14-4-5 0,-5 0 5 16,-1 2-30-16,-2 4-14 0,-6 6-7 0,-2 7-61 15</inkml:trace>
  <inkml:trace contextRef="#ctx0" brushRef="#br1" timeOffset="-167803.93">18419 4730 51 0,'0'0'11'0,"0"0"3"0,0 0 26 15,0 0 10-15,0 0 6 0,0 0 0 0,0-2-18 0,0 1 2 16,0-1-4-16,0 0 9 0,0 0-5 0,0 0 2 16,0 0-4-16,0-1-8 0,0-1-10 0,0 2 1 15,-2-7-5-15,2 3-6 0,0 1-2 0,0-3-5 16,0 4 4-16,0-1-5 0,0 3 9 0,0-4-2 15,0 3 3-15,0 1-6 0,0 0-6 0,0-2 0 0,0 1-2 16,0 1-2-16,2 0 11 0,-2 0-3 0,2 2 6 16,0 0-8-16,0 0 8 0,-1 0 3 0,1 2-1 15,-2 2-6-15,0-1 6 0,4 16-6 0,-2 1 6 16,0 1-5-16,0-1-4 0,-1 1 4 0,1-3-3 16,0 1 3-16,0-1-7 0,0-1 1 0,0 0 0 15,0-3 7-15,-1-1-3 0,1 0 3 0,0-3-3 0,0-3 1 16,0 1 0-16,0-1-1 0,0-1 1 0,-1-1 0 15,1-1 4-15,0 1-1 0,0-1 4 0,-2-2 4 16,0 0-15-16,0 0 1 0,4 0-4 0,1-1 5 16,1 1-1-16,-1 2 8 0,-1-2-5 0,0 0 6 0,0 0 6 15,1-1-2-15,1 1 3 0,1 0-3 0,1-2 0 16,3 0-8-16,-2 0 6 0,4-2-10 0,0-3 0 16,2-3 3-16,3-3-4 0,3-4 1 0,-1 12 2 15,4-20-5-15,2-1 2 0,2-6-7 0,4 1 3 16,7-6 6-16,-4-4-2 0,4-6 0 0,-9-5 3 15,-4-2-7-15,3-2 4 0,-3 4 1 0,6 7-7 16,0 4 7-16,-1 6-7 0,1 1 4 0,-8 2 0 16,-2 3-5-16,-3 4 2 0,-4 3-10 0,-1 3-5 15,1 0-7-15,-4 4 0 0,1 2-20 0,-3 6-33 0,-2-1-58 16</inkml:trace>
  <inkml:trace contextRef="#ctx0" brushRef="#br0" timeOffset="-163979.7">18191 4849 17 0,'0'0'21'0,"0"0"0"0,0-2 25 16,0 0 3-16,0 0-8 0,0 1-8 0,0-1-30 15,0 0 10-15,0-2-10 0,0 0 23 0,0 1 18 16,0-1 0-16,0 0 5 0,0 1-3 0,0-1 2 16,-2 0-6-16,0 1 4 0,0-1-20 0,2 2 12 15,-4-5-8-15,1-1 9 0,1 3-15 0,0-1-9 16,0 2 7-16,0-3-8 0,2 3 2 0,-2-1-5 15,2 1-10-15,0 2 6 0,0 0-7 0,0-2 1 0,0 1 5 16,0-1-3-16,0 0-1 0,0 1 5 0,2-1 0 16,0 2 0-16,0 0-6 0,0 0 2 0,1 2-4 15,1 0 2-15,2 0 5 0,5 4 0 0,0 2 1 16,0 3-2-16,6 2-3 0,-2 6 2 0,1 3 1 0,-1-1 0 16,-7-1-5-16,3-1 4 0,0 1-2 0,2-3 3 15,2 2-9-15,-6-2 7 0,0 2-4 0,-3-3 5 16,1 1 1-16,3 0-4 0,-3-2 3 0,1 0-3 15,-1 0 10-15,0-2-6 0,3 0-1 0,-1-1-2 16,0-3 6-16,2 1-6 0,1-3 14 0,-1-1-12 16,0 1 7-16,2-3 0 0,-2 2-9 0,2-2 9 15,-2 7-5-15,0-3 14 0,0-3-5 0,1-1 8 0,1-2-5 16,1 0 2-16,3-3 4 0,2-5-4 0,1-3-4 16,4 7-7-16,0-24-3 0,6 1 1 0,2-5 2 15,3-1 2-15,4-6-3 0,-2-2 0 0,4-4-8 0,5-7-1 16,-1-7 4-16,3-2-2 0,-3-4 1 0,-6 3-1 15,-4 8-2-15,-7 4 0 0,-2 9-14 0,-4 12-45 16,-1 1-4-16,-5 9-28 0,-1 3-162 0</inkml:trace>
  <inkml:trace contextRef="#ctx0" brushRef="#br0" timeOffset="-158478.86">15068 7109 40 0,'0'0'0'0,"0"0"11"0,0 0 9 0,0-2 24 0,0 0 10 15,0 0 2-15,-2-2 0 0,0 1-13 0,-6-12 0 16,3 2-3-16,-3 0-13 0,1 0 4 0,0 0-10 16,-3-4 7-16,3 4-20 0,-1-2 5 0,1 2-3 15,3 8 3-15,-1-5-3 0,-1 3-5 0,1 0 1 0,-3-3-2 16,-5 3 5-16,0-2-3 0,2 1 6 0,2 3-5 15,-2-1 5-15,-2-1 4 0,0-1-7 0,-2 1 6 16,2-1-7-16,2 3 11 0,-1-5-3 0,0 3 4 16,0 1-10-16,3-3 2 0,0 4-5 0,1 1 3 15,-1 0-18-15,4 0 8 0,-3 3 0 0,1-1 4 16,-1 0-2-16,-1 0 4 0,0 0-4 0,-2-7 3 0,1 3-12 16,-1 1 7-16,2 1-2 0,-4-2 4 0,0 3 6 15,0-1 5-15,0 0 1 0,0 2 0 0,0 1-8 16,0-1-5-16,-4 0-1 0,2 2 0 0,-1 0 4 15,-3 0 0-15,0 0 2 0,3 2-3 0,-3 0 2 0,2 1-7 16,-1 3 3-16,-1-1-4 0,1 1-1 0,-1 0 6 16,-1 1-5-16,-1 0 5 0,1 1-2 0,-1-1-3 15,5-1 4-15,1-1-2 0,0 1 1 0,0 0 0 16,2-1 0-16,0 1 0 0,0-1 11 0,2 1-11 16,0-1 3-16,-2 1-5 0,2 0-3 0,-2 1 9 15,0 0-4-15,0 3 5 0,-2-3-12 0,2 6 8 16,-2 6-1-16,4-1 4 0,-2-1-9 0,0 3 4 15,2-1 0-15,0-8 1 0,0 4-1 0,1 0 0 16,3 0-3-16,-1 0 3 0,1-1 4 0,1 1-7 0,-1-4 2 16,1 8-4-16,1-6 9 0,-1 4-7 0,1-2 3 15,-1-2-5-15,1 0 9 0,-1-2-2 0,2 0 3 16,1 2-4-16,-1-2 0 0,0 2 0 0,0 2-1 0,1 0-1 16,-3 1-5-16,1 3 11 0,-5 1-8 0,-1 3 8 15,0 4-7-15,-4 1 0 0,-2 4 3 0,3 1-2 16,-5 4-1-16,2 4 0 0,-3 0 1 0,1 0 0 15,1-2 8-15,5-6-1 0,2-3-5 0,-1-2 1 16,11-4-5-16,-5 0-5 0,2 0 9 0,-11-1-6 16,4-3 11-16,2 1-9 0,0 1 1 0,1-2-3 15,3 2 13-15,-1 3-5 0,2-5 1 0,1 2-4 0,-1 1-5 16,2-1 5-16,2 2-3 0,0 0 3 0,2 0-2 16,0 2 0-16,2 0 3 0,-3 0-2 0,1 0 7 15,2 0-5-15,2 2 7 0,-1-2-7 0,1 4 0 0,1 0 0 16,2 5-1-16,-1-4 2 0,1-1 8 0,2-2-7 15,0-2 7-15,4 6-8 0,-2-6-1 0,0-2 2 16,-2-6-5-16,2 1 6 0,-11 1 6 0,11-5-6 16,0 4 0-16,0-8-3 0,0 0-5 0,2 2 2 15,0 0 6-15,0-2-3 0,0-2 6 0,0 1-2 16,-2-3-1-16,1 0 1 0,1 1-3 0,-4-3 0 16,4-1 0-16,-2 2 0 0,2-4-1 0,2 1 8 15,-2 8-9-15,5 1 7 0,1-5-7 0,-1-1-4 0,6-3 9 16,0-3-5-16,2 0 3 0,2-2-4 0,3-3-1 15,0-1 0-15,-7 1 12 0,8-3-14 0,-3 3 5 16,3-5-8-16,5-3 11 0,-6 2 0 0,-1-2-1 0,-4 0-1 16,-1 0-1-16,-4 2-1 0,1-4 1 0,0 10-1 15,-2-18 1-15,2-1 2 0,1 0 3 0,-1-2 1 16,-2 4 1-16,0-4-7 0,-1 6 1 0,1-3-2 16,-5-1 1-16,-1 2 5 0,-1 0-6 0,-2 1 4 15,0-1-7-15,0 1 8 0,-2 1-3 0,2 0 4 16,-2-3-4-16,1 1-2 0,1-2 4 0,0 0-3 15,7-2 0-15,2 2 6 0,4-2-5 0,-5 1 5 16,-3 3-4-16,-5-2-1 0,-2 2-1 0,2-2 0 0,-1-1-4 16,-1 1 4-16,-4-2 3 0,-1-2-1 0,1 2-2 15,14-7 3-15,-8-2-2 0,-6 3 4 0,-3-5 3 0,-2 4-5 16,-2-3 5-16,-2-1-6 0,0 2-2 0,0 0 7 16,-2-1-9-16,-1 3 8 0,-3 0-11 0,3 1 6 15,1 2 3-15,0 4 0 0,2 0-2 0,-1 4 6 16,-3-2-9-16,1 3 7 0,-1 3-6 0,0-1 0 15,1 1 5-15,-1-1-3 0,1 1 0 0,-3-3 4 16,1-1 0-16,-1 0 2 0,-3-2 7 0,0-6 0 16,2 6 2-16,-2-4-2 0,1-2-2 0,1 4-1 15,-2-5 0-15,0 3 1 0,-2 0 8 0,-2-4-7 16,0 6 2-16,0 0-5 0,2 4 6 0,2 5-11 16,-2-1 3-16,4 5-6 0,0 0 8 0,5 2-16 0,-11 5 5 15,-2 0-9-15,1 5 2 0,-3-3-16 0,-1-11-6 16,-3 4-4-16,-1 5-18 0,-4 4-29 0,-1 2-10 15,-5 6-14-15,-3 3-101 0</inkml:trace>
  <inkml:trace contextRef="#ctx0" brushRef="#br0" timeOffset="-157673.68">12071 6938 68 0,'-2'-2'6'16,"2"0"0"-16,-9-20 6 0,1 3 4 0,3 3-5 0,-1 1 4 15,-1 0-19-15,-1 2 16 0,5 2-8 0,-14 0 13 16,0-1-5-16,-3 3 18 0,1-2-3 0,-1 0 7 15,-1 2 0-15,-3-3 5 0,2 3 2 0,0-2 1 16,-1 2 13-16,1 1-11 0,0 3 5 0,-2 1-10 16,-2 0-19-16,0-12 0 0,0 5-5 0,-2 3 3 15,-2 6-6-15,0 4 4 0,-7 6-9 0,-4 3 5 16,-1 5-13-16,-8 5 2 0,-2 5 4 0,-6-19-1 0,6 32-2 16,2 4 8-16,3 3-9 0,10 3 8 0,-2-3-15 15,8-1 13-15,1-1-3 0,2-3 4 0,2-4-20 0,6-2 16 16,-1 1-4-16,1-3 8 0,3 1-14 0,2-5 9 15,4 1-5-15,2 0 7 0,2 1-1 0,-1 3-2 16,4-1 3-16,3 4-5 0,-1 0-10 0,-21 4 13 16,10 6-8-16,8 3 9 0,5 0-3 0,0 2-4 15,5-2 3-15,3-2-3 0,1-1 2 0,0-8 0 16,3-2 1-16,1-4 0 0,0-3 0 0,3 1-8 16,1-3-7-16,-13 2 3 0,24 0-2 0,3 1 11 15,3 1 5-15,1-2-1 0,7-1 4 0,1 3-9 0,7-4 4 16,4 0-3-16,-2-4 9 0,4-2 0 0,-8-3-6 15,2-6 3-15,-1 0-3 0,-5-12 0 0,3 1 3 16,-5 21-3-16,3-14 1 0,-6-7-1 0,3-2 0 16,3-6-1-16,0-1-2 0,7-8 7 0,-6-2-1 15,4-3 3-15,-2-4-5 0,1 22 5 0,1-26-5 0,-4-4 6 16,1 1 2-16,-8-5 1 0,-2 1 4 0,-4-6-1 16,1 2 18-16,-3-7-17 0,1-8 8 0,-3-11-11 15,-1-13 3-15,-4-11 8 0,1 0-7 0,-7 2 6 16,-3 5-16-16,-6 9 15 0,-5 5 0 0,24 5 5 15,-19 0 4-15,-11-10 4 0,-9 1-3 0,-9-10 4 16,-10 0 6-16,-2 6-15 0,25 2 5 0,-36 14-11 0,-5 8-9 16,-2 12-15-16,-8 6-2 0,-3 8-6 0,-2 8-21 15,-8 7-40-15,3 7-8 0,-7-26-19 0,1 28-106 16</inkml:trace>
  <inkml:trace contextRef="#ctx0" brushRef="#br0" timeOffset="-150123.58">26091 12876 6 0,'0'0'5'0,"0"0"-3"16,0-2 3-16,0 0 19 0,0 0 2 0,2-2 12 16,-2 1 6-16,0-1-3 0,2-3 6 0,0-3-2 15,-2 7-1-15,0-5-2 0,0-3-6 0,0 5 5 16,0-1 3-16,0 3-19 0,0 1 9 0,0-1-14 16,0 0-5-16,0 0 3 0,0 1-8 0,0-1 4 0,0 0-22 15,0 1 12-15,0 1-7 0,0 0 8 0,0 0-2 16,0 0-1-16,0 0 2 0,0 0-3 0,0 1 3 0,0-1 8 15,0 0-2-15,0 0 3 0,0 0-2 0,0 0 3 16,0 0 2-16,0 1 1 0,0-1 8 0,0 0-9 16,0 0 4-16,0 0-6 0,0 0 3 0,0 0-6 15,0 1 2-15,0-1-3 0,0 0-3 0,0 2 1 16,0 0-5-16,0-2 3 0,0 2-3 0,0 0 3 16,0 0 1-16,0 0 0 0,0 0-7 0,1 0 6 15,-1 0-2-15,0 0 3 0,0 2-2 0,0 0 6 0,0 0-3 16,0 1 3-16,0 1-4 0,0 11 0 0,0 2 1 15,0 1-2-15,0 1-5 0,0-3 1 0,-1 5 2 16,-1-3-1-16,-2 3-2 0,2-1 7 0,0 1-9 16,0 1 7-16,1-3-5 0,-1-1-4 0,0 3 4 15,0-1-5-15,2 2 4 0,0 0 2 0,-2 3-2 0,0 1 2 16,0 0 0-16,-1 1 0 0,1-1 1 0,0 0-3 16,-2-1 0-16,1-3 0 0,1-2 0 0,0 1 0 15,0 1 3-15,2-3-3 0,-2-3 1 0,0-3-1 16,0 0 1-16,2-5 2 0,-1 3-3 0,1-2 2 15,0 0 1-15,-2 1 0 0,2-3-2 0,0-3 1 16,0 0-7-16,0-1 2 0,0 1 3 0,0 0-1 0,0-2-1 16,0-1 8-16,0 1-7 0,0 0 7 0,0 0-9 15,0 0 6-15,2-2-1 0,-1 0 2 0,1 0-5 16,0-2-1-16,2-2 6 0,-2-7-3 0,13-13 14 0,-1 2-11 16,-1-2 0-16,4-6-3 0,0 4-5 0,0-4 3 15,1-1 0-15,3-1 1 0,1-1 5 0,0-1-5 16,2 3 0-16,2-3-2 0,-2-1 3 0,-1 2 0 15,3-3 0-15,-4 1-1 0,0 2-5 0,-3 1 9 16,-1 2-2-16,5 4 4 0,-9 0-2 0,3 4-6 16,-8-4 8-16,1 4-7 0,6-1 8 0,-6 7-7 15,1 1 0-15,-6 0-2 0,-3 0 8 0,2 0 0 16,5 2-1-16,-3 4 0 0,-1 2 2 0,-1-1-7 16,-2 4 2-16,2-1-3 0,-2-1 3 0,-1 3 3 0,-1 1-4 15,2-2 2-15,0 0-16 0,0 1 7 0,0-1-10 16,0 2 7-16,-2 0-17 0,0 0-14 0,0 0-4 15,0 1-9-15,0 1-44 0,0 0-132 0</inkml:trace>
  <inkml:trace contextRef="#ctx0" brushRef="#br0" timeOffset="-149104.53">26503 13243 102 0,'0'0'42'0,"0"0"-23"0,0-2 47 16,0 1-14-16,0-1-9 0,0 0 5 0,0-2-6 16,0 0 5-16,0 3-17 0,0-7-6 0,0 3 0 15,0-1-2-15,0 0-5 0,0 5 3 0,0-1-5 0,0 0 3 16,0-2-5-16,0 0 12 0,0 1 3 0,0-1 2 16,0 2 5-16,0 0 3 0,0 0-3 0,0 1 1 15,0 1-16-15,0 0 5 0,0 1-3 0,-2 3 2 16,-1 11-17-16,-7 11 7 0,-3 4-4 0,0-1 6 15,0 5 0-15,0-3-8 0,0 1 1 0,-2 1-3 16,2-5 3-16,2-2-2 0,2 0 2 0,2-9-1 0,-1 2-1 16,3-5 6-16,1-4-3 0,-2 1 3 0,1 0-7 15,3-7-4-15,0 1-2 0,0-1 1 0,2-2-8 16,-2 2 7-16,0-1-2 0,1 1 4 0,-1 0 4 0,0-2-4 16,0-1 2-16,0 1-4 0,2 0-9 0,0-2 8 15,0 0-4-15,2-2 5 0,2 0-2 0,1-1-2 16,19-12 2-16,1 0-2 0,-1 0-7 0,0 0 12 15,0 2-4-15,2 0 7 0,-2 4-2 0,0 2 0 16,-3 3 0-16,-8 2-2 0,0 2-7 0,3 0 10 16,-3 2-2-16,-1 2 7 0,-3-1-3 0,-2 1 3 15,-7-2 3-15,4 15-2 0,7-1 8 0,-5-1-7 16,-3 0 5-16,-3 2-4 0,-3 1 2 0,-3-3-2 0,-3 2-2 16,3-2 2-16,-22-4 7 0,2-2-10 0,-5 0 5 15,3-3-6-15,2 1 0 0,-2-1 1 0,4-1-1 16,2 1 0-16,1 1-7 0,5-5 0 0,1 9 0 15,4-5-1-15,3-2-3 0,4-4-69 0,3 0-7 16,-3 2-25-16,0-2-74 0,2 0-32 0,0 0 4 0</inkml:trace>
  <inkml:trace contextRef="#ctx0" brushRef="#br0" timeOffset="-148653.28">26893 13583 275 0,'0'0'89'0,"-2"0"14"16,0 0 5-16,1 0-41 0,-3-2 2 0,0 0-22 16,-1 2-6-16,-5-1-2 0,1-1-2 0,3 2-21 0,1 0 6 15,-1-2-9-15,3 2 8 0,1 0-8 0,-2-2-3 16,0 0 2-16,1 0-3 0,1 0 4 0,0 1 4 16,0-1 1-16,2 0 1 0,0 0 6 0,2 0-1 15,0 0 1-15,1 0-3 0,10-3-3 0,8-6-2 16,3-4-4-16,0 2 2 0,2-2-12 0,-2 2-1 15,0-2 2-15,-1 0-2 0,-3 2-1 0,-5 2 7 16,0 7-3-16,-6-9 5 0,0 0-7 0,-5 0 12 0,0-1-11 16,-2 2 11-16,-1 1-11 0,9 0 8 15,-5 2 1-15,-1 1 0 0,-2 1-10 0,-2 3 12 0,0 2-9 16,0 1 8-16,-2-3-20 0,0 0 1 0,-2 2 0 16,-3 0 1-16,-12 1 2 0,-1 2 1 0,-2 5-7 15,-1 5 6-15,1 2-1 0,0-5 4 0,0 18 3 16,1 1-2-16,4 9-4 0,3-7 0 0,1 1-1 0,3-4 0 15,3-4-4-15,5-5 9 0,-11 2-3 0,6-3 4 16,3 3 4-16,4-4-5 0,0 0 7 0,2-4-8 16,2-4-1-16,1 3-2 0,4-7-5 0,12-1 1 15,1 0-12-15,2 15-14 0,2-8 0 0,2-3-8 16,2-5-38-16,-2-2-47 0,-2-3-27 0,0-4-9 16,-2-3-130-16</inkml:trace>
  <inkml:trace contextRef="#ctx0" brushRef="#br0" timeOffset="-148109.66">25996 14014 299 0,'0'0'17'0,"0"0"0"16,0 0-1-16,0-2-7 0,0 0-2 15,-2 0-14-15,1 0 12 0,-1 1 0 0,0-1 6 0,0 0 17 16,0 0 29-16,0 0 6 0,-1 0 6 0,-1 0-2 0,0 2-11 16,0 0-15-16,1 0 5 0,-1 0-33 0,2 0-1 15,0 0 5-15,0 0-5 0,1 0 4 0,1 0 1 16,0 0 0-16,1 0 1 0,3 0 7 0,11 0-4 15,18 0 4-15,3-1-5 0,5-3-6 0,3-2 12 16,4-1-6-16,8-4 9 0,5 0 6 0,12-4-10 16,-3 2 7-16,10 0-10 0,0 0-1 0,-8 2-9 15,3 1-2-15,-14 1-2 0,-3 3-11 0,-12 1 8 16,0 3-8-16,-9 0 8 0,-1 2-14 0,-7 0 5 16,-3 0-6-16,-5 0 5 0,-4 0-7 0,-6 0-4 0,-6 0 7 15,-3 0-7-15,2 0 6 0,0 0-2 0,-1 0 0 16,-1 0-3-16,0 0-19 0,0 0-37 0,0 0-9 15,-2 0-13-15,0 0-77 0</inkml:trace>
  <inkml:trace contextRef="#ctx0" brushRef="#br0" timeOffset="-147655.75">26316 14261 371 0,'0'-2'188'0,"0"0"-254"0,-2 0 221 0,2 0-123 0,-2-9-24 16,0 0-13-16,2 2 2 0,0-2-7 0,0 0-3 0,0 3 8 15,2-1-4-15,-2 5 6 0,2-1-2 0,0 1 4 16,-1 0-2-16,1 0 3 0,0 3 8 0,0-1 28 16,0 0-1-16,0 2 9 0,0 0 3 0,-1 2-29 15,1 0 10-15,-2 1-16 0,0 12 13 0,-2 9-9 16,-1 0 2-16,-3 2-3 0,-1 2-6 0,-1-2 1 15,-1 0-5-15,0 4 3 0,1-4 1 0,1 4-6 16,0-3 6-16,1-2-7 0,0 1-1 0,1-2 4 16,1 0 4-16,0 0 0 0,3 0 8 0,-1-3-9 15,2 1-4-15,0-2-1 0,0 1-1 0,0-3-3 16,0 1 3-16,2-1-2 0,-1-1 9 0,1-2-10 0,0-2 7 16,2-2-7-16,-2-2 12 0,0-1-6 0,-1-4 5 15,-1-3-4-15,0 1 6 0,4 2 1 0,-2-4-5 0,7 6 4 16,-1-5-6-16,3 1 3 0,2-2 2 15,3-5-1-15,5-6-2 0,7-6-2 0,0 8-6 0,5-21 4 16,4 0-8-16,-5-5 4 0,5-4 0 0,0-4 2 16,-2-5 4-16,4 0-11 0,-5-6 6 0,-3 2-6 15,-3 3 12-15,-6 11-7 0,-3 2 2 0,-6 12-2 16,0 4 2-16,-6 5-3 0,1 4-10 0,-4 5 2 16,-3 4-19-16,-1 0-47 0,2 2 7 0,0 0-20 0,2-3 1 15,0 1-62-15,-3 0-28 0</inkml:trace>
  <inkml:trace contextRef="#ctx0" brushRef="#br0" timeOffset="-147327.58">26810 14608 146 0,'0'0'69'0,"0"0"-1"0,0 0 0 16,0 0-5-16,0 0-20 0,0 0 9 0,0 0 6 16,0 0 6-16,0 0-3 0,0 0-7 0,0 2-36 15,0 0 0-15,-2 0-11 0,0 1 4 0,-2 5-8 16,-7 10 7-16,0-1-6 0,2-2-1 0,-3 0 3 15,5-2-8-15,0 0 6 0,-1 0-1 0,1 0 7 0,1-2 2 16,1 2 1-16,1 0-2 0,2-2 8 0,2 2 0 16,0 0 2-16,2 0-2 0,3 4-1 0,1-1 5 15,3 1-4-15,1 2 5 0,1 1-6 0,0-1-2 16,0 3 1-16,0-2-1 0,0 1-4 0,-1-1-1 0,-1-1 0 16,-4-3 3-16,1 3-5 0,-2-4 10 0,-2-6-5 15,-2 0 22-15,0-5-2 0,0 4-5 0,-4-1 2 16,4-5-16-16,-22 13-6 0,-14-2 0 0,-1-6 0 15,-6-3-3-15,-1-4 0 0,3 0-3 0,2-4 2 16,0 0-3-16,7-1-3 0,3-1-3 0,8 3-4 16,6 1-25-16,2 0-25 0,8 2-13 0,3 0-9 15,-2-2-97-15,1 0-43 0,1 0-2 0</inkml:trace>
  <inkml:trace contextRef="#ctx0" brushRef="#br0" timeOffset="-147065.89">27173 14381 617 0,'-1'-1'95'0,"-1"-3"186"0,0 0-223 0,0-5-27 15,-7 1 2-15,-1 3-12 0,5 1-13 0,1 2-1 16,2 2-3-16,0 0 2 0,-1 0-4 0,-1 0 6 0,0 0-6 15,-1 2 6-15,-1 2-3 0,1 1-5 0,-3 18 4 16,-1-1-4-16,-2 2 1 0,1 2-26 0,-1-2-1 16,2-1-12-16,0 1-23 0,1-4-83 0,1-1-45 15</inkml:trace>
  <inkml:trace contextRef="#ctx0" brushRef="#br0" timeOffset="-146507.29">27712 13585 596 0,'0'0'45'15,"-2"0"1"-15,0 0 6 0,0-2-8 0,0 0-8 16,1 2-8-16,-1 0-21 0,0 0 5 0,0 0-11 0,0 0 5 15,0 0-8-15,0 0 4 0,1 0-3 0,-1 2 21 16,2 0-6-16,0 0 6 0,2 0-6 0,-1 0 6 0,1-1 4 16,6 1-1-16,14 0 2 0,4 0-4 0,2-2-18 15,-2 0-3-15,2 0-5 0,-2 0-15 0,-6 0-3 16,1 0 3-16,-5 0-3 0,-1 0 0 0,-6 0-15 16,-1 0 0-16,-3 0-5 0,-3 0-15 0,2 2-25 15,0 0-22-15,-1 0-3 0,-1-1-95 0</inkml:trace>
  <inkml:trace contextRef="#ctx0" brushRef="#br0" timeOffset="-146350.14">27630 13852 325 0,'0'0'81'0,"-2"0"-15"0,0 0 16 0,1 0 11 16,-1 0-36-16,0 0-30 0,0 0 8 0,0 0 1 0,2 0 1 15,0 0-2-15,0 0-7 0,2 0 0 0,0 0-3 16,5 0 0-16,23-2-21 0,7-5 4 0,6-2-9 15,1-2-3-15,8-2-77 0,8 0-21 0,3 0-31 16,6-2-176-16</inkml:trace>
  <inkml:trace contextRef="#ctx0" brushRef="#br0" timeOffset="-144277.68">29097 12703 25 0,'0'-2'29'16,"0"0"-3"-16,2-9 36 0,3-19-12 0,1 4 9 15,1 0-15-15,1 6 3 0,-1-4 9 0,-1 5-8 0,-1 3-6 16,-1 1 7-16,0 4-7 0,0 1 8 0,-3 1-17 15,1 2-1-15,0-1-5 0,0 3 2 0,0 1-8 16,0 0-4-16,-2 2-3 0,2-1-1 0,-1-1-7 0,1 0 13 16,0 2-1-16,0 0 4 0,0 1-15 0,0 1 3 15,0 0 0-15,-1 1 2 0,1 1 1 0,4 9-4 16,3 19-1-16,-1 5-1 0,-7 1-2 0,-1 3-1 16,0 7 2-16,-3 1-1 0,-1-1 11 0,-2-1-9 15,-1-5 2-15,0-2-5 0,-1-3-2 0,3-5 9 16,-1-6-3-16,2-6 4 0,1-1 0 0,-1-6-7 15,2-2 1-15,-2 1-2 0,2-5 4 0,1 1-4 16,-1-2 6-16,0-1-5 0,0 1 15 0,0 0 10 0,0-2-3 16,0-1 6-16,1 1-6 0,-1 0-15 0,0-2 0 15,2-2-5-15,0 0-4 0,2-14-1 0,5-16 1 16,6-9-2-16,0-1-2 0,2-9-3 0,2-4 4 16,-1-1-1-16,1-3 6 0,0 5-6 0,1 0-1 0,-1 7-1 15,2 1 6-15,-1 5-7 0,1 4 5 0,-1 7-5 16,-16 4 5-16,22 8 5 0,-1-1-2 0,1 6 2 15,2 4-4-15,0 0 0 0,3 3-2 0,-1 1 2 16,2 3 0-16,-4-2 3 0,-2-11-2 0,-2 6 1 16,-1 5-11-16,-4 4-1 0,-4 0 0 0,-2 0 0 15,0 2-8-15,-2 0-2 0,0 2-3 0,-3-3 1 16,3 3-4-16,-5-2-15 0,-2-2-4 0,3 2-6 0,-1 0-37 16,0 0-123-16</inkml:trace>
  <inkml:trace contextRef="#ctx0" brushRef="#br0" timeOffset="-143797.58">29639 12818 787 0,'0'0'12'0,"0"-2"1"0,0 0-10 0,0 1 1 16,0-3-5-16,0 0 8 0,-2 0-16 0,0 3 1 16,2-1-6-16,0 0 17 0,0 0 6 0,0 0 1 15,0 2-1-15,-1 0 0 0,-1 2 11 0,0 0-2 0,0 3 4 16,-5 14-3-16,-3 1 4 0,1 1 2 0,2-3-2 16,-3 1-7-16,3-2 3 0,-1-2-8 0,1 1 6 15,0-1-6-15,-1-2-8 0,1 0 3 0,3-5-5 16,0-1 3-16,1-1-4 0,-1 1 3 0,2-3-3 15,0 1-14-15,0 1-15 0,2-4-8 0,0 1 0 16,0 1-6-16,2 0 1 0,0-2 4 0,2 0-5 0,14 1-16 16,8-3 13-16,-2-2 1 0,2-3 7 0,2-6 21 15,-4 0 13-15,6-4-9 0,-2-2 9 0,-2 2-4 0,0 13 4 16,-9-18 7-16,-4 5-3 0,0 2 7 0,0 6 19 16,-6-1 3-16,-7 6 8 0,2-3 26 0,2 1-5 15,-1 0-9-15,1 2 0 0,-2 1-33 0,0 1 6 16,0 0-2-16,0 1 2 0,-2 3-10 0,0 2-5 15,0 16 2-15,-2 0-3 0,0-5-2 0,0-2 3 16,0 2-2-16,0-6 4 0,0 4 5 0,2-4-12 16,0-2 5-16,0-2-7 0,0-1 8 0,0 1-11 15,0-1-1-15,0-2-4 0,0-1-13 0,0-1-20 16,0 2-6-16,2 0-4 0,0-1-16 0,0-1-28 0,0 0 2 16,0 0-12-16,0 0-9 0</inkml:trace>
  <inkml:trace contextRef="#ctx0" brushRef="#br0" timeOffset="-143557.02">29504 12707 601 0,'0'-2'50'0,"-2"0"-7"16,0 0 11-16,0 0 3 0,0 0-19 0,0 1-19 15,0-1-7-15,1 0 4 0,-1 0-5 0,2 2 2 16,0 0 14-16,2 0-9 0,1 0 8 0,21 4-15 15,15 1 5-15,0-1 6 0,6-2-3 0,7-2 3 16,4-2 0-16,5-2-9 0,-5 1 5 0,-6-3-24 0,-4 2 2 16,-5 1-8-16,-2 1 4 0,-4 2-19 0,-7 0-5 15,-4 0-5-15,-7 0 0 0,-2 2-17 0,-8-1-29 16,-1-1-8-16,-4 0-15 0,1 2-98 0</inkml:trace>
  <inkml:trace contextRef="#ctx0" brushRef="#br0" timeOffset="-143074.54">28471 13702 635 0,'-2'-2'61'0,"1"0"2"15,-1 0 5-15,-2 1-18 0,0-1-9 0,1-2-29 0,-1 0-15 16,0 2 3-16,2 1-7 0,0-1 7 0,2 0 1 15,0 0 2-15,2 0-3 0,9 0-4 0,32-3 5 16,7-1 2-16,15 1 4 0,11 1 0 0,17-4 5 16,9 3-5-16,2-4 8 0,4-6 8 0,-6 2-6 15,0-4 4-15,15 2-6 0,6 4-8 0,7-6 10 16,-2 1-5-16,-6-3 7 0,-6 4-8 0,0 4-10 16,9 4 5-16,-4-3-5 0,-3 1 18 0,-8 3-13 15,-15 1 1-15,-4 3-5 0,-6 0-1 0,-3 2 3 0,-6 0 0 16,-13 0 0-16,0 2 2 0,-15 0 5 0,-10 2-3 15,-7-1 3-15,-12-1-10 0,-4 0 4 0,-6 0 3 16,-5-2-1-16,-1 2 4 0,1 0-13 0,0-1-12 16,-3 1-2-16,1 0-46 0,-2 0-66 0,-2 0-41 15</inkml:trace>
  <inkml:trace contextRef="#ctx0" brushRef="#br0" timeOffset="-142555.37">28393 14116 276 0,'0'0'45'0,"0"0"-5"0,0-2 19 15,0 0-1-15,0 0-11 0,0 1-22 0,0-1 5 16,0 0-4-16,0 0 2 0,0 0-14 0,0 2 15 0,2 0-4 16,0 0 6-16,0 2-8 0,0 0-6 0,1 2 4 15,5 7-4-15,7 13 4 0,-2 2-5 0,-2 4 1 16,0 5-2-16,-4 2 4 0,-3 4-1 0,0 0-4 15,-2 1 2-15,-2 1-7 0,0 2 6 0,-4-5-2 0,0-4 2 16,-1-3-4-16,-1-3 8 0,1-4 0 0,-1-4 1 16,0-3-17-16,1-3 4 0,1-3 0 0,-1-1 2 15,1-3 6-15,0-2-11 0,2-3 5 0,0 0-6 16,1-1 7-16,-1 1 6 0,-2-2-6 0,0 0 7 16,1-2-5-16,-1 0-8 0,0-2 2 0,2 0-4 15,-3-11 3-15,-3-17-4 0,6-1 5 0,4-8-4 0,4-2 1 16,5-5-2-16,2-3 0 0,4-3 1 0,1 4 2 15,1-2-5-15,1 4-1 0,-1 5 1 0,-1 4 12 16,1 7 1-16,-17 2-4 0,20 8-1 0,0-1-11 0,-1 6 4 16,-3 4 0-16,1 4 2 0,-4-1 0 0,0 6-2 15,-2 1-3-15,-4-7-2 0,0 3-15 0,-5 3-25 16,3 0-9-16,-1 2-10 0,0 0-65 0,-3 2-183 16</inkml:trace>
  <inkml:trace contextRef="#ctx0" brushRef="#br0" timeOffset="-142168.64">28772 14658 826 0,'-2'0'18'0,"0"0"45"15,1 0-45-15,-1 0-11 0,-2 2 11 0,0 0-12 16,2 2 1-16,-7 10 1 0,0 9-7 0,1 1 5 15,3-2-2-15,1 2-6 0,0-1 2 0,3-3-5 16,-1-1 11-16,2-5-4 0,0-1 3 0,0-3-4 16,0-1-1-16,0-5 2 0,0-1-2 0,0 1 1 15,0 0-11-15,0 0 17 0,0-3-10 0,0 1 11 16,2 0-8-16,-1-2 2 0,1-2 4 0,0 0-4 0,0-1-6 16,0-1 6-16,7-13-4 0,0 2 4 0,-1 2-6 15,-1 2 4-15,-3 2 0 0,9 2 0 0,0 1-1 16,-2 2 5-16,2-5 1 0,-4 3 4 0,-1 3 3 0,-1-1 9 15,-1 2 4-15,7 0 1 0,-6 2-1 0,-1 0-2 16,1 2-6-16,-1 2 1 0,-4-4-18 0,1 18 7 16,10 1-2-16,-3 0 5 0,-5 1-4 0,-1-3-8 15,-2-1-3-15,0 1-1 0,-2-4 2 0,0-2-21 16,0-1-4-16,-2-1-7 0,2-7-23 0,0 0-16 16,-4 1-2-16,2-3-12 0,-11 8-73 0,2-7-56 15</inkml:trace>
  <inkml:trace contextRef="#ctx0" brushRef="#br0" timeOffset="-141997.52">28624 14610 742 0,'0'-2'39'0,"0"0"43"16,-2 0-34-16,0 0-17 0,2 1-5 0,0-3-3 16,0 2-6-16,0-2 3 0,2 1-3 0,0-1 2 15,1-2-12-15,18 1-7 0,5-3-3 0,0 1-4 16,5-1-27-16,1-3-27 0,-1 6-2 0,5-1-12 15,-5 2-32-15,3 3-49 0,-1-20-26 0</inkml:trace>
  <inkml:trace contextRef="#ctx0" brushRef="#br0" timeOffset="-141766.16">29225 14604 597 0,'0'0'41'0,"0"0"9"16,-2 0 28-16,0 0 4 0,1 0-60 0,-1 0 4 16,2 0 1-16,0 0 2 0,0 0 4 0,2 2-9 15,-1 0 1-15,1 0-4 0,4-2 4 0,14 2-4 16,6 0-1-16,0-2-2 0,6 1-16 0,-2-1-2 0,3 0-9 16,-3 0 3-16,-1-1-16 0,-1-1-26 0,-4 0-5 15,0 0-11-15,-1-2-42 0,-3 1-38 0,-7-1 2 16,2-2-12-16,-6 3 14 0</inkml:trace>
  <inkml:trace contextRef="#ctx0" brushRef="#br0" timeOffset="-141495.53">29418 14368 825 0,'0'0'47'0,"0"0"-7"15,-2-1-1-15,1-1 10 0,-1 0-26 0,0 0-13 16,0 0-17-16,0 2 2 0,0 0-6 0,0 0 16 0,1 2-5 16,-1 0 4-16,0 2-5 0,-2 14-8 0,0 10 12 15,3 2-3-15,-1-1 5 0,2 1-10 0,0 0 15 16,0 0-7-16,-2-3 12 0,2-2 2 0,-2-1-9 16,0-2 5-16,0-3-8 0,0-1 1 0,2-1-2 15,0-2 3-15,0 0-2 0,0-2 2 0,0-2-6 16,0-2-1-16,0-3 0 0,0-3-11 0,0 1-38 15,0 0-10-15,0-1-15 0,0 1-96 0</inkml:trace>
  <inkml:trace contextRef="#ctx0" brushRef="#br0" timeOffset="-140649.72">30090 14205 357 0,'0'0'46'0,"0"0"-6"0,0 0 18 0,0 0 0 16,0 0-13-16,0 0-24 0,0 0-9 0,0 0-3 16,0 0-3-16,0 0-6 0,0 0 13 0,0 0 1 15,0 2 4-15,0 0-2 0,0 0-4 0,-3 20-1 0,-3 10 0 16,2-1 3-16,-1 3 3 0,-1 6-3 0,-1 1 2 16,-1-4 1-16,1 0-3 0,-2-5 1 0,-1-2-2 15,3-2-9-15,0-6 2 0,-1-2 3 0,1-3-1 16,-1 0 6-16,3-4-6 0,-1-2-4 0,1-2 1 15,1-1 1-15,0-3-4 0,4-3 10 0,0 0-8 16,-4 2 11-16,1-1 10 0,-1-1-9 0,0 0 7 0,1 0-22 16,1-2 0-16,0 0-1 0,0-2 0 15,0 0 2-15,-2-7 8 0,-3-17-1 0,3-4 2 0,2-1-3 16,4-3-9-16,4-9 4 0,-1 1-5 0,3-3 2 16,1 2 2-16,2 3-7 0,2 3 4 0,2 1-6 0,0 5 5 15,2 3 1-15,-1 4 1 0,-8 0 0 0,18 3 0 16,3 1 3-16,3 7-1 0,-4 2 2 0,0 1 3 15,-2 7-1-15,-4 1 3 0,2-15-3 0,-5 10-1 16,-1 3-4-16,-7 4 5 0,2 0 6 0,-7 2 2 16,-4-2 6-16,2 3-4 0,5 12 11 0,-2 6-15 15,-5 1 1-15,-4 2-5 0,-3 0-2 0,-6 0-2 16,-4 4 1-16,11-5 0 0,-20 4 1 0,3-1-3 16,1-3-3-16,0-1 2 0,1-2 5 0,0 1-7 0,1 1 0 15,5-5-2-15,0 1-2 0,5-3 3 0,1-2 0 16,3 0-1-16,2-4 1 0,-7 3-1 0,5-5 1 15,-1 4-3-15,3-3-4 0,0-1 8 0,2 0 6 16,0-1-1-16,2 1-2 0,2 1-2 0,-1-3 1 0,9 3-1 16,10-3-3-16,-2 1 2 0,1-2-7 0,-1-1 6 15,-3 3-14-15,-2-4-5 0,1 2 2 0,-3-1-3 16,0-1-7-16,-1 0-31 0,1 7-7 0,1 1-7 16,-2-5-22-16,-1-1-33 0,-9-4-2 0,1 0-14 15,5 2-31-15</inkml:trace>
  <inkml:trace contextRef="#ctx0" brushRef="#br0" timeOffset="-140370.68">30612 14432 113 0,'0'0'62'0,"0"0"-3"0,0 0 32 16,0 0 2-16,0 0-12 0,0 0-12 0,0 0-29 16,0 0-2-16,0 1-8 0,0 1-9 0,-2 0 1 15,0 2 4-15,-3 9-2 0,-4 7-4 0,-3 4-8 16,1-3 3-16,-4 5-2 0,2-2 9 0,2-4-9 15,0 6 3-15,2-3-4 0,1-1 10 0,1-2-9 16,1-3 2-16,3 0-3 0,1-2 15 0,2-2-3 16,0 0 4-16,0-4-4 0,0 0-4 0,2-1 2 15,1-1-3-15,-1-3 3 0,4-2-7 0,16 0-8 0,2 14 0 16,0-6-2-16,4-5-5 0,-2-5-4 0,0 0-7 16,-5-2 3-16,-1-3-9 0,-7 1 2 0,2-3 4 15,-2 1-4-15,-2 0-4 0,0-1-28 0,-2 0-3 16,-3 3-9-16,0-7-18 0,-3 0-74 0,1-2-38 0</inkml:trace>
  <inkml:trace contextRef="#ctx0" brushRef="#br0" timeOffset="-140166.08">30590 14714 980 0,'0'0'60'0,"0"0"-7"0,-2-2-24 15,0 0 13-15,2 0-39 0,0 0-4 16,0 1 9-16,2-1-6 0,2 0 7 0,5-2-6 0,15-3-11 16,0-1 1-16,-1 3-7 0,-1-1-19 0,-4 2 6 15,1 1-7-15,-4 1 5 0,-4 0-13 0,-4 0-20 16,1 0-5-16,-3 0-6 0,-3 2-18 0,0 0-74 16</inkml:trace>
  <inkml:trace contextRef="#ctx0" brushRef="#br0" timeOffset="-140026.72">30525 14355 263 0,'0'0'89'0,"0"-1"-53"0,-2-1 90 16,0 0-30-16,0 0-54 0,0 0-27 0,1 0-5 15,-1 2-5-15,2 0 4 0,0 0 5 0,2 0 1 16,-1 2-1-16,3 0-12 0,22 2-8 0,4-2-8 0,5-2-8 16,0-2-107-16</inkml:trace>
  <inkml:trace contextRef="#ctx0" brushRef="#br0" timeOffset="-139838.56">31104 14205 531 0,'0'0'66'0,"0"0"-10"16,0 0 10-16,0 0 6 0,0 0-28 0,0 0-28 16,0 0 10-16,0 0-1 0,0 2 4 0,0-2 1 15,0 0 17-15,2 2-7 0,2-2 8 0,12 2-13 0,14-2-12 16,-6 0 0-16,8-4-6 0,5-2-15 0,-4 1-13 15,-3-3-1-15,0 1-5 0,-8 0-8 0,-2-1-14 16,-3 3-10-16,-4-1-2 0,-2 0-49 0,-3 3-38 16,-3-1-3-16,-3 4-21 0,2-4-99 0</inkml:trace>
  <inkml:trace contextRef="#ctx0" brushRef="#br0" timeOffset="-139621.56">31229 14045 715 0,'-2'0'33'16,"0"0"52"-16,0 0-67 0,0 0-7 0,0 2-2 0,0 0 1 16,-1 4 6-16,-14 18-6 0,2 4 3 0,0 1-2 15,2 7 3-15,2 5-10 0,0 1 5 0,4-3-6 16,-1-2 3-16,1 0-4 0,1-1-4 0,1-3 2 16,-1 1 3-16,4-8 1 0,0-4-4 0,2-2 0 15,0-3-18-15,0-2-54 0,0-6-22 0,2-1-23 16,2-1-173-16</inkml:trace>
  <inkml:trace contextRef="#ctx0" brushRef="#br0" timeOffset="-138889.5">31667 13899 762 0,'-2'0'64'0,"0"0"4"0,0 0-29 16,-2 0-14-16,1 0-21 0,-7 2-7 0,-3 5-4 16,4 0 1-16,2 14-2 0,-1 5 2 0,5 5 6 0,-1-1 0 15,0 0 1-15,2 0-5 0,0-4 0 0,-1 1 0 16,-1-1 1-16,2-5 6 0,0-4-2 0,-1-4 7 16,1-4-5-16,0-5 7 0,0-1 2 0,0 1 2 15,-2 0 1-15,1-1-4 0,-1 1 2 0,0-2-8 16,1 0 6-16,1-2-8 0,0 0-3 0,0-2 0 0,2 0-4 15,-11-24-8-15,3-4 9 0,7 1-4 0,1-1 6 16,0 0 1-16,1 1-1 0,3-3 3 0,2 4-2 16,-1 0 15-16,3 2-15 0,1 0 8 0,0 4-9 15,1 0 2-15,-1 3 1 0,2 1-6 0,-9 1 3 16,15 2 5-16,-1 6-1 0,3 1 6 0,-1 3-6 16,1-1 3-16,-4 4 3 0,2-9 3 0,-1 2-1 15,1 3 1-15,-2 4-9 0,-4 2 6 0,-5 0-5 0,-3 2 27 16,1 2-8-16,2 5 4 0,5 14-4 0,-8-3 5 15,-3 2-19-15,-5 2 5 0,-6 1-9 0,-4-1 9 16,13 2-11-16,-20-2 5 0,1 0-6 0,3-2 1 0,-3-1-3 16,5 1 2-16,-1-3-1 0,2-1 6 0,4-3-5 15,2-2-3-15,7-2 0 0,0-3-12 0,-4-1 7 16,4-3-11-16,1-1 8 0,1-1-19 0,0 0 8 16,0 2 2-16,1 0 1 0,3-3 0 0,15 3 3 15,10-4 0-15,3-4 2 0,5-7 14 0,-2-2-10 16,4-3 8-16,-1 1-8 0,-3-2 8 0,0 2 0 15,-16 6-7-15,-1-2 5 0,-3 1-4 0,-11 9 13 16,9-9 1-16,-8 7 2 0,-3 3-10 0,2-4 14 0,0 0 1 16,-3 0 5-16,1 3-2 0,-2-1-12 0,0 0-1 15,-2 2-2-15,-1 0-3 0,-12 4 0 0,-11 9-2 16,9-2 2-16,1 0 0 0,6 11 0 0,5 0 1 16,-1-3 0-16,2 0 6 0,-9-1-10 0,4 3 3 0,4-1-3 15,5-1 9-15,0-3 4 0,3 7 2 0,1-7 1 16,2 1-2-16,1 2-8 0,-1-5 2 0,3 5-3 15,-2-1 2-15,1-1 7 0,-3 0-4 0,1-2 6 16,-2 1-2-16,-3-1 0 0,-1 4 5 0,0-6-4 16,-3 2-3-16,-5-2 3 0,3 0-12 0,-25-2 7 15,-2-4-16-15,3-1-23 0,-1-4 5 0,8 13-11 16,3-6-7-16,4-5-39 0,4-4-2 0,4 0-14 0,3-2-25 16,0-4 10-16,-14-29 8 0,8-8 1 0,10-1 19 15</inkml:trace>
  <inkml:trace contextRef="#ctx0" brushRef="#br0" timeOffset="-138735.28">32382 13195 936 0,'0'0'73'0,"-2"0"-17"0,0 0 2 16,0 0 25-16,0 0-49 0,0 0-20 0,0 2 5 15,1 2-4-15,-9 14 6 0,-3 17 3 0,0 6-6 0,2 4-2 16,0 5-2-16,2-2-12 0,1 2 3 0,3-3-3 15,1-3 2-15,2 1-18 0,0-2-52 0,2-3-6 16,0-4-26-16,0-3-122 0</inkml:trace>
  <inkml:trace contextRef="#ctx0" brushRef="#br0" timeOffset="-134369.86">28237 15529 40 0,'0'0'13'0,"0"0"4"16,0 0 19-16,0 0 10 0,2 0-1 0,0 0-2 0,0 0-9 15,0 0 0-15,0 0 1 0,-1 0 18 0,1-2-4 16,-2 0 3-16,0 0-6 0,0 1-16 0,0-1-2 16,0 0-1-16,0 0 1 0,-2 0-6 0,1 0 1 15,-1 0-3-15,0 1 3 0,0-1-2 0,0 0-6 16,-2 0 1-16,1 0-3 0,-3 0-1 0,-9-3-2 16,6 1 4-16,-2 0-3 0,-6 1 5 0,4 1-10 15,0 0 0-15,0 0-2 0,4 0 11 0,3 2-15 0,1 0 8 16,-3 0-9-16,5 0 4 0,-1 0-4 0,0 0 1 15,2 0-1-15,1 0 0 0,1 0 6 0,0 0-5 16,1 0 5-16,1 0-15 0,9 0 8 0,21 0-2 16,9 0 5-16,0 2-1 0,3-2 1 0,3 2 4 15,1-2-2-15,4 0-1 0,4 2 6 0,3-2-4 0,12 0 6 16,5-2-2-16,15-2-10 0,7-1 6 0,8-3-7 16,-2-1 3-16,-4 0 2 0,-1-4-5 0,3 3 4 15,3 1 4-15,16-2-6 0,2 3 1 0,-6-3-2 16,-6 0 7-16,-7 2-2 0,2 0 1 0,5 1-3 15,4 1-4-15,2-1 4 0,-9 1 1 0,-10-1 3 16,-5 3-4-16,2-3 8 0,0 3-9 0,5 1 9 0,0-1-1 16,-3 3-2-16,-10-4 1 0,-9 4-3 0,-7 2-2 15,-8-2-5-15,-6 2 6 0,-5 0-5 0,2 0 10 16,0 0-4-16,0 0 1 0,-2 2-1 0,-9 0-2 0,-10 0 2 16,-3-2 1-16,-4 0 2 0,-2 0 8 0,-4 0-8 15,-1 0 2-15,-8 0-3 0,0 0 10 0,-2 2-8 16,-1-2-2-16,-3 0-1 0,-1 0-1 0,0 0 2 15,-1 2 0-15,-1-2-5 0,0 0-42 0,0 3-178 16</inkml:trace>
  <inkml:trace contextRef="#ctx0" brushRef="#br0" timeOffset="-133200.87">27983 13253 256 0,'0'-2'2'16,"-2"-2"19"-16,-9-28 11 0,-4-5 5 0,2 0-3 16,0 0-16-16,-2-2-23 0,0-2 4 0,2 4-6 15,-1-6 6-15,-3 1-59 0,0-1-34 0</inkml:trace>
  <inkml:trace contextRef="#ctx0" brushRef="#br0" timeOffset="-129560.66">31500 9573 423 0,'0'0'0'0,"0"0"5"16,0 0 44-16,0 0-23 0,0 0 6 0,0 0-21 0,0 1 5 16,0 1-6-16,0 0 0 0,0 0-4 0,0 0 3 15,0 2-1-15,1-1-1 0,1 3 1 0,2 3 9 0,2 2-6 16,-3-3 10-16,1-3-10 0,-2 3 3 0,13-5 3 15,1 3-3-15,3 1 5 0,1-3 2 0,3 0 1 16,5 0 2-16,3 14-2 0,6-5-10 0,8-5-3 16,9-8-5-16,3-2 2 0,3-6 1 0,8-3-16 15,-5-2 5-15,-3-5-12 0,-4-3-13 0,-10 3-41 16,-5-3-18-16,-2 1-7 0,-4 14-52 0</inkml:trace>
  <inkml:trace contextRef="#ctx0" brushRef="#br0" timeOffset="-129129.9">31659 12432 437 0,'0'0'9'0,"0"0"2"0,0 2 9 16,0 0-13-16,0-1 7 0,0 5-11 0,6 18 8 15,-1-2 2-15,3 3 1 0,-1-5 7 0,1-3 31 0,1 1-4 16,0-5 11-16,2-2-17 0,19-1-6 0,7 12-7 16,6-11 3-16,9-11-10 0,13-11 3 0,5-11 0 15,7-10-2-15,2 21-17 0,-2-35-14 0,1-3-3 16,3-1-7-16,8 0-24 0</inkml:trace>
  <inkml:trace contextRef="#ctx0" brushRef="#br0" timeOffset="-124028.86">25668 3078 256 0,'0'0'-66'15,"0"0"41"-15,0 0 3 0,0 0 9 0,0 0 59 16,0 0 1-16,0-2-4 0,0 0-6 0,0 0 4 15,1 0-16-15,1 0-7 0,0 1-4 0,0-1 0 16,-2 0-1-16,2 2-13 0,0 0 2 0,0 0-6 0,-1 0 12 16,1 0-8-16,0 2 7 0,0 0-8 0,0-1 0 15,0 3 6-15,1 9-5 0,1 6 6 0,0-3-7 16,-2-1 0-16,0 2-2 0,-1-2 2 0,-1 0 1 16,2 3 0-16,-2 1 3 0,2 1-3 0,-2-1-1 15,0 3 4-15,0 0 0 0,0 1 3 0,2 1-2 0,-2-4-4 16,2 3 3-16,0-1-3 0,0-4 1 0,-1 3-1 15,1-4 0-15,-2-4 2 0,0-2 9 0,0-6-11 16,0 1 2-16,0-2-2 0,0-1 10 0,0 1 18 16,0-2-2-16,0 0 7 0,0 0 3 0,0-2-14 15,2 0 4-15,0-2-9 0,0 0-5 0,2-7-8 16,5-16 5-16,0-2-5 0,-1-1 6 0,-3 0 0 16,1 2-9-16,-1 0 6 0,1 2-2 0,-1 1-3 0,1 1 1 15,1-2-3-15,1 2 0 0,-1-4 0 0,1 3 0 16,1-1 0-16,0 2-4 0,2 0 10 0,2-2-4 15,2-1 6-15,-13 1-6 0,20 2 6 0,6 0 5 16,0 3-4-16,2-3-9 0,1 1 1 0,-1 5 0 16,-2 1 2-16,-2 8-2 0,-4 3-1 0,-3-9 0 0,-2 4 1 15,-3 3 5-15,-2 2-7 0,-1 2 0 0,-2 2-1 16,0 0-2-16,-1 0 2 0,-3 0-4 0,1 2 5 16,-4-2-2-16,1 2-9 0,1 2-4 0,2 5-4 15,1 10-21-15,-3 1-64 0,-4 2-11 0</inkml:trace>
  <inkml:trace contextRef="#ctx0" brushRef="#br0" timeOffset="-123607.52">26238 3306 115 0,'0'0'60'0,"0"0"-21"15,0-2 45-15,0 0-8 0,0 1-66 0,0-1-6 16,0 0-4-16,0 2 0 0,0 0 1 0,0 0-5 16,-2 2 7-16,0 0-7 0,0 1 2 0,0 3 1 15,-3 12 1-15,-1 3 0 0,2-3 5 0,1-1 0 0,1-2-3 16,0 0 3-16,0 0-5 0,2-2 6 0,0 0-1 16,0-2 3-16,0-2 9 0,0 0 11 0,0-3-2 15,0-2 5-15,0-1-5 0,2 1-3 0,2 2 3 0,-1-1-4 16,7-3 3-16,6 9-11 0,1-1 3 15,0-5-6-15,1-1 4 0,-3-2-9 0,2-2 0 0,-2 0-3 16,0 0 2-16,-1-2-2 0,3 0 3 0,-2-2-4 16,0-1 8-16,-4-1-11 0,-2 1 9 0,-1 3-9 15,-3-13 7-15,1 0 5 0,-2 0-5 0,7-2 6 16,-2 1-2-16,-2-1-1 0,-3-2 0 0,-4 3 0 16,-2-1 6-16,-1 4-4 0,-3 0-4 0,-1 2 0 15,-1 2-8-15,3 1 5 0,-1 3-2 0,-7 1 3 16,2 2-5-16,-4-9-7 0,0 3 7 0,0 3-7 0,-1 1 6 15,1 2-17-15,0 2-8 0,0 2-3 0,2 2-37 16,2 1-70-16,3-1-4 0</inkml:trace>
  <inkml:trace contextRef="#ctx0" brushRef="#br0" timeOffset="-122764.67">27281 2890 21 0,'0'0'10'16,"0"0"-2"-16,-2-2 28 0,0 2-3 0,-1-1 10 15,-5-1 15-15,-10-2-16 0,1 2 5 0,2 2-10 0,-3 2-5 16,1 2-17-16,0 1 4 0,0 1-9 0,3 1 1 16,-1 2-3-16,2 1-5 0,0-5 3 0,2 14-7 15,3-1 8-15,-1-1-1 0,1-4 5 0,3 2 6 0,3-4 14 16,-2 2-6-16,2-2 7 0,1 0-14 0,-9 1 1 15,5-3 1-15,1-4-2 0,2 1-3 0,0 0-9 16,2-3 7-16,-2 3-9 0,2-4-2 0,0 1 9 16,0 1-11-16,0 0 11 0,2 0-12 0,0-3 0 15,0 1 8-15,2 0-4 0,7 2 6 0,6-2-2 16,-1-2-4-16,1 0 3 0,-2-2 2 0,2-4-2 16,-3-1-1-16,1-2-2 0,0 5-1 0,0-11 2 15,-2 4 1-15,4-6-2 0,-6 4-3 0,0-2 0 16,-4-1-1-16,-3 6-1 0,5 3-1 0,-5 5 1 0,4 0 5 15,-7 2-2-15,-1-2-1 0,4-1 5 0,0-1-9 16,0 2 8-16,-1 0-4 0,1 2 5 0,-2 0-2 16,0 2 2-16,0 0-2 0,-2 2-7 0,1 10 5 15,-1 7-5-15,0-3 3 0,0 3 3 0,0-3-6 0,0 1 6 16,0 0 5-16,0-3-4 0,0 3 2 0,0-1-5 16,0-1-8-16,0 2 9 0,0 1-1 0,0 1 2 15,0 1 1-15,0 0-6 0,0 4 3 0,-1 0-4 16,-5 2 7-16,-1 0 4 0,-1 2-7 0,-1 1 5 15,-2 1-2-15,0-3 4 0,-2-1-1 0,3-6-1 16,1-1-10-16,2-6 14 0,3-8 0 0,0 1 4 0,2-5-4 16,-1 1-5-16,-1-2 3 0,-5 3-3 0,-3-1 8 15,-1 0-8-15,2-4 3 0,-2 0-3 0,0-2 12 0,2-2 8 16,2-1 1-16,1-1 2 0,3-9 6 0,3-7-8 16,0 2-6-16,-13-1-1 0,4-1-13 0,6 3 0 15,3 1 1-15,2 1-1 0,0 0 2 0,3 1-9 16,3 1 4-16,1 2-6 0,3 0 5 0,-7 2-3 15,14 1 2-15,4 1-2 0,1 2 2 0,4 1 0 16,-4 1 1-16,0-1 0 0,1 4 3 0,-5 0-4 16,3 0 1-16,-3-11-1 0,-3 6-8 0,0 0 8 15,-6 3-7-15,2 0 8 0,-5 4-1 0,0 0-1 16,-1 0 4-16,1 0-5 0,3 0 2 0,-7 0-3 0,5 0-2 16,-3 0 1-16,0 0-10 0,-1 0 12 0,1 0-13 15,0 0 11-15,0 0-29 0,-3 2-49 0,1 0 4 16,0 0-25-16,0 0-44 0,0-1-59 0</inkml:trace>
  <inkml:trace contextRef="#ctx0" brushRef="#br0" timeOffset="-121997.67">27461 3395 254 0,'0'-2'42'0,"0"1"55"0,0-1-38 16,0 0-24-16,0-2-7 0,0 2-6 0,0 0-24 0,0 1 6 16,0-1-6-16,0 0 4 0,0 0-4 0,0 0-3 15,0 0 11-15,0 0-7 0,0 1 2 0,-2-1 9 16,1 0-9-16,-1 2 9 0,0 0-7 0,0 0-5 16,0 0 2-16,0 2-1 0,0 0 10 0,1-1-7 15,-3 1 3-15,0 2-5 0,2 3 0 0,-7 5 2 16,0 1-2-16,5 0 0 0,-3 0 6 0,-3 0-12 15,3 0 9-15,-1 0-9 0,3 0 19 0,3 0-10 16,-2 1 2-16,2-2-5 0,1 2 0 0,-1-3 1 16,-2-1-2-16,-2-1 1 0,-1 0 11 0,1-1-11 15,1 1 3-15,1 0-6 0,0-1 11 0,1-1-6 0,1 1 2 16,0-3-4-16,2-3-4 0,-2 2 9 0,0-1 1 16,0 1 2-16,2 0 1 0,0-2 23 0,-1 0-7 15,-1-1 12-15,0-1-13 0,2 0-10 0,0 0-4 0,0-1-3 16,2-1-4-16,0-2 2 0,1-3 4 0,7-10-3 15,1-2-2-15,0 1 0 0,0-1-2 0,2-1 1 16,-2 3-5-16,-9 0 7 0,13 1-4 0,2 3 5 16,-1 0-7-16,-3 2-1 0,-2 1 3 0,-3 1-1 15,-1 2-2-15,3 3 7 0,-3 0-5 0,-1 2 5 16,-3 0-10-16,1 1 5 0,0-1-4 0,-1-2 5 0,1 2-8 16,0 0 9-16,-2 0 3 0,0 2 1 0,-1 0 2 15,1 0-5-15,-2 2 1 0,0 0-1 0,0 2 3 0,-2 9-6 16,1 2 2-16,-3-2-2 0,2-2 3 0,0 0 0 15,0-2 1-15,2-3 0 0,0-2 5 0,0-3-7 16,-2 3 6-16,1 0-4 0,-1 0 17 0,0-1 15 16,0-1-3-16,2 0 6 0,0 0-22 0,0-2-10 15,0 0 4-15,0-2-3 0,0 0 8 0,2-2-15 16,0-1-1-16,3-12-3 0,3-1 6 0,1 1 1 16,0 0-2-16,2 0 1 0,-9 1-6 0,13 1-2 15,0 4 5-15,-4 0-4 0,0 3 10 0,-2 4-7 16,1 1-3-16,-3 1 0 0,1-4 2 0,-3 3-3 0,1-1 4 15,-3 4-6-15,-1 0-1 0,0 0 6 0,2 2-4 16,0 0 6-16,-4-1-2 0,14 25 1 0,-4 0 3 16,-5 0-2-16,-1 2 0 0,0 0 5 0,-2 0-7 15,-2-2 5-15,1-6-8 0,1-5 7 0,0 0-2 16,-2-9 4-16,2 1-4 0,-2-5 6 0,2 2-1 0,0-1 1 16,0-1-11-16,-1 0-12 0,1 0-2 0,0-2-7 15,0-2-52-15,0 0-50 0,0-2-8 0,7-18-13 16,-2-2-39-16</inkml:trace>
  <inkml:trace contextRef="#ctx0" brushRef="#br0" timeOffset="-120543.7">28022 3202 40 0,'0'0'23'15,"0"0"-3"-15,0-2 12 0,0 0-7 0,0 1-1 16,0-1-15-16,2 0-9 0,-2 0 3 0,2 0-5 0,0 0 3 16,-1 0 16-16,1 1 9 0,0-1 3 0,0 0 41 15,0-2 7-15,-2 0-9 0,2 1 5 0,0-1-39 16,-1 0-2-16,1 2-5 0,-2 1 0 0,2-1-15 0,0 0-8 16,0 0-1-16,0 0-1 0,0 0-2 0,-1 2 4 15,1 0-2-15,0 0 2 0,0 0 3 0,0 2-4 16,0 0 0-16,0 0-1 0,-1 2 1 0,1 7-2 15,0 5 3-15,-2 1-4 0,0 0 0 0,0 3-1 16,0-1 2-16,0 3-1 0,0 0 1 0,0 3-1 16,0 1 0-16,0-2 0 0,-2 0-2 0,0-2 6 15,2 2-4-15,0-1 6 0,0-1-5 0,0-2 8 16,0 1-2-16,2-5 2 0,0 1-9 0,0-2 7 0,0-2-6 16,0-4 5-16,1 4-3 0,-3-7-5 0,2-1 9 15,-2-1-7-15,2 0 4 0,0-1 6 0,0-1-3 16,-2 0 6-16,0 0 1 0,0 0-1 0,0-2 3 15,0 0-1-15,0-2 1 0,0 0 5 0,0-2-7 16,-6-18 6-16,1-2-6 0,1 2-12 0,2-2 10 0,0 1-10 16,2 1 5-16,0-4 7 0,4 2-6 0,3-2 6 15,3 2-8-15,1 0-5 0,4 1 1 0,-12 5-1 16,16-3 6-16,3 5-6 0,2-1 2 0,-1 2-3 16,1 0-1-16,0 2 1 0,2 2-3 0,0 2 3 15,2 1 0-15,-2 1-2 0,-2 0 4 0,2-5-2 16,-4 5 3-16,2 1-5 0,-7 1 4 0,0-6-4 0,-2 1 2 15,-4 5 1-15,-2 1 0 0,-2 2 2 0,-3 2-3 16,0 0 0-16,-2 0 0 0,0 0 1 0,-1 0-3 16,3-2-4-16,0 1 0 0,0-1 0 0,-3 2 3 0,1 0-13 15,0 0-5-15,0 0-7 0,-2 2-73 0,0-1-76 16,0 3-31-16</inkml:trace>
  <inkml:trace contextRef="#ctx0" brushRef="#br0" timeOffset="-120121.86">28614 3380 158 0,'0'0'57'0,"0"-1"64"0,0-1-51 0,0 0-29 0,-2 0-13 16,1 0-2-16,-1 2-27 0,0 0 2 0,0 0 2 15,0 2 1-15,0 0 0 0,0 2-1 0,2-1 1 0,-5 18 0 16,1-1 3-16,0 2 4 0,1 1-5 0,-1-1 3 15,2 2-9-15,0-2 3 0,0-3 0 0,1 3 2 16,-1-3 4-16,0-3-5 0,0-1 4 0,2-5-6 16,-2 1-4-16,2-6 7 0,0-3 2 0,0 2 3 15,0 0 6-15,0-1-3 0,0-1-6 0,0 0 4 16,0-2 2-16,0 0-13 0,0-2 8 0,0-2-9 16,2-10 10-16,5-9-8 0,1 1 3 0,1 0-5 15,2 1 4-15,0 1-3 0,2 1 1 0,-1 5-2 0,-9 2-1 16,12 5 3-16,0 1 3 0,0 3 0 0,-2-7-6 15,-2 3 7-15,-2 3-8 0,-3 2 7 0,-2 2-7 16,-1 0 8-16,-1 0-1 0,2 4 4 0,3 9 3 0,4 17-7 16,-7 3 6-16,-4-1-8 0,-5 3-2 0,-3-7 6 15,1-2-1-15,-1-4 3 0,3-5-8 0,1-8 9 16,2 0-8-16,2-5 8 0,-2 0-12 0,0 0 15 16,2-1-9-16,0 1 11 0,0-2-12 0,0 0 2 15,0-2 0-15,0 0-1 0,0-2-6 0,0-2 0 16,4-18-1-16,0-2 1 0,0 1-9 0,-1 3-15 15,3-2 5-15,-1-1-13 0,1 1-42 0,-2 5-90 16</inkml:trace>
  <inkml:trace contextRef="#ctx0" brushRef="#br0" timeOffset="-119870.75">28579 3271 376 0,'0'-2'28'0,"0"0"26"0,-2 0 15 0,0 0 11 16,0 1-54-16,1-3-12 0,-1 2-3 0,0 0-2 16,0 0-2-16,0 0-3 0,0 1 0 0,2-1-1 0,0 0-7 15,0 0 3-15,0 2 1 0,2 0 3 0,2 0 8 16,5 0 15-16,19-2-7 0,4 0 7 0,3 0-19 16,9 1-2-16,-1-1-5 0,5 0 2 0,-5 2-1 0,-4 0-6 15,-2 0 4-15,0 0-9 0,0 2-27 16,-11 0-96-16,0-1-41 0</inkml:trace>
  <inkml:trace contextRef="#ctx0" brushRef="#br0" timeOffset="-119063.14">25801 4134 232 0,'-2'0'40'0,"-1"-2"60"0,-14-3-46 0,-3-1-35 0,-1 1 8 15,1 1-17-15,1 0-4 0,-1 2 4 0,-1 1-10 16,3-1 8-16,-1 2-10 0,1 0 5 0,3 0-2 16,0 0 3-16,0 0-7 0,4 0 3 0,0 0 6 15,2 0-1-15,-1 0 14 0,3 0 0 0,-1 0 4 16,3 0 0-16,-1 0 16 0,1 0 7 0,3 0-6 0,-2 0 5 15,2 0-8-15,-1 0-9 0,-1 0-1 0,0 0-5 16,2 0-20-16,0 0 9 0,1 0-8 0,-1 2 8 16,2-2-12-16,0 0 2 0,2 0 3 0,1 0 0 15,3 0-4-15,14 1 4 0,4 1-6 0,4 0 4 16,0 0-7-16,7 0 6 0,6 0-1 0,6 0 3 16,1-1-3-16,9 1 3 0,5 0 2 0,5-2-1 15,5 0-4-15,-5 0-1 0,0 0 1 0,0 0 0 0,5 0 5 16,11-2-5-16,16 2 2 0,3-2-3 0,8 1 6 15,-3-3-3-15,-6 0-2 0,4-1 1 0,-1 1 2 16,13 0 1-16,10 0 1 0,-1 1-1 0,2-1-6 16,-15 0 7-16,0 1-3 0,8-1 5 0,7 2-2 0,4 0-8 15,-6 0 3-15,-9-1-5 0,-13 1 15 0,2 2-7 16,-2 0 6-16,6 0-8 0,3 0 1 0,-9 0-4 16,-6 0 2-16,-12 0-2 0,-8 0 2 0,0 0 5 15,3 0-5-15,-1-2 6 0,-2 0-10 0,-2-2 4 16,-9 1 0-16,-4-1 2 0,-7 0-2 0,-8 0 5 15,-3 1-5-15,-6-1 6 0,-2 2-10 0,-6 0 7 16,-1 0-3-16,-2 1 6 0,-8 1-4 0,-1 0-7 0,-4 0 1 16,-6 0-4-16,2 0-4 0,-9 0-112 0,2 0-59 15</inkml:trace>
  <inkml:trace contextRef="#ctx0" brushRef="#br0" timeOffset="-118112.16">25645 4908 135 0,'0'0'14'16,"0"-1"-4"-16,0-1 5 0,0 0 3 0,0 0-7 16,0 0-4-16,0 0-6 0,0 0 6 0,0 1-7 15,0-1-4-15,0 0 7 0,0 0-6 0,0 0 7 16,0 0-12-16,-2 0 1 0,1 1-4 0,-1-1 4 16,0 0-3-16,0 0 20 0,0 0 2 0,0 0 7 0,0 0 9 15,1 1-1-15,-1-1 5 0,0 2-3 16,0 0 0-16,-2 0-4 0,1 2-5 0,1-1 2 0,-2 3-12 0,0 2-1 15,-7 16 1-15,0 6-1 0,2 3-12 0,0 7 7 16,1 2-9-16,4 1 10 0,-1 0-2 0,1-2-3 16,0-5 5-16,3-3-5 0,-1-3 10 0,2-2 2 15,-2-6 4-15,2-3 0 0,0-4 20 0,0-4-10 16,0-1 5-16,0-4-7 0,0-3 6 0,0 3 22 16,0 0-2-16,0 0 8 0,0-3-14 0,0 1-23 15,-2 0-1-15,0 0-6 0,0-2 0 0,0-2-1 16,1-2-4-16,-5-22 2 0,0-9 2 0,3-8 11 15,1 6-2-15,2-4 3 0,0 1-4 0,4 1-7 16,3 0 1-16,2 3-5 0,1 3-1 0,1 1-6 0,0 4 7 16,2 2-6-16,2 0 8 0,0 6-9 0,-8 3-1 15,17 1-2-15,2 3 0 0,0 3 0 0,6 1 0 16,-6 4-2-16,-2 3-11 0,-6-11 10 0,-3 5-2 16,2 3 4-16,0 3-3 0,3 2-6 0,-5 2 1 0,0 1-3 15,-4 3-6-15,0 1-14 0,-4-1 2 0,-1-2-13 16,-2 9-72-16,-1 5-14 0,1-3-23 0,0 0 10 15,-2 0-60-15</inkml:trace>
  <inkml:trace contextRef="#ctx0" brushRef="#br0" timeOffset="-117763.75">25967 5178 665 0,'0'0'10'0,"-2"0"3"0,0 0-4 16,0 0-10-16,-2 2 1 0,1-1 4 0,-1 1-2 16,-7 21 3-16,9 8-5 0,-7-1-9 0,3-2 13 15,-13 3-4-15,6-8 6 0,4 1-15 0,5-4 9 16,3-5 1-16,1 0 6 0,0-6 15 0,1 2-14 16,1-3 9-16,0-3-10 0,0 1 11 0,2-3 9 15,-1 1-2-15,9 4 4 0,4-1-3 0,-1-3-3 0,-2-2-5 16,-5-2 2-16,-1 0-7 0,6-2-1 0,-2-2 3 15,4-3-3-15,-2-1 2 0,-9 4-1 0,-1-14-2 16,12-4 0-16,-4-2-2 0,-1-2-1 0,-5 3 1 16,-3-1 0-16,-2 4 1 0,-2 1-5 0,-1 2 3 0,-1 6-4 15,-2 0 2-15,1 0 2 0,1 4-4 0,4 5 2 16,-13-8-9-16,-4 1-2 0,-3 0-1 0,-1 3 1 16,5 4 6-16,-1 1-6 0,10 1 1 0,-1 0-4 15,3 1-5-15,-3 3-31 0,3 0-13 0,3-4-11 16,0 2-66-16,-2 9-23 0,-1-4-12 0</inkml:trace>
  <inkml:trace contextRef="#ctx0" brushRef="#br0" timeOffset="-117438.47">26301 5217 794 0,'-2'-2'37'0,"0"0"-19"16,0 0 29-16,0-2-7 0,0 1-32 0,1 1-13 15,-1 0 5-15,0 0-8 0,0 0 8 0,0 0-6 0,0 1 3 16,2 1-4-16,0 0 7 0,2 0 0 0,0 0 3 16,0 0-1-16,24 0 15 0,2-2-13 0,3 0 3 15,1 0-6-15,-6 0 3 0,-2 0-2 0,-4 0-4 0,1 2 1 16,-1-1-3-16,-5 1 1 0,0-2 5 15,-6 2-2-15,-1 0 5 0,7-4-10 0,-8 2 0 0,0 0-4 16,3-1 7-16,-5 1-15 0,-1 0-6 0,2-2-6 16,-3 0-52-16,-3 3-38 0,2-3 8 0,2-2-15 15,0-1 13-15</inkml:trace>
  <inkml:trace contextRef="#ctx0" brushRef="#br0" timeOffset="-117216.43">26472 4968 404 0,'0'0'40'0,"0"0"-1"16,0-2 27-16,0 0-14 0,1 0 1 0,1 0-49 0,0 1 1 16,0-1-4-16,0 2 5 0,0 0-5 0,0 0 3 15,-1 0-1-15,3 2 0 0,0-1-9 0,-2-1 11 16,5 6-6-16,-1 0 7 0,1 12-15 0,-3 6 16 16,-2 2-7-16,0 4 10 0,16 5-7 0,-5 6 4 15,-7 6-2-15,-4-1 1 0,-1 4-2 0,-1-2-2 16,-1-3 4-16,-3-2-4 0,0-6 1 0,0-9 4 15,3-4-5-15,-1-8 4 0,0-1-9 0,-2-2-2 16,2-5 5-16,2-5-5 0,0 1 1 0,-2 0 1 16,1 0-3-16,-1-1 0 0,0 1-23 0,0 0-150 0</inkml:trace>
  <inkml:trace contextRef="#ctx0" brushRef="#br0" timeOffset="-116419.31">26973 4905 450 0,'0'0'24'0,"0"-2"-3"16,0 0 1-16,0 0 7 0,0 0-13 0,0 0-7 15,0 1-13-15,0-1 2 0,0 0-5 0,0 0 13 16,2 0-9-16,0 2 2 0,-1 0-5 0,1 0 10 0,0 0-6 15,0 0 3-15,0 0-4 0,0 0 2 0,0 0 5 16,-1 0-3-16,1 0 5 0,-2 0 0 0,0 0 2 16,0 0-1-16,0 0 2 0,2 0-2 0,-2 0 4 15,2 0-5-15,0 0 2 0,-2 0-12 0,2 0 9 16,0 0-5-16,-1 0 6 0,1 0-12 0,0 0 9 16,0 0 4-16,0 0 0 0,0 0-7 0,0 0 0 15,-1 0 0-15,1 0 1 0,0 0 5 0,0 0-6 0,0 0 0 16,0 0-2-16,-2 0-2 0,0 0 2 0,0 0 0 15,0 2 2-15,0 0 8 0,0 0-11 0,0 0 6 16,0 1-8-16,0-1 13 0,0 13-8 0,0 0 0 16,0 2-3-16,-2-3 1 0,0 3 0 0,0 0 4 15,0-2-2-15,0 0 8 0,1-1-4 0,-1-1-2 16,0-1-1-16,0-1-1 0,-2 0 2 0,1 2 2 0,-1-2 1 16,2-2-5-16,-2 1 3 0,2-3-3 0,2-3 2 15,-1 1 5-15,-1-1-7 0,0 0 10 0,0-1-9 16,0 1 16-16,0-2-12 0,0 0-2 0,1 0-1 15,-1 0 3-15,-2-2-3 0,0 0 1 0,1-2-2 16,-1-2 6-16,0-2 1 0,-5-10 4 0,0-7-4 16,3 1-1-16,4-2 11 0,2 0-7 0,0 0 7 0,4 0-14 15,1-1 0-15,5 1-1 0,1 2 1 0,2 0 4 16,0 1-6-16,-9 3 1 0,16 3-3 0,4-2-8 16,-2 4 12-16,4 0-7 0,2 2 8 0,2 2-5 0,2 3 2 15,-1 3 0-15,1 1 0 0,1-19-7 0,-5 12 1 16,2 7 2-16,-12 4-1 0,-7 0 9 0,1 3 3 15,-9-3 2-15,3 6-3 0,9 12-4 0,-6-1 13 16,-5-1-7-16,-4-1 8 0,-2 1-10 0,-2-3-3 16,-3 0 5-16,-4 0-4 0,-1-4 8 0,-14 2-10 15,2-4 8-15,0 1-8 0,4-1 10 0,-4-2-3 16,3-1-7-16,3-4 3 0,1 2-10 0,4-3 4 16,0 9 1-16,4-5 2 0,-1 1-6 0,3-2 4 15,3-3 1-15,2-1 1 0,-1 2-2 0,-1 0-5 0,0 0-2 16,2 0 0-16,0 0 3 0,1 0-2 0,-1-1 3 15,2 1-2-15,0 0 4 0,0 2 0 0,2 0-1 16,-2-3 0-16,7 9-2 0,-1 1 2 0,10 2 0 16,-1 0 0-16,4 0-1 0,-4-2-2 0,-2 2 0 15,1 0 0-15,-1-4 5 0,4 2-5 0,0 2 3 0,-4-5-6 16,2-1-10-16,-4 1-4 0,-2-3-8 0,4 1-3 16,-5-2-88-16,1 1-137 0</inkml:trace>
  <inkml:trace contextRef="#ctx0" brushRef="#br0" timeOffset="-116097.64">27736 5077 564 0,'-2'-1'36'0,"0"-1"46"0,0-2-54 0,-1 0-13 15,-1 1-11-15,-3-3 4 0,-6-1-8 0,-6-3 0 16,2 7 5-16,-5 1-5 0,2 2 6 0,-1 3-6 15,1 3 0-15,1 1-1 0,1 3 1 0,-5 3 3 16,7-2-3-16,5-9 3 0,-1 16 1 0,9 5 2 16,1-5-4-16,-4 3 3 0,4 1-2 0,-9-5 0 0,0 1 5 15,6-1-3-15,1 0 14 0,4 1-5 0,2-1 3 16,1-4-5-16,3-2-3 0,1-2-1 0,5 1 5 16,12-1-2-16,-2-2 7 0,4-1-15 0,-4-4-1 15,-3 11-3-15,-1-4-1 0,1-3-7 0,-1-3-3 16,5-3-3-16,-3 0-13 0,-1-3-25 0,-1-5 7 0,-1-3-10 15,2 4 17-15,-3-18-35 0,1 1-12 0,0 2-11 16,-2-4-67-16</inkml:trace>
  <inkml:trace contextRef="#ctx0" brushRef="#br0" timeOffset="-115887.73">27963 5005 797 0,'0'0'18'0,"0"0"35"0,0 0-42 16,0 0-2-16,1 0-5 0,1 0 4 0,2 0-1 0,11 0-8 16,13 0 8-16,1 0-7 0,3 0 2 0,-2 0-8 15,-4 0-3-15,-2 0 0 0,0 0 9 0,-2 0-8 16,-3 0 1-16,1 0-4 0,-1-2 3 0,-4 0-8 16,1-1-4-16,-5 1-3 0,-1-2-29 0,-3 2-20 15,-3 0-3-15,-2 2-5 0,1-3 5 0,1-1 20 16,-2 0-5-16,0 0 4 0,0 1-51 0</inkml:trace>
  <inkml:trace contextRef="#ctx0" brushRef="#br0" timeOffset="-115686.58">28104 4864 100 0,'0'0'12'0,"0"0"0"0,0 0 16 0,0 0-6 0,0 0 5 15,2 2 5-15,-1 0 13 0,1-1 2 0,0 1 1 16,0 2-9-16,0 7-14 0,-2 8-3 0,0 1-3 15,0 2-8-15,-2 4-9 0,-2 2 2 0,1 0-3 16,-1 2 7-16,2-6-8 0,-2 2 6 0,2-2-6 16,1-2 11-16,1-3-6 0,0-4-2 0,0-2-1 15,0-6-5-15,0 1 4 0,0-1-6 0,0-3 5 16,0 1-20-16,0-1-33 0,0 0-47 0</inkml:trace>
  <inkml:trace contextRef="#ctx0" brushRef="#br0" timeOffset="-115086.34">28436 4819 513 0,'0'0'37'0,"-2"-2"66"0,0 1-75 0,0-1-23 15,1 0 0-15,-1 2-6 0,2 0 1 0,0 0 2 0,0 2 4 16,0 0-1-16,0 1-1 0,-2 8-6 0,0 10 2 15,0-1-3-15,-2 3 4 0,1-1-1 0,-1 2 2 16,0 0-1-16,1 0 2 0,-1 0-3 0,0-1-3 16,0-7 2-16,1-1 3 0,1-5 6 0,0-3-2 0,0-1 4 15,2-5 3-15,-2 3 0 0,0 0 4 0,1 0-3 16,-3-3-9-16,0 1 1 0,0-2-4 0,-7 0 4 16,-2-2-2-16,4-1-3 0,-6-7 4 0,8 5-3 15,-4-10 8-15,-2-5 0 0,3-1-6 0,5 1 4 16,1-1-2-16,4 1-2 0,4-1 2 0,3 1-4 15,2 1-1-15,1 1-2 0,1 1 0 0,0 2-3 16,-2 0 4-16,10 2-5 0,-2 2 6 0,3 0-5 0,-1 2 3 16,-3 3 6-16,5 1-10 0,-3 1 10 0,3 0-2 15,-3-9-3-15,3 2 1 0,-5 6-3 0,3 1 4 0,-6 4-5 16,0 2 8-16,-4 2-8 0,-3-3 3 0,-2 1 6 16,-1 4-6-16,7 7 7 0,-3 2 9 0,-5-2-10 15,-2 1 7-15,-2 1-9 0,-4 0 4 0,-1-2 2 16,5 0-3-16,-22-2 3 0,2 0-3 0,-1-1-7 15,1-1 1-15,0 0-1 0,0 1 0 0,1-5 9 16,3 3-8-16,3-5 7 0,0 1-8 0,2 2-2 16,2-3 5-16,1 5-3 0,1-1-2 0,2-1 0 15,3 1-3-15,-3 2 3 0,1 1 5 0,0 1-3 16,1 0 2-16,-1 2-2 0,4-2 6 0,1 0-5 0,1 0 7 16,0-1-6-16,1 1 9 0,3-2-11 0,2 0 2 15,-1-1-4-15,8-3 1 0,4 1 5 0,-4 0-7 16,4-1 6-16,-4 1-5 0,0-3 3 0,0-1-1 15,0 4 0-15,-2 3-19 0,2-1-11 0,0-3-5 0,2 1-5 16,-4-4-55-16,0-1-35 0,0-1-5 0,0 0-8 16,0 0-22-16</inkml:trace>
  <inkml:trace contextRef="#ctx0" brushRef="#br0" timeOffset="-114749.46">28670 4964 348 0,'0'0'54'0,"0"0"-5"0,0 0 8 16,0-2 0-16,0 0-20 0,0 1-31 0,0-1-2 15,0 0-4-15,0 2 3 0,0 0 3 0,0 0-3 16,0 0-2-16,0 2-1 0,0 0-1 0,0-1-3 16,0 3 8-16,-2 7-4 0,0 6 9 0,0 3-7 15,2 1-1-15,0 1-1 0,0 2-3 0,-1-1 1 16,-1 3 2-16,0-2 1 0,0-2 3 0,2 2-3 15,0 0 0-15,0-7 1 0,0 2 8 0,0-10 27 16,0-5-2-16,0 1 12 0,0-1 2 0,0-2-12 0,0 0 1 16,0-1-6-16,4 3-9 0,3 2-9 0,17 7-3 15,0-4-2-15,6-3-11 0,0-5 2 0,0-1-1 16,-3 0 2-16,-4-1-2 0,-3-3 1 0,-3 0-3 16,1-1 1-16,-1-1-6 0,-4 0 3 0,0 1-3 15,-9 3 0-15,3-4-19 0,1 1-44 0,-5 3 2 16,3-11-18-16,1 2-7 0,1-4 28 0,-6 4 0 0,-2 2 11 15,0-1 4-15,-2 5-66 0</inkml:trace>
  <inkml:trace contextRef="#ctx0" brushRef="#br0" timeOffset="-114437.55">28577 5159 189 0,'0'0'68'0,"0"0"102"0,0 0-70 15,0-2-46-15,0 2 7 0,0-2-22 0,0 2-2 16,2-1-13-16,0-1 5 0,2 2-9 0,9-2-2 0,14-4 4 15,3 1-7-15,4-1 6 0,3-1-4 0,2 1-11 16,0 1 8-16,-2 1-11 0,-4 0-6 0,-5 2 5 16,2 0-8-16,-10 2 8 0,-1 0-7 0,-6 0-1 15,-4 0 1-15,-2 0-2 0,-3 0-10 0,0 0-87 16,0 0 14-16,-3-1-37 0,1-1 25 0,-2 0 24 16,-2 0 1-16,1 0 9 0,-3 0 19 0,-15-9 41 15,-3-2-1-15,-2 0 12 0,0 2-3 0,-2-2 3 0,0 2-3 16,2 2 5-16,5 1 9 0,2 3 9 15,6 1-6-15,4 2 4 0,-2-2-14 0,5 4-3 0,-2-2 10 16,3 1-7-16,-1-1 20 0,0 0 5 0,2 2 1 16,0 0 1-16,2 0-11 0,0 0-2 0,2 0-7 15,2-2 4-15,15-2 1 0,14-1-15 0,6-1 5 0,-9 2-13 16,-4 1-49-16,-6 1-84 0</inkml:trace>
  <inkml:trace contextRef="#ctx0" brushRef="#br0" timeOffset="-114073.92">28811 4543 1014 0,'0'-4'19'0,"-7"-29"27"0,1 5-29 0,4 15-13 15,2 7-3-15,0 2-1 0,0 3-4 0,2-1-2 16,0 0-2-16,11 2 1 0,17 9 0 0,-1 6 3 16,7 5 3-16,-7-1-2 0,14-15-2 0,5 12 3 15,-3 7 0-15,9-1 1 0,-12 2 1 0,-3 2 4 16,-1 0 1-16,-7 0 0 0,-1 4-11 0,-6 1 11 0,-2-3-9 16,-3 2 11-16,-4 0 0 0,-2 1 0 0,0 3 4 15,-4-1-4-15,4 4 8 0,-4 0-12 0,-3 0 7 16,1 1-9-16,-5 1 8 0,20-2 2 0,-9 4 4 15,-7 1-2-15,-6-1-2 0,-4 2-5 0,-5 3-3 16,-4-5-1-16,-9 5-12 0,9-5-47 0,-36-2-31 0,-10 4-8 16,-12-2-123-16</inkml:trace>
  <inkml:trace contextRef="#ctx0" brushRef="#br0" timeOffset="-113484.02">25592 4533 349 0,'-2'0'22'0,"-2"-1"29"0,-2-1-22 15,-12-8-1-15,-1 5-7 0,-1 5 3 0,-2 4-15 0,-3 5-8 16,-1 8 6-16,-3 1-5 0,-3 23 13 0,4 4 3 16,-7 3-5-16,2-5 4 0,-3 1-8 0,-1 1 1 15,2 3 4-15,-4 9-3 0,7 10-3 0,1 13-8 16,1 6 0-16,8 1 1 0,-2 0 23 0,9-14 42 16,0-10-9-16,8-15 16 0,3-7-38 0,-15-6-21 15,12-3 1-15,7-1-6 0,7-1 1 0,8 0-14 16,-7 1-2-16,38-3-6 0,2 0-11 0,15-2-59 0,4-4-34 15</inkml:trace>
  <inkml:trace contextRef="#ctx0" brushRef="#br0" timeOffset="-112576.11">30087 4286 189 0,'0'-1'25'16,"0"-1"-1"-16,0 0-3 0,-2-2-2 0,0 0-11 15,0 1-24-15,0-1 20 0,-1 0-5 0,-5-1 11 16,-7-3-3-16,0 3 11 0,-5 1 0 0,0 2 6 16,-3 2 7-16,-1 4 1 0,2 3-6 0,-2 6 3 0,-2-7-20 15,-4 33-5-15,0 7 7 0,-5 12-5 0,3-2 4 16,5 5-13-16,-1-2 1 0,4-3-3 0,-1-2 16 16,7-6-2-16,-1-5-2 0,8-4-1 0,4 0 6 15,-1 2 48-15,6-1-8 0,-20 3 17 0,13 0-31 0,9 3-15 16,5 4-3-16,7-3-4 0,6 7-16 0,4-6 7 15,-18-2-3-15,30-1 4 0,1-8-7 0,6-5 0 16,1-5 2-16,1-2-2 0,0-9-5 0,-4-3-4 16,-2-3-9-16,0-7 1 0,-3 18-38 0,-3-8-42 15,1-6 7-15,-5-5-24 0,1-2-75 0</inkml:trace>
  <inkml:trace contextRef="#ctx0" brushRef="#br0" timeOffset="-112100.6">30244 4862 378 0,'0'-2'68'0,"0"0"152"15,0-1-198-15,0-1-17 0,0 0 0 0,0 2-7 16,0 0-11-16,0 1-8 0,0-1 2 0,0 2-3 15,0 0 9-15,0 2 2 0,-1 1 4 0,-3 12-2 0,-5 9 5 16,-1 2-3-16,3 0 7 0,-2 4-6 0,1 0 11 16,-1 1 0-16,1 3-1 0,3-3 1 0,-3 3 3 0,3-3-5 15,-1-1 1-15,3 0-1 0,-1-4 5 16,2-2-5-16,0-4 6 0,0-3-5 0,0-2 10 0,2-8-2 16,0 1 1-16,0-5 1 0,0 3 19 0,0-2 5 15,0-1-1-15,-1 1 1 0,-1 0-9 0,0-2-7 16,0 0-6-16,0-2 0 0,0 0-16 0,0-2 7 15,-1-9-1-15,-3-21 2 0,1-3-5 0,3 3 2 16,0 1 6-16,2-3-4 0,0 4 2 0,0-1 9 16,2-1-13-16,1 3 11 0,1 3-11 0,2 1 5 15,-1 3 3-15,1 4-1 0,-1 1-9 0,1 4-2 16,0 4 4-16,-1-1-3 0,3 1 3 0,-1 3-2 0,10 1-5 16,1 1 3-16,5 2 0 0,-1-13-11 0,0 6 6 15,0 4-8-15,-5 3 10 0,-2 2-11 0,-2 0 0 16,0 2-4-16,2 1-3 0,0 3-89 0,0-1 3 15,-6-1-45-15,4 2-123 0</inkml:trace>
  <inkml:trace contextRef="#ctx0" brushRef="#br0" timeOffset="-111667.67">30454 5217 770 0,'0'-2'14'0,"0"0"-1"0,0-2 8 15,0 1-8-15,0-1 1 0,0 0-17 0,0 0 0 16,0 3-2-16,0-1-1 0,2 0-16 0,0 2 3 16,-2 2 3-16,0 1 0 0,0 16 5 0,0 13 7 15,-6 1 1-15,-1 0 3 0,0-7 7 0,-3 0-5 16,3-5-2-16,-1-3 0 0,1 1 9 0,3-8-1 15,1-2 2-15,1-3-4 0,2-4-1 0,-2 1 37 16,0 1-15-16,0 0 17 0,0 0-37 0,0-3-3 0,1 1 0 16,1 0-2-16,0-2 3 0,1 0-6 0,1-2-1 15,2-1-2-15,7-5 2 0,15-10-3 0,-2-5 5 16,4 7-6-16,-6-10-3 0,-3 5 6 0,0 6-4 0,-6 1 7 16,-2 10-2-16,-2-4 2 0,-2 3 0 0,-1 1 1 15,-2 2 0-15,-2 2-1 0,1 0-1 0,1 0-1 16,-2 2 2-16,0 2 4 0,1 14-2 0,-1 3 2 15,-2 3-7-15,0 2 5 0,-2-2 0 0,1-3 2 16,-1-5-4-16,0-5-6 0,0 0 8 0,0 2-4 16,0 0 4-16,2-9-2 0,0 0-3 0,0-2 2 15,0 1 8-15,0 1-7 0,0 0-1 0,0 0-4 0,0-1-6 16,0-1-40-16,0 0-12 0,0 0-17 0,0 0-86 16</inkml:trace>
  <inkml:trace contextRef="#ctx0" brushRef="#br0" timeOffset="-111447.62">30246 5239 664 0,'0'-2'68'0,"0"0"6"0,0-7-3 15,0-11-24-15,0 7-8 0,2 3-31 0,0 3-8 0,0 1 5 16,5 3-5-16,23-1 6 0,5-17-8 0,-5 10 0 15,7 4-3-15,-7 3-1 0,-8 4-18 0,0 0-1 16,-3 2-6-16,0 2-17 0,-3-1-61 0,-1 1-20 16,-7-2-18-16,-1 0-101 0</inkml:trace>
  <inkml:trace contextRef="#ctx0" brushRef="#br0" timeOffset="-111012.84">30725 5085 399 0,'0'-2'136'0,"0"0"-147"0,0 0 145 16,0 0-70-16,0 1-46 0,0-1-10 0,0 0 1 15,0 0-5-15,2 0 0 0,0 0 2 0,2 0-5 16,14-5 3-16,3 1-3 0,3 3 1 0,0 1 6 0,4 0-6 15,2 0-2-15,-1 0 5 0,3 2-8 0,-6 0 6 16,2 0-7-16,-4 0 0 0,-4 0 4 0,-1 0-2 16,-2 0 7-16,-6 0-9 0,-4 0-2 0,1 0-5 15,-5 0-3-15,1 0-12 0,0-2-7 0,-1 1-5 16,-1-1-35-16,0 0 26 0,0 0-4 0,-2 0 8 16,0-2-21-16,0 1-7 0,0-1-3 0,0 2-1 15,-2-3-18-15</inkml:trace>
  <inkml:trace contextRef="#ctx0" brushRef="#br0" timeOffset="-110825.2">30980 4912 275 0,'0'0'42'0,"0"0"-3"0,0 0 8 16,0 0 3-16,0 0-16 0,0 0-19 0,0 0-14 16,0 0 4-16,2 0-5 0,-1 0 0 0,1 2 4 15,-2 0-2-15,2 2 4 0,0 7 0 0,2 13-1 16,-2 0-5-16,-1 2 4 0,1 4 0 0,-2-1 0 15,0 1 4-15,-2 0-4 0,1 0-4 0,-1-4 1 16,-2 3-2-16,0-3 3 0,1-2 9 0,-1-3-15 0,0-3 7 16,0-1-9-16,1-2 5 0,-1-4-5 0,0 0-1 15,1-3-2-15,1-5-32 0,2-1-79 0</inkml:trace>
  <inkml:trace contextRef="#ctx0" brushRef="#br0" timeOffset="-110215.83">31470 4853 486 0,'0'0'82'0,"0"-2"-109"0,0 0 97 0,0 0-53 0,0 0-10 15,0 0-5-15,0 1-1 0,0-1-1 0,0 0-14 0,0 2 9 16,0 0-9-16,2 2 11 0,0 0 4 0,-1 1-2 15,1 7 3-15,0 10-4 0,-2 2 2 0,0 2-2 16,0 2 2-16,-4 0-1 0,1 0 4 0,-1 0 0 16,-2 0 0-16,1-1 0 0,1-5-2 0,-1-1 7 15,1-3-6-15,0-5 7 0,0 1-2 0,3-7 23 16,1-1 2-16,-2 0 7 0,0-1-1 0,0 1-12 16,0-2-7-16,-2 0-2 0,3-2-22 0,-1 0 5 15,-2-2 1-15,0 0 2 0,1-2 8 0,-5-5-11 0,-3-11 4 16,0-1-6-16,2-3 2 0,3 2 5 0,2-1-9 15,4 3 9-15,0 0-6 0,2 1 0 0,0 0 6 16,2 1-4-16,1 1-1 0,3-1 2 0,-3 5-2 16,5-2 4-16,-1 2-5 0,-2 2 2 0,8-2-6 15,2 0 5-15,-2 1-4 0,3 3 7 0,3 2 2 0,1-1 1 16,0 7-5-16,1-1-4 0,-3-13 3 0,-1 6-3 16,-3 5 6-16,-5 4-2 0,-3 0-1 0,-1 2 0 15,-3 0 1-15,0 1 5 0,1 5-3 0,5 12 3 16,-7-1-7-16,-3 1 4 0,-2-1-2 0,-3-1 4 15,-4-1-2-15,-1-2 9 0,5 0 0 0,-12-4 1 16,2-2-1-16,2 0 2 0,2 1-4 0,-2-5 3 0,6 3-9 16,-3-3-1-16,3 1-3 0,3-1 1 0,-3 1-2 15,3 3 0-15,-2-1 3 0,-1 1-2 0,0 2 0 16,1 0 6-16,-1 6-5 0,3-2 5 0,0 1 0 0,2 1-4 16,2-2 1-16,0 2-1 0,0-1 3 0,2 1-11 15,0 0 6-15,2-2-7 0,-2-4 12 0,1 2-4 16,1-2-4-16,-2-4 1 0,0-1-8 0,0-2 6 15,-1-1 0-15,-1-1-1 0,8 2-10 0,5 5-8 16,0-3 3-16,4-1-5 0,-3-3-17 0,1-2-19 16,-4 0-30-16,1 0 7 0,-1 0-68 0</inkml:trace>
  <inkml:trace contextRef="#ctx0" brushRef="#br0" timeOffset="-109893.52">31849 5124 327 0,'0'0'46'0,"0"0"-6"0,0 0 12 0,0-2 0 0,0 0-17 16,0 0-35-16,-2 2 4 0,0 0 0 0,0 0 1 15,0 0-7-15,0 2 5 0,1 0-5 0,-1 2 5 16,-4 9-8-16,-3 7 6 0,-2 4 5 0,1 0 0 16,-1 2 6-16,0 0-8 0,2 0 4 0,1-3-2 15,1-3 12-15,1-1 1 0,1-3-1 0,-1 3 1 0,4-6-2 16,1 2 3-16,1-8-2 0,0 6 2 0,0-3-5 15,0-3 2-15,0-2 2 0,1-1 1 0,-1-2 12 16,0 0-14-16,6 0-4 0,16 0-3 0,1 12-10 16,3-1 3-16,5-3 3 0,-1-5-4 0,-4-3-9 0,2-2 8 15,-12 0-8-15,5-4 7 0,-1 1-10 0,-1-1-11 16,5-2-1-16,-9 3-5 0,-2-1-13 0,-6 0-35 16,-1 1-2-16,-4 3-12 0,-2-2 1 0,1-9 5 15,7-1-6-15</inkml:trace>
  <inkml:trace contextRef="#ctx0" brushRef="#br0" timeOffset="-109517.85">31663 5339 336 0,'0'-2'138'0,"0"1"-152"0,0-1 151 15,0-11-74-15,0 5-33 0,0 5-20 0,0 1-1 0,2-2-7 16,0 0-3-16,0 4 7 0,16-11 1 0,4 2 1 15,3 1-2-15,4 1-6 0,3 1 1 0,1 1-2 16,3 3 1-16,-5 0 3 0,-3 2-4 0,-8 0 3 16,-3 0-2-16,-2 0-1 0,-2 0-4 0,2 2 0 15,-13-2-4-15,-1 0-16 0,1 0-2 0,2 0-11 0,0 0-55 16,-2 0 21-16,-1-2-3 0,-1 0 12 0,0 0 11 16,0-1 30-16,-3-5-2 0,-5-3 14 0,5-4 9 15,-20 4 2-15,5-2-4 0,-4 2 3 0,1 0-12 16,4 2 11-16,1 1-1 0,3 1 3 0,5 3-6 0,1 2 12 15,1-2-10-15,1 1 8 0,3 3-17 0,-2-2 22 16,0 0 3-16,1 0 7 0,-1 0 9 0,2 0 14 16,0 1 5-16,0-1 5 0,1 0 27 0,1 0-29 15,0 0 5-15,1 0-15 0,5 0-6 0,20-9-17 16,2 2-1-16,-4 2-5 0,-4 1-9 0,-3 2-7 16,-2 1 2-16,3-3-5 0,-3 2-12 0,0 2-202 15</inkml:trace>
  <inkml:trace contextRef="#ctx0" brushRef="#br0" timeOffset="-109206.4">32237 4959 786 0,'0'0'8'0,"0"0"-1"16,0 0-2-16,0 0-1 0,0 0-3 15,0 0-1-15,2 0 1 0,-1 0-2 0,1 1 0 0,0 1-4 16,2 0 5-16,0 0 0 0,10 4 1 0,1-1-1 0,2-1 0 16,0 0 3-16,-1-3-3 0,1 1 0 0,-4-2 1 15,2 0 0-15,-2 0 1 0,2 0-2 0,-2-2 0 16,0 1 0-16,0-3 0 0,-4 0 10 0,0 0-11 15,-1 3 0-15,-1-3-6 0,-1 2-4 0,-2 0-10 16,-1 0 1-16,1 0-10 0,-2 2-49 0,2-3-27 16,-1-1-32-16</inkml:trace>
  <inkml:trace contextRef="#ctx0" brushRef="#br0" timeOffset="-108961.83">32350 4838 796 0,'0'-2'31'0,"0"0"55"0,0-3-59 0,0-5-15 0,0 3 0 0,0 5-5 15,0-2-9-15,2 1-1 0,0 1-2 0,0 0 1 16,-1 2-7-16,1 0 4 0,0 0 0 0,0 2 1 16,0 2-3-16,0 1 6 0,1 15 0 0,1 3 2 15,-4-1-2-15,0 4 5 0,-2 2-2 0,0 2 2 16,-1 5-8-16,-3 2 4 0,1 0-2 0,-1 0 4 0,0 2 12 15,3-9-12-15,-3 2 1 0,2-10-4 0,1-2 3 16,1 1 2-16,0-6-2 0,0-4 1 0,2-6-9 16,0-3-5-16,0 2-7 0,0 1-7 0,0 3-106 0</inkml:trace>
  <inkml:trace contextRef="#ctx0" brushRef="#br0" timeOffset="-108342.92">32712 4773 505 0,'0'0'3'0,"0"-2"2"0,0 0-11 0,0 0-3 0,0 2-3 15,0 0 0-15,0 0 4 0,-2 2 4 16,0 0 0-16,0 2-1 0,2 0 6 0,-9 16-7 0,0-2 6 15,0 5-7-15,1-3 7 0,1 2 5 0,-1 3 1 16,1-1 9-16,-2 2-15 0,1 0 7 0,1-2-9 16,1 0 7-16,2-2 3 0,1 1-4 0,1-7 7 15,0-1 9-15,0-4 0 0,0 0 7 0,2-1-4 16,0-5 8-16,0 1-11 0,0-2-4 0,0-1 0 16,0 1 0-16,0-2 5 0,0 0-5 0,-1 0 3 0,-1-1-19 15,0-1 6-15,0 0 1 0,0-1 2 0,0-1-11 16,2-2 4-16,-5-18-6 0,1-1 5 0,0-1-2 15,2 0 3-15,1 0 1 0,1 2 0 0,0 1-2 0,0 1 2 16,1-1-3-16,3 1 1 0,0 3-1 0,1 1 0 16,1-1 5-16,0 4-3 0,1-2 2 0,0 2-3 15,3 2 1-15,-1 2-1 0,8 1 5 0,3 1-7 16,2 1 3-16,6-1-4 0,-4 1 0 0,6 1 6 16,-2 1-6-16,-2 0 6 0,9-16-4 0,-5 11-4 15,0 3 4-15,-3 4-2 0,-8 4 3 0,-4 0 1 16,-6 0 1-16,-5 0 0 0,-2-2-3 0,0 0 5 15,9 14 1-15,-6-1 2 0,-3 0 4 0,-2 4-1 16,-5 2 3-16,-7-1 0 0,-4 3 15 0,-23-1-16 0,2 0 3 16,1 1-8-16,1-3-6 0,5-1 3 0,-1-2-1 15,3 0 2-15,2-2 5 0,4 2-8 0,7-2 3 0,2 0-6 16,2-2-2-16,5 0 2 0,2-2 0 16,2 1 1-16,-5-1-1 0,3-2 0 0,1 3 0 0,1-1 2 15,2-4 0-15,0 7-7 0,2-3 0 0,1 0-3 16,5 2-3-16,3-5-3 0,9 3-3 0,1-1-2 15,3-1-24-15,2 0-29 0,0-3-34 0,-2 2 5 16,2-3-70-16</inkml:trace>
  <inkml:trace contextRef="#ctx0" brushRef="#br0" timeOffset="-108077.8">33217 4979 202 0,'-2'0'40'0,"0"0"-3"0,-1 0 4 16,-21 0-4-16,-1 2-13 0,-1 3-24 0,2 3 11 15,0 3-4-15,4 0 4 0,-3 2-11 0,5 0 6 16,1-5-6-16,6 12 7 0,4-1 11 0,-8 3 52 16,5-2-14-16,3 1 18 0,3 3-53 0,4-6 4 15,6 7 2-15,5 1 2 0,4-2 6 0,-13 2-12 16,22-4 3-16,-2-3-6 0,-1 1-9 0,-1 2-4 16,-1-5 0-16,-6 3 0 0,0-3-2 0,-8-6-5 15,1 4 2-15,-3-9 0 0,5 3 15 0,-6-4 10 0,-2-1-11 16,0-2 8-16,0 4-28 0,-2-3 7 0,-13 8-3 15,-18 4 3-15,-5-7-4 0,-1-6 0 0,4-4 1 16,-13-9-1-16,11-1-9 0,1-2-2 0,5-3-5 16,14 6-1-16,-1-2-24 0,3-13-30 0,0 0-7 0,6 2-11 15,3 3-50-15</inkml:trace>
  <inkml:trace contextRef="#ctx0" brushRef="#br0" timeOffset="-107800.99">33174 4441 817 0,'0'-2'18'0,"0"0"-2"0,0-2 6 16,0-3 1-16,0 1-7 0,2 2-16 0,0 3-4 15,0-1-2-15,0 2 0 0,0 2 1 0,1 16 4 16,-1 27-3-16,-4 5 2 0,-7 0-14 0,0-4 9 15,-4-3-4-15,2-9 6 0,0-5-3 0,1-8 8 16,1-3-1-16,3-7 2 0,1-1-4 0,1-5 5 16,4-3 0-16,0 0 1 0,0 0-5 0,-4 2 1 15,1-1-14-15,-1-1 2 0,2 0-73 0,0 0-66 0,0 0-34 16</inkml:trace>
  <inkml:trace contextRef="#ctx0" brushRef="#br0" timeOffset="-107468.68">33291 4194 521 0,'0'-2'31'0,"0"0"-35"0,-2-9 31 0,1-8-15 0,1 8-6 16,0 4-4-16,0 1 0 0,0 4-2 0,0-1-17 15,0-1-8-15,0 0-3 0,0 2-1 0,-2 0-8 16,0 1 37-16,0-1-6 0,0 0 16 0,0 0-2 16,0 2 3-16,1 0 8 0,-1 0-3 0,0 2 21 0,0 0-4 15,2 0-7-15,0 1 1 0,0 12-19 0,4 9-2 16,3 2 7-16,6 6-4 0,4 1 6 0,3 8-6 16,-18 5-6-16,28 10 2 0,5 7 0 0,0 2-3 15,1 4 8-15,-7-6-6 0,-3-7 5 0,-3 1-3 16,-5-8-3-16,-1 8 1 0,-13 4 7 0,22 8 1 15,-19 11 0-15,-18 9-2 0,-9 4-11 0,-8-2 4 16,-4-9-3-16,28-17 3 0,-35-10-11 0,-7-6-10 0,-2-10-28 16,-2 1-7-16,-2-1-213 0</inkml:trace>
  <inkml:trace contextRef="#ctx0" brushRef="#br0" timeOffset="-106310.77">15320 15600 52 0,'0'0'0'0,"0"0"3"0,2 0 37 0,0 0 14 15,0 0 14-15,0 0 2 0,-1 0 5 0,1 0-34 0,2 0 5 16,0 0-11-16,-1 1 21 0,1 1-16 0,0 0 5 15,-4 0-11-15,4 16-15 0,3 5 4 0,-1-3-6 16,1-1 5-16,0-3-7 0,5-3 25 0,2-3 4 16,5-8 7-16,7 14 8 0,15-6-44 0,14-14 5 15,27-20-18-15,17 16-6 0,21-51-11 0,3-8-20 0,5-18 2 16,9-6-91-16</inkml:trace>
  <inkml:trace contextRef="#ctx0" brushRef="#br0" timeOffset="-100514.52">25514 5703 92 0,'0'0'24'0,"0"0"18"16,0 0 46-16,0 0 7 0,0-2-10 0,0 0-22 0,0 1-52 15,0-1 2-15,0 0-8 0,0 0-4 0,0 0-5 16,0 0 4-16,0 2-4 0,0 0 7 0,0 0-1 16,0 0-3-16,0 0 1 0,0 0 7 0,0 0-8 15,0 0 9-15,0 0-11 0,0 0 5 0,0 2 6 16,0 0-6-16,0 0 6 0,0 0-2 0,0 0-4 15,0 1 5-15,-2 1-5 0,0 0 2 0,2 1-3 16,-2 6-5-16,0-1 3 0,0-1-2 0,0 2 7 16,2-3 1-16,0 1 1 0,0 0-9 0,0 0 8 0,2-1-5 15,0-1 7-15,2 3-10 0,1-1 10 0,1-2-2 16,0 1 5-16,10-3-10 0,3 3 5 0,-2 1-1 16,1-3 2-16,1 1-6 0,-1-1 0 0,1 1-1 15,-3 0 1-15,3 3 1 0,7-3-2 0,-2 1 0 16,0-1-2-16,-1-3 13 0,-3 11-1 0,0-6 3 15,1-2-4-15,3-1-5 0,-5-4 2 0,5-2 1 0,-4 0 1 16,-1-2-2-16,1-2 1 0,-1 0-2 0,-1-1 2 16,1-1-2-16,-2 1 0 0,-1-3 1 0,3 1-2 15,-2-1-3-15,-1 1 0 0,-1 0 0 0,2-1 1 16,-2 1 1-16,0-1-1 0,-1 1-1 0,3-2 0 16,2-1 0-16,1 1 2 0,-1 0-2 0,-1-1 3 0,1 1-5 15,1 0 3-15,8-4-6 0,2 4 6 16,-1-1 0-16,1 1-1 0,0 2 5 0,-4 1-5 0,7 0-1 15,-9 5-4-15,1-1 1 0,-1 2-1 0,-4 0 5 16,6 0 5-16,-9 0-2 0,0 0 2 0,-3 0-13 0,1 2 5 16,0-1 3-16,-4 1 0 0,4 2-1 0,-2 0 4 15,-2-1-7-15,2 1 5 0,-2 0-7 0,1 1 6 16,-1 1-1-16,0 0 2 0,-2-1-5 0,4 3 4 16,-2-3 2-16,4 3 1 0,-2-3 3 0,0 1-4 15,-2-1-5-15,-2-1 3 0,3 2 0 0,-5-3-1 16,0 1 7-16,-1-2-8 0,0 0 1 0,-1 0 3 15,-3-2-7-15,0 0 6 0,2 1-4 0,-1 1 3 16,1 0 7-16,0 0-4 0,-2 0 7 0,-1 0 7 16,1 0-5-16,0-1 6 0,0 1-15 0,-2 0 6 0,0-2-6 15,0 0 6-15,0 0 4 0,0 0-7 0,0 0 5 16,0 0-6-16,0 0 3 0,0 0-9 0,0 0 1 16,2-2-2-16,0 0 3 0,0 1 1 0,1-1 2 0,8-4 0 15,6-3 2-15,-2 1-9 0,2 1 3 0,-1 0-5 16,3-3 5-16,3 1-1 0,-1 2-1 0,3-3-1 15,-2 3 3-15,4 1-1 0,-2 1 1 0,4-1 0 16,4 1 5-16,3-1-9 0,0 0 5 0,1 3-6 16,1-1 8-16,-2 0-2 0,4-1 1 0,-2 1-1 15,4 0-4-15,-2 1 5 0,0-1-2 0,-4 0 5 0,2 0 3 16,0 3-7-16,-1 1-1 0,1 0-2 0,0 0-9 16,2 1 17-16,2 1-6 0,-2 2 9 0,4 0-12 15,-3-1 1-15,-1 3 3 0,2 1-1 0,-6-1 0 16,1 0 5-16,-1-1-10 0,-2 1 9 0,-1-3-4 0,-2 1-5 15,3-2 11-15,1 0-9 0,1 0 3 0,4-2 4 16,2 0-6-16,1 0 4 0,5 0-3 0,3 0 0 16,4 2 1-16,2-1 1 0,-5 1 3 0,9 2-8 15,-8-2 1-15,0 0-3 0,-2 0 11 0,-9 1-7 16,-4-1 2-16,-7 0-5 0,-2 2 5 0,-6-2 0 16,-4-1 0-16,-3 1-1 0,-2 0-14 0,-2 0-43 15,1 0-55-15</inkml:trace>
  <inkml:trace contextRef="#ctx0" brushRef="#br0" timeOffset="-89958.91">25057 5935 5 0,'0'0'9'0,"0"0"16"0,0 0 34 16,0 0-1-16,0 0 4 0,0 0-17 0,0 0-22 15,2 0 17-15,-1 0-13 0,1 0 4 0,0 0-1 16,0 0-9-16,0 0 8 0,0 0-20 0,1 0 2 0,-1 0-3 15,17-3 3-15,-2-1-7 0,-3 0 3 0,3 0 0 16,-6 3 2-16,4-3-2 0,2 0-8 0,0 0 1 16,-1 1-3-16,-3-1 3 0,2 0 7 0,-2 1-1 15,-2-1 3-15,4-2 3 0,-4 3-3 0,2-3-4 0,0 0 1 16,0 1-1-16,2-1-6 0,2 1 5 0,-4 1-5 16,4 0 11-16,-1 1-12 0,-1-1 6 0,4 0-7 15,1 0 15-15,1 1-8 0,3-3 2 0,0 1-4 16,2-1 5-16,9-1 8 0,6-3-1 0,5 1 4 15,-1 0 4-15,9-2-14 0,0-1 3 0,-2-1-6 16,7-1 3-16,-5 1 2 0,-2 0-2 0,-2-2 1 16,-4 2-10-16,1 0 6 0,1-2-8 0,4 0 7 0,4 0-4 15,3 0 0-15,6 0 1 0,2 1-1 0,-4-1-3 16,0 2 1-16,-3-4 4 0,-6 0-2 0,-2-1 3 0,-4-1-3 16,2-1 0-16,2-2 0 0,2-1 17 0,3 1-12 15,6 0 3-15,4-2-6 0,0-1 7 0,6 1-3 16,-7 2 4-16,-1 0-5 0,-2 1-11 0,-3 3 7 15,-4-1 0-15,-4 2 3 0,0 1-4 0,-4 1 9 16,4-2-9-16,4-1 10 0,-1 1-20 0,7 0 17 16,-5-1-6-16,-1-1 10 0,1 0-10 0,1 1 4 15,-2-3-5-15,-4 5 6 0,-4-3-6 0,-5 2 7 16,1 1-1-16,-3 1 3 0,0 0-14 0,2 2 8 0,-6 2-2 16,0 0 5-16,6 0-5 0,-12 1-4 0,4 1 4 15,-5 0-2-15,-8 1 1 0,-1 1 4 0,-1 0-2 16,-3 1 4-16,-2 0-2 0,3-1-3 0,-1 0 4 15,0-1-3-15,1 1 6 0,-3 1-10 0,2-1 3 16,-2 1-3-16,0 2-2 0,-1 1-40 0,-4 1-29 0,1 0-22 16,-7 2-276-16</inkml:trace>
  <inkml:trace contextRef="#ctx0" brushRef="#br0" timeOffset="-89194.33">25222 3963 71 0,'-2'0'35'0,"0"0"-2"0,0-1 29 15,1-1-2-15,-1 0-1 0,0 0-14 0,0 0-6 0,0-2-10 16,0 1 3-16,0-1-17 0,1 0 11 0,1 1-6 15,0-9 6-15,1 3-19 0,3-4 9 0,0 6-1 16,1-3 3-16,3 1-4 0,-1 0-11 0,8-2 7 16,-4 0-9-16,0 1 7 0,1 3-1 0,-3-4-2 15,-2 1 1-15,3 5 7 0,-3-6-5 0,0 0 4 0,3-4-4 16,1-4 9-16,2 2 6 0,4-1-2 0,1-3 3 16,1-1-13-16,3-6 12 0,2 2-7 0,4-3 8 15,2-3-3-15,1 2-5 0,6-3 6 0,4 1-7 16,7-1-2-16,3 1-4 0,1 1-2 0,0 1 1 15,-4 2-2-15,-2 2-6 0,-1 2 0 0,-6 0 0 16,-4 0 6-16,-1-6 1 0,-3 0 1 0,3-3-3 16,-3-2-15-16,1-6-14 0,1-4-30 0,1-1-10 15,3-2-265-15</inkml:trace>
  <inkml:trace contextRef="#ctx0" brushRef="#br0" timeOffset="-43686.62">21288 14029 256 0,'0'0'-46'0,"0"0"38"0,0 0 8 15,0 0 5-15,0 0 49 0,0 0-9 0,0 0-12 16,0 0 6-16,0 0-5 0,0 0 18 0,0 0-6 16,0 0-3-16,0 0-3 0,0 2-6 0,0-1-16 15,0 1 12-15,0 2-16 0,0 0-2 0,1 12 1 16,3 3-2-16,0 0 3 0,-2-1 2 0,0 1-12 0,-1-3 4 16,1 1-6-16,0 0 2 0,2 0 3 0,0-4-4 15,-1-4 4-15,1-2-1 0,0 1 13 0,-2-5 2 16,-1 3 2-16,7 0-2 0,1 1 3 0,4 0-1 15,2-1 4-15,5-2 15 0,5-4-8 0,2-8 4 16,9-8-5-16,1 8 13 0,13-35-8 0,8-3 0 0,12-6-4 16,17-4-10-16,19-3-13 0,9-6 2 0,6-11-6 15,-2-8-10-15,7-18-42 0,19-6-21 0,18-1-12 16,8-3-120-16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36:52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22262 4864 253 0,'0'-2'0'0,"0"0"9"16,0-2 12-16,0-1 18 0,2-10 3 0,0 0-8 0,-2 8-9 16,2-6-21-16,0 2-3 0,-2 3 0 0,2-3-1 15,-2 7 9-15,0 3 3 0,0-3-1 0,2 0-2 16,-2 0 4-16,0 3-8 0,0-1 6 0,0 0-9 16,0 0 21-16,0 0-8 0,0 2 11 0,0 0-7 0,0 2-8 15,0 0 7-15,0 0-8 0,-10 18 11 0,-3 6-17 16,-2 2 6-16,-1 2-9 0,-3 3 13 0,-1 6-6 15,-3 4-5-15,1 5 1 0,-2 4-1 0,2 0 0 16,1 11-1-16,5-7 0 0,3 7 4 0,3-5-9 16,3-14 10-16,1 2-10 0,3-10 4 0,-1-5 2 15,-2 1-2-15,4-12 3 0,-1 3 3 0,-1-5-2 16,2-1-2-16,0 0 1 0,0-3-6 0,2-1-5 16,0 0-2-16,0-1-4 0,0-1-36 0,0-4-37 0,2 2-18 15</inkml:trace>
  <inkml:trace contextRef="#ctx0" brushRef="#br0" timeOffset="435.83">22106 4940 577 0,'0'-2'31'15,"2"0"-23"-15,0-1 38 0,0-5-15 0,5-5-7 16,-1 4-12-16,5 1-5 0,15 1 1 0,4 0 5 0,3 5-11 16,-1-2 8-16,3-2-10 0,-1-14 4 0,-7 9-1 15,-2 5-3-15,-5 4 1 0,-3 2-4 0,-4 2-2 16,-2 2 0-16,-2 0 2 0,-3-1 11 0,-3-1 0 16,-1 9 1-16,9 6-3 0,-3-2-2 0,-3 2 11 15,-3 1-4-15,-2 1 5 0,-4 1-10 0,-1 1 2 16,-4-1 3-16,-3 2-2 0,0 1-1 0,10 3-4 15,-22 0 2-15,-1 0-3 0,1 2-2 0,-4 1 0 16,-1-3 4-16,-3 2-3 0,2 4 2 0,-1-8-4 0,-1 2 1 16,3-4 0-16,-7-7 2 0,10 2-2 0,6-1-2 15,-2-1 1-15,7 4 4 0,4 1-1 0,-6-5-1 16,8 4 0-16,3-5 5 0,0-2 6 0,-1-1 5 16,1 2-1-16,3 0 10 0,3 0-1 0,2-2-5 0,3-2 3 15,3 0-5-15,5-1-9 0,9-3 1 0,6 1-6 16,0-2-8-16,1-1 4 0,-3 3 2 0,-2-2 0 15,2-2-8-15,-1 1-20 0,1-1-2 0,-4 0-5 16,4 0-20-16,-4 0-7 0,2 0-4 0,0 14-2 16,1-5-30-16,-3-3-71 0</inkml:trace>
  <inkml:trace contextRef="#ctx0" brushRef="#br0" timeOffset="747.29">22773 5703 400 0,'0'0'33'0,"0"-2"-5"16,0 0 39-16,0 1-1 0,0-1-3 0,0-2-36 0,0 0-17 15,0 1 1-15,2-1-5 0,0 0 1 0,0 0-5 16,-1 1-2-16,1-1-1 0,0 2 1 0,0 0 1 16,0 0 4-16,0 1-2 0,0-1 1 0,-1 2 8 15,1 0-2-15,-2 0 3 0,0 2-7 0,0-1 9 16,0 3-10-16,-2 2 9 0,-7 16-9 0,-4 2 2 0,-4 2 0 15,-1 4-1-15,1 0-6 0,2-3 5 0,4 3-4 16,2-4 6-16,1 0-7 0,3 0 9 0,1-4 2 16,2 1 4-16,2-3-1 0,0-3 6 0,4 0 0 15,2-3 1-15,1-1-7 0,-1-1-3 0,10-3-3 16,8-4 1-16,1-1-1 0,1 0-17 0,5 14-7 0,1-5-6 16,-1-5-36-16,-7-6-32 0,4-4-8 0,-5-4-14 15,-3-1-73-15</inkml:trace>
  <inkml:trace contextRef="#ctx0" brushRef="#br0" timeOffset="941.32">22905 5367 1028 0,'0'-4'20'0,"0"-12"-2"0,-2-29 13 16,2 12-2-16,2 9-3 0,0 7-24 0,0 11-10 16,-2 3-17-16,1-1 1 0,1 0-78 0,2 2-30 15,0 0-3-15,-1 1-7 0,1 1-14 0</inkml:trace>
  <inkml:trace contextRef="#ctx0" brushRef="#br0" timeOffset="1316.51">23750 5293 202 0,'-2'-2'10'0,"0"0"1"0,0 0 2 15,-2 2 0-15,-14-5-5 0,1 1-11 0,4 2 9 16,6 2-9-16,5 0 11 0,-2 0 9 0,2 0 50 16,0 2-5-16,1 0 19 0,1-2-5 0,1 0-8 15,1 0 6-15,34-6-8 0,-1 1-6 0,7-5-24 16,1-1-3-16,-2 2-7 0,2-2-12 0,-6 2-11 15,-2 1 0-15,-1 4-3 0,-7 3 0 0,5 1 2 16,-2 0 2-16,-4 1-2 0,2 3-3 0,-6-2-13 16,4 2-5-16,-4-1-6 0,-7 1-57 0,-4 0-31 0,-9-4-18 15,2 4-5-15,3 9-97 0</inkml:trace>
  <inkml:trace contextRef="#ctx0" brushRef="#br0" timeOffset="1466.56">23618 5640 479 0,'0'0'47'16,"0"0"-5"-16,0 0 17 0,2-2 4 0,1 0-15 16,10 0-11-16,23-3-20 0,6-1-3 0,5 1-4 15,7 1-8-15,1-3 2 0,7 3-7 0,4 0-4 16,7 2-86-16</inkml:trace>
  <inkml:trace contextRef="#ctx0" brushRef="#br0" timeOffset="13987.02">25263 4951 25 0,'0'0'0'0,"0"-2"4"0,0 0 44 0,0 1-9 0,0-1-2 16,2 0-16-16,0-2-5 0,-1 0 2 0,1 1 1 16,2-7 0-16,0 1 6 0,-2 4-7 0,1-5 5 0,-1 5-6 15,0-1 10-15,0 1-1 0,0-1 4 0,0-1-5 16,-2 3 0-16,0 2-12 0,0 0 4 0,1-2-7 16,1 1 0-16,0-1-4 0,0 2 4 0,0 0 0 15,0 0 29-15,-2 1-13 0,0 1 9 0,0 0-11 16,0 0 0-16,-2 1-10 0,0 3-4 0,-2 2 1 15,-3 16-3-15,-15 4-6 0,5 2 9 0,-2 5-8 16,1 6 14-16,-3 2-9 0,-3 6-2 0,4 6-1 0,-6 1 0 16,3 4-4-16,3-1 4 0,-4-6-4 0,5-1 5 15,4-10 0-15,-5-4-4 0,7-7 3 0,2-4 0 16,0-9-5-16,3 1 6 0,5-8-6 0,-5-1 8 0,5 1-8 16,-3-3 2-16,4-5-2 0,-2 1 14 0,3-2-3 15,-1 0-5-15,-2 2 2 0,2-2-8 0,-2 0 4 16,3 0-2-16,-3 0 2 0,0-2-4 0,-7-16 0 15,0-21 0-15,7-6-1 0,4-3 4 0,2-8-7 16,5-1 5-16,5 1-5 0,-1 2 9 0,4 4-9 16,3 2 5-16,1 5-6 0,1 2-2 0,0 8 2 15,-14 1-1-15,16 2 3 0,6 4 6 0,4 0-2 16,-4 0-4-16,3 2 0 0,-1 2-4 0,0 2 5 0,-4 3 3 16,1 0-1-16,-2 2-4 0,-1 6 2 0,0 2 0 15,-2 3 1-15,-1-11 1 0,-5 8 5 0,-1 3-5 16,-4 4 5-16,-1 2-3 0,-7 0 4 0,1 5 1 15,13 17 2-15,-6 2 6 0,-6 2-7 0,-5 0 7 16,-3 0-7-16,-7 0 7 0,-1 1-5 0,-4 1-2 0,-1 2 1 16,-3-1 4-16,15-1-10 0,-22 0 7 0,0-1-7 15,-3 1 11-15,3-2-12 0,0-4 7 0,0-4-7 16,5 1 10-16,1-6-8 0,3 1-4 0,8-3 0 16,-4-1-3-16,7-5 2 0,1-1 4 0,3-1-2 15,-4 3-1-15,6-7-4 0,-5 7 0 0,3-4 1 16,-2 1 9-16,0 1 0 0,1 1-3 0,-3 4 4 0,4-1 1 15,0 1-7-15,2 2 3 0,2 0-4 0,4 0 6 16,-1 0-8-16,1-6 2 0,-2 1-4 0,12 3 8 16,3-2-21-16,-2 2 5 0,3-5-12 0,1-3-2 0,5 14-18 15,1-4-7-15,5-6-5 0,0-5-32 0,1-4-28 16,2-7 7-16,2-4-10 0,-1-2 44 0,1-1 11 16</inkml:trace>
  <inkml:trace contextRef="#ctx0" brushRef="#br0" timeOffset="14265.52">25981 5172 88 0,'-1'0'51'0,"-1"0"-8"0,-2 2 40 0,-11 2 5 15,-13 5-10-15,2 2-16 0,-9 6-12 0,5 0-9 16,-3 1-1-16,5 1-26 0,4-17-3 0,2 20 5 16,9 9-4-16,0-8 0 0,7 3-11 0,2 0 1 0,-12 0-2 15,6-4 10-15,7 0 2 0,3 2-3 0,0-5 3 16,5-1 3-16,3-1-5 0,3-2 3 0,2-4-4 15,15 4-7-15,1-2 14 0,-3-2-9 0,-2 4 9 16,-1-4-8-16,-1-2-4 0,0 3 4 0,-5-3-6 16,-4 0 0-16,-9 2 8 0,1-3-4 0,1 1 5 15,1 0 0-15,-3-1 5 0,-2-1-2 0,-2 1 1 16,-4-1-15-16,-5 0 0 0,-23-1-3 0,-3 0 1 0,-2-5-10 16,0 22-10-16,1-12 2 0,5-7-5 0,3-4-8 15,6-2-21-15,1-4-12 0,3-1-6 0,3-1-74 16</inkml:trace>
  <inkml:trace contextRef="#ctx0" brushRef="#br0" timeOffset="14531.37">26219 4259 656 0,'0'-2'12'0,"-2"-2"14"0,0 0 8 0,2 2-21 0,0-1 4 0,-1-1-10 15,-1 0-9-15,0 2 4 0,0 1-4 0,0 1 3 16,0 0-4-16,0 1 8 0,1 3 1 0,-16 24 1 16,-4 7-10-16,-1 6 7 0,2 0-5 0,-3 2 4 15,3-2-10-15,1-1 2 0,3-1-7 0,1 0 3 16,2 0-38-16,2-1-34 0,0-3-14 0,1-4-11 15,3-5-80-15</inkml:trace>
  <inkml:trace contextRef="#ctx0" brushRef="#br0" timeOffset="14997.98">26462 5202 199 0,'0'0'37'0,"0"0"52"0,0-2-23 16,0 0-26-16,0 0 4 0,0 0-13 0,2 1-9 16,0-1 9-16,0 0-7 0,7-4 7 0,13-5-4 0,12-4-5 15,9 0 4-15,1 2-6 0,4 2-9 0,-1 0-5 16,-4 0-1-16,-8 4 0 0,-2-1 5 0,-3 3-10 16,-4 1 2-16,-4 0-4 0,-1 2-20 0,-5 0-55 15,-1 2-26-15</inkml:trace>
  <inkml:trace contextRef="#ctx0" brushRef="#br0" timeOffset="15247.15">26824 4962 572 0,'0'-2'11'0,"0"1"7"16,2-1 17-16,0 0-5 0,0 0-8 0,0 0 2 15,0 0-17-15,0 0 12 0,-1 1 6 0,1 1-1 16,0 0 6-16,0 1-6 0,0 1-4 0,0 11 1 16,1 21-4-16,-3 3-6 0,0 6 0 0,-3 3-4 15,-5 2-8-15,3 2 1 0,-3-3-4 0,3-3 3 16,-1-5-5-16,1 0-5 0,1-3-6 0,2-7-2 0,0-1-27 16,0-6-48-16,2-5-12 0,0-6-17 0,0 0-69 15</inkml:trace>
  <inkml:trace contextRef="#ctx0" brushRef="#br0" timeOffset="15806.67">27743 4689 640 0,'0'0'18'0,"0"0"-1"0,0 0-7 0,-1 0 6 15,-1 2-11-15,0 2 16 0,-17 26-17 0,1 5-1 16,1-2-4-16,-2 3-3 0,-1 1 2 0,0 2 1 16,-1 5 1-16,1 3 7 0,3 3-7 0,2 0 5 15,4-2-6-15,4-1 3 0,1-8 5 0,1-4 2 0,1-2 1 16,0-7 4-16,2-3 0 0,0-3-1 0,2-11 0 16,0 1-7-16,0-7-2 0,0 1-1 0,0 0 2 15,0 0 3-15,0-3 0 0,0 1-5 0,0 0 2 16,0-2-16-16,0-2-3 0,0-16 3 0,0-23-2 15,0-4 8-15,0-3 5 0,2 2-3 0,6-1 3 16,1 1 0-16,0 5-1 0,2 0-1 0,2 4 0 0,2 0-5 16,0 5 7-16,2 1-3 0,-1 3 3 0,1 0-7 15,-2 0 2-15,0 2 1 0,0-2 0 0,-2 6 2 16,-2 5-2-16,4-3 6 0,-8 11-2 0,-1-4 1 16,7 1 14-16,0 9-15 0,2 1 16 0,-2-7-9 0,0 3-2 15,-4 4 4-15,-2 2-5 0,-1 2 11 0,-4-2-2 16,7 13 4-16,4 15-4 0,-7 0-1 0,-6-4-1 15,-6 2-2-15,-3-2 1 0,-4-2-2 0,9 4-5 16,-22 0 5-16,-2-2-4 0,0 2 5 0,-1-2-8 16,3 2 1-16,0 0-2 0,3-1 10 0,5-3-9 15,1-2 0-15,4-1-3 0,4-2 2 0,3-4-2 16,4 0 2-16,-7-2-4 0,2 2-2 0,3-4 6 0,2 4-1 16,2-6 2-16,0 3-2 0,2-3 1 0,2 1-1 15,-1-3 1-15,10 1 0 0,8-4-1 0,1-1-6 16,2 16 4-16,0-6-13 0,2-3-2 0,0-5-5 15,0 1-1-15,-2-2-30 0,-1-2-36 0,-1 0-4 16,-3 0-13-16,-1 0-40 0</inkml:trace>
  <inkml:trace contextRef="#ctx0" brushRef="#br0" timeOffset="16117.55">28235 5167 378 0,'0'-2'40'0,"0"0"-6"16,-1 0 14-16,-1-2 13 0,2 2-20 0,-2-5-10 16,2 1-14-16,0 5-2 0,-2-3-4 0,0 0-9 0,0 2-1 15,0 0 3-15,1 2 1 0,-1 0 21 0,-2 2-15 16,-13 6 9-16,-1 25-10 0,1 6 11 0,-7-2-15 16,7 2 4-16,1 0-7 0,4-3 3 0,5-3 4 15,3-5-5-15,-12-4 6 0,6-6-7 0,5 1 5 16,1-4-1-16,2-4 3 0,2 0 2 0,0-3-2 15,2-3-1-15,0-1 0 0,16-2-1 0,12 0-9 16,2 16 3-16,3-5-3 0,0-5 2 0,4-5 0 16,-2-3 4-16,-3-2-2 0,-1-3-1 0,-3-1-3 0,-2-1-3 15,-6-1 0-15,2-1-13 0,-3 0-24 0,-5 1-1 16,1 1-7-16,-2-2-1 0,-2-1-23 0,-2 5 5 16,-2-16-10-16,-1 7 14 0,-5-3-31 0,1-2-21 15</inkml:trace>
  <inkml:trace contextRef="#ctx0" brushRef="#br0" timeOffset="16334.45">28178 5302 172 0,'-2'0'85'0,"0"-2"-39"0,0 0 83 0,0 1-22 0,1-1-46 16,-1 0-29-16,0 0-6 0,2 0-7 0,0 0-15 15,0 0-4-15,2 1 6 0,1-1-6 0,10-4 3 0,17-3 3 16,4 0-2-16,1-1 2 0,0 1-3 0,0 2 4 15,-1-1-3-15,-3 3 1 0,-1-3-10 0,-4 3-12 16,-2-1-6-16,-5 2-2 0,-2 2-16 0,-4 1-15 16,-4-1 5-16,-2 0-8 0,-1 2 12 0,-2 0 8 15,-3 0-2-15,1 0 1 0,2-2-40 0</inkml:trace>
  <inkml:trace contextRef="#ctx0" brushRef="#br0" timeOffset="16491.71">28482 5022 127 0,'-1'0'39'0,"-1"-2"60"0,0 0-24 0,-2 0-14 0,0 0 0 15,1 0-7-15,-3-1-4 0,1-1-9 0,3 4 5 16,0 0-9-16,0 0-11 0,-2-4-6 0,1 1-5 16,1-1 0-16,0 0-17 0,2 0-6 0,0 3-5 15,4-5-1-15,12-1-31 0,14 1-15 0,-4-1-6 16,-2 3-4-16,-2-2-34 0,1 4 7 0,-1-1-12 16</inkml:trace>
  <inkml:trace contextRef="#ctx0" brushRef="#br0" timeOffset="16783.55">29225 4905 455 0,'0'0'24'0,"-2"0"-2"0,0 0 12 16,1 0-4-16,-3 0-2 0,0 0-13 0,-3 0-9 15,3 0-5-15,2 0 1 0,-2 0-1 0,1 0 17 16,1 0 4-16,0 0 1 0,0 0 0 0,2 0-3 16,2 0 1-16,2 0-1 0,20 0-6 0,7-4-2 15,5-2-6-15,-1-1 3 0,0 0-4 0,-1 1-5 0,-6 0-2 16,1 3-4-16,-5-1-14 0,0 0-13 0,-1 1 3 15,-7 1-10-15,3-2-23 0,-4 2-21 0,-6 0-10 16,4 0 0-16,-4 1-3 0</inkml:trace>
  <inkml:trace contextRef="#ctx0" brushRef="#br0" timeOffset="16970.91">29409 4754 493 0,'0'0'38'0,"0"-1"2"15,0-1-5-15,0 0-1 0,0 2-13 0,0 0 10 16,0 0-7-16,0 2 2 0,0 0-4 0,0 1 0 16,2 12-6-16,0 9-3 0,0 2-1 0,-1 6-9 15,-1-1 5-15,0 1-6 0,-1 3 6 0,-1 0-11 0,-2 3-15 16,0-1-5-16,1 0-7 0,-1 0-51 0,2-4-78 16,0-1-22-16</inkml:trace>
  <inkml:trace contextRef="#ctx0" brushRef="#br0" timeOffset="17395.7">30048 4598 801 0,'0'-1'2'0,"0"-1"2"15,0 0-1-15,0 0 3 0,0 2-6 0,0 2 3 16,0 15-3-16,3 23 3 0,-3 1 4 0,0-2-3 16,-3-2-5-16,-3-1-6 0,1-5 4 0,-1 3-2 15,-1-1 14-15,1-1-9 0,0-1 4 0,1-3-6 16,-1-4 2-16,1-3 14 0,1-5-4 0,0-3 10 16,1-3 8-16,-1-3-11 0,0-1 0 0,4-5-6 15,-13 9-2-15,-2-3-6 0,-1-1 2 0,1-6-3 0,4 0-2 16,1-4 1-16,1-2 6 0,3 1-5 0,-10-19-2 15,3-4 6-15,7 0-10 0,4 0 8 0,4 0-3 0,6-1-4 16,5-3 7-16,1 4-6 0,7-7 6 0,-17-2-4 16,16-2-1-16,0-4-1 0,1 4 5 0,1 2 7 15,-1 0-4-15,1 9 3 0,0-4-8 0,2 12-1 16,0 3 1-16,2 2-1 0,0 4 1 0,0 4-1 16,0-1 1-16,-2 7-4 0,-5-1-20 0,-2-9-19 15,-8 5-7-15,0 2-4 0,4 1-27 0,-3 3-40 16,4 1-15-16</inkml:trace>
  <inkml:trace contextRef="#ctx0" brushRef="#br0" timeOffset="17736.73">30321 4999 229 0,'0'0'23'0,"0"0"47"0,0 0 12 0,-2 0 20 16,0 2-21-16,0 0-25 0,0 0-3 0,0 0-8 15,-1 2-11-15,1-1-15 0,-2 10 3 0,-2-2-9 16,-1 1-7-16,1 1-4 0,3-6-2 0,1-1 1 16,-4 1 4-16,4-3-1 0,-1 1 2 0,3-3-2 0,-2 2 3 15,0 0-2-15,2-1 4 0,0-1-4 0,2 0-4 16,2-2 1-16,16 0-3 0,13-6 2 0,1-3 2 16,-1-4-8-16,3 0 6 0,-7 0-4 0,5 0 10 15,-5 2-6-15,-4 2-2 0,-5 1 0 0,-5 5-3 0,-2-1 8 16,-4 2-5-16,-3 2 5 0,-1 0-3 0,-1 2 19 15,0 0-4-15,-2 1 7 0,5 25-15 0,-7 2 8 16,-2 3-8-16,-5 5 6 0,-4 1-16 0,-1-2 3 16,3-4 0-16,4-7 2 0,1-5-3 0,2-12 5 15,0 0 2-15,2-5 0 0,0-2-8 0,-2 1 0 16,2 1-5-16,-2-2 1 0,1 0-31 0,-1-2-2 16,0-2-11-16,-2-11 5 0,-1-20-26 0,1-3-14 15,2 3-7-15,0-2-8 0,2 1-64 0</inkml:trace>
  <inkml:trace contextRef="#ctx0" brushRef="#br0" timeOffset="17927.57">30259 4821 645 0,'0'0'39'16,"0"0"-9"-16,0-2 9 0,0 0 12 0,2 1-19 16,0-1 5-16,4 2-2 0,34-9 6 0,9 1-6 15,5 3 1-15,3-3-21 0,4 1 0 0,3 1-6 16,-3-1-6-16,-4-1-2 0,-5 1-13 0,-5 1 3 15,-3 1-38-15,-5 3-36 0,-3 0-6 0,-7 2-22 16,-6 0-118-16</inkml:trace>
  <inkml:trace contextRef="#ctx0" brushRef="#br0" timeOffset="18626.84">22097 10534 169 0,'0'0'77'0,"-2"-2"-3"16,0 1 42-16,1-3-10 0,1 2-9 0,-8-7-31 16,4 3-30-16,3 3 7 0,-1-3-15 0,-2 2-9 15,0 1-15-15,1 1-1 0,-1 0-2 0,2 2 13 0,-2 2 3 16,1 1 0-16,1 22 2 0,-13 13 5 0,-2 9-1 15,-3 7 0-15,-1 5-1 0,6 10-8 0,-7 7-5 16,4 6 0-16,-5 5-2 0,1-3 4 0,5-7 1 16,-1-8-2-16,1-8 1 0,-1-5-8 0,3-8 5 15,-2-3-5-15,2-4 4 0,4-4-8 0,0-5 3 16,3-5-2-16,7 1 2 0,-3-7-11 0,-7-6-54 16,3-4-4-16,6-8-24 0,1 3-77 0,-1-2 23 0,0-2-42 15</inkml:trace>
  <inkml:trace contextRef="#ctx0" brushRef="#br0" timeOffset="18971.39">21960 10687 617 0,'0'0'38'16,"0"-2"4"-16,0 0 13 0,0-2-18 0,2 0 2 15,1-5-25-15,3 0 0 0,-1-2-1 0,21 1 0 16,8 3-3-16,1 0-4 0,-1 1 0 0,1 4-1 15,-5-16 3-15,-3 6 1 0,-1 9-2 0,-3 3 0 0,-3 3-9 16,-1 5 5-16,-4-1 1 0,-4 1 3 0,0 3 3 16,-6 11 3-16,-1 2 5 0,13 0 0 0,-6 2 13 0,-4-1-7 15,-5 1 0-15,-2 0-1 0,-3 1-5 0,-7 1-2 16,-3 2-5-16,-3 2 3 0,14-1-3 0,-28 4-4 16,0 1 2-16,-5 1-4 0,0 0-7 0,-1 0 5 15,1-2 1-15,2-1 3 0,-1-3-1 0,6-5-3 16,2 0-6-16,4-2 3 0,2-5-6 0,3 0 12 15,6-3-2-15,3-3 3 0,5 2-12 0,1-2 5 16,-6-2-4-16,1 2 4 0,1 0-4 0,5 0 8 16,1 0-2-16,1-2 3 0,3 2-8 0,2-3 6 15,-1 1 3-15,21 0-1 0,2-2-4 0,2-1-14 0,-2-1-5 16,1-1-3-16,-3-1-12 0,2-1-33 0,2 0-5 16,-6-1-12-16,6-1-35 0,-6 15-77 0</inkml:trace>
  <inkml:trace contextRef="#ctx0" brushRef="#br0" timeOffset="19330.49">22675 11600 603 0,'-2'0'25'0,"0"0"32"0,-2 0-32 15,-13 0 11-15,3 2-14 0,-5 2 12 16,4 1-19-16,4 1-11 0,-2 3 8 0,2 8-12 0,0 11-2 15,3 3 2-15,3-1-2 0,1 0 4 0,-15 1 7 16,8-3-5-16,6 2 1 0,3-2-2 0,2-1 8 0,2-6-2 16,1-1 3-16,1-5-3 0,4 2 9 0,1-2 3 15,-4-4 3-15,20-2-1 0,-7-5 6 0,12 14-7 16,0-6 4-16,1-9-5 0,10-3 6 0,-11-3-3 16,-1-7-3-16,5-3 1 0,-10 2-3 0,-2-2-4 15,4-2 2-15,-13 12-2 0,0-20 4 0,0-5-5 16,-2 1 6-16,-3 4-5 0,-3-5 10 0,12 2-9 15,-4-1-4-15,-5-5 0 0,-7 6-3 0,-1-2-3 16,-3 4 5-16,-7 0-6 0,-3 4 9 0,4 1-13 0,-19 2 5 16,-7 6-7-16,3 4-9 0,-3 1-11 0,5 4-5 15,4-14-1-15,-5 3-13 0,7 7-34 0,-2 6-11 16,7 0-13-16,6 2-71 0,6 0-127 0</inkml:trace>
  <inkml:trace contextRef="#ctx0" brushRef="#br0" timeOffset="19595.84">23579 11290 972 0,'-2'0'22'0,"0"0"2"0,0-2 7 16,-1 0-15-16,-3 2 3 0,-1-2-25 0,3 2-1 15,0 0 5-15,2 0-3 0,0 0 2 0,2 0 2 16,2 2-7-16,2 0 5 0,9 2-11 0,17 3-13 16,3 1-1-16,-5-5-4 0,0 1-3 0,-6-2 5 15,-3 0-7-15,-5 0 4 0,-2-2-28 0,-1 0-77 16,-4 0-31-16</inkml:trace>
  <inkml:trace contextRef="#ctx0" brushRef="#br0" timeOffset="19706.74">23553 11448 104 0,'-2'0'58'0,"0"0"-30"0,-2 0 60 15,-5 2-18-15,-9 1-18 0,5 1-32 0,3-2 7 16,8-2-15-16,-1 2-5 0,-1 2 2 0,2-1 0 16,0 1 2-16,2-2 3 0,0 3 1 0,0-3 6 0,0 0-3 15,4 2 1-15,15 7 3 0,18-2-17 0,2-9 11 16,3-5-21-16,3-8-49 0,-6-2-9 0</inkml:trace>
  <inkml:trace contextRef="#ctx0" brushRef="#br0" timeOffset="41583.78">14839 9457 503 0,'0'-1'48'0,"0"-3"61"0,-7-18-25 0,1 5-18 16,3 4-2-16,-3-4-7 0,2 6-11 0,2 4-22 0,1-5 4 16,1 7-10-16,0-1 0 0,0-1-21 0,0-1 6 15,0-1-10-15,0-2 12 0,0 0-1 0,1-2 0 16,3 2-1-16,2-2-1 0,1-2 1 0,0 2-2 15,1 2 3-15,-4 0 2 0,12 3-4 0,3 1 9 0,-1 3-7 16,-1 2 10-16,7-14-10 0,2 4-3 0,4 7-1 16,2 3-2-16,-1 2-4 0,1 4-7 0,5 7-2 15,4 2-58-15</inkml:trace>
  <inkml:trace contextRef="#ctx0" brushRef="#br0" timeOffset="49339.52">16954 5833 156 0,'0'0'29'0,"0"-2"0"0,0 0 17 16,0 1-14-16,0-1 3 0,0 0-27 0,0 0 0 15,0 0-2-15,2 0 0 0,0 0-6 0,0 2 5 16,-1 0 8-16,1 0-4 0,0 0 6 0,0 0 7 16,2 0-4-16,-1 0 7 0,1 0 5 0,-2 0 1 15,9 0-2-15,0 0 0 0,4 2-5 0,4 0 1 16,1 0 1-16,4 2-1 0,4-1 4 0,7-1-6 15,8 2-3-15,5-2-2 0,6 0-5 0,4 0 4 16,3-2 6-16,2 0-3 0,0 0-4 0,0 0 1 0,-5 0-8 16,-8 0 7-16,0 0 0 0,0 0-7 0,1 0 3 15,-1 1-3-15,0 3 9 0,2 0-10 0,-2 0 2 16,0 1-5-16,-2-1 0 0,-1 1-4 0,-5 1 5 16,-1 0-6-16,-7-1 2 0,-5 1-2 0,-6-3 4 0,-5 3-3 15,-1-2 7-15,-4-1-1 0,0 1-4 0,-4-2 4 16,-1 0 10-16,-3 0-10 0,-1-2 6 0,0 0-8 15,-1 0 5-15,1 2-5 0,0-1-2 0,0 1 0 16,-1 0 1-16,1 2 4 0,-2 0-1 0,0-1 0 16,-2 1-1-16,3 9-4 0,-1 4 3 0,-2 3-4 15,-2 1 3-15,-3 1 3 0,-3 2-1 0,-1 2 0 16,-2 2-4-16,-2 5-4 0,0 1 3 0,0-1-2 16,2 2 2-16,0-3 1 0,1 1-2 0,3-3 1 0,0-2-6 15,-1 0 8-15,3-2-4 0,-1 0 6 0,2 2-3 16,1-1-6-16,1 5 5 0,2 1-5 0,0 5-1 0,0 1 3 15,2 3 2-15,1 8 1 0,1 4 1 0,3 11-1 16,-1 0-1-16,0 4 1 0,-3-2 2 0,-1-8-1 16,-2 2-3-16,0-9 0 0,0 2 3 0,0-2-1 15,-2 4 4-15,-1 3-5 0,-3 8-6 0,2 7 5 16,2 4 0-16,2 4 3 0,4-2 7 0,0-6-11 16,3-7 3-16,1-6-4 0,-1-5 6 0,1 5-5 15,-3 1 0-15,1 3-1 0,-3 7 9 0,1 10-5 16,-2 5 3-16,0 6-5 0,0-6 0 0,0-9-1 0,-1-6 2 15,3-8 0-15,0-1 1 0,0 4 0 0,1 1-3 16,1 14 1-16,-1 5-3 0,1 8 8 0,-2 0-4 16,-3-8 6-16,-1-11-12 0,0-9 9 0,0-6-1 15,-1 0 4-15,-3 3-5 0,2 2-2 0,0 1-3 0,2 4 1 16,0 3 9-16,2-3-6 0,0-3 3 0,0-8-5 16,1-8-4-16,1-4 9 0,-2-9 0 0,2-2 3 15,-2-4-7-15,1-1 2 0,1 0 0 0,0-3 2 16,-2-1 1-16,-1 0-6 0,-1-2 3 0,0-2-2 15,0 0 8-15,0 0-8 0,-1-1 4 0,-1 1-3 16,-2 2 6-16,-2-4-4 0,-1 4-2 0,0-4 0 16,-5 1 11-16,1-3-8 0,9-1 8 0,-24-3-9 0,-1-3 4 15,-7-3-7-15,-1 3 1 0,-4-4-2 0,2 0 12 16,-6 2-10-16,2-5 5 0,-2 1-5 0,-3 3 4 0,1-1-4 16,3 2 2-16,-1-2-1 0,-1 1 9 0,1 1-11 15,0-2 3-15,2 2-4 0,-5 2 15 0,-1-7-11 16,1 1 5-16,1-1-7 0,5 16 4 0,6-9 1 15,3-4-4-15,3-5 2 0,7-2-2 0,-3-2 4 16,9 0 0-16,4-2 0 0,2 0-5 0,2 0-9 16,5 2-2-16,-2-2-3 0,0 1-19 0,2-1-5 15,1-2-12-15,-1 0 2 0,-2-5-40 0,2-2-28 16,2 0 6-16,0-6-10 0,4 0 24 0,3 1 35 0,6-7 0 16,2-4 14-16,4-7 17 0,-1 1-8 0,-14-1 13 15,24 3-10-15,3 5 20 0,-5 0-10 0,136-127-179 47,-162 153 196-47,0 0 0 0,-2 2-3 0,-2 0 103 0,-24 9-43 16,-1-3 197-16,8-6-128 0,1-1-27 0,-1-1-13 15,-1 2-5-15,-6 4-33 0,-3 3 2 0,-10 6-12 16,0 4-1-16,0-16-16 0,-1 29 8 0,1 3-10 16,0 0 6-16,6 3-7 0,3-3 2 0,4-4-1 15,2 1-2-15,8-6-2 0,1 4-4 0,4-4 4 16,4-4 3-16,3 0 1 0,2-3 5 0,-5-6-2 0,2 2 4 15,5-6 4-15,2 0-8 0,0 0 6 0,3 1-20 16,-1-3 0-16,28 1 3 0,5-3-3 0,1-1 0 16,6 0 0-16,8-1-10 0,4-1 4 0,2 26-23 0,0-15-17 15,-1-7-5-15,-1-6-7 0,-2 0-38 0,0-4-111 16</inkml:trace>
  <inkml:trace contextRef="#ctx0" brushRef="#br0" timeOffset="49938.84">17474 5410 409 0,'0'-2'28'0,"0"-2"33"0,0 1-8 0,0-1-17 0,0 0 1 16,0 2-8-16,0 0-8 0,0 2-11 0,-2 2 9 16,-9 4-7-16,-34 38 12 0,-8 3-9 0,-5-1-9 0,-5-1 3 15,5-8-4-15,6 0 3 0,4-4 0 0,3-1 0 16,3-4 1-16,6-6 2 0,3-1 8 0,7-5-5 16,0-3 4-16,4-2 6 0,3-1-4 0,1-1 5 15,1-3-15-15,8 1 7 0,1-1-7 0,1-1 8 16,1 3-6-16,1-1 10 0,1 0-5 0,2 3 5 15,2-3-3-15,2 1-10 0,3-1 6 0,18-3-8 0,14 1-4 16,4 18 1-16,3-9-5 0,5-6 1 16,1-4-16-16,5-4-11 0,5-2-4 0,-1-4-5 0,4 2-36 15,1 3-102-15,-1-3-9 0</inkml:trace>
  <inkml:trace contextRef="#ctx0" brushRef="#br0" timeOffset="52628.53">14997 9207 12 0,'0'0'0'0,"0"0"26"0,0 0 17 0,0 0 21 0,-2-2 9 15,0 2-18-15,0-2-10 0,1 0-4 0,-1 0-6 16,0 1 6-16,0-1-22 0,0 2 4 0,0-2-5 16,0 0 6-16,1 0 8 0,-1 0-11 0,0 0 9 15,0 1-9-15,2-1 11 0,0 0-10 0,-2 0 0 16,2 0-5-16,0 0-13 0,0 0 9 0,0 1-9 0,0-1 8 16,0 0-6-16,0 0-2 0,0 0 3 0,0 0-3 15,0 0 2-15,0 1-2 0,0 1-2 0,0 0 0 16,2 0-5-16,0 0 9 0,0 1-5 0,0 1 7 15,-1 0-3-15,1 2 0 0,6 11 4 0,1 9-2 16,0 4 0-16,-3 3-3 0,-1 3-2 0,-1 6 0 16,-4-1-2-16,0 4 2 0,0 0-2 0,0-2 0 0,-4 0 4 15,3-2-5-15,1-6 4 0,-2-3-3 0,0-4 5 16,0 0-6-16,-2-2 3 0,2 0-3 0,-1-4 8 0,-1 5-4 16,2-5-3-16,-2 2 0 0,3-1-3 0,-1-3 13 15,0 1-5-15,0-4 7 0,0-1-6 0,0-4-1 16,2-1 6-16,0-2-5 0,0-3 6 0,0 0 3 15,0 0 0-15,0-3 2 0,0 1 3 0,0 2 1 16,0 0-4-16,0-1 4 0,0-1 5 0,2 0-14 16,0 0 5-16,0 0-10 0,0-2-3 0,0 0 6 15,1 0-2-15,1-2 3 0,0 0-10 0,-2 2 9 16,9-5-6-16,-4 1 6 0,4-2-3 0,0 1-6 16,1-3 3-16,2 1-4 0,1-1-4 0,6-1 0 0,-3 2 4 15,-1 1 0-15,9-1 5 0,0 3-2 0,6 0-4 16,1 3 1-16,-3-1-11 0,-2 2 9 0,1 0-3 15,1 2 5-15,0-1 2 0,1 3-6 0,4 0 4 16,3 1-6-16,1 1 8 0,3 1-1 0,5 3-1 0,5-3 0 16,-4 0-3-16,4 1 4 0,0-3-2 0,2 1 3 15,3 0 5-15,-3-5-3 0,-2 1-1 0,-7 0-1 16,-1 0-2-16,-1-2 2 0,2 0 3 0,-3 0-2 16,5 0-1-16,1 0 2 0,0 0-5 0,2 0 1 15,8-2 0-15,-4 2-1 0,2-2 2 0,-6 0-2 16,-4 1 2-16,-3-3-1 0,-2 0 0 0,-2 0 0 0,-4 1 7 15,-2-3-6-15,1 1 5 0,-3 1-6 0,-1 0-1 16,0-1 2-16,-2 1-1 0,1 0 1 0,-3 0 7 16,4 1-8-16,2-1 7 0,-6 0-7 0,-2 1-3 0,2 1 9 15,-8 0-9-15,5-2 10 0,-3 2-2 0,-9 1 3 16,0-1 1-16,-7 2-2 0,0 0-2 0,1 0-2 16,1-2 6-16,-4 2-5 0,3-2 6 0,-3 2 3 15,2-2-3-15,1 0 3 0,-1 0-3 0,-2 2-1 16,2-1-3-16,1-3 2 0,3-2-1 0,-1 1-3 15,2-3 2-15,-5 6-2 0,5-1 7 0,-1-7-6 16,1 1 2-16,0 0-4 0,-5-2 2 0,3-2 2 16,-3-4-1-16,2 0 0 0,-1 1-7 0,-3-7 10 15,0-1-3-15,13 2 5 0,-4-8-13 0,-7 0 4 0,-4-7 2 16,-2-7 1-16,-4-3 2 0,-3 1 0 0,0-1-8 16,1 5 6-16,5 1-5 0,-1 4 1 0,2 2 3 15,2 3-4-15,0 0-1 0,2 5 1 0,2 1 0 0,-1 5 2 16,1 1 0-16,-2 5-5 0,2 0 3 0,-3 2-1 15,1 4 8-15,0 1-7 0,0 1 1 0,-2 3-2 16,0 0 2-16,0 3-1 0,0-1-4 0,2-2 1 16,0 0-5-16,0 1 1 0,-1 1 3 0,1 0-3 15,-2 0-4-15,0 0-1 0,0 2-9 0,0 0 6 16,0 0-16-16,0 2 3 0,0 0 2 0,-2 0-3 16,1 1-20-16,1-1-118 0,-12 17-6 0,-1 1-49 15,-1 3-131-15</inkml:trace>
  <inkml:trace contextRef="#ctx0" brushRef="#br0" timeOffset="144626.85">27277 7731 29 0,'0'0'2'0,"0"-2"2"0,0 0 2 0,2 0 4 16,0-2 1-16,-2 3 1 0,2-11-14 0,-2 1 2 15,0-2-4-15,0 2 13 0,0-6-6 0,0 3 8 16,0-1-6-16,0 4 33 0,0-2-5 0,0 0-2 0,0 1-2 16,0-1-8-16,0 2 10 0,0 2-4 0,0 0 5 15,-2 1-5-15,0 1-11 0,0-1 6 0,1 1-8 16,-1 0-2-16,0-1 2 0,0 3-7 0,0-1 4 15,2 2-11-15,0 1 5 0,0-1-5 0,0 2 5 16,0 0-5-16,0 0-2 0,0 0 6 0,-2-1-6 16,0-1 1-16,1 0 7 0,-1 1-6 0,0-1 8 0,0 2-5 15,0 0-3-15,0 0 2 0,0 0-2 0,1 1 5 16,-1-1-2-16,0 0-2 0,2 0-1 0,0 0-3 0,0 0 2 16,0 0 0-16,0 1 1 0,0-1 4 15,0 2-1-15,0 0-2 0,0 0-1 0,0 0-5 0,0 0 8 16,0 0-2-16,0 0 3 0,0 0-7 0,0 0 10 15,0 0-3-15,0 2 6 0,0-1-4 0,0 1 14 16,0 0-5-16,0 0 6 0,0 0-10 0,0 0 2 16,0 0 0-16,0 1 0 0,0 1-5 0,0 0-8 15,0-1 3-15,0 1-3 0,0-2 8 0,0 4-6 16,0-1 3-16,0 1-5 0,0 1 7 0,0-1-8 16,0-1 6-16,-2 5-6 0,0-3 9 0,0 0-8 0,0 3 0 15,1-1-1-15,-1 4-1 0,0 2 2 0,0 0 1 16,-2 7 2-16,1 2-4 0,-3 6 3 0,-1 7 1 15,-3 4 3-15,1 0 1 0,-2 1-3 0,-2 3-4 16,0 0 2-16,2-3-1 0,1-6-2 0,-1-3 6 0,4-9-5 16,1-4 2-16,1 1-1 0,-1-4-1 0,2-3 1 15,1 3 1-15,1-4 6 0,0 0-10 0,0 2 7 16,2 0-13-16,0-4 8 0,0 2 1 0,0-2 2 16,2-2 3-16,0 4-9 0,0-1 6 0,1 1-7 15,-1-2 8-15,2 2-5 0,0 2 0 0,1-1-3 16,1 3 6-16,-2-2 6 0,1 4-6 0,-1 1 4 15,0 2-8-15,-3-1 0 0,1-3 1 0,-2 1 0 0,0-2 1 16,0-1 1-16,0 1-1 0,0-8 2 0,0 1 0 16,0-5 0-16,0-1-1 0,0 0 0 0,0-1 7 0,0 1-5 15,0-2 8-15,0 0-7 0,0 0 3 0,0-1 4 16,0 1 0-16,0 0 2 0,0 0 6 0,-2 0-10 16,1 0 5-16,-1 0-7 0,0-1-4 0,0 1 6 15,0-2-6-15,-15 4 7 0,1 0 1 0,-1-1-9 16,0 1 8-16,2-2-7 0,-1 0 11 0,1 0-2 15,-2-2-6-15,2 0 3 0,0 0-9 0,4 0 11 16,0-2-5-16,2 2 5 0,0 0-12 0,3 0 0 16,-1 0 4-16,-1-2-2 0,4 2 7 0,-1-2-6 15,3 2 1-15,-2-2-3 0,1 0-4 0,-1 2 4 16,0 0-2-16,1 0 2 0,1 0-5 0,-2 0 7 0,0 2-8 16,2 0 8-16,1 0-3 0,-1 2 0 0,0-1 3 15,0 1-2-15,-2 4-4 0,2-3-1 0,2-1 0 16,0 0 2-16,0-1 6 0,0 3 14 0,0-4-4 0,0-1 5 15,2 3-12-15,2 0 2 0,5 1-3 0,10 5 3 16,3-5 1-16,2-1-7 0,0-2 3 0,2-2-5 16,0 0 4-16,0 0-5 0,0 0 2 0,-2 2-4 15,-1 0-1-15,-1-1 7 0,0 3-4 0,1 2 4 16,-3-1 0-16,-3 1-6 0,-1-1 3 0,-3-1-4 16,-1-2 4-16,-1 2 6 0,-2-1-2 0,0 1 4 15,2 2-8-15,-7-4 0 0,0-1-2 0,-2-1 2 0,1 4 2 16,1 0 3-16,0-2 5 0,-2 1-4 0,0 1 2 15,-1 0-1-15,-1 0 0 0,0-3 1 0,-3 9 0 16,-3-1-2-16,4 4-1 0,-14-2 0 0,-7 0 6 16,-3 2-3-16,0-2 1 0,0 2-2 0,-3 2-3 0,1 2-4 15,-2 0 3-15,0-2-3 0,-1 1 7 0,5-1-2 16,-4 0 4-16,4-4-4 0,2 0 4 0,2 0-11 16,1-1 4-16,3-1-4 0,-1-2 6 0,4 1 3 15,6-3-8-15,2-1 5 0,-1 0-4 0,6 0-4 16,-1-3 4-16,-1 1-3 0,4 0-2 0,-4 0 1 15,0 2-3-15,3-1 3 0,-1 1-5 0,0 0 4 16,0 0 2-16,2-3 0 0,0 1 6 0,2 0 0 0,0 0-1 16,1 0 1-16,10 3-2 0,8 1 1 0,-1-2-2 15,3-2 0-15,1-2 0 0,0 0 3 0,0 0 1 16,0 0 1-16,2-2-5 0,-2 0 0 0,0 0 1 16,-1 0 0-16,-5 0-1 0,-1 2-3 0,-2 0 3 0,-4 0-2 15,4 0 5-15,-8 0-6 0,1 0 3 0,-3 0-2 16,-1 2 6-16,0 0 0 0,-1 0-1 0,1 0 3 15,-2 0 7-15,0-1-6 0,-2 3 1 0,0 0-2 16,0-2-3-16,-6 9 3 0,-1 0-3 0,-4 0 3 16,-12 0-2-16,1 2-3 0,0-2-1 0,1 2 0 15,3 0-3-15,1-3 0 0,4 3 3 0,0 0 0 16,4-4 6-16,3 4-6 0,1-2-1 0,-1-4-2 16,-5 10 1-16,5-6-1 0,1 4-1 0,-1 6 1 0,4-3 1 15,2 4-3-15,0 1 1 0,4 3-2 0,3 7 3 16,3 6-3-16,5 11 6 0,-4-3-3 0,0 1 1 0,0 0 2 15,-4-1-4-15,-1-1 4 0,0 1 0 0,-3-3 4 16,1-3-3-16,-2-6 5 0,0-1-6 0,0-7-1 16,-1-1 4-16,-1-3-3 0,0-5 6 0,0-3 0 15,0-4-6-15,2 0 2 0,-2-1-4 0,0-3 3 16,0-1 3-16,0-4-2 0,0 1-2 0,0 1 0 16,0-2 0-16,0 0-2 0,0 0-8 0,0-1-9 15,0 1-14-15,0-2-3 0,0-2-76 0,0 1-53 16,0-3-11-16,0-11-14 0,0-13-67 0</inkml:trace>
  <inkml:trace contextRef="#ctx0" brushRef="#br0" timeOffset="145113.53">27725 8809 650 0,'0'-1'4'0,"0"-5"2"16,-2-9-3-16,2 10-3 0,0 3-7 0,0-2 3 15,0 0-8-15,0 2-11 0,0 1 2 0,0-1-6 0,0 2 3 16,0 2 6-16,0 1 4 0,-2 12 0 0,-3 11 19 16,-1-2-3-16,0 2 12 0,1-2-9 0,-3-1 4 15,3-1 5-15,-1-3-5 0,1-1 7 0,1-3 0 0,0 2-5 16,2-4 5-16,-1 2-5 0,-1-2-3 0,0 0 1 15,1-2-1-15,-1 0 1 0,2-2-3 0,0-1 0 16,0-1-3-16,2-1 3 0,0-3-2 0,0-1 3 16,0 0 7-16,0 0-2 0,-2 2 16 0,1-1 6 15,1-1-7-15,0 0 5 0,-2 0-16 0,2-2 0 16,0 0 2-16,0-2-1 0,0-2 2 0,0-3-4 16,-2-15-2-16,2-1 1 0,0-1 1 0,2 0-7 0,1 0 4 15,1 0-5-15,0 0 3 0,1-2 0 0,1-2 1 16,0 4 1-16,3-4 4 0,-2 5-7 0,1 1-6 15,-1 4 3-15,1 3-1 0,3-2-5 0,-4 8 3 16,1-6-4-16,12 6 3 0,-3 3-4 0,-1-1 5 16,1-5-5-16,-4 5 2 0,-4 3-10 0,3 2-3 0,-5 2-3 15,-3 0-20-15,1 0-9 0,-3 0-3 0,0 0 0 16,0 17 1-16,9 0-43 0,-2 0-2 0,-3-1-24 16,-2-3-97-16</inkml:trace>
  <inkml:trace contextRef="#ctx0" brushRef="#br0" timeOffset="145456.71">27981 9062 477 0,'0'0'10'0,"0"0"0"0,0 0-7 15,-2 0 7-15,0 2-10 0,1 0 11 0,-1 1-6 16,-2 3-7-16,-9 18 2 0,2 0 2 0,-2 2-6 15,2 2 5-15,0-2-7 0,1 0 9 0,5-5 0 16,-1 1 2-16,2-2-4 0,3-7-2 0,1 0 7 16,0-4 0-16,0-3 5 0,1 3 16 0,1-1 13 15,2-1 1-15,-2-3 1 0,2-2-15 0,16 11-3 16,2-4-1-16,4-3-1 0,4-5-5 0,-2-1 0 0,2-3-4 16,1-3 3-16,-9-1-3 0,3-3 2 0,-3-1 2 15,-7 4-1-15,5-6-6 0,-3 2 3 0,-4 1 0 16,-6 5 2-16,-1-1 5 0,3-7 13 0,-2-2-2 15,-3 2 7-15,-2-1-2 0,-2-1-5 0,-4 2 2 0,-1 0-4 16,-3 2-9-16,-1 0-11 0,-11 1 0 0,-1 1-6 16,-8 2-24-16,-3 1-42 0,-1 0-26 0,-3 3-10 15,10-1-137-15</inkml:trace>
  <inkml:trace contextRef="#ctx0" brushRef="#br0" timeOffset="147325.32">27110 7406 30 0,'0'0'24'0,"0"0"-1"0,0 0 27 0,0 0-3 15,0-2 5-15,0 0-10 0,0 0-5 0,0 0-4 0,0 0-22 16,0 1-3-16,0-1 2 0,0 0-2 0,0 0 3 16,0 0-3-16,0 0 3 0,0 0 0 0,0 1 7 15,0-1 2-15,0 0-2 0,-2 0 3 0,1 0-2 0,-1 0 3 16,2 0-5-16,0 2 3 0,0-1-7 16,0-1-7-16,0 0 6 0,0 0-7 0,0 0 1 0,0 0 3 15,0 0-3-15,0 1 3 0,2-1-9 0,-1 0 0 16,1 0-1-16,0 0 0 0,0 0 1 0,2 1 7 15,-2 1-5-15,7-2 5 0,6 0-7 0,0 0-4 16,1 0 2-16,3 0-3 0,1 2 6 0,6-2 3 16,4 1-3-16,3-1 0 0,1 2-3 0,5-2 3 15,0 2 4-15,5-2-1 0,1 0 0 0,-4 0-4 16,0-1 0-16,-2-1-1 0,1 0-4 0,1 0 8 16,4 1-6-16,1-1 5 0,4 2-7 0,6-2 7 0,11 1-2 15,0-1 4-15,2 0-11 0,3 1 4 0,-7-3 1 16,-2 0 2-16,0 1 6 0,-7-1-2 0,1 1 0 15,3-1-1-15,1 2 1 0,2 3-4 0,8-3 0 0,-1 2 0 16,6 0 6-16,1-2-1 0,-3 3-1 0,-4-1-2 16,-8-2-4-16,-5 0 8 0,1 1 0 0,-2-1 2 15,9 0-11-15,5 2 10 0,4 0-5 0,2 1 8 16,1-3-6-16,-1 0-1 0,-4-3 0 0,2 1 0 16,-7-1-1-16,-2-1 0 0,4 3 2 0,0-1-1 15,-1 2 6-15,3-1-10 0,-6 1 4 0,-4 2-5 16,-11 2 3-16,-5 0 5 0,-8 0-3 0,-9 0 4 15,3 2-4-15,-6 0-5 0,-7 0 2 0,-1-2-3 0,-6 0 11 16,2 0-8-16,-4 0 5 0,-1 0-6 0,-1 0 1 16,-3 0 12-16,-1 0-9 0,-1 0 10 0,0 0-11 0,2 2 12 15,0-2 0-15,-1 0 4 0,1 0 2 0,-2 0-4 16,0 0 1-16,0 0-3 0,-1 0 3 0,1 0-4 16,0 0-3-16,0 0 0 0,0 0-8 0,0 0-1 15,-2 0 4-15,0 0-4 0,0 0 2 0,0 0-1 16,0 0 0-16,0 0 1 0,0 0 1 0,0 0 4 15,0-2-8-15,0 0 4 0,-2 0-14 0,2 0 5 16,-2 0 1-16,0 1 2 0,0-1-5 0,0 0-20 16,1 0-11-16,-1 2-5 0,0 0-61 0,0 0-104 15</inkml:trace>
  <inkml:trace contextRef="#ctx0" brushRef="#br0" timeOffset="148404.6">30341 7168 21 0,'0'0'6'0,"0"0"-2"0,0 0 24 16,0 0-5-16,0-2 10 0,0 0-3 0,0 1-2 16,0-1 7-16,0 0-6 0,0 0 2 0,0 0 7 15,0 0-6-15,0 0 8 0,0 1-5 0,0-1 5 16,0-2-3-16,0 0 1 0,0 1-20 0,0-1 5 16,0 2-1-16,0-2 1 0,0 1-5 0,0-1-2 15,0 0 3-15,0 0-1 0,0 1 8 0,0-1-6 16,0 0-2-16,0 2-1 0,0 1-4 0,0-1 1 15,0 0 1-15,-2 0 0 0,0 0-7 0,0 0 9 0,1 0-9 16,-1 1 9-16,0 1-13 0,0 0 1 0,0 0-1 16,0 0 2-16,0 0 9 0,1 0-15 0,-1 0 11 15,0 0-12-15,0 0 10 0,0 0-9 0,0 1 1 0,0 1-2 16,1 0 7-16,-1 0-1 0,0 2-1 0,-2 3 2 16,-1 4 2-16,-5 6-7 0,1 2 4 0,2-1-5 15,-1 1 3-15,1 1-1 0,-1-1 4 0,1 1-4 16,-1 1 5-16,1-1-9 0,1-1 2 0,1-3-4 15,-1 3 11-15,3-1-4 0,-1-1 0 0,2-2-3 16,0 2-5-16,0-4 8 0,0 0-1 0,2-4 5 16,0 0-7-16,0-1 2 0,0-1-1 0,0 0 2 0,0-1 4 15,0-2-5-15,0-2 3 0,0-1-3 0,0 1-5 16,0 0 11-16,0 0-7 0,0 2 9 0,0-1-7 16,0 1 5-16,0 0-4 0,0 0 5 0,0-1-4 0,-1 1 5 15,-1 0-4-15,-2-1 4 0,-3 3-1 16,-12 5-5-16,-1 0 6 0,-1-1-7 0,1-3-2 0,1-1 4 15,1-1-3-15,-1 1 3 0,2-1-2 0,1-1-1 16,-1 2 1-16,6-3-1 0,2 1 4 0,1-2-6 16,3 0 2-16,3-2-3 0,-6 3-2 0,6-3 3 15,-1 2-1-15,1 2 1 0,-7 7-3 0,7-7 3 16,0 1-2-16,0 3 3 0,0-3-3 0,2 3-5 16,0-6 3-16,0 1-4 0,2 1 0 0,0 0 14 15,2 0-6-15,7 1 9 0,11 4-8 0,0-3 3 0,4-4-3 16,2 0 1-16,-2-2-7 0,-2-2 7 0,0 0-2 15,-7 2 3-15,2 0-4 0,-5 0-2 0,-1 0 3 16,-3 2-3-16,1 0 1 0,-6-2 7 0,3 2-4 16,-4-1 6-16,-1 1-5 0,1 2 7 0,0 0 0 0,-2-1 2 15,1 7 4-15,-1-1 5 0,-2 0-2 0,0 4 2 16,-2-2-5-16,-3 2-7 0,-5 4 1 0,7-4-4 16,-20 0-2-16,1 0-4 0,0 0 6 0,0-2-5 15,1 0 6-15,3 1 1 0,-1-5-6 0,1 2 5 16,3 1-10-16,0-5 4 0,-2-3 3 0,2 4 0 15,0-3 3-15,8 1-8 0,0 3 1 0,1-3-3 16,2-2 4-16,1 0 2 0,3 0-8 0,0 0 6 16,-4 1-15-16,2 1-6 0,0 0 5 0,0-1-6 0,2 1 5 15,0 0-5-15,2-2 6 0,0 0-4 0,2-1 9 16,7 3 5-16,2 0 2 0,2-1 2 0,-2-1 5 0,-2 0-6 16,0 0 0-16,-2 0-2 0,1 2 1 0,-3-1 3 15,0 3 1-15,-3 1 0 0,-2 8 2 0,2 6 0 16,9-3 0-16,-2 4 0 0,-4 1 1 0,-1 1 1 15,-3 0-4-15,-1 2 4 0,-2 0-2 0,0 0 0 16,0-2 4-16,0 2-3 0,0 0 6 0,0 0-2 16,0 0-3-16,0 0 1 0,0-2-2 0,-2 0-1 15,1 1 7-15,-1-1-4 0,0 0 7 0,-2-2-8 0,0-1 2 16,1-1-2-16,-1-1 7 0,0-6-5 0,1-2 0 16,-1-2-1-16,0-2 9 0,2-1-12 0,-3 3 2 15,3-5-5-15,2-2-3 0,-2-2 0 0,-5 5-5 16,3-3-3-16,0 0-54 0,1 0-58 0,-1-2 9 15,0 0-29-15,2-2-47 0</inkml:trace>
  <inkml:trace contextRef="#ctx0" brushRef="#br0" timeOffset="148958.45">30631 7866 726 0,'0'-2'10'0,"0"1"-2"16,0-3 5-16,-2-5 9 0,2 5-9 0,0 2-5 0,-2-2-4 16,0 2-6-16,2 1 2 0,0-1-5 0,-2 2 0 15,0 2 0-15,1 3 1 0,-11 30 2 0,1 1-3 16,-2-5 3-16,0 1-4 0,0-4 6 0,2-4 12 16,0-4-4-16,2 1 6 0,-1-5-4 0,3-1 2 15,0-2 4-15,1-4-3 0,0 3-1 0,3-7-2 16,-1 3 2-16,0-3 0 0,1 1-2 0,-1-1-2 15,2-1-5-15,2-2 4 0,0 0-6 0,-2-2 5 16,0 0 0-16,-1 3 2 0,1-3 5 0,-2 2-1 0,0 0 1 16,1 0-1-16,-1-2-5 0,2 0 3 0,0-2-2 15,2-2 1-15,0-3-8 0,2-19-2 0,4 2 1 16,5-4 0-16,0 2 7 0,4-4-3 0,-2-1-5 16,3-1 1-16,-1-1-6 0,0 5 4 0,4-2 1 0,-3 2 0 15,1 1-4-15,0 1 5 0,-13 7 0 0,18 0 2 16,2 3 0-16,-2 5-8 0,0-4 1 0,-1 5-3 15,-1 7 16-15,-1 1-11 0,-4-9 7 0,-2 5-7 16,-2 4 14-16,-6 2 3 0,1 0-4 0,-4 0 5 16,2 4 5-16,9 18-1 0,-4 8-3 0,-5 3-1 15,-4-7-9-15,-4 2 3 0,-4-5 4 0,-1 1-3 0,-2-2 2 16,0-2 2-16,-2-1-6 0,9-8 3 16,-9 2-9-16,2-2-1 0,-2-1 5 0,6 1-4 0,1-4 4 15,2 2-1-15,-1 2-3 0,1-1 1 0,-3 1-9 16,3-4 6-16,0 4 1 0,-1-3 3 0,-1 1-2 15,1 0 1-15,3-1-5 0,0-1 3 0,2 1-2 0,0-3-8 16,0 1 0-16,0-1-5 0,2-1-8 0,0 0-20 16,-1-2 4-16,18 0-11 0,-2-1-13 0,1 12-10 15,3-1-6-15,-1-5 1 0,4-1-2 0,0-5 8 16,4-1-23-16,2-1 1 0,3-3-152 0</inkml:trace>
  <inkml:trace contextRef="#ctx0" brushRef="#br0" timeOffset="149241.98">31453 8018 74 0,'0'0'44'0,"0"0"12"0,0 0 32 16,-2 0 6-16,0 0-39 0,1 0-15 0,-3-1 4 15,-2-1-8-15,-5-2 1 0,-4-2 11 0,2 1-8 0,-2-1 9 16,-5-1-10-16,3 1 2 0,1 1-3 0,-1-3 2 16,2 3-4-16,4 1-8 0,-2 0 2 0,2 3-6 15,-2 1-8-15,-6 0 0 0,3 3 1 0,-5 5-1 16,3 3-6-16,1-2 4 0,-4 21-7 0,-1-2 7 15,4 1-7-15,-3-1-8 0,8 2 3 0,2 0-4 16,4-3 6-16,-12 1-2 0,10-4-1 0,7-1-1 16,2-5-6-16,4-5 17 0,3 0 5 0,-3-5 7 0,24-3 7 15,9-3-19-15,5 0 2 0,1 20-7 0,2-11-4 16,1-9 5-16,-7-4-8 0,0-3 6 0,2-4-4 16,-6-1-7-16,2-1 2 0,-3 0-8 0,-5 2-11 0,-1-1-31 15,-2 1-6-15,-7 4-22 0,-2-1-157 0</inkml:trace>
  <inkml:trace contextRef="#ctx0" brushRef="#br0" timeOffset="150819.04">27077 10189 104 0,'0'0'40'0,"0"0"-3"0,0 0 33 15,-2 0-1-15,0-2-2 0,0 0-4 0,0 0-12 16,1 1 4-16,-1-1-9 0,0 0-16 0,0 0-2 16,0 0-8-16,0 0 5 0,0 0-7 0,1 1-12 15,-1-1 5-15,0 0-7 0,0 2 9 0,0 0 2 16,0 0-2-16,2 0 4 0,0-2 6 0,2 0 4 16,0 0-4-16,2 0 2 0,18-3-11 0,6-1-14 15,5 1 9-15,8-1-10 0,2 1 11 0,7 3-7 16,2 0-2-16,-2 0 0 0,2 2-2 0,4-4-2 15,-6 4 4-15,-4 0-2 0,-3 4 6 0,-4 0-7 0,-2 3 5 16,-2-1-4-16,3-3 10 0,-5 3-12 0,0-4 2 16,3 0-4-16,-1 0 11 0,-2-2-6 0,3 0 6 15,-1-2-6-15,2-2 0 0,-5 0 5 0,1-1-7 16,-1-1 7-16,-8 1-7 0,11-5 4 0,-9 7 2 0,-7-1 2 16,3-2-6-16,-7 3 8 0,-4 1-8 0,0-2 9 15,-4 2 1-15,-5 2 29 0,2-2 1 0,0 0 5 16,-1 1-17-16,-1-1-8 0,0 0 0 0,0 0-1 15,0 0-1-15,0 0-9 0,-2-1 0 0,0 1-2 16,0-9 4-16,-2-1-6 0,0-1-4 0,-2-1 2 16,-1-3 4-16,1 2-7 0,0 0 9 0,1-2-9 0,1 3 6 15,0-1 3-15,2 2-6 0,0 0 4 0,0 0-8 16,0 2 3-16,0 1-2 0,0 1 3 0,0 2-6 16,0 3 3-16,0-2-1 0,0 5 1 0,0-1-5 0,2-2 8 15,0 0-1-15,-1 1 3 0,1-1-13 0,0 2 5 16,0 0-3-16,-2 0 5 0,2 0 4 0,0 1-3 15,0-1 0-15,-1 2-1 0,1 0 1 0,0 0-5 16,0 2 6-16,0-1-5 0,0 3 4 0,0 2 0 16,5 10 0-16,-1-1 1 0,-1 0 1 0,3 4-2 15,-1-1-2-15,0 1 2 0,1 1 0 0,-3-3 1 16,3 3 0-16,-1-1 0 0,1-1-4 0,-1 5 4 16,-1-7-1-16,-1 3 3 0,1 0 5 0,-2-6-10 0,-3-2 5 15,3 2-6-15,-2-4 3 0,0 0 7 0,0 1-4 16,-2-7 5-16,0-1-9 0,0 0 3 0,2 2-1 15,-1-1 3-15,1 1-1 0,0-2 0 0,0 0 1 16,0 0-1-16,2 0-2 0,-1-2 4 0,1 0-1 0,0-2 1 16,-2 2-8-16,5-6 7 0,0-3-7 0,3-10 8 15,-1-3-3-15,0 3-6 0,-1-5 4 0,3 2-5 16,2 0 5-16,-2-2 0 0,0 1 0 0,0 1 0 16,2 2 2-16,-2 1-3 0,1 2 1 0,-3 2-4 15,-2 3 11-15,3 2-8 0,-3 1 1 0,0 5-4 16,-3-1 4-16,-2 3-3 0,2 0 3 0,-2 2-3 15,-1 0-5-15,5-4 4 0,-2 2 0 0,-1 1 2 0,1-1 1 16,0 2 4-16,0 0-5 0,-1 0 4 0,1 2 1 16,0-1-5-16,-1 1 4 0,1 2-4 0,2 5 11 15,-1 4-4-15,3 4 0 0,-3-2-2 0,1 0-2 0,-2-2-1 16,-1 0 0-16,1-2 0 0,0 0 9 0,-2-2-9 16,-1 0 3-16,1-1-4 0,0-3-3 0,0 3 3 15,0-4 5-15,0-1-1 0,-2-1 6 0,3 2-3 16,1 0-3-16,2-1 1 0,3 3-4 0,6-2 5 15,1-3-7-15,-1-1 4 0,2-1-5 0,5-7 2 16,-1-1 7-16,10-6-4 0,-5 2-1 0,0 0 2 16,4-4-3-16,-6 6 2 0,4-2-8 0,0 0 8 15,-2 2-7-15,-2 2 8 0,-2 1-3 0,1 1-4 16,-3 1 6-16,4-1-4 0,-2 1 3 0,-1 3-1 0,1-1-1 16,-1 2 0-16,-1 0-3 0,-3 0 6 0,-1 2-2 15,1 0 3-15,-2 0 0 0,-2 0-5 0,2 0 3 16,0-1-4-16,-1-1 8 0,1 0-2 0,-4 0-2 15,-1 2-1-15,-3 0 1 0,-3 0-9 0,-2 0 5 0,0 0-9 16,3-2 0-16,-1 2-38 0,3-2-36 0,-5 2-5 16,2-2-149-16</inkml:trace>
  <inkml:trace contextRef="#ctx0" brushRef="#br0" timeOffset="151457.44">28338 10618 686 0,'0'-2'16'0,"-2"0"1"0,0 0 8 15,0 0-4-15,0-1 0 0,0-1-16 0,0 0-8 16,1 2 3-16,-1 1-5 0,0-1 5 0,0 0 0 15,0 2 1-15,0 0 1 0,0 2 1 0,1 0 7 0,-1 1-6 16,0 7 7-16,-4 10 0 0,1-1-2 0,-3 3 6 16,3 0-5-16,-1 0 1 0,2 1 0 0,1-3-3 15,1 1 3-15,0-1 0 0,0-3 0 0,0 1 0 16,0-3 0-16,2 0 0 0,0-4-1 0,0-3-4 16,0-1 2-16,0 0 1 0,0-1-5 0,0 1 6 0,0-3-6 15,0 0 6-15,0 0 16 0,0-1 0 0,0-1 6 16,2 0 3-16,0 0-24 0,0-2 2 0,0 0-10 15,0-2 3-15,0 0-3 0,-1-2 3 0,3-7-3 16,2-13 2-16,-1 0-8 0,1 0 6 0,-1-2-4 16,1 0 8-16,1 0-6 0,3-2-1 0,-1 4 0 0,4-2 0 15,-2 2 2-15,4 0-4 0,0 3 2 0,-8 1-1 16,16-1-3-16,3 1 5 0,0 3-3 0,-2 4 1 16,-4 4-1-16,2 3-2 0,-1-8 2 0,-4 6 6 15,-4 4-7-15,-2 4 7 0,-4 0-4 0,-1 0 19 0,-3 2-16 16,1 2 0-16,2 3-4 0,3 14 0 0,-5-3 0 15,-4 1 1-15,-4 3-1 0,-3-1 7 0,-5-1-3 16,-1-1 2-16,6-1-3 0,-17-3 9 0,5-4-1 16,-1-2 0-16,3-1-1 0,0-3 2 0,1 1-6 15,3-2 3-15,2-1-5 0,3 1-1 0,4-2-2 16,1 0 2-16,1 2-2 0,0-3 0 0,0 3 1 16,0 0-1-16,-3 3 0 0,3-1-11 0,-2 1 8 15,4-1-1-15,0 1 3 0,0-1-2 0,0-1 2 16,0 1 2-16,2-2 2 0,2 1 13 0,1-3-11 15,14 11 2-15,5-2-5 0,0-5 0 0,4-2-4 0,0-4-5 16,3-2 1-16,-1-2-8 0,0-2-15 0,1-1 3 16,-3 0-10-16,-2-1-18 0,2 1-13 0,-2-1-44 0,-2 3 1 15,-3 1-252-15</inkml:trace>
  <inkml:trace contextRef="#ctx0" brushRef="#br0" timeOffset="151877.57">28926 10642 523 0,'0'0'13'0,"0"0"-1"0,0-2 3 15,0 0-3-15,0 0-3 0,0 1-10 0,0-1 3 16,0 0-1-16,0 2 1 0,0 0-2 0,0 0 0 15,0 0 2-15,0 0-1 0,0 0-2 0,0 2 5 16,0 0 0-16,0-1 3 0,2 1-4 0,0 0 12 16,0 2-3-16,0 0 7 0,-2-1-5 0,3 10 17 15,1 0-9-15,0 2 12 0,-1 2-14 0,-3 0 2 16,0-1 2-16,0 5-3 0,-1-1-18 0,-1-1 9 0,0-1-10 16,-2 1 9-16,2 1-3 0,2-1-5 0,0-4 4 15,0 0-5-15,0-4 6 0,0 2 12 0,0-4 4 16,2 0 2-16,2 1 6 0,-2-7-13 0,0 1-6 0,1 2-2 15,8 3-7-15,8 2 2 0,1-2 8 0,5-1-6 16,-1-3 2-16,0-3 3 0,0-2-8 0,-2 0 6 16,1-4-11-16,-5 1 4 0,-1-1-4 0,-4 0 3 15,-2 1-2-15,-2-1-1 0,-1 0 1 0,-5 2-2 16,3-1-6-16,-4 3 2 0,0-8-8 0,7-3 2 16,-2-2-37-16,-1 0-83 0,0 2 1 0,-3 0-39 15,1-2-93-15</inkml:trace>
  <inkml:trace contextRef="#ctx0" brushRef="#br0" timeOffset="152080.59">28891 10787 995 0,'-2'-2'17'0,"0"0"25"0,0 0-23 0,0 0-26 16,1 1 5-16,1-1-11 0,0 0 13 0,1 0-3 15,1 0 0-15,0 2-1 0,28-11 8 0,1 2-3 16,-1 3 3-16,2 2-4 0,-3 1 0 0,3 1-4 0,-4 0-3 16,-2 2 0-16,-6 0 6 0,-3 0-11 0,-2 0 0 15,-6 0-7-15,0 0-11 0,-3 0-22 0,-2 0-12 16,-2 0-15-16,1 0-141 0</inkml:trace>
  <inkml:trace contextRef="#ctx0" brushRef="#br0" timeOffset="152263.72">29023 10705 754 0,'0'0'27'0,"0"-2"-7"16,0 0 27-16,0-1 2 0,0-1-5 0,7-11-20 16,-3 2-19-16,29-2 3 0,8 2-8 0,-6 0-1 15,1 4-17-15,-3-2-8 0,-1 5-3 0,-3 1-27 0,-1 1-254 16</inkml:trace>
  <inkml:trace contextRef="#ctx0" brushRef="#br0" timeOffset="157030.37">30064 8715 64 0,'0'0'0'0,"0"0"5"0,0 0 58 0,0 0-4 0,0-2 7 15,0 2-14-15,0-2-1 0,0 0-30 0,0 0 16 0,-1 0-18 16,1 2 12-16,0 0 1 0,-2 0-9 0,2 0 8 16,-2 0-5-16,0 0 5 0,2 0-2 0,-2 0 1 15,0 0 2-15,2 0-3 0,-2 0 7 0,1 0-6 16,1-1 5-16,-2-1 2 0,0 0-8 0,0 0 6 16,0 0-10-16,2 0-11 0,-2 2 5 0,0 0-6 15,1 0 8-15,-1 0-15 0,0 0 7 0,0 0-9 16,0 0 7-16,0 0-6 0,0 0-2 0,1 0-1 0,-1 2-5 15,0 0 3-15,0 0 1 0,0 0 3 0,0 0 2 16,0 1-6-16,1 1 5 0,-1 0-5 0,0-1 3 16,-4 7-1-16,1 1-2 0,1-4 1 0,0 3 5 0,2-3-1 15,1 0 2-15,-1 5-1 0,2-3-6 0,0 2 4 16,0 0-5-16,0-3 5 0,2 1-5 0,-2-4 4 16,1 1-2-16,3 1 3 0,-2-1-3 0,0-2 0 15,0-1 5-15,0 1-3 0,-2-2 3 0,1-2-2 16,7 2 2-16,-1 3-1 0,3 1 3 0,-3-2 0 15,4 1 0-15,-2-1-1 0,4 0-6 0,-1-2 3 16,-1-2-3-16,-2 0 4 0,2 0-7 0,0 0 6 16,0 0-2-16,0 0 5 0,2-2-4 0,-3 0 1 0,-1 0-3 15,0 0 2-15,1 0-10 0,-3 0 10 0,4-1-4 16,-3 1 5-16,1-2-3 0,-2 0-3 0,1 1 2 16,-1-1-2-16,-1 0 5 0,1 1-1 0,1-1 1 15,-5 2-2-15,1 0 2 0,0-7 1 0,3 0-2 16,-1 1 0-16,1-3-1 0,-3 4-1 0,-2 1 4 0,0 0-3 15,-2 5 1-15,0-3 5 0,1-5-7 0,-1 3 7 16,0-1-6-16,0 1 8 0,0 4 0 0,0 0 1 16,0 0-8-16,-1-1 2 0,-1-1-3 0,0 0 2 15,-2 1 5-15,2 3-7 0,-11-8 8 0,0 1-8 16,0-1 9-16,-2 1 3 0,-1-1-8 0,1 5 5 0,-2-1-13 16,2 2 4-16,-1 2 1 0,-1 0 2 0,-2 2-1 15,4 0-3-15,1 2-6 0,2-1 0 0,1 3-10 16,0 1-27-16,2 1-3 0,0 8-14 0,-1 7-51 0,1-1-71 15,-4 2-20-15</inkml:trace>
  <inkml:trace contextRef="#ctx0" brushRef="#br0" timeOffset="157918.43">29576 9833 83 0,'0'0'27'0,"-2"0"22"16,0 0 18-16,0 0 10 0,1-2-15 0,-1 0-8 15,0 0 1-15,0 0-6 0,0 0-12 0,0 0-5 16,0 1-3-16,1-1 0 0,-1 0 3 0,0 0-5 0,0 0 6 16,0 0-7-16,0 0-4 0,0 1 5 15,1-1-11-15,-1 0 8 0,0 0-22 0,0 2 6 0,0 0 2 16,0 0 1-16,0 0 4 0,1 0-7 0,-1 0-4 15,-2 0 0-15,0 0-2 0,1 0 4 0,-1 2 6 16,0 0-3-16,-1 0 3 0,-3-1-1 0,1 1-5 0,-1 2 5 16,1 0 4-16,1-1-7 0,1 1 5 0,1-2-6 15,2-2-2-15,0 0 1 0,0 6-1 0,-1-1 1 16,-1 1 1-16,0-1-5 0,1 1 1 0,-1 1-3 16,2 1 0-16,0 1 0 0,0 0-1 0,2 1 1 15,0-1 2-15,0 2 2 0,2 0-3 0,0-2 2 16,2 2-3-16,-1 1-2 0,1-3 4 0,0 0-2 15,0 2 4-15,-1-1-5 0,1 1 1 0,2 0-3 0,-3-4 6 16,-1-3 5-16,2 2-8 0,-4-5 6 0,2 3-9 16,1-2 3-16,3 0 6 0,3 0-1 0,6 9-3 0,6 0-2 15,-1-4 1-15,-1-3 0 0,-6-4 10 0,-4 0-10 16,8 0 0-16,-6 0-2 0,5-4 7 0,1 1-8 16,-4-1 4-16,-2 0-5 0,-3 2 3 0,-1-1 0 15,4-3 0-15,4-1 2 0,-7 3 8 0,-1 0-12 16,-1 1 7-16,-3 1-8 0,3-2 9 0,-1 0-6 15,1 2-2-15,-2-7 1 0,-2 0 10 0,-1 0-6 16,1 1 3-16,6-1-6 0,-3 0 0 0,1-1 4 16,-2 1-1-16,-3 2 2 0,-1-1 1 0,0 3 5 15,0-1 0-15,0 0 0 0,-1 1-9 0,-1-1 0 0,0 1 0 16,0 1 1-16,0-1 2 0,-11 1 4 0,2-2-5 16,-2 3 4-16,-2-1-3 0,-3 0-6 0,1 0 7 15,2 3-6-15,-2-3 7 0,8-4-7 0,-6-1 1 0,0 2-1 16,4 3 4-16,2 2-4 0,0 0-6 0,1 2 0 15,3 0-16-15,-1 0-20 0,2 0-21 0,1 2-12 16,-1 0-196-16</inkml:trace>
  <inkml:trace contextRef="#ctx0" brushRef="#br0" timeOffset="161594.17">30551 9049 8 0,'0'0'9'0,"0"0"6"0,0 0 22 0,0 0 3 0,0 0-3 16,0 0-9-16,0-2-6 0,0 0-8 0,0 0 8 15,0 1-10-15,0-1 1 0,0 0 1 0,0 2-3 16,-2-2-12-16,2 2 1 0,0 0 0 0,0 0 2 15,0-2 1-15,0 0-4 0,0 2 2 0,0 0-1 16,0 0 5-16,0 0 11 0,0 0-7 0,0 0 10 16,0-2-9-16,0 2-5 0,-2 0 4 0,0-1-4 0,0 1 4 15,1 0-1-15,-1-2-5 0,0 2 4 0,0 0 1 16,0-2 3-16,0 2 0 0,0 0 2 0,1-2 6 16,1 2 5-16,-2-2-1 0,2 0 2 0,-2 0 0 0,0 1 1 15,0 1-2-15,2-2 2 0,-2 2-2 0,0-2-10 16,2 2 1-16,0 0-7 0,0 0-9 0,0 0 1 15,0 0 0-15,0 0 2 0,0 0 7 0,0 0-7 16,0 0 5-16,0 0-7 0,0 0-1 0,0 0 2 16,0 0-1-16,2 0 4 0,0 0 6 0,0 0-10 15,2 0 4-15,-1 0-5 0,7 0 15 0,6 0-11 16,-3 0-2-16,2 2-3 0,8 1-4 0,-5 1 3 16,4 2 3-16,1-1 0 0,-7 1 0 0,1-1 8 15,0 1-6-15,-2 0 5 0,-2-1-6 0,1 1 2 16,1-1 3-16,2 3-2 0,-2-3 2 0,0 1 3 0,1-1 0 15,-1-1 1-15,2 0 10 0,-2 0-11 0,2-1 6 16,-4-1-9-16,0 0-5 0,0 0-1 0,-2 0 4 16,-4-2-3-16,1 0 2 0,-1 2-2 0,-1-2-2 0,-1 0 1 15,1 1 1-15,-3 1-2 0,1 0-3 0,0 0 0 16,0 0 0-16,-1 0-1 0,1 0-14 0,-2-1 2 16,0 1-48-16,0 0-126 0</inkml:trace>
  <inkml:trace contextRef="#ctx0" brushRef="#br0" timeOffset="162055.47">30025 10050 88 0,'0'0'45'0,"0"0"-13"0,0 0 47 16,0 0-9-16,0 0-9 0,-1-2-5 0,-1 0-9 15,0 0 2-15,2 0-19 0,0 2-22 0,0 0 9 0,0 0-12 16,0 0 9-16,0 0-8 0,0 0-6 0,0 0 1 16,0 0-2-16,2 0 3 0,0 0 8 0,-1 0-3 15,3 2 4-15,5 0-2 0,10 2-4 0,1-1 3 16,6 3-10-16,0-2 12 0,2 1-7 0,0-1 8 16,-2 0-11-16,2-1 5 0,5 3 1 0,1 1 1 15,-5-1 10-15,1 1 14 0,-8-1-1 0,-3-2 4 16,5 1-1-16,-5 1-17 0,-3-1 7 0,5 1-11 0,-3 0-4 15,-1-1-6-15,-4-1 2 0,0 0-3 0,-4-1-4 16,6 3-12-16,0-2-51 0</inkml:trace>
  <inkml:trace contextRef="#ctx0" brushRef="#br0" timeOffset="170361.83">30360 8980 256 0,'0'0'-70'15,"0"0"43"-15,-2 0-15 0,0 0 7 0,0 0 54 16,0 0-3-16,0 0 12 0,0 0 0 0,1 0 8 0,-1 0 15 16,0 0 18-16,0 0-8 0,0 0 8 0,-2 0-24 15,1 0-7-15,-1 0 0 0,0 0-5 0,1 0-12 16,1 0-4-16,0 0 5 0,0 0-2 0,0 0 7 0,0 0-6 16,0 0-5-16,1 0 2 0,-1 0-6 15,0 0-2-15,0 0-5 0,2 0 4 0,0 0 4 0,0 0-10 16,0 0 3-16,0 0-6 0,0 0 2 0,2 0 0 15,0 0 0-15,0 0 0 0,-1 0 3 0,3 0 0 16,0 0 2-16,-2 0-3 0,11 0-4 0,-2 0 4 16,0 0-2-16,6 2 4 0,-2 0 7 0,5 2-9 15,-3-2 8-15,-4-1-9 0,9 3 1 0,2 2-3 16,0-1-1-16,4 3 0 0,-6-3-2 0,1 1 2 0,-3-1 0 16,-5-1 3-16,4 2-1 0,-1-1-3 0,-3-1 1 15,0 0-2-15,0-1 3 0,-6-1 12 0,0 0-6 16,-1 0 7-16,-1 0 3 0,2 0-6 0,1 0 6 15,-1-1-8-15,-2 1 0 0,-1 0 4 0,-1 0-3 16,1-2 3-16,0 2-12 0,-3-2-1 0,1 0 5 0,-2 0-2 16,2 0 1-16,-1 0 0 0,-1 0-4 0,2 2 2 15,0 0-2-15,-1-1-4 0,1 1-9 0,-2 0 1 16,0 0-35-16,0 0-50 0,-1 0 1 0,1 0-25 16,0-1-87-16</inkml:trace>
  <inkml:trace contextRef="#ctx0" brushRef="#br0" timeOffset="171376.67">29682 9782 325 0,'0'0'26'0,"-2"-1"-7"0,0-1 23 16,0 0-5-16,0 0-22 0,1 0-12 0,-1 0-3 15,-2 0 0-15,2 1-3 0,0-1-3 0,-1 0 6 16,-3 2-4-16,-16 0 14 0,3 0 4 0,-1 2 1 0,-6 1 0 16,3 1-8-16,3 2 18 0,0 1 3 0,-1 2 5 15,-1 3 4-15,0-1-8 0,7-2 0 0,0 2-1 16,0-7-2-16,4 11-2 0,2 1-6 0,3-1 4 15,2 0-8-15,3 0 6 0,-11 2-2 0,7-6 4 16,1 0 4-16,2 0-1 0,2-2 3 0,0-1-2 16,2-1 2-16,0-3-4 0,4 0 1 0,21 12-3 15,-1-5-6-15,2-3 3 0,4-4-4 0,-3-4 3 0,5-2-8 16,-1-2-2-16,3-2 0 0,-7 1 1 0,-5-1 9 16,-3-1-9-16,-3-1 7 0,5-3-7 0,-5 2 7 0,-3 0-9 15,-2 1 2-15,-9 6-4 0,3-5 3 0,-3-6-1 16,0-2 0-16,-2 0 0 0,7 2 7 0,-2 0-14 15,-1 2 8-15,-1-2-8 0,-3 2 7 0,-2 0 5 16,0 2-4-16,-2 3 3 0,1 2-12 0,-1 1 6 16,-15 1-3-16,2 0 6 0,-7-13-7 0,1 6 1 15,7 5 1-15,-14 0-1 0,0 4 4 0,4 2-8 16,-6 6 2-16,10-1-2 0,3 1 7 0,-4 3-5 16,3 0 0-16,3 0 0 0,2-7-2 0,4 11-3 0,5-1 5 15,0 3-3-15,2-4 7 0,-9 2-6 0,6-4 0 16,-1 0-2-16,4 0 11 0,2-3 1 0,0-1 2 15,0-3-1-15,0-2 8 0,2-2-3 0,24 16 1 16,6-4-3-16,-4-9-9 0,1-3 11 0,3-3-7 0,-2-5 8 16,-1-1-12-16,-3-2-1 0,-3 0 1 0,-7 1-1 15,-1 1 3-15,-4 2 6 0,-3 1-3 0,-8 4 4 16,9-11-8-16,-3 4 4 0,-3-2-5 0,-1 2 3 16,-2 1-9-16,0 1-2 0,-2-1-8 0,-1 3 2 15,-7 1-25-15,-10 0-35 0,-4-1-2 0,1 3-16 16,-1-2-49-16,4 2-63 0,5-1-19 0</inkml:trace>
  <inkml:trace contextRef="#ctx0" brushRef="#br0" timeOffset="171878.51">30218 8694 58 0,'0'0'47'0,"0"0"-7"0,0-2 68 0,0 1-2 0,0-3 6 15,0 2-13-15,0-7-19 0,0 1 4 0,0 1-11 16,0 1-15-16,-1-1-22 0,-1 1-6 0,2 4-5 16,-2-1-13-16,0 1-5 0,0 0 3 0,-2 2-6 15,-7 2-4-15,-4 5 6 0,-3 1-4 0,3 20 5 16,0-2-4-16,0-2-1 0,4-2-1 0,2-3 1 16,1 1-2-16,3-3 3 0,1-4 6 0,-5 0-3 0,2-2 1 15,1-2 4-15,2 0 2 0,2-3 4 0,1 1 13 16,1-5 0-16,0 2-4 0,1 0 2 0,1-1-12 15,0-1 3-15,2 0-4 0,11 2 4 0,3-4-5 0,-1 0-7 16,0-2 1-16,-6-2-3 0,0-1 1 0,-2-1 7 16,-1 1-2-16,-3-7 4 0,-1-2 2 0,7-1-2 15,-4 0-1-15,-3 4-1 0,0-4-3 0,-2 4 2 16,-2 1-6-16,-2-1 3 0,2 9-10 0,-2-1 0 16,-2-1-3-16,1 4-4 0,-12-2-43 0,2 4-204 15</inkml:trace>
  <inkml:trace contextRef="#ctx0" brushRef="#br0" timeOffset="177253.18">30126 8878 55 0,'0'0'0'16,"0"0"8"-16,0-2 85 0,1 0-11 0,1 1 8 0,0-1-35 15,0 0-7-15,0 0-1 0,0 0-3 0,0 0 6 16,-1 0-6-16,-1 1-16 0,0-1 4 0,0 0-7 16,0 0-3-16,0 0 3 0,0 0-9 0,0 0 7 15,0 1-1-15,0-1-4 0,-1 2 7 0,-1 0-6 16,0 0 13-16,0 0-7 0,0 0 2 0,0 0-4 0,0 0-3 16,1 0 6-16,-1 0-5 0,0 0 5 0,2 2-4 15,0-1 6-15,0 1-3 0,2 0 4 0,0 0 0 16,1 0-11-16,10 3-2 0,10 3-5 0,1 1-9 0,4-1 5 15,-1-1 1-15,-1-1-1 0,8 1-3 16,-1 0 0-16,-1-1-2 0,3 1 1 0,-11-1-2 0,8 1 0 16,-4 1-1-16,0 1 0 0,-1 0-2 0,-6-1 3 15,3 1 2-15,-5-1-1 0,1 1-2 0,2 0 3 16,-1 0-5-16,-1-1 2 0,0-1-2 0,1 1 5 16,1-1 0-16,0 1 2 0,4-3-3 0,2 1 8 15,-2-3-4-15,4-1 5 0,0 0-11 0,1-2 1 16,6 0 4-16,2 0-3 0,2-2 2 0,-4 0-2 15,-3 1-2-15,-1-1 0 0,-7 2-7 0,-9 0 9 0,7 0-3 16,-7 0 6-16,0 0-3 0,5 0 4 0,-9 0-5 16,-2 0 4-16,-5 0-3 0,1 0-1 0,0 0 3 15,3 0-4-15,-5 0-4 0,1 0 5 0,-3 0-1 0,1 0 3 16,2 0 3-16,-3 0-8 0,1 0 2 0,-2 0-5 16,2 0 11-16,-2 0-6 0,-1 0 7 0,3-2-7 15,0 0 6-15,0 0-6 0,-1 0 1 0,1 0-1 16,-2 1 4-16,0-1 1 0,0 0-3 0,-1 0 0 15,1 0-5-15,0 0 3 0,0 0-1 0,-2 1 1 16,0-1 1-16,0 0-1 0,0 0 5 0,0 0-4 16,0-2 5-16,0 1-2 0,0-1-2 0,-2 0 1 15,0 1-7-15,0-1 3 0,1 0 0 0,-1 0 1 0,0 1 6 16,0-1-7-16,-2 0 1 0,2 4-1 0,-7-5 8 16,-8-3-5-16,6 5-2 0,-5-1 0 0,-5 2 0 15,5 2 1-15,-5 0 2 0,10 2-2 0,2 0 3 0,3 0-7 16,4-2 3-16,-1 1-6 0,-1 1 4 0,0 0 5 15,0 2-1-15,3 0 3 0,-1-1-5 0,0 1 14 16,0 0-4-16,2-1 8 0,0 1-10 0,2-2-1 16,0-2 0-16,29 11-1 0,1-5-6 0,3-4 3 15,-5-2-3-15,-1-2 2 0,-1-2 2 0,-4-2-3 16,1 1 0-16,-5-1-1 0,-3 3 6 0,-6-1-1 16,-2 0 1-16,-3 2-2 0,-1 0-1 0,-3 2 6 15,2-1-2-15,0-1 1 0,-3 0-20 0,1 0-33 0,0 0-18 16,-2 0-7-16,0 0-79 0,-2 2-218 0</inkml:trace>
  <inkml:trace contextRef="#ctx0" brushRef="#br0" timeOffset="178202.79">29635 9842 311 0,'0'0'42'0,"0"0"-5"0,0 0 12 0,0 0 4 16,-1-2-17-16,-1 0-27 0,0 2-11 0,0 0-4 16,0 0 0-16,0 0 12 0,0 0-8 0,2 0 5 0,0 0-6 15,0 0 4-15,0 0 7 0,0 2 2 16,-1 0 3-16,-1 0 12 0,0 0-1 0,0-1 4 15,-2 1-2-15,1 0 12 0,-1 2-10 0,0 0 4 0,0-1-5 16,3-3 10-16,-3 2-6 0,2 2 1 0,0 0 0 16,-2 1 24-16,1 1-9 0,1 1 12 0,2-1-10 15,0-1 1-15,4 1-11 0,27-3-9 0,16-1 2 16,3 24-18-16,4-13-10 0,3-7 3 0,-1-4-6 16,0-2 4-16,-6 0-5 0,2 0 0 0,-6 0-3 15,2 2 1-15,-1 1 2 0,-3 5 1 0,1-1 1 0,3 2 2 16,-5 1-5-16,0 1-2 0,-8 0 0 0,0 0 9 15,-3 2-3-15,-3 0 1 0,1 0-3 0,-9-4-1 16,-1 3 0-16,-1-3 1 0,-3 0-1 0,-1 0 3 0,-2-1 2 16,-2-3 0-16,-1 1 0 0,1 0-3 0,-4-3-2 15,0 1 0-15,-1-2-1 0,0 0 7 0,-1 0-2 16,1-1-1-16,-4-1 0 0,3 2 1 0,-1 0-2 16,0 0 5-16,-1 0-5 0,1 0 4 0,0 0-3 15,-1-1 0-15,-1-1-1 0,0 0 8 0,0 0-4 16,0 0 2-16,0 0-5 0,0-1-6 0,-1-1 6 15,1-2-2-15,-2 2 5 0,6-11-4 0,-2 0-2 0,-1-2 0 16,1 2-1-16,-2 0 7 0,0 0-4 0,0 0 2 16,-1 2-3-16,1 0-1 0,-2 2 1 0,0 1-1 15,0 1 1-15,0 1 1 0,0 4 0 0,0-1 0 16,0-1-1-16,-2 0 4 0,1 1-7 0,-1 1 4 0,0 0-5 16,0 0 8-16,0 0-2 0,-2 2-5 0,-1 0 2 15,-6 2-5-15,0 2 7 0,1-1 0 0,-1 3 2 16,0 1-4-16,2 1-5 0,-2-3 3 0,5 10-4 15,-5-2 5-15,7 4-5 0,2-4 3 0,-1-2-4 16,-8 6 11-16,5-8-6 0,2 6 2 0,2 0-4 16,2-2 4-16,0 0 1 0,0-4 3 0,2-1-3 15,0-3-1-15,0-1-3 0,5 1 3 0,12 8 0 0,-4-5 7 16,3-3-5-16,1-3 2 0,-1-2-3 0,1-3 10 16,-2-3-7-16,-1-1 1 0,-3-1-2 0,0 1 7 15,-3 1-1-15,-3-14 1 0,-1-1-3 0,-3 3-3 16,-1-1 8-16,11 1-6 0,-3-1 6 0,-5 2-13 0,-3 1 3 15,-2 3 4-15,0 0-1 0,-2 3 0 0,0 3-5 16,-1-1-1-16,1 5-3 0,2 1-19 0,-17-9-68 16,0 1-9-16,2 5-24 0,1 1-89 0</inkml:trace>
  <inkml:trace contextRef="#ctx0" brushRef="#br0" timeOffset="178905.45">31284 9004 273 0,'-2'0'47'0,"1"-1"61"0,-1-1-32 0,2 0-20 0,0 0 0 15,-2 0-9-15,0-2-14 0,0 1-1 0,2 1-3 16,0-6 2-16,0 1-11 0,0 0-3 0,0 1 0 15,0 2 0-15,0 1 7 0,0-1-15 0,0 2 5 0,0-2-8 16,0 1 2-16,0-1 0 0,0 2 0 0,0 0 1 16,-2 0 15-16,0 0-12 0,1 2 3 0,-1 0-5 15,0 2 11-15,-2 0-10 0,-7 4 3 0,-2 3-6 16,9-7 10-16,-9 5-10 0,8 4 6 0,-1 1-8 16,1-3 4-16,-5 2-3 0,5-2 1 0,1 1-1 15,0-1-6-15,2 0 6 0,2-1-4 0,0-1 5 16,2-1-2-16,0-3 3 0,9-1-1 0,13 0 0 0,1 15-2 15,1-6-3-15,-4-4 3 0,-2-3-3 0,8-2 0 16,-4-2 5-16,-3-2 2 0,1-2 1 0,-2-3 12 16,-1-1-3-16,-2-1-4 0,-3 0 2 0,-2 1-3 0,-3 5 9 15,-4-14-7-15,-3 0 6 0,9 2-9 0,-1-1-2 16,-5 1 1-16,-3 2-3 0,-2 0 3 0,0 0-7 16,-2 2 5-16,-3-2-6 0,-1 3 3 0,4 5-6 15,-22 1-7-15,2-11 1 0,0 6-16 0,1 5-27 16,-1 4-8-16,5 2-10 0,-5 4-56 0,-2 3-45 15,2 2-21-15</inkml:trace>
  <inkml:trace contextRef="#ctx0" brushRef="#br0" timeOffset="179436.42">30703 9968 247 0,'0'0'66'0,"0"-2"73"0,0 0-24 0,-2 0-36 16,0 1-2-16,1-1-12 0,-1 0-22 0,0 0-26 15,0 0-1-15,0 0-7 0,0 0 5 0,0 2-3 16,-1 0 0-16,-1 2-2 0,-3 2-2 0,-3 0-4 16,-3 16 3-16,-2 2-3 0,2-3 3 0,6 5-2 15,0-2 1-15,-8 1 0 0,4-1 1 0,3-3-3 0,4-1 4 16,1-5-1-16,1 4 19 0,2-6-8 0,0-2 4 15,0 2-3-15,0-3 11 0,4 1-4 0,-1 0-1 16,3 1 0-16,-2-5-2 0,7 1-3 0,4-2-1 16,-1 7-1-16,3-2-9 0,-2-2 4 0,0-1-1 15,0-2 2-15,0-2-8 0,-1-2 6 0,1 0-7 0,-2-2 6 16,0-2-3-16,0-2 0 0,-2-1 5 0,0 5-4 16,-1-20 5-16,-3-2-1 0,-1-2-2 0,-4 5 0 15,-1 1-5-15,12 1 6 0,-3 1 3 0,-5-1 0 16,-1 1-5-16,-4 5 3 0,0-4-6 0,0 6 5 15,-2 1-10-15,-2 1 1 0,3 5-3 0,1 3-1 16,-2-1-25-16,-13-9-47 0,0 3-11 0,0 3-18 16,2 3-87-16</inkml:trace>
  <inkml:trace contextRef="#ctx0" brushRef="#br0" timeOffset="180894.19">31048 10369 631 0,'-1'0'40'0,"-1"-2"-4"0,0 0 36 0,-2 1-9 16,0-1 0-16,-1-2-36 0,-3 0-4 0,-1-1 0 0,-2-1-3 16,-2 1-5-16,2 1-5 0,-4 0 4 0,2 2-4 15,-2 2-4-15,-2 0 5 0,-3 2-3 0,0 2 5 16,-5 3 3-16,-1 4 8 0,0 2-3 0,-3 6 4 15,-5 0-3-15,-1-1-10 0,-2-1 6 0,0 0-8 0,2-1 4 16,1-1-7-16,4 0 5 0,3-2-3 0,2-2 7 16,-1 0 2-16,13-5-8 0,-5 3 7 0,3-3-4 15,9-5-8-15,-10 7 0 0,12-6-4 0,0 0-3 0,1 1-4 16,1 1 2-16,0 0-3 0,0-1-4 0,2-1 8 16,0 6-3-16,4 1 5 0,1 0 7 0,5-1-7 15,14-1 2-15,7 1-4 0,-3-3 3 0,6 3 6 16,-1-3-3-16,0-1 3 0,1 1-7 0,-4-3-48 15,-3 17-15-15,-1-8-20 0,-2-4-135 0</inkml:trace>
  <inkml:trace contextRef="#ctx0" brushRef="#br0" timeOffset="181538.46">31836 8486 323 0,'0'-1'62'15,"0"-1"82"-15,0 0-59 0,0-2-19 0,0 0-10 16,0-5-1-16,0-2-18 0,0 4-10 0,0-3 9 0,0 1-11 16,2 0 1-16,-2 1-3 0,0 1-6 0,0 1 5 15,0 1 3-15,0-1-2 0,0 2 1 0,0 3-3 16,0-3-2-16,0 2-6 0,0 0-2 0,0 0-1 15,-2-1-6-15,0-1 6 0,-2 2-2 0,-18-4 2 16,-6 5-2-16,0 2-2 0,-5 5 4 0,-3 3-2 16,1 1 12-16,0 1-4 0,-2 0 3 0,1 0-4 15,1 0 0-15,4-2 1 0,1-1 1 0,6-1-1 16,5-1-12-16,4-1 0 0,8-1-5 0,-2 2 2 0,7-6-7 16,-4 5-6-16,4 12 0 0,-11 2-2 0,2 5 0 15,6 0 7-15,3-2 2 0,2 2-1 0,0-3 2 16,5 6 4-16,1-1 0 0,3 0 1 0,2-1 1 0,0-5-3 15,2 0 6-15,-7-1-4 0,16 0 14 0,2-5-9 16,2 1-14-16,4-2-1 0,-2-2-87 0,4 2-334 16</inkml:trace>
  <inkml:trace contextRef="#ctx0" brushRef="#br0" timeOffset="188208.27">18244 14096 155 0,'0'0'0'0,"0"-2"94"0,0 0 21 0,2 0 18 15,0 0 8-15,0-2-86 0,0 1-13 0,0-1-20 16,1 0-1-16,5-1-1 0,1-1-1 0,0 2 12 16,1 1-2-16,1 1 6 0,-4 2 11 0,1 0-11 15,-1 4 10-15,-5-4-11 0,4 13 5 0,-5 7-5 0,14 0-5 16,-5 1 2-16,-3-3 1 0,-1-1-7 0,-1 0 5 15,-1-8-7-15,0 0-5 0,-3-3 5 0,-1-4 5 16,13 7 0-16,12 0 16 0,6-7 5 0,6-9-8 16,10-12 5-16,8 16-29 0,12-36-2 0,15-8-5 0,20-5 2 15,9-4-8-15,14-3-8 0,1-6-5 0,13-9-5 16,23-15-47-16,16-19-67 0,8-7-80 0</inkml:trace>
  <inkml:trace contextRef="#ctx0" brushRef="#br0" timeOffset="203721.27">31379 9110 13 0,'0'0'0'0,"0"-2"14"0,-2 1 128 0,0-1-45 15,0 0 5-15,0 0-69 0,1 0-3 0,-1 0-17 16,0 0 4-16,0 1-5 0,0-1 4 0,0 0 14 15,0 0-8-15,1 0 11 0,-1 0 3 0,0 0-8 16,0 1 6-16,0-1-7 0,2 0 4 0,0 0-16 0,0 0 6 16,0 0-9-16,2 2 11 0,0 0-7 0,2 0 2 15,7-2-3-15,15 1 4 0,9-1-5 0,-2 0-3 16,1 2 0-16,3 0-1 0,2 0-7 0,2 0 0 16,0 0-3-16,0 0-7 0,1 2 9 0,7 1 0 15,-1 1 3-15,2 2-9 0,0-1 6 0,-5 1-3 0,1 1 4 16,-3-1 0-16,-4-1-3 0,3 3 2 0,-6-1-2 15,1 3-2-15,-7-1 3 0,-4 0 1 0,0 0 2 16,-2 1 2-16,-6-3-3 0,-1 1-1 0,-2-3 0 16,-4 1 0-16,-2-3-2 0,-1 1 0 0,-1 0 0 15,-1-2 12-15,-1 0-9 0,1 1 4 0,-2-1-6 16,-1 0 11-16,-1-2-10 0,0 0 5 0,0 0-6 16,2 2 14-16,-1 0-1 0,1 0 8 0,0-1-4 0,-2 1 14 15,-1 0-14-15,1 0 3 0,0 0-6 0,0-2-8 16,0 0 1-16,0 0-3 0,-2 0 3 0,0 0-2 15,0 0-6-15,0 0 0 0,0 0 0 0,0 2 7 0,0 0-9 16,0-1 6-16,0 1-6 0,0 0 6 0,-2 2-4 16,0 3 1-16,-4 12-1 0,-1 5 6 0,0 2 2 15,-3 0-2-15,3-2 1 0,-2 2-8 0,-1 2 1 16,1 0 3-16,-2 0 2 0,2-2 4 0,1-6 1 16,-1 0-5-16,1-1 3 0,3-6-5 0,-3 4 0 15,1-4 3-15,1-2-2 0,-1 0 2 0,3-4-3 16,-1 3 4-16,1-5-2 0,-2 3 4 0,5-5-9 15,-3 3-1-15,-2-2-2 0,1-2 4 0,3 3 4 0,-4-3-4 16,3 0 3-16,1 0-7 0,-2 0-1 0,2-2 0 16,2 1 0-16,-4 1-5 0,1 2-12 0,-1 0 3 15,0-1-6-15,2 1-8 0,1-2 0 0,-1 0-5 16,0 0 5-16,0 0 8 0,0-1-4 0,0 1 11 0,0-2-8 16,1 0 15-16,-1 0 0 0,2 0-3 0,0 0 4 15,0 0 7-15,0-2 0 0,0 1 0 0,0-1 1 16,0 0 2-16,0 0 6 0,0 0-3 0,0 0 2 15,0 0-6-15,0 1 1 0,0-1 5 0,0 0-2 16,0 0 1-16,0 0 0 0,0 0-4 0,0 0 3 16,0 1 2-16,0-1 1 0,0 0-2 0,-2 0 0 0,0 0-1 15,0 0 9-15,0 0 0 0,0 2 1 0,1-1-7 16,-1 1-6-16,0 0 3 0,0 0-2 0,0 0 13 16,0 0-12-16,0 0 2 0,1 0-5 0,-1 0 2 15,0 0 0-15,0 0 3 0,0 0-2 0,0 0 8 0,0 0-9 16,1 0-1-16,-1 0-2 0,0 0 1 0,2 0 0 15,0 1 5-15,0 1-5 0,0 0-5 0,0 0 4 16,0 0 2-16,0 0 2 0,0 0 0 0,0-1-1 16,0 1-2-16,0 0 3 0,0 0 3 0,0 0-3 15,0 0 2-15,0 0-2 0,-2-1 1 0,0 1-3 16,0 0-3-16,0 0 2 0,1 0 1 0,-1 0 1 16,0 0-1-16,2-1-1 0,0 1 0 0,-2 0 0 15,2-2 3-15,0 0-3 0,0 0-4 0,-2 0 4 0,0 0-3 16,0 0 4-16,1 0-1 0,1 0 1 0,0 0 3 15,0 0-1-15,0 0-5 0,0 0 0 0,0 0-2 16,0 0 3-16,0 0-1 0,-2 0 5 0,0 2-6 16,0-2 6-16,0 2-10 0,0-2 12 0,0 0-5 0,1 0 8 15,-1 0-11-15,0 0 4 0,0 0 0 0,0 0 2 16,0 0-1-16,0 0 2 0,1 0 1 0,-1 0-1 16,0 0-7-16,0 0-1 0,0 0 0 0,0-2 2 15,2 0 5-15,0 0-3 0,0 0-2 0,0 1-1 16,0-1-3-16,0 0 8 0,0 0 1 0,0 0 1 15,0 2-5-15,0-2-3 0,0 0 5 0,0 1-1 0,0 1 4 16,0-2-1-16,0 0-5 0,0 2 2 0,0-2 0 16,0 2-2-16,0 0 8 0,0-2-7 0,0 0 0 15,0 0 6-15,0 1-9 0,0-1 9 0,0 0-5 16,0 0 0-16,0 0 2 0,0 0-3 0,0 0-1 0,0 1 0 16,0-1 3-16,0 0 0 0,0 0 0 0,0 0 1 15,0 0-2-15,0 0 3 0,0 1-2 0,0-1-1 16,0 0 0-16,0 0 0 0,0 0 6 0,0 0-6 15,-2 0-4-15,2 1 2 0,0-1 3 0,-1 0-1 16,-1 0 1-16,0 0-2 0,0 0-1 0,0 2 2 16,2 0 1-16,-2 0 0 0,2 0-2 0,0 0 1 15,0 0 0-15,0 0 0 0,-2 0 5 0,1-2-9 0,-1 2 4 16,0 0-6-16,2 0 14 0,-2 0-9 0,0 0 4 16,0-1-7-16,0-1 4 0,1 2 0 0,-1 0-2 15,0 0 2-15,0 0 8 0,0 0-12 0,0 0 4 16,0 0-6-16,1 0 11 0,-1 0-6 0,0 0 1 15,2 0-3-15,0 2-3 0,0-1-12 0,0 1 0 0,0 0-4 16,0 0-7-16,0 0 2 0,0 0-5 0,0 0 3 16,0-1-9-16,0 1-2 0,0 0 4 0,0 0-4 15,2 0-7-15,0 0-39 0,-1 0-8 0</inkml:trace>
  <inkml:trace contextRef="#ctx0" brushRef="#br0" timeOffset="204175.36">31682 9732 112 0,'0'0'56'0,"0"0"-24"16,0-2 52-16,-2 1-14 0,0-1-56 0,0 0-9 15,0 0-7-15,0 0-3 0,0 0-57 0,1 0-24 16</inkml:trace>
  <inkml:trace contextRef="#ctx0" brushRef="#br0" timeOffset="204850.69">32110 9756 140 0,'-1'0'51'0,"-1"-1"74"0,0-1-48 0,0 0-27 16,-2 0 6-16,1 0-16 0,-1 0-19 0,-4-1 4 15,-3-3-8-15,-2 0 8 0,-5 1-2 0,3 1-1 16,0 2 6-16,-4 0-4 0,-1 2 8 0,0 0-2 15,-8 2-2-15,4 2 2 0,-2 2-3 0,-2 1-1 16,4 0-2-16,0 3-1 0,-1 1-20 0,5 0 8 16,0-9-10-16,1 18 9 0,2-1-6 0,4 1-5 0,2-1 1 15,0-2-3-15,4 1 1 0,1 1 13 0,0 1-7 16,3 0 9-16,1 5-8 0,-15 1 8 0,6 0 2 16,4 1-1-16,3 1-7 0,4 4 1 0,4 7-1 15,1-8 1-15,6 7-7 0,0-3-1 0,2-7-3 16,6 7 1-16,0-2 3 0,-16-8 1 0,23 1 0 15,2-8 0-15,2-5-2 0,3 0 0 0,1-4-1 0,1-3 0 16,-2-2 3-16,3 16 7 0,4-5 2 0,1-8-1 16,2-3-10-16,-2-4 11 0,-2 0-7 0,-2-2 8 15,2-3-10-15,-6-1-2 0,3-3 3 0,-5-2-3 16,1 0 6-16,-4-2-2 0,1 0 3 0,-3-2-2 16,-1 13 2-16,-1-19 3 0,-4-6-2 0,4 4 4 0,-3 1 1 15,-6-8-11-15,-1-1 7 0,-4-5-7 0,-1-1 11 16,0 2-4-16,-5-2 2 0,0 3-1 0,14-1 6 15,-9 0-9-15,-5 3 0 0,-4-1-1 0,-4 3 6 16,-3 2 6-16,-6 1-3 0,0 2 3 0,11 1-11 0,-24 4 8 16,-2 1-6-16,1 1 5 0,-3 5-7 0,0 2-11 15,-1 1 0-15,-3 8-6 0,-1-18-8 0,-2 9-13 16,-4 9-2-16,2 6-6 0,-2 5-18 0,-5 4-21 16,1 4 3-16,-1 1-14 0,3 3-42 0,6-1-125 15</inkml:trace>
  <inkml:trace contextRef="#ctx0" brushRef="#br0" timeOffset="205408.84">31979 9870 387 0,'0'0'38'0,"0"0"-9"15,0 0 33-15,0-2-4 0,0 0-27 0,0 0-19 16,0 0 3-16,1 0-9 0,1 1-2 0,0 1 0 16,2 0 4-16,0 0-2 0,-1 0 6 0,1 1 1 15,0 1-1-15,-1 2 3 0,5 7-3 0,1 10 5 16,-1 1-4-16,-7 4 5 0,-1 0-4 0,-1 0 10 16,-3 2-2-16,-2-2 5 0,-1 0-9 0,-1-2 10 15,-1 2-2-15,2-4 5 0,1-3-9 0,2-1-5 0,3-3 3 16,-1-6-4-16,-2 4 3 0,4-7-3 0,0-4-2 15,-2 3 2-15,0-1-4 0,2 0 2 0,0-1-3 16,0 1 3-16,0 0 9 0,0-2-8 0,2 0 5 16,0-1-7-16,2-1 3 0,-2 0 3 0,14-5-7 15,7-8 5-15,-5 0-6 0,4 0-3 0,-1-11 1 0,-3 0-2 16,5-4 3-16,-1 2 2 0,0 0-4 0,4 3 2 16,-7 3-5-16,1 1-6 0,-3 3 5 0,-4 3-5 15,-2 2 0-15,-2 1 3 0,-1 3-6 0,-3 1 5 16,-1 3 0-16,-2 1-24 0,0 0-1 0,0 2-14 15,0 0-40-15,-1 0 5 0,1 0-8 0,2-2 7 16,0 0-17-16,-2 2-82 0,-1 0-26 0</inkml:trace>
  <inkml:trace contextRef="#ctx0" brushRef="#br0" timeOffset="205651.95">32370 10118 283 0,'0'0'51'0,"0"0"-6"0,0-1 13 15,0-1 3-15,0 0-17 0,0 0-5 0,0 0-12 16,2 0-2-16,0 0-3 0,0 1-8 0,0-1 4 16,0 0 1-16,-2 0 1 0,0 2 10 0,0 0-3 15,0 0-2-15,0 0-2 0,0 2-2 0,0 2-6 0,0 3 10 16,2 17-10-16,-2 0 1 0,0-1-8 0,-2 6-2 16,-2-6 0-16,-2 1 5 0,-1 2-9 0,1-8 2 15,-1 8-5-15,0-2-10 0,-1-1-19 0,1-3-10 16,1-7-4-16,1 0-51 0,-1 0-159 0</inkml:trace>
  <inkml:trace contextRef="#ctx0" brushRef="#br0" timeOffset="206422.47">32127 10503 393 0,'0'0'60'0,"0"0"-38"0,-2 0 60 0,0-2-21 16,1 0-45-16,-1 0-3 0,2 2-4 0,0 0 3 0,2-2 4 15,-1 1 7-15,5-1 0 0,20-9 3 0,11-2 10 16,-2 0-7-16,3-2 3 0,2-2-4 0,1 0 5 16,0-1-11-16,0-3 3 0,0 3-8 0,2-1-5 0,-8 4-4 15,-4 2-5-15,-3-2 3 0,0 2-1 16,-8 2-2-16,5-4 8 0,-12 6-7 0,-6 4 10 0,-1 1 0 16,-5 0 1-16,1 0 1 0,0 1-2 0,0-1 14 15,2-2-11-15,-2 1 12 0,-2 1-15 0,0 0-1 16,-2 1-3-16,-8-3 1 0,-14 1 0 0,-7 3-4 15,3 4 1-15,2 5-5 0,0 4-5 0,2 2 4 0,2 0 3 16,1-11-2-16,6 17-10 0,6-6 7 0,2 5-4 16,-1-9 5-16,3 1-6 0,-1 1 7 0,6-7-2 15,-2 7 2-15,2-4-7 0,2-3 6 0,2 0-1 16,9 5 1-16,20 8-8 0,-3-6 4 0,3-2 0 16,1-3 1-16,-7-1 2 0,-2 1-3 0,-5-1 5 15,-3 1-2-15,-12-4 4 0,-1 0 3 0,-2-2-5 0,5 9 6 16,1 6 5-16,-5-4 4 0,-3-2 6 0,0 2-4 15,0-1 0-15,-3-1-3 0,1-5 2 0,-9-1-1 16,-8 10 1-16,1-3-14 0,3-5 2 0,4-3-5 16,3 0 10-16,4-2-10 0,3 0-1 0,-3 2-3 15,0-2-10-15,2 0-16 0,0 0 2 0,1 0-8 0,1 0-1 16,1 0-6-16,3-2 6 0,15-4-6 0,16-5 18 16,-3-2-7-16,1 0 3 0,0 0-3 0,1-2 12 15,3-3-2-15,2-3 6 0,-6 1-5 0,1 12 3 0,-1-19 9 16,-1 4-2-16,-2-6 5 0,-1-3 0 0,-3-1 1 15,-2-5 1-15,-1 7 1 0,-5 1 5 0,-1 6 4 16,-6 2-3-16,-3 5 4 0,-1 2-2 0,-5 6 34 16,3 1-4-16,-3 5 15 0,-2 1 5 0,2-2-19 15,0 0 4-15,0 1-10 0,0 1-8 0,-2 0-5 16,0 2-4-16,-2 0 0 0,0 2-3 0,0 2 0 16,-3 25 0-16,-10-1 1 0,0 6 0 0,0-3 11 15,2 3-5-15,2-1 6 0,2-5-10 0,1-4 0 16,3 2-6-16,1-2 2 0,0 2-10 0,-1-7 0 0,3-3 3 15,0 1-2-15,0-4 2 0,-7-2-3 0,1 0 1 16,6-5-2-16,1 0-10 0,-1-3-22 0,0 3-4 16,0-2-7-16,2-3-24 0,0 1-11 0,-2 2-13 15,-2 0-3-15,1-2-84 0,-3-1 9 0,-7 3-12 0,0-4 17 16,2 0 38-16,-2-4 97 0,4 1-6 0,-1-3 35 16,1 2-1-16,2-12 30 0,1-1 1 0,4 6 10 15,-7 0 4-15,3 1 1 0,3 5-7 0,-1-3 3 16,2 3-20-16,2 3-2 0,0-2 7 0,0 1-4 15,0-1 28-15,2 0-10 0,0 0-2 0,2 1-6 16,16-10-18-16,6-2-2 0,-2 2-2 0,2 2-2 0,0 0-15 16,-2 1-68-16,-1 3-28 0</inkml:trace>
  <inkml:trace contextRef="#ctx0" brushRef="#br0" timeOffset="206970.27">31960 10566 716 0,'0'-2'41'16,"0"0"79"-16,0 0-113 0,0-1-7 0,0 1-1 15,0 0-1-15,2 0 7 0,0 0-19 0,0 0 6 16,0 0-9-16,-1 1 20 0,-1 1-3 0,0 0 1 0,0 0-1 16,0 0 1-16,0 0 3 0,-1 1 9 0,-1 1-3 15,0 0 21-15,-2 0 2 0,0 0-7 0,-3 3 5 16,-4-1-13-16,-4 9-1 0,0 4 0 0,2 0-1 16,-5-3 1-16,1 5-3 0,0-2 1 0,2-2-1 15,2 1 2-15,2-3-3 0,2 0 1 0,-2-5-2 0,1-1 3 16,3-1 5-16,1-3-2 0,1 1 3 0,-1-2-9 15,3 0-6-15,-3 2 0 0,2-3-2 0,1 1-4 16,-3 2 9-16,0 0-8 0,1-2 8 0,-6 1-12 16,0-1 6-16,-4 0 1 0,-8-2 2 0,3-2-6 15,-6-2-2-15,-2-3 2 0,-2-2-2 0,-9-4 0 0,-3-2 3 16,1 0-1-16,-7-2 5 0,5 2 3 0,0-1 2 16,-5-3 4-16,5 2-2 0,4 1 10 0,4-3-11 15,5 2 1-15,2 1-5 0,2-1-3 0,4 11 3 16,0-18 0-16,1-2 2 0,5 0 3 0,3 4-1 15,2-2-2-15,1 5 0 0,1 1-3 0,2-1-4 16,1 4 5-16,2 6-4 0,1 5 4 0,-1-1-10 16,2 1 0-16,-4-3-4 0,3 3 2 0,1 0 0 15,0 1-6-15,0 1 2 0,0 0-14 0,0 0-7 16,1 0 0-16,-1 0-6 0,0 0-28 0,0 1-38 0,0-1-10 16,0 2-14-16,2 0-77 0</inkml:trace>
  <inkml:trace contextRef="#ctx0" brushRef="#br0" timeOffset="207317.29">33050 9327 257 0,'0'0'9'0,"0"0"0"0,0 0-14 0,0 0 4 16,0 0-10-16,2 0 13 0,-2 0-51 0,2 2 2 15</inkml:trace>
  <inkml:trace contextRef="#ctx0" brushRef="#br0" timeOffset="207611.69">33057 9374 36 0,'0'0'26'0,"-1"0"-5"0,-1 0 69 0,0 2-6 0,0-2 16 16,-2 0-9-16,-9 2-12 0,2-1 5 0,-4 1-10 15,0 0-11-15,4 0-17 0,-4-2-1 0,2 0-4 16,4 0-1-16,2 0 11 0,1 0 2 0,-3-2 2 15,3 0 0-15,1 0-18 0,3 2-6 0,-2-3-2 16,-3-8-8-16,-1-4-4 0,3-4 3 0,1-3-5 16,2 0 2-16,2-1-13 0,4-4 8 0,1 1-9 15,1 1 16-15,0 1-7 0,-3 2-4 0,1 0 0 0,-2 3-8 16,0 1 5-16,-2 1 4 0,0 0 0 0,0-1 1 16,-4 1-5-16,-2 0 3 0,-1 2-4 0,0 0 0 0,-5 1 11 15,5-3-6-15,-12 4 8 0,-3-4-10 0,0 2 6 16,5 4-1-16,2 2 2 0,-3 3-7 0,1 3-3 15,-2-3-1-15,-1 0 1 0,3 3 2 0,6-7-8 16,2 5-3-16,1 1-1 0,1 2 0 0,0 0 1 16,1 2-3-16,2 0 2 0,2 0 1 0,-1 0-1 15,1 0 8-15,-2 2-6 0,0 0 0 0,1 0 2 16,-1 0-13-16,2 2 7 0,0-1-33 0,1 1-16 16,-1 0-6-16,-4 5-4 0,2-2-34 0,3-1-14 0,-1-2-18 15,0-1 0-15,2-1-78 0</inkml:trace>
  <inkml:trace contextRef="#ctx0" brushRef="#br0" timeOffset="207941.04">33007 8815 768 0,'0'-2'30'0,"0"0"-1"0,0 0 22 0,0 1 0 0,0-1-26 15,0-2-16-15,-2 0 3 0,1 1-9 0,-1 1-5 16,-2 0 2-16,-9-4-4 0,-20 1 4 0,-6 3 4 16,-4 2 5-16,-2 2 4 0,-3 1-2 0,3 1 3 0,1-2 17 15,-1-2-6-15,10 0 10 0,-2 0-5 0,4 0-2 16,3 0-1-16,-2 0-1 0,4 0-15 0,2 0 7 16,0 0-1-16,4 0 2 0,2 0-4 0,1 0-3 15,2 0-4-15,4 0 1 0,0 2-9 0,4 0 2 16,0 0-4-16,0-1 2 0,1 1-6 0,4 0 4 15,1 0 1-15,-1 0 0 0,0 2 1 0,2-1 0 16,2-1 0-16,-1 9 0 0,1-1 4 0,3-1-10 16,3-2 3-16,11-1-7 0,14-2-4 0,6 3-59 15,2-1-4-15,4 3-24 0,2-2-64 0</inkml:trace>
  <inkml:trace contextRef="#ctx0" brushRef="#br0" timeOffset="208752.65">32693 7913 295 0,'0'-2'30'0,"0"0"2"0,0-5 15 16,0-21-13-16,0 4 2 0,0 1-32 0,0 7 0 16,0 3-4-16,0 0 1 0,2 0-6 0,0 3 1 15,0 1 4-15,2-2-2 0,-2 3 1 0,1-1 8 16,1-2-2-16,-2 4 6 0,0-1 13 0,1-1 14 16,-3 5-1-16,2-1 5 0,-2 3-3 0,2-2-2 0,0 0-2 15,0 2 1-15,-2 1-7 0,0-1 0 0,-2 2 4 16,0 2-4-16,-2 1-9 0,-14 21 1 0,-4 15-13 15,1 2 8-15,-7 0-16 0,6-2 4 0,-2 6 3 16,2-6-2-16,5-4-2 0,0-4-5 0,2-5-1 16,6-3-1-16,2-1 10 0,3-5-4 0,2-2 0 0,-5-6-2 15,1 0 3-15,2-1-3 0,3-3 7 0,-1 1-6 16,0-1-5-16,2-3-24 0,0 0-7 0,0 2-4 16,0-1-18-16,0-1-18 0,0 0-5 0,2 0-6 15,0 0-35-15,-1-2-25 0</inkml:trace>
  <inkml:trace contextRef="#ctx0" brushRef="#br0" timeOffset="209021.48">32318 8356 542 0,'0'-1'24'0,"0"-1"40"0,0 0-60 0,0 0-10 0,0 0-4 16,2 0-2-16,0 0-7 0,0 1-10 0,0 1 1 16,18-6-2-16,4 0 13 0,2 1 22 0,4-1-4 15,0 1 9-15,1-1-13 0,1-1 6 0,1-1-4 0,-1 1 3 16,5-1-8-16,-5 1 3 0,-3 0-5 0,1-3 1 15,-8 3-27-15,4-4-40 0,2 0-38 0</inkml:trace>
  <inkml:trace contextRef="#ctx0" brushRef="#br0" timeOffset="209191.15">32586 7731 517 0,'0'-2'35'0,"0"-2"-2"16,-4-13 26-16,0-5-3 0,3 7-3 0,-1 2-21 15,2 2-20-15,0 2-7 0,0 5-3 0,0 0-24 0,0 3-24 16,11-1-11-16,11 0-6 0,2-15-59 0,2 6-14 16,0 5 4-16</inkml:trace>
  <inkml:trace contextRef="#ctx0" brushRef="#br0" timeOffset="209688.39">32983 7770 102 0,'0'2'24'0,"0"-1"-4"0,0 3 25 16,-9 30-2-16,-2 1 1 0,-2 2-12 0,-2 4-6 15,0-8 3-15,-4-1-6 0,1-1-9 0,12-5-2 0,-16 2 1 16,3-2-1-16,-3-2-1 0,2 4 13 0,3-4-3 16,-2 0 6-16,3 1-7 0,3-5-1 0,-2 0 3 15,4-5-2-15,3-4 6 0,3-5 3 0,1-2 3 16,-3 1 1-16,3-3 2 0,2-2-1 0,-2 2-6 16,1 0 4-16,-1-2-11 0,2 0-10 0,0-2-3 15,0 0-1-15,2-2-1 0,0-9-6 0,4-5 6 0,3 1-6 16,-1 4 6-16,1 0-7 0,-1 4 5 0,0 1-5 15,-1-1-2-15,12 4 3 0,-2-1-7 0,1 2 5 16,-1 1-5-16,-2-1 6 0,2 0-1 0,-2 0 2 16,6 3-6-16,-3-11 8 0,-1 3-2 0,0 2 4 15,-2 1-4-15,0 1 3 0,2-1 0 0,2 0 1 0,-4 3 0 16,2-3 6-16,-1 1-4 0,-1-1 6 0,0-1 0 16,2-1 0-16,-4 1 3 0,1-1-4 0,-1 1-7 15,-6 3 7-15,3 0-5 0,-3 1 5 0,-1-3-12 0,0 2-5 16,-2 3 4-16,-1 1-4 0,1 0-1 0,0 0 4 15,2-2-3-15,0 2 5 0,-1 0 1 0,-1 0 4 16,0 0-2-16,0 0 3 0,0 22 3 0,0-2-7 16,12 1-1-16,-4-1-2 0,-3 3 2 0,-1-5 1 15,-3-1 11-15,-1-6-6 0,-2-2 19 0,0-7 10 16,0 0-2-16,0 2 6 0,0-1 0 0,0 1-13 16,0-2-3-16,0 0-4 0,-2 0-15 0,1-2-3 15,-1 0 0-15,0 0-1 0,0-2-6 0,0 0-6 16,0 0-4-16,0 0-1 0,1-1-18 0,1-1 1 0,0 0-2 15,0-7 2-15,0 0-2 0,0-2-3 0,3-2-5 16,3 2 2-16,1-2-9 0,4-2 2 0,-1 1 11 16,16-7-4-16,0-4 19 0,5-1-1 0,6-2-3 15,-3 4 2-15,8 0-8 0,-6 8-99 0</inkml:trace>
  <inkml:trace contextRef="#ctx0" brushRef="#br0" timeOffset="-149149.47">12812 15202 168 0,'0'0'33'0,"-2"0"10"0,0 0 36 15,0-2 1-15,-2 0-19 0,3 2-24 0,-11-3-23 16,7 1-3-16,-3 0-1 0,5 2-11 0,-3-2 4 0,2 2 4 15,-1-2 2-15,3 2 13 0,-2-2-2 0,2 2-2 16,-1-1 0-16,-1-1 9 0,0 0-6 0,2 0 6 16,1 0-7-16,-1 2 5 0,0 0-7 0,0 0 8 15,0 0-9-15,0 0-7 0,2 0 5 0,0 0-2 0,2 2 5 16,0 0 7-16,0-2-13 0,22 7 3 0,2-1-3 16,2 1 20-16,5-1 0 0,1-1-2 0,-1-1 0 15,2 0 0-15,-3-2-10 0,-1-2 1 0,1 0-5 16,0 0-3-16,-1 0 12 0,1 0-3 0,-4 0 5 15,1 0-5-15,-3 0-4 0,-2 0 0 0,2 0-2 16,-3 0 5-16,-3 0-12 0,4 0 8 0,-7 0-10 0,2 0 8 16,-5 0-8-16,-4 0-5 0,3 0 0 0,-8 0-5 15,3 0-38-15,-3 0-26 0,5 0-20 0,-3 0-235 0</inkml:trace>
  <inkml:trace contextRef="#ctx0" brushRef="#br0" timeOffset="92586.59">6360 6171 17 0,'1'0'0'0,"1"-2"15"0,0 0-5 16,2 0 8-16,-2-3 1 0,16-8 24 0,5 2-6 0,-3 0 12 15,-3 1-7-15,3-1 16 0,-7 0-1 0,0 4 4 16,8-1-21-16,-7 3 1 0,-1-3-9 0,-5 6 5 15,-1 1-16-15,-7-1 7 0,4 0 4 0,0 0-1 16,-1-2-1-16,1 1-5 0,-2 1-6 0,-2 0 1 16,0 0-7-16,-2 2-1 0,-2 0 3 0,-22 2-2 15,-3 2 3-15,1 1-9 0,2-1 6 0,-2 0-7 16,2-1-3-16,0-1 4 0,2 0-6 0,0 2 6 16,1-2-9-16,3-1 7 0,3 1-3 0,-1 0 5 0,3-2-11 15,4 2 3-15,-2 0-3 0,2 0 4 0,1-1 4 16,1 1-5-16,3-2 4 0,3 0-4 0,-3 2 1 0,4-2 2 15,0 0-3-15,-1 2 2 0,-1 0 2 0,0 0 5 16,2 0-2-16,1 1 1 0,1-1-14 0,-2 9 5 16,0 0 1-16,2 4 1 0,0 4 6 0,0-2-7 15,2-3 1-15,0 1-4 0,-1 0 4 0,1 0-2 16,0 2 4-16,0-2-2 0,0-2 4 0,0-2 0 16,0 4-7-16,1-1 6 0,1 1 5 0,0 0-6 15,-1-2 3-15,1 0-6 0,0 2-3 0,0-2 3 16,1 4 4-16,-1-4-2 0,0 2 5 0,-1 3-9 0,-1-1 1 15,0 0-3-15,0 1 10 0,0 1-5 0,0 1 5 16,-1-1-5-16,1 3 0 0,0-3-1 0,0-1 1 16,0 1 1-16,-2 1 3 0,0-1 0 0,0 1-2 15,0 0 3-15,0 1-1 0,0 3-3 0,0 0-1 16,0 0 1-16,-2 8 0 0,-2-4 4 0,1 3-4 16,-3 6 2-16,0-1-10 0,3 1 8 0,-3 2-1 0,2-6 4 15,-1 1-2-15,1-3-7 0,-1-1 3 0,1 2-4 16,-2-5 14-16,3-1-10 0,-1 2 3 0,0-2-5 15,2 0 8-15,0 2-4 0,1 0 0 0,1 0 0 16,0-2 2-16,1 3-6 0,1 1 5 0,2 4-4 0,0-1 13 16,-1 2-10-16,1 2 2 0,-2 1-4 0,2 1 2 15,-2-2-3-15,-1-2 0 0,1 2 0 0,0 2 8 16,-2 2-9-16,2-6 6 0,-2-3-6 0,0-1 7 16,0-1 0-16,0 0-4 0,0 3 2 0,0-1 0 15,0-1-3-15,0 3 4 0,0-3-4 0,0 3 2 0,0-1 0 16,0 1 0-16,0 1 0 0,0 2 0 0,0 4 2 15,0 3-2-15,0 1 1 0,0-2 3 0,0-1-4 16,0 1 2-16,2 2-2 0,0-1 0 0,0-3 0 16,-1-4-3-16,-1-2 3 0,2-1 1 0,0 1-1 15,0 0 2-15,-2 3-2 0,0-1-4 0,2 4 1 16,0 3 3-16,0 1-1 0,1 3 6 0,1 6-5 0,-2-2 2 16,0 2-2-16,0 3 3 0,-2-3-9 0,0 0 3 15,0-2-5-15,-2-4 11 0,-2-1 0 0,2-3 3 16,-2-1-4-16,-1 1-6 0,1 3 4 0,-1 1-5 15,1 0 6-15,2 2 4 0,0 1-5 0,0 4 5 16,2-5-5-16,0-1 13 0,0 1-8 0,0-9 1 16,0 0-3-16,2 3-6 0,0-9 5 0,4 1 2 0,-1-3 2 15,-1-1-6-15,1 1 1 0,1 2-1 0,0 2 0 16,-1 1 0-16,1-1 5 0,-1 4-4 0,-1-4 6 16,0 4-11-16,1-6 4 0,1-2 4 0,-2-3 1 15,-1-4 5-15,1-6 0 0,0-1-3 0,-2-4 4 16,1 2 0-16,-1-8-4 0,0 0 5 0,0-3-6 15,0-1-2-15,1 3 3 0,-1-3-5 0,-2-3 6 0,2 4 2 16,0-3-9-16,-2-1 6 0,0 0-6 0,2 2 11 16,0 0-6-16,-2-3-4 0,0 1 0 0,2 2-7 15,-1 0 11-15,1-1-3 0,0 1 4 0,0 0-13 0,0 0 14 16,0-1-6-16,1 1 10 0,1-2-3 0,0 0 7 16,0 0 2-16,-1-1-2 0,1-1-10 0,7 0-4 15,-2 0 2-15,3-1-2 0,1-3 10 0,3-2-6 16,1-1 0-16,5-2-2 0,-1-3-6 0,-5 3 2 15,1 0 2-15,0 0 2 0,0 1 3 0,-1-1-10 16,1 3 2-16,-4 3-5 0,2-1 4 0,0 2-8 16,-8 2-11-16,0 0 2 0,-3 0-38 0,0 0-37 0,-2 0-1 15,0 0-14-15,-1 0-21 0,1 0-124 0</inkml:trace>
  <inkml:trace contextRef="#ctx0" brushRef="#br0" timeOffset="92824.27">6495 10844 661 0,'0'0'28'0,"0"-1"43"16,0-1-32-16,0 0-6 0,0 0-3 0,0 0-2 16,2 0-24-16,2 0 11 0,1 1-4 0,21-7 7 0,0 3-9 15,11-1 5-15,6 0-2 0,-8 5 3 0,8-1 1 16,-6 2-7-16,0 2 1 0,-1 1-4 0,-5 5 3 15,-5 3-3-15,-2 2 0 0,-1-2-1 0,-7 24 2 16,-3 1 2-16,-2 4-1 0,-5 1 1 0,-2-4 5 0,16-1-11 16,-11-7 10-16,-5 1-12 0,-4-2 0 0,-4-8-6 15,-1-3-12-15,-4 0 2 0,7-6-45 0,-24 4-123 16</inkml:trace>
  <inkml:trace contextRef="#ctx0" brushRef="#br0" timeOffset="93581.96">6378 5815 491 0,'0'-2'-9'0,"0"0"46"0,0 0-19 0,0 0 23 0,-2-2-16 16,0 3-6-16,1-1-6 0,-1 0 1 0,0 0-8 16,0 0-5-16,0 0 9 0,0 2-7 0,0 0 8 15,1 0-11-15,-1 0 8 0,2 2-6 0,0 0 22 0,0 0 2 16,2 0-3-16,-1 0 3 0,1-1 4 0,2 3-8 16,11 5-2-16,11 3-1 0,2-3 3 0,3-4-10 15,3 1 7-15,-6-2-10 0,-1-1-4 0,-3 1 8 16,4 2-6-16,-5-3 7 0,-5 3-10 0,-1 0 6 15,-8-3-1-15,-1 1 3 0,-3 0 0 0,4 3 3 16,-7-7 0-16,9 15 1 0,-5-2 0 0,-4 2-1 0,-4 3-4 16,-4-3 1-16,-5 6-11 0,2-3-4 0,-24-5-1 15,-6 8-4-15,7 1-20 0,-1-2-36 0,-3-1-15 16,10-2-19-16,-1-4-176 0</inkml:trace>
  <inkml:trace contextRef="#ctx0" brushRef="#br0" timeOffset="94486.28">4919 4970 462 0,'0'-2'11'0,"0"0"-11"0,0 0 36 0,0-2 12 16,0 1-7-16,0-1-29 0,0 0-9 0,2 1-2 15,-1 1-1-15,1 0-2 0,0 0 0 0,0 0 3 16,0 2-1-16,0 0 15 0,0 2 0 0,-1 2 4 0,5 7-4 16,3 19-10-16,-5 3 7 0,-4 6-1 0,0 6 3 15,-6 3 2-15,1 6 1 0,-1 0 2 0,-3 1 0 16,2 1 6-16,-1-2-16 0,-1-4 1 0,0-6-6 15,1-5 5-15,1-3-3 0,1-8-2 0,2-2 2 16,1 0 4-16,1-6-2 0,0 0 4 0,2-5-5 16,0-4-2-16,0 1 2 0,0-7 2 0,0 1 0 15,0-3 1-15,2 1 3 0,0 0-3 0,0-2 3 0,-1 0 0 16,1-1-12-16,0-1-1 0,0 0-5 0,0-1-10 16,0-1 8-16,0-4-5 0,1-16 6 0,1 0-8 0,-2-4 3 15,-2-2-1-15,-2-4 2 0,0-1 1 0,-3-6 13 16,-1-4-2-16,0-3 4 0,1 3-13 0,-1-7 9 15,3 3-1-15,-1 3 5 0,0-4-10 0,2 7 6 16,2 4 0-16,0 5 3 0,2 0-5 0,0 6 4 16,2 2-4-16,1 2 6 0,3 3-6 0,1 3 1 15,-5 1-2-15,22 0 2 0,3 0 3 0,5 2 0 16,3 0 3-16,4 4-3 0,-4 1 4 0,-2 1-4 0,1 3 1 16,-7 1-3-16,-1-16 2 0,-6 10-6 0,-5 5 4 15,-2 4-3-15,-4 0 9 0,2 2-1 0,-5 2 0 16,-7-4 1-16,5 7 3 0,5 13-1 0,-7 1 2 15,-4 3-4-15,-4 0-8 0,-7 4 6 0,-6 0-4 16,6 2 6-16,-22 1-2 0,-4-1 2 0,3 1-2 0,4 1 1 16,-1-4-8-16,7-2 4 0,-2-4-2 0,3-5 5 15,3 1-8-15,0-5 8 0,3 4-4 0,0-8 5 16,6 3-12-16,2-7 5 0,-1 3 0 0,3 1 4 16,1-2 2-16,5 3-7 0,-3-5 0 0,0 1-3 15,0-1-4-15,-1 5 9 0,1-1-1 0,0 6 5 16,3 0-5-16,1-3-3 0,1 5 5 0,3-6-2 15,4 4 7-15,-1-4-7 0,-3-1 2 0,14-3-3 0,1 0 0 16,3-3 9-16,2 0-8 0,8 0 10 0,-8 12-10 16,-2-6 3-16,4-3-3 0,-3-5 4 0,-1-2 1 15,4 0-5-15,-2 0 0 0,-4 0-3 0,3-2-22 16,-5 0-22-16,1-2-7 0,-1 1-6 0,1-1-44 0,-2 0-91 16</inkml:trace>
  <inkml:trace contextRef="#ctx0" brushRef="#br0" timeOffset="94753.84">5489 5352 524 0,'0'-2'6'0,"0"1"-5"0,0-1 28 0,0-2 2 16,0 0 2-16,0 1-15 0,0 1-15 0,0-2-1 15,0 0-3-15,0 2 10 0,0 1 3 0,0-1 8 0,0 2-5 16,0 0 1-16,0 2 5 0,0-1-5 0,0 3 7 15,0 7 8-15,0 8-6 0,2 1 3 0,-1-1-6 16,1 5-2-16,0-5-1 0,2-1 2 0,0 1-2 16,-1-6-6-16,3 3-8 0,-1-1-5 0,1-2 2 15,1 2 7-15,1 0-9 0,-3-4 11 0,-1 0-13 16,0-2-2-16,-2-1-20 0,1 1-3 0,-1-3-2 16,-2-4-3-16,0-1-1 0,2 3 4 0,0 0-4 0,0-2-7 15,0 0-9-15,0-1-7 0,1-1 1 16,1 0-23-16,0-1-32 0,9-7-28 0</inkml:trace>
  <inkml:trace contextRef="#ctx0" brushRef="#br0" timeOffset="95075.32">5964 5027 185 0,'0'0'66'0,"0"-2"-4"0,0 1 40 16,-2-1-9-16,0-2-6 0,0 0-41 0,1 1-4 15,-3-1-10-15,-5-4 5 0,1 3-22 0,-3-3-2 16,-6 1-3-16,4 1 0 0,-3 3-6 0,-1 1-10 15,6 2 10-15,2 0-8 0,1 2 6 0,3 0 1 0,-1 1-7 16,4 5 4-16,-2 8-1 0,3 5 1 0,-16 3 3 16,6 4 1-16,5 2 11 0,2 7-13 0,4 2 9 15,2 3-9-15,2 9 7 0,3-1-2 0,1 2-4 16,-3-4 3-16,5-2-10 0,1-3 5 0,2-4-1 16,-2-6 4-16,0-1 8 0,-2-4-12 0,1 0 0 0,-3-2-3 15,1-2-2-15,3 2 8 0,0-2 2 0,0-2 1 16,-2-1 3-16,-1-5 0 0,-1-1 3 0,0-2-2 15,-1-3 2-15,-2-3-1 0,-2-3 2 0,-2-1-1 16,0-1 4-16,0 2-2 0,1 2-2 0,-1-3 0 16,0-1-12-16,0 0-31 0,-1 2-7 0,-3-1-15 15,-15 9-81-15</inkml:trace>
  <inkml:trace contextRef="#ctx0" brushRef="#br0" timeOffset="95242.32">5771 5495 882 0,'0'-4'21'0,"9"-33"10"0,4 10 19 0,-9 8-39 15,28-7 10-15,10 4-18 0,3 1 3 0,-4-3-2 16,-2 6-11-16,-10 5 3 0,-3 3-46 0,-9 5-11 16,-4-5-5-16,-2 5 1 0,-2-3 6 0,-1 5 2 0,-4-1-20 15,-3 0 3-15,-1 2-101 0</inkml:trace>
  <inkml:trace contextRef="#ctx0" brushRef="#br0" timeOffset="95412.33">5394 5083 1341 0,'0'-11'29'0,"7"-28"45"15,1 11-44-15,-1 9-26 0,1 6-3 0,-5 8-12 0,3 3-60 16,9-9-82-16,0 3-38 0</inkml:trace>
  <inkml:trace contextRef="#ctx0" brushRef="#br0" timeOffset="98459.52">8686 6290 48 0,'0'0'41'0,"0"-2"-4"16,0 0 13-16,0 0 5 0,0 0-15 15,0 1-6-15,0-1-15 0,0 0 2 0,0 2-6 0,0 0-4 16,0 0-8-16,0 0 4 0,-2 0-4 0,0 0 2 0,0 0 11 16,1 0-4-16,-1 0 7 0,0 0-3 0,0 0 6 15,0 0-5-15,0 0 5 0,0 0-13 0,1 0 5 16,-1 0-7-16,0 0 6 0,0 0-14 0,0 0 3 15,0 0 4-15,0 0-1 0,1 2-3 0,-1 0 0 16,2-1 1-16,-2 1 1 0,2 0 5 0,0 0-9 16,-2 0-1-16,2 2-2 0,-2-1 13 0,0 1-14 15,0 0 12-15,1-1-12 0,-1 1 6 0,0 0 3 16,0 0-4-16,0-1 6 0,2-1 1 0,0 0-10 16,0 0 2-16,0 0-4 0,0 0 1 0,0-1-3 0,0 1 3 15,0 0-3-15,0 0-12 0,0 0-12 0,0 0-2 16,0-2-2-16,0 0 5 0,0 0 18 0,0 0-7 15,0 0 11-15,0 0 1 0,0 0 10 0,0 0-2 16,0 0 5-16,0 0-11 0,0 0 3 0,0 0-3 0,0 2 2 16,0-1-14-16,0-1-7 0,2 0-18 0,0 0 2 15,0 2-66-15</inkml:trace>
  <inkml:trace contextRef="#ctx0" brushRef="#br0" timeOffset="99260.01">9963 5447 432 0,'0'-2'-14'0,"0"-2"37"0,-1-14-23 15,-1-8 20-15,0 5-15 0,0 3-16 0,0 5 2 16,2 2-11-16,0 1-32 0,0 7-6 0,0-7-19 0,0-1 13 15,0 2-5-15,-2-6 42 0,-1 2 9 0,-1 0 8 16,0-2 19-16,0 4 30 0,-1-4 0 0,-1 2 11 16,1 2 1-16,1 2 0 0,0 1-9 0,1 3 4 15,3 3-26-15,-15 0-4 0,-2-9-2 0,-5 0 0 16,-1 3-10-16,-3 5 7 0,0 3-3 0,2 3 5 0,-3 5-11 16,1 3 8-16,-4 4-10 0,0 2 10 0,-1-1-6 15,1 1-4-15,0 2 4 0,-1-18-5 0,5 25 7 16,0 2 1-16,0-2 2 0,1-2-2 0,1 2 8 0,4-5 1 15,-1 3 0-15,3 2-2 0,-3-2-14 0,3 6 11 16,-1-4-6-16,3 3 7 0,3-1-6 0,-6-4-3 16,6 6 1-16,-2-2-3 0,0 2 3 0,4 3 0 15,-4 2 0-15,2 1-2 0,2 1-9 0,4 4 10 16,-1 1-2-16,-3 3 6 0,6 5-5 0,-1 4 3 16,-20-2-4-16,15 2 2 0,5-4-3 0,5 0 1 15,-1-5 7-15,2-5-3 0,2-4 12 0,1-5-12 16,7 1 5-16,-1-4-6 0,2 0 15 0,0-2-6 0,0-2 3 15,4 0-3-15,0 0 9 0,-11-2-14 0,20 1 7 16,0-3-7-16,2 0 16 0,0-1-14 0,5-1 4 16,-1-5-7-16,5 4-4 0,-1-2-2 0,5 4 4 15,4-3-2-15,-1-1 4 0,3-7-8 0,3-3-3 16,0 1-2-16,1-3-7 0,1 1 10 0,-4 20-6 0,-7-14 9 16,0-7-2-16,-5-5 3 0,-3-3-2 0,-1-3 3 15,-2-1-5-15,0-4 10 0,-1-2-3 0,3-1 5 16,-2-1-12-16,4 15 10 0,-1-22-4 0,3 0 7 15,-3-2-5-15,3 2-1 0,-1-2-1 0,-3-2 0 16,-1 2 3-16,-3-2-2 0,-7 0 3 0,3-3-2 16,-1-3 12-16,-8-12 1 0,5-4-3 0,-9-15 0 15,-3-13-4-15,-4-6 19 0,28-5-2 0,-23 2 6 0,-7 9-7 16,-4 7 14-16,-3 2-9 0,-10-1 9 0,-7-1-17 16,17-5 5-16,-42-7 0 0,1 3 1 0,0 0-7 0,-2 11-25 15,0 17-5-15,-4 13-9 0,-2 11-27 0,-7 14-53 16,-13 8-22-16,-6-20-24 0,-16 26-198 0</inkml:trace>
  <inkml:trace contextRef="#ctx0" brushRef="#br0" timeOffset="108710.28">22489 13748 546 0,'0'-2'-9'0,"-2"1"9"0,-4-12 1 16,-3-17 5-16,0-2 2 0,1 5-4 0,3 6-3 0,-1-3-2 16,3 2 3-16,1 5 13 0,0-5-6 0,0 5 11 15,2 6-8-15,0 0 25 0,0 3 8 16,0 5-3-16,0-1 2 0,0 2-25 0,0-2 2 0,0 1-7 15,0 1 5-15,2 0-12 0,0 2 10 0,0 2-2 16,3 11 4-16,8 28 4 0,-4 7-19 0,-3-4 6 16,-4 7-10-16,0-1 15 0,-2-4-8 0,0 2-2 15,0-1-3-15,-2-3-2 0,0 1 1 0,-2-1 2 0,1-1 0 16,-1-2-1-16,0 0-2 0,0-2 3 0,3-6-3 16,-3-1 10-16,0-1 2 0,2-6-8 0,-1-3 5 15,-1-4-10-15,2-6 12 0,0-3-5 0,2-6 7 16,0-1-14-16,-2 2 2 0,1 0 6 0,-1-2-1 15,0-1 2-15,0 1 1 0,-2-2-9 0,1-2 6 0,-1-1-12 16,-11-19-5-16,0-14 11 0,6 3-8 16,1-2 15-16,3-8-12 0,3 4 5 0,2-2-7 0,0-2 7 15,4 2 2-15,-1 1-7 0,5-3 7 0,-1 2-2 0,3-2 1 16,1 1-1-16,0-1-1 0,4 0-1 0,1 4-3 16,3-2 5-16,-1 8-6 0,5-4-8 0,-18 9 11 15,27 4-5-15,-4 3 8 0,-2 7 6 0,0 6-7 16,2 6 3-16,-2-13-6 0,0 10-2 0,-6 5 7 15,-3 2 2-15,-4 3 2 0,2 6 0 0,-1 10 6 16,-4 9-1-16,-5 1 3 0,-3 1-2 0,17 1-8 16,-12 1-2-16,-5 1 0 0,-4-7-1 0,-2-2 6 15,-1-6-4-15,-3-1 5 0,-1-1 5 0,-2-1-12 0,9 0 9 16,-20-4-11-16,-6-2 4 0,8 0 5 0,1-2-3 16,4-1 4-16,0 1-7 0,0-2 8 0,2 3-9 15,2-3 7-15,0 2-5 0,2 2-1 0,1 1 4 16,3 1-3-16,1 0 10 0,-7 1-14 0,2 1 4 15,1 2-7-15,5 0 8 0,1-1 1 0,2-1 2 0,2-2 0 16,1-2 4-16,5 1-6 0,-3-1 1 0,27-2-4 16,-2 0-1-16,-3-5-7 0,3 0-5 0,-8-2 0 15,-1 12-14-15,7-1-17 0,0-3-6 0,1-3-7 16,-3-1-45-16,-3-3-83 0,-7-1-42 0</inkml:trace>
  <inkml:trace contextRef="#ctx0" brushRef="#br0" timeOffset="108987.95">23215 14136 706 0,'0'0'41'0,"-2"-1"-6"0,0-1 6 15,0 0 9-15,0 0-20 0,-1 0-14 0,-1 0-9 16,0 0-7-16,1 1 0 0,-1 1-5 0,0 0 10 15,2 0-1-15,-3 1 3 0,-1 3-5 0,1-2 0 16,-1 20 2-16,0 2-2 0,1 1-3 0,1-1-3 0,0 0 1 16,-12 0 1-16,5 0 5 0,5-5-6 0,4-3 1 15,2-6-6-15,0-3-22 0,0 0-44 0,0-3 1 16,2 0-15-16,2 0-13 0,7 1-20 0,17-3 5 0,5-8-8 16,2-8 19-16</inkml:trace>
  <inkml:trace contextRef="#ctx0" brushRef="#br0" timeOffset="109289.04">23863 13670 902 0,'-2'-1'27'0,"0"1"1"16,-2 0-3-16,-5 0-5 0,-11 0-7 0,-4 5-15 15,3 3 2-15,3 3 0 0,3-2 1 0,4 0 2 16,0 12-7-16,1 1 4 0,1 0-5 0,2 0 9 0,3-1-5 15,0-4 1-15,-1 1-1 0,-7-1 2 0,3 0 1 16,2 1 3-16,1 4-1 0,2 1 8 0,3 3-12 16,1 2 5-16,1 1-5 0,3 3 13 0,0 3-10 15,0 0 3-15,1 4-5 0,1 2-2 0,-1 4 4 16,1 1-3-16,-2-1 6 0,1-3-2 0,-1-1-3 16,-2-5-2-16,1-7 0 0,1 1 2 0,-2-4 0 15,0-4 4-15,0 1-4 0,-2-7 1 0,0 1 3 16,0-2-5-16,0 0 3 0,0-2-3 0,0-2 8 0,0-4-4 15,0 1 4-15,0-5-24 0,0 1-18 0,0-2-11 16,-2 2-4-16,2-1-52 0,0 1-127 0</inkml:trace>
  <inkml:trace contextRef="#ctx0" brushRef="#br0" timeOffset="109489.19">23332 14348 664 0,'0'-2'41'15,"-2"0"-8"-15,0-1 15 0,0-5 13 0,-1-5-23 16,-1 2-25-16,2-2-1 0,2 2-7 0,4-4 4 0,3 2-4 16,2-2 13-16,25-1-3 0,7-1 5 0,1-4-6 15,5 3-10-15,3-1 3 0,-4 3-6 0,3-1 0 16,-8 4-30-16,-4 0-2 0,-6 2-12 0,-3 1-27 0,-2 1-67 16,-4 4-13-16</inkml:trace>
  <inkml:trace contextRef="#ctx0" brushRef="#br0" timeOffset="109860.19">24442 13707 314 0,'-2'0'78'15,"0"-1"-12"-15,1-1 50 0,-1 0 5 0,0 0-20 16,-2 0-29-16,0 0-41 0,1 1 3 0,1-1-18 0,0 0-17 15,2 0 4-15,0-2-2 0,2 1 5 0,2-1-4 16,12 0 1-16,10-1-2 0,0-3 1 0,-2-3-4 0,4 2 6 16,-2-6-4-16,4 9 5 0,0-1-7 0,-2-2-14 15,-2 5-1-15,-2 0-8 0,-2 0-31 0,-5-7 3 16,-1 2-10-16,-3 3 5 0,-1 5-39 0</inkml:trace>
  <inkml:trace contextRef="#ctx0" brushRef="#br0" timeOffset="110015.63">24379 13915 423 0,'-2'0'49'0,"0"0"1"0,0 0 38 15,1 0 1-15,-1 0-44 0,0 0-9 0,0 0-3 16,0 0-3-16,2 0-14 0,2-1-3 0,0-1-3 16,7 0 1-16,21-6 4 0,-2 1-13 0,5 0 7 15,2-1-10-15,-1 1-6 0,-3-1-52 0,1 1-19 16,0-1-19-16,-1 3-137 0</inkml:trace>
  <inkml:trace contextRef="#ctx0" brushRef="#br0" timeOffset="111212.23">25848 13136 222 0,'0'0'53'0,"0"-2"-6"0,0 0 18 16,-2 0 5-16,0-2-17 0,0 1-2 0,2-1-29 15,-2-2 12-15,0 3-17 0,2 1 17 0,-1-2-19 16,-1 0 7-16,0 2-9 0,0 1 7 0,0 1-7 0,0 0-2 16,-1 1 1-16,-1 1-6 0,-9 28 4 0,-2 7-7 15,2 8 6-15,-6 5-4 0,1 6-5 0,1 1 6 16,0 4-6-16,1-1 10 0,3-8-6 0,0-2 3 15,0-9-4-15,5-2 3 0,3-6 2 0,-3-7 2 0,3-4 1 16,-1-9 13-16,-1 0-3 0,5-3-2 0,-2-5 1 16,2-1-1-16,2-2 18 0,-1-2-1 0,-1 0 4 15,0 0-13-15,0 0-18 0,0 0 3 0,-2 0-8 16,1 0-4-16,1-2-5 0,-7-22-6 0,1-24 5 16,8-6 6-16,8-11 0 0,3-2 2 0,2-4-4 15,0 5-2-15,3 2 2 0,3 5 3 0,-1 3-1 16,3 4 4-16,-3 4-2 0,1 2-5 0,0 5 3 0,-1 6 2 15,1 1-4-15,-14 6 6 0,18 4-5 0,-3-4 12 16,4 12-6-16,0 3-3 0,4 5 0 0,-2-9-2 0,2 8-1 16,-6 5 3-16,-3 6-2 0,-2 6 4 0,-8-6-2 15,-4 33 2-15,-3 0-1 0,19-1-2 0,-10-1 4 16,-7 0-8-16,-8-1 6 0,-4 1 7 0,-5 3-6 16,-3-1 4-16,-3 2-6 0,-3 2 0 0,16 0 4 15,-23 0 4-15,-1 0-1 0,-5-4-3 0,1 2 0 16,3-3-5-16,5-4 4 0,1-1-3 0,11-10-2 15,2-2 4-15,7-3-4 0,3 1 5 0,-9 0-7 16,3 0-8-16,5-4 0 0,3-2-24 0,0-1 7 16,2-4 1-16,-1-4 2 0,29 18 5 0,0-10 1 0,5-7 3 15,2-4-1-15,4-8 13 0,-2-4 3 0,0-4-5 16,-5 1 3-16,-1 14-7 0,-7-22 13 0,-2 2-1 16,-3 3 5-16,-3-1-12 0,-3 5 8 0,0 1-2 15,-6-3 5-15,-1 8 2 0,-5 0-6 0,1 0 5 16,-2 1-3-16,5 1 23 0,-3 3-5 0,-2 3 8 0,-2 1-9 15,2-2-13-15,-2 0 1 0,0 3-12 0,0-1 9 16,-2 0-7-16,0 2-2 0,0 0 2 0,-2 2-4 16,1 0-7-16,-3 5 9 0,-5 15-5 0,4 1 6 15,1 1-3-15,2 4-3 0,4 5 2 0,2-3-1 0,2-4 12 16,1-2-3-16,5 2 6 0,-1-2-6 0,2 2 3 16,0-2 2-16,0-2-6 0,-1-1 5 0,-1-1 4 15,-2-3 1-15,-1-4-2 0,0 0 0 0,-3-2-7 16,1 0 15-16,-2-2-3 0,-2-1 5 0,0-1-9 0,0-1-6 15,-2-1 6-15,-2 1-6 0,2-2-2 0,-12 7-3 16,-7 0-4-16,3-4 0 0,-5-1-19 0,7-6-48 16,1 0-10-16,0-2-19 0,2-2-88 0,0-1-94 15</inkml:trace>
  <inkml:trace contextRef="#ctx0" brushRef="#br0" timeOffset="111429.16">26598 12449 1127 0,'-2'-2'26'0,"0"0"11"0,2 0 17 0,-9-13 4 16,3 8-34-16,4 3-24 0,1 0 3 0,-1 3-10 15,0-1 1-15,-2 2-6 0,0 2 2 0,3 7-5 16,-18 33-14-16,4 10-13 0,-7 6-11 0,1 3 1 15,1-1-43-15,1-1-70 0,1-1 0 0,1-6-34 16,2-4-94-16</inkml:trace>
  <inkml:trace contextRef="#ctx0" brushRef="#br0" timeOffset="111739.37">26847 13175 871 0,'-2'-2'9'0,"0"0"24"0,-2 0-26 0,1 0-7 16,1 2 6-16,-2 0-6 0,0-2-3 0,1 0 3 0,1 2-1 15,-6 0 1-15,5 0-4 0,-5 0 5 0,-1 0 0 16,-2 0 7-16,1 0 14 0,5 0-4 0,3 0 4 15,-2 2-3-15,2 0 12 0,1 0-3 0,-1 0-4 16,2 0 1-16,0 0-12 0,2-1-4 0,-1 1 5 16,3 0-5-16,28 7 5 0,-1-5-5 0,3-4 2 0,3-2-3 15,0-1-3-15,4-3 5 0,-2-1-4 16,-2-1 2-16,-2 3-18 0,-1-1 1 0,-1 0-7 0,2 1 6 16,-3 1-17-16,1-1-37 0,-7-1-7 0,-3 2-15 15,-5 1-66-15</inkml:trace>
  <inkml:trace contextRef="#ctx0" brushRef="#br0" timeOffset="112020.9">26988 12950 769 0,'0'-2'19'0,"0"-2"28"0,-2-5-25 0,0-2 9 16,2 4-10-16,0 5 7 0,0-2-27 0,0 0 5 16,0 2-1-16,0 1 2 0,0-1-2 0,0 2 8 0,-2 2-4 15,2-1 5-15,-2 9-1 0,-3 18-6 0,-1 3 6 16,1 1-4-16,-1 1 9 0,0 4-6 0,-1 2 3 16,1 4-3-16,1 3-3 0,-1 1-4 0,1 3-4 15,-3 4 1-15,3 0-3 0,-3 1 8 0,5-3-8 16,-1-5 7-16,0-1-11 0,2-5-31 0,2-2-6 0,0-8-15 15,0-1-62-15,0-4-73 0</inkml:trace>
  <inkml:trace contextRef="#ctx0" brushRef="#br0" timeOffset="112772.34">27992 12872 486 0,'0'-2'32'0,"0"0"2"0,-2 0 28 16,1-1-16-16,-1-1 7 0,0 0-37 0,-2 2-8 0,0 1-3 16,1 1-1-16,-1 1-9 0,0 1 10 0,-7 26-2 15,2 9 7-15,-2 2 3 0,1 0-6 0,1 2 0 16,-4 2-1-16,2 3 3 0,-2 4 0 0,2 0-1 0,0 2 1 16,3-1 2-16,1-5 8 0,3-1 4 0,-1-3-2 15,1-1-7-15,-17-6-9 0,10-5-3 0,4-8-1 16,1 1 1-16,3-7 5 0,1-1 0 0,2-5-1 15,0-7-13-15,0 1 11 0,0 0-7 0,0-1 8 16,0-1-14-16,0 0-9 0,0-2 8 0,0-2-7 16,0 0 17-16,-2-9-4 0,-2-24 4 0,2-2-4 15,2 0 3-15,0-4 3 0,0 4-4 0,2 1 5 0,0-4-1 16,2-1 6-16,-1 2 2 0,1-2 1 0,0 4 4 0,1 0-13 16,1 1 7-16,0 5-7 0,1-3 9 15,0 1 3-15,5 0-9 0,-3-1 6 0,0 6-11 0,4 0 7 16,0-1 2-16,2 1 1 0,4 0 5 0,-8 2-1 15,26 9 2-15,0 1-1 0,0 1 1 0,-2 2 3 16,-1 2 3-16,-1 5-2 0,1 4-7 0,-3-15-7 16,-5 12-4-16,-4 7 3 0,-3 5 2 0,-6 2 14 15,-7 16-7-15,16 14 6 0,-13-4-18 0,-9 0 6 16,-4 0-4-16,-7-3 3 0,-7 1 1 0,14-5-3 16,-31-4 3-16,3 1-5 0,-3-3-1 0,-4-4 5 15,2 1-2-15,-2-4 4 0,2-2 7 0,3 0-6 0,1-2 1 16,-1 0-4-16,7 2 0 0,-1-4-3 0,2 1 0 15,5-1-2-15,3-2-3 0,5 1-2 0,0 1 4 16,3-2-3-16,5 1 6 0,1-1-5 0,2 1 1 16,-7 5-3-16,2-2 7 0,3 0-8 0,0 2 4 15,4 0-6-15,0 2 10 0,4-2-6 0,1 0 2 0,5 2-3 16,-1-4 3-16,13 4-4 0,2 0 0 0,-1-1 0 16,-3 1-2-16,-1-5-10 0,-3-1 0 0,3-4-3 15,3 5-10-15,-3-5-20 0,-1-1 2 0,1 2-7 16,1 7-1-16,8-2-19 0,4-4-6 0,-2-5-3 15,1-4-12-15,1-3-13 0,-1-5-3 0</inkml:trace>
  <inkml:trace contextRef="#ctx0" brushRef="#br0" timeOffset="112943.53">28553 13370 145 0,'0'0'113'0,"0"0"-6"0,0 0 40 16,-2 0-6-16,0 0-25 0,0 0-44 0,1 0-13 15,-1 0-9-15,-2 1 0 0,0 1-29 0,-3 4-1 16,-6 1-3-16,2 16 2 0,1 4-10 0,3-1 1 15,1 2-3-15,-3 2 2 0,4 0-7 0,-1 1-7 16,0-5 0-16,3-2-6 0,-12-1-19 0,7-7-35 16,3 1-7-16,5-6-12 0,0-3-54 0,0-3-15 15,2-1-9-15,1-2 3 0,23 5 12 0</inkml:trace>
  <inkml:trace contextRef="#ctx0" brushRef="#br0" timeOffset="113188.81">29298 13071 859 0,'-2'0'38'16,"0"0"-2"-16,0 0 11 0,-5 0-2 0,-21-2-10 15,2 4-23-15,-2 5-2 0,-2 4-5 0,0 6 4 16,-1-13 4-16,5 27-2 0,4 6 4 0,7 4-4 16,2 2 1-16,0 1-11 0,3 5 4 0,-1 3-5 15,9 2 1-15,-1-2 8 0,1 0-9 0,-2-8 6 0,0-1-10 16,-18-6 4-16,11-2 3 0,4-5 0 0,1-4-3 15,2-6-7-15,-1 1-7 0,-1-3-2 0,1-3-52 16,-1-2-57-16,-1-2 3 0,-12-3-23 0,-13-3-47 0</inkml:trace>
  <inkml:trace contextRef="#ctx0" brushRef="#br0" timeOffset="113302.23">28527 13669 269 0,'0'-2'88'0,"0"0"-5"0,2-6 22 15,5-18 3-15,3 6-26 0,1 1-12 0,-9 1-13 16,24 3-7-16,3 0-1 0,3-3-25 0,1 3 16 15,14 2-7-15,3 0 10 0,2-4-6 0,5 2-20 16,-1-5-1-16,-4 5-8 0,0 0-12 0,-7 2-52 16,-8 0 2-16,-6 0-27 0,-7 0-75 0</inkml:trace>
  <inkml:trace contextRef="#ctx0" brushRef="#br0" timeOffset="115484.76">23488 15403 256 0,'0'-2'156'16,"-2"0"-62"-16,0 0 59 0,0-2 2 0,2 3-115 16,0-1-13-16,0 0-29 0,-2-2 3 0,2 2-4 0,0 2 11 15,0 2-2-15,-1 2 0 0,-5 20-1 16,0 11-6-16,-3 4 9 0,-2-2-8 0,-2 2 9 0,-2 2-9 0,-2 2 9 15,1 3 0-15,-1-3 2 0,0 0 2 0,1 3-5 16,-1-3-1-16,2-4-3 0,0 0-3 0,2-9 3 16,2-6 4-16,0-4-2 0,2-1 0 0,3-6 3 15,0-2-2-15,6-9 3 0,-1 1-4 0,-1 1-9 16,0-2 2-16,0 0-5 0,0-2-9 0,0 0 2 16,0-2-3-16,1-9 5 0,1-28 7 0,3-6-4 15,3 1 6-15,3-3-5 0,0 1 4 0,1 1 9 16,1 1-8-16,2 1 7 0,2 2-16 0,0 2 10 15,-1 2 1-15,3 2 1 0,2 1 5 0,-17 5-2 0,27 5 1 16,-8-1 0-16,3 5 2 0,-6 5 0 0,1 4 2 16,0 4-1-16,-5 5-8 0,1-8 5 0,-4 5-2 15,-3 3 7-15,-1 2 16 0,-1 2-21 0,-2 0 9 16,3 7-12-16,8 21 2 0,-10-4 1 0,-5 0-3 16,-3 2 3-16,-5-4-3 0,-7 2 7 0,14 0-8 0,-35-2 6 15,3 0-14-15,5 0 14 0,-4-4-3 0,8 1 5 16,2-3-6-16,3-1 5 0,6-2 1 0,0-2 0 15,6 2-10-15,5-2 1 0,0 2 0 0,-9 0 2 16,4 1-8-16,3-1 6 0,2 0-3 0,2-2 5 16,2-4 4-16,2-3-3 0,11-1-4 0,24 18 1 15,5-8-17-15,3-8-10 0,-1-5-3 0,4-4-4 0,-7-4-30 16,-2-1-71-16,0-2-20 0,-12 1-23 16,1-1-131-16</inkml:trace>
  <inkml:trace contextRef="#ctx0" brushRef="#br0" timeOffset="115640.95">23919 15744 283 0,'0'0'46'0,"0"0"59"0,0 0-33 0,0 0-18 16,0 0 1-16,0 2-8 0,0 0-16 0,-2 0 12 16,0 2-12-16,0 1 10 0,-7 19-24 0,-1 2-2 15,3-2-1-15,0 4 1 0,1-2 2 0,0 8-11 16,3-3 5-16,-1 3-7 0,2-5 3 0,0-1-3 16,0-2-3-16,1-2 0 0,1 2-9 0,0-11-23 15,0 2-14-15,1-6-7 0,1-3-87 0,0-3-55 16</inkml:trace>
  <inkml:trace contextRef="#ctx0" brushRef="#br0" timeOffset="115885.64">24685 15373 935 0,'-1'0'90'16,"-1"0"15"-16,-13-2-41 0,-11 0-36 0,0 2-18 15,4 4-27-15,-4 5 7 0,0 6 2 0,5-11 2 16,1 22 6-16,5 2-1 0,0 0-3 0,2-1 2 0,0 1-6 16,6 2 2-16,1 2-1 0,2 3 0 0,-18 2-1 15,9 6 12-15,7 5-4 0,5 4 5 0,2 9 0 0,3 2-1 16,-2 2-2-16,2 4-1 0,-1-8-11 0,-1-5 10 16,0-4 5-16,-2-4 0 0,-2-1-5 0,-3-1-6 15,-3-1-4-15,1-1 0 0,-1-3-15 0,-1-6-37 16,2-5-7-16,-1-6-13 0,3-3-44 0,3-12-133 15</inkml:trace>
  <inkml:trace contextRef="#ctx0" brushRef="#br0" timeOffset="116061.49">24427 16155 745 0,'0'0'41'0,"0"0"2"0,0-2 5 0,0 0-9 15,0 0-6-15,0 0-9 0,0 0 3 0,2 1-6 16,0-1 5-16,0-2-12 0,2-3 1 0,16-8-3 0,0 0 1 15,5 2-13-15,-7 0 0 0,3 0 1 0,-3-2-1 16,-3-4-26-16,0 3-35 0,-2-3-9 0,-2-1-11 16,0-3-72-16</inkml:trace>
  <inkml:trace contextRef="#ctx0" brushRef="#br0" timeOffset="116721.45">25254 15585 1158 0,'0'0'42'0,"-2"0"1"0,0-2-12 15,0 0-10-15,0 0-14 0,0 0-17 0,2 2 10 0,0 0-2 16,2 0 4-16,0 0 2 0,2 0 5 0,16-2-1 15,4 1 1-15,4-1-9 0,2 0-3 0,1 0-2 16,-3-2-1-16,0 2-19 0,-4 1 6 0,-1-1 0 16,-3 0 3-16,-3 0 7 0,-2 0-26 0,-6 2-10 15,-4 0-5-15,1 0-32 0,-4 0-4 0,0 0-3 0,1-2-9 16,1 0-86-16</inkml:trace>
  <inkml:trace contextRef="#ctx0" brushRef="#br0" timeOffset="116859.79">25242 15715 272 0,'0'0'66'16,"0"1"-6"-16,-1 1 28 0,-1 0 0 0,0 0-15 0,0 2-16 16,0-1 10-16,2 1-3 0,-2 5 4 0,2-1-19 15,0-1-9-15,0 1 1 0,2-5-4 0,2 1-13 0,16 7-15 16,14-1-1-16,5-9-6 0,3-2-25 0,5-9-103 16,1-5-18-16</inkml:trace>
  <inkml:trace contextRef="#ctx0" brushRef="#br0" timeOffset="117736.61">26730 15382 128 0,'-2'-2'31'0,"0"1"34"0,0-3-17 0,-2-13 11 0,1-7-15 15,1-4 11-15,2-2-37 0,0-3-5 0,4 0-1 16,1-1-2-16,3 1-10 0,-1 1 2 0,0 2 5 16,1 3-2-16,-3 2 11 0,-1 9 21 0,-2 3-4 0,0 3 12 15,-2 7 2-15,0-1 2 0,0 0-9 0,0 2 6 16,0 1-16-16,0-1-6 0,0 2 0 0,0 2-4 15,-2 16-7-15,-5 32-1 0,-5 10 0 0,1 3-1 16,-2 4 0-16,0-2-10 0,-2-10 2 0,1-6-4 16,-1-3 2-16,0-3-2 0,2-4 2 0,2-6-2 15,0-3 11-15,1-8-2 0,3-5-1 0,1-4 0 16,4-6 0-16,1-1 0 0,1-4 4 0,-2 1-2 0,0 1 3 16,0-2-4-16,0-2-6 0,0 0 2 0,2-2-11 15,0-2 1-15,2-10 5 0,4-12-1 0,1-4 10 16,1 2-13-16,3-3 5 0,2-7-6 0,2-2 10 0,3-7-4 15,3-3-6-15,3-8 0 0,0 1 1 0,0-4-1 16,0-3 4-16,-3 11-4 0,1 4 0 0,0 8 7 16,-1 8 1-16,-16 7 2 0,19 6-6 0,0 7 3 15,-1 2 1-15,-3 3 2 0,0 6 7 0,-3-9 5 16,0 4-5-16,-4 5 5 0,-2 2-3 0,-7 0-7 16,-2 0 3-16,14 26-5 0,-5 9 3 0,-7 6 4 15,-6 0-2-15,-7 3 1 0,-6 5-1 0,-2-3 1 16,-3 4 1-16,0-3-2 0,-1-7-3 0,1-4-3 0,18-5 5 15,-22-5-4-15,5-3 6 0,3-3-4 0,3-1-2 16,3-1 0-16,3-1 0 0,-1-2-5 0,5 1 1 16,1-3-4-16,-9 4 4 0,3-2-5 0,3 2 5 15,3-2-4-15,2-1 6 0,2-1-6 0,3 0-1 16,3 0-3-16,-5-3-19 0,18-3-57 0,3-1-17 0,0-5-21 16,2 16-137-16</inkml:trace>
  <inkml:trace contextRef="#ctx0" brushRef="#br0" timeOffset="117956.38">27435 15579 944 0,'-2'0'32'0,"1"0"65"0,-3 0-81 0,0 0-9 15,0 0 2-15,1 0-5 0,-5 4 5 0,1 1 5 16,-4 19-1-16,-4 2 1 0,7 2-6 0,-3-2-7 15,4 4 1-15,3-4-2 0,-5 0 7 0,3-4-5 16,3-1-2-16,-10-3-5 0,3 1-39 0,7-8-56 16,1-4-7-16,2-3-18 0,0 0-44 0,0-2-24 15</inkml:trace>
  <inkml:trace contextRef="#ctx0" brushRef="#br0" timeOffset="118251.31">28002 15128 1038 0,'-2'0'21'16,"0"0"-2"-16,-2-2 2 0,-9 0-3 0,-5 2-6 16,-1 2-6-16,0 5-7 0,1 5-2 0,-3-5-3 15,7 28-1-15,-1 2 5 0,2-1 2 0,3-1-1 16,3-2 0-16,1-1-3 0,1 0-3 0,1 1 2 0,0 0-1 15,3 5 10-15,-3-1-2 0,0 4 3 0,2 3-4 16,-1 4 7-16,-1 4-4 0,2 4 3 0,-2 3-4 16,2 1 5-16,1-3-2 0,-1-3 2 0,0-4-8 0,0-7 17 15,0-4-5-15,-16-7 7 0,6-4-11 0,7-2-3 16,1-4 0-16,4-6-1 0,0-1 6 0,0-4-7 16,0 1 1-16,0-5-7 0,0-1-42 0,0-5-111 15,2 3-89-15</inkml:trace>
  <inkml:trace contextRef="#ctx0" brushRef="#br0" timeOffset="118400.15">27701 15776 1139 0,'0'-2'27'0,"0"0"-1"0,2 0-11 0,-1-1 2 0,5-7-13 16,5-6 11-16,23 1-8 0,5-2 2 0,3 2-7 15,7-2-21-15,4-1-103 0,7-3-21 0</inkml:trace>
  <inkml:trace contextRef="#ctx0" brushRef="#br0" timeOffset="118988.03">28891 12066 666 0,'-2'0'43'0,"0"0"5"16,0-2 30-16,0 2 3 0,1 0-52 0,-1 0 1 15,-2 2-8-15,-7 6 4 0,-11 29-18 0,-6 5-9 16,-4 5 5-16,-5 9-10 0,-2 7-30 0,-2 11-137 16</inkml:trace>
  <inkml:trace contextRef="#ctx0" brushRef="#br0" timeOffset="120248.08">24052 15072 169 0,'0'-2'36'0,"0"0"31"0,0 1 54 16,0-1 15-16,0 0 1 0,-2-2-33 0,1 0-18 15,-1 1-6-15,0 1-4 0,0 0-50 0,0 0-5 16,0 2-4-16,0 2 1 0,1 2-14 0,-9 31-9 16,3 8-7-16,-2 7-2 0,1 2-40 0,-1 0-86 15,0-2-49-15</inkml:trace>
  <inkml:trace contextRef="#ctx0" brushRef="#br0" timeOffset="120974.79">28533 15195 543 0,'0'0'53'0,"-2"0"-41"0,0-2 55 0,0 0-21 16,0 0-28-16,-2 0 8 0,1 0-1 0,-1 2 3 16,2 0-5-16,0 0 8 0,0 0-6 0,1 0 6 15,-1 0-9-15,0 0 7 0,2 0 3 0,0 0 0 16,0 0 0-16,0 0 6 0,2 0-6 0,0 0 7 0,1 0-6 15,14 0 4-15,5 0-8 0,2 0 5 0,2 0-23 16,4-1-8-16,0-1-1 0,1 2-2 0,-1-2 2 16,2 2-22-16,1 0 9 0,-1 0-18 0,-1-2-10 15,-3-2-58-15,0-1-22 0,3-5-38 0,5-1-327 0</inkml:trace>
  <inkml:trace contextRef="#ctx0" brushRef="#br0" timeOffset="121815.5">29710 14677 1055 0,'-2'0'18'0,"0"0"2"0,0-2-8 0,0 0-2 16,0 0-7-16,1 0-9 0,-1 0-12 0,0 1 3 0,0 1-3 15,0 0 22-15,0 1-8 0,0 1 3 0,-1 6-4 16,-7 18 15-16,1 3-7 0,-2 5 5 0,-2 1-6 16,-2 4 0-16,-2 2 4 0,1 0-6 0,-3 3 6 15,2-1-3-15,1 0 7 0,-1-4-3 0,4-6 2 16,2-1-4-16,2-8-8 0,1-6 9 0,4-3-8 16,1-2 7-16,1-2 4 0,2-5-4 0,-2 1 3 15,0-3-8-15,2 0 16 0,0 0-5 0,0-3 9 0,0 1-19 16,0-2-1-16,0 0-9 0,0-3 6 0,4-14-16 15,3-18 10-15,3-1 1 0,-1-1 3 0,-2-2 9 0,1 0-3 16,-3 0 4-16,3 0-5 0,-3 4 0 0,3-2 0 16,-1 0 0-16,2 1 0 0,3 3-8 0,2 1 6 15,1-1-2-15,0 3 4 0,2 1 3 0,1-3-3 16,-10 4 1-16,14-2-3 0,0 4-2 0,4 10-1 16,-3 5 5-16,-1 1-2 0,-2 5 7 0,-1-1-3 15,1 4 0-15,1-11 2 0,-3 6 10 0,-6 7-10 16,1 2 3-16,-2 3-5 0,-4 1 6 0,-1 14-3 15,12 8-3-15,-7-2 1 0,-5 2-6 0,-6 0 9 16,-4 0-6-16,-3 0 8 0,-4-1-12 0,-4 1 6 0,-2-2 1 16,0 0 3-16,8-2 1 0,-15-1 3 0,-2-1-4 15,-4-2 3-15,8 1-8 0,3-3 2 0,1 5 3 16,5-1-3-16,0-2-11 0,2 3 8 0,3-3-3 16,1 0 4-16,-8 5-3 0,8-1 0 0,5-2 1 0,2-5 1 15,3-1-3-15,3-6 3 0,1 3-11 0,31-6 8 16,-5-3-15-16,4 18 2 0,2-11 7 0,-2-7-3 15,2-8 13-15,-5-3-8 0,1-6 2 0,4-6-3 16,-2-1 12-16,2 16-5 0,2-20 6 0,-6-2-5 16,4 4 4-16,-5-1 0 0,-1 3 0 0,-1 0 0 15,-6 3-4-15,-6 4 5 0,-1 0-6 0,-8 2 7 0,-6 5 8 16,1-1-5-16,-2 1 6 0,-3 3-8 16,-1-1-5-16,0 0 5 0,-1 0-4 0,-1 3 4 0,-13-3-3 15,-17 4-6-15,1 4 4 0,3 5-4 0,-2 6 5 16,4-1-3-16,4-2-3 0,3 14 1 0,4 3 1 0,8-3-5 15,0 0 7-15,-12 2-5 0,8 0 3 0,5-6 6 16,4-1-5-16,2 1 7 0,6 4 4 0,5 2-4 16,0-4 1-16,4 0-3 0,-9-2-5 0,16-1 2 15,2 3-1-15,-2-5 1 0,-3 1 0 0,0-1 8 16,1-1-7-16,-7-1 7 0,-2-2-6 0,-7-2 1 16,5 0 5-16,-3-2-4 0,-3-2 6 0,-1-1 0 15,-2-1-5-15,-2-1 3 0,-1-1-8 0,-12-1-10 16,-13 1 8-16,-4 14-9 0,1-6 8 0,-1-6-13 0,-1-5-3 15,3-2-1-15,2-4-4 0,4-1-11 0,6-2-8 16,1-3-5-16,8 7-68 0,5-23-57 0,-15-4-18 16</inkml:trace>
  <inkml:trace contextRef="#ctx0" brushRef="#br0" timeOffset="121987.81">30649 14075 949 0,'-2'0'39'0,"1"-2"-9"0,-1 0 28 0,-2 1-3 0,0-1-40 16,1 0-9-16,-1 0 4 0,2 2-6 0,-2 0 0 15,1 2-3-15,-5 2 3 0,-5 22-2 0,2 18-1 16,-11 10-4-16,3 15-13 0,-11 5 2 0,8 8-48 0,-4-3-191 16</inkml:trace>
  <inkml:trace contextRef="#ctx0" brushRef="#br0" timeOffset="124106.56">22962 14955 598 0,'-1'0'16'0,"-1"-2"13"0,0 2 22 0,-22-9 7 0,9 4-12 16,-6-3-16-16,5 4-17 0,1 1-8 0,-2 1 5 16,2 0-12-16,4 2 5 0,2 0-3 0,7 0 3 15,-2 0-2-15,1 2-3 0,-1 0 1 0,2 0-4 16,0-1 5-16,0 1 11 0,0 0 10 0,1 0-2 15,1 0 17-15,0 0-10 0,1-2 1 0,5 0-3 0,26 0 10 16,5-4-25-16,-4-2 7 0,10-1-11 0,-2-2 6 16,1-4 1-16,5 0-2 0,5-2 0 0,2 0-6 15,11-2-6-15,9 1 3 0,9-1-4 0,7 2 4 0,1 0 2 16,-4 2 0-16,-6-2 1 0,-1 0-4 0,4 2 4 16,12-1-9-16,8 1 6 0,8-2-7 0,5-2 6 15,-11 0 7-15,-1-3-3 0,-8-2-2 0,9-3 2 16,9-1-8-16,9-5 5 0,6 1-5 0,-3 2 8 15,-9-3 1-15,3 1 1 0,7-5-14 0,11 0 13 16,1-3-5-16,-5 7 6 0,-5-3-11 0,6 3 8 16,7 1-2-16,5-1 6 0,-1 1-4 0,-8 0-1 15,-7 2 4-15,7 4-3 0,6 0-5 0,-4 5 3 16,-5 3-1-16,-19 1 3 0,-2 2 3 0,6 4-4 0,3 1-3 16,-5 1 1-16,-4-1 0 0,-11 5 0 0,-8-3 1 15,5 4 0-15,1-2-1 0,13 1 1 0,2-1-1 16,-2 0 0-16,-5 1-7 0,-10-3 6 0,0 0 4 15,8 1 0-15,14-1 0 0,-3-1-3 0,0-1-1 0,-11 3 1 16,-12-4 5-16,6 3 4 0,2 0-3 0,4 1 3 16,-4 1-5-16,0 2-2 0,-15 0 2 0,-13 1-1 15,-3 1 7-15,-12 0-10 0,-4 1 2 0,-3 3-5 16,4 4 3-16,-6-1 1 0,-4 4 2 0,-1-2 1 16,-12-1 11-16,-4-1-11 0,7 4 1 0,-7-1-4 15,3 1 2-15,-7 0 1 0,-4-2 3 0,-5 1-2 16,3 3 9-16,-3 0-9 0,-1-6 8 0,-2 15-9 0,-2 2-3 15,3 2 7-15,-3 4-8 0,4 5 9 0,-2 3-8 16,-4 4 4-16,0 3-5 0,2 11 4 0,-5-4-4 16,-3 3-2-16,3 1 5 0,-6-8-3 0,1 0 9 15,-1-3-11-15,22-2 2 0,-11-2-3 0,-3 1 11 0,-5 1-3 16,1 2-3-16,-3 1 0 0,-1 4-1 0,0 2-4 16,0 2 3-16,2 5-2 0,-2-1 10 0,-2-2-6 15,0 3 3-15,0-5-5 0,-4-2-4 0,0 0 8 16,-3-8-2-16,-1-1 5 0,-3-2-7 0,-4 0 3 15,-1 0-4-15,-5-2 3 0,-1 3-5 0,18-1 2 16,-24-2 6-16,-9 2-2 0,0-4 9 0,-9 2-12 16,-8-2 2-16,0-3-2 0,-11-3 7 0,0-5-5 15,0 2 0-15,0 0-1 0,4 0 1 0,-1-4 3 0,1-2-1 16,-6 2 3-16,-1-5 0 0,-7 0-1 0,-4 1-5 16,-5-3 3-16,0-1 3 0,1 1-4 0,3 0 2 15,2-4-3-15,2 3-2 0,-2 1 0 0,-9 0 0 16,-6 1 0-16,-2-1-4 0,-7-2 4 0,9 0 1 0,6-2 2 15,-2 2 0-15,3-2-3 0,-3 0 3 0,-5-2-3 16,-7-2 2-16,1-1 4 0,2 1-11 0,3-2 8 16,2 1-5-16,4 1 3 0,-2-2 5 0,-7 1-3 15,-5 1-6-15,-2-1 7 0,3 1-6 0,3 0 5 16,8 2-10-16,0 4 9 0,-4-2 1 0,-10 6 2 16,-5-3-9-16,1 3 7 0,1 1-5 0,11-5 6 0,4-2-4 15,1-2-1-15,-3-1 1 0,-7-3-2 0,-2 1-4 16,0-5 3-16,7 33-2 0,8-25 2 0,0-9-1 15,-2-2 4-15,-7-10 4 0,-8-1 0 0,-6-4-7 0,3 4 4 16,7 2-3-16,2 1 4 0,-1 1-2 0,-6 1 2 16,-9-1-2-16,-4 3 2 0,-1 4-1 0,4 0 1 15,9 0-1-15,1 2 0 0,-5 2-4 0,-8 0 7 16,-3 3 0-16,6-3 2 0,11-1-3 0,15-1-3 16,4 0-1-16,2-2-2 0,-3 0 1 0,-1 0 1 15,2-2 5-15,9-3-3 0,7-3 6 0,8 3-2 16,8-1-5-16,3 2 3 0,3 1 0 0,7-3 0 15,-1 2 3-15,2 1-2 0,0-1-4 0,-1-2 0 0,1 3-2 16,2 1 2-16,2 0 3 0,3 2-4 0,-3-2 0 16,4 0-3-16,1 0 13 0,4 1-9 0,8-1 6 15,3 0-7-15,0 0 8 0,4 0 2 0,0 0 0 16,6 0 2-16,-1 1 4 0,5-1-6 0,-1 0 5 16,2-2-6-16,-11-14 4 0,4-3-6 0,3-3-4 0,4-6 1 15,4-3 2-15,4-2 2 0,3-3 2 0,2 1-2 16,4-5-6-16,0-3 1 0,5-3 0 0,1-10 1 15,-1-1 5-15,4-12-3 0,-1-5 7 0,5-6-6 16,1-3 3-16,5 1-2 0,-29 3-4 0,38-3 1 16,0-7-3-16,-2-13-13 0,-1-5 6 0,3-10-9 15,2 6 10-15,7 7-36 0,1 4-29 0,5 5-10 16,5-11-162-16</inkml:trace>
  <inkml:trace contextRef="#ctx0" brushRef="#br0" timeOffset="132021.87">14993 5376 256 0,'0'-1'-48'0,"0"-1"38"0,-2-2 15 0,-5-18 9 15,-4-6 49-15,-4-2-6 0,2 6-28 0,2 4 2 16,0-1-6-16,1 6-5 0,-1-1 2 0,6 3-5 16,-12 0 4-16,0 1-7 0,1 1 1 0,-1 2 0 15,-2 2-1-15,3-1-1 0,-1-1-8 0,-2 1 3 0,3 1-5 16,-3 1 11-16,2-1-2 0,-1 1 2 0,-1 1-2 16,1-3 2-16,-8 3-8 0,-2-1 8 0,-9 3-7 15,1-3 11-15,1 4-8 0,-2-2-2 0,4 3 0 16,-12-24 8-16,-5 11-10 0,0 6 5 0,-2 6-7 15,7 2 2-15,-1 2 0 0,3 4-2 0,-1 1 0 16,1 2-11-16,-2 3 11 0,1 1-9 0,-3 1 9 0,-3 3-3 16,-2-2 2-16,2 0 5 0,-4 0-3 0,0 0 2 15,4 1-5-15,2-1-1 0,3 0 1 0,6 2 0 16,4-2 1-16,0 1 4 0,5 1-4 0,2-15-2 0,2 24 0 16,6 4-1-16,-1 3 0 0,-1 0 0 0,4 5-1 15,-5-3-1-15,5-2 1 0,-1 2-3 0,2-3 5 16,1 0-4-16,1-3 4 0,2-3-2 0,0 0 1 15,2 2 1-15,5 0-1 0,-1 0 5 0,3 0-11 16,2 0 7-16,0-1-7 0,-16 1 11 0,5 4-1 16,5 1-3-16,3 6 2 0,5 4 0 0,0 3-3 15,0 4 0-15,3 1-2 0,3 1 3 0,0 0 1 16,1-2-2-16,2-6 0 0,-1-5-4 0,1-2 5 0,0-5 2 16,1-2 1-16,3 1 1 0,1-1 4 0,1 2 1 15,2-1 0-15,0 1-5 0,-1-3 5 0,3 3 1 16,-15-2 0-16,20 1-5 0,0 3 3 0,4-5-2 15,-4-1 2-15,2-2 0 0,6 2 5 0,-3-4-2 16,10 0 2-16,-2 0-11 0,-3-11 2 0,7 2 2 0,-2 2 1 16,0-6 7-16,-2-3-14 0,-2-1 3 0,2-5-4 15,-2 18 10-15,1-9 3 0,1-3-3 0,-2-8 1 16,-1-2-10-16,1-4 4 0,2-5 2 0,0 0-1 16,0 0 2-16,0-4 3 0,4-2-6 0,-2-1 5 15,4-3-13-15,-2 1 6 0,-2 0 0 0,-4-1 4 16,-2 17-2-16,1-20-2 0,-1-2 3 0,-3 2-3 0,2 0-2 15,-5-4 7-15,-1-2-5 0,0-1 7 0,-1-1-3 16,-5-1 6-16,2-2-3 0,-1-2 4 0,1-2-3 16,0-8 2-16,1 1 3 0,-3-14 0 0,0-3 4 0,-3-9-7 15,0-10 1-15,-2 0 0 0,-4 1 11 0,-4 3-5 16,-3 5 5-16,26 6-4 0,-17 1 21 0,-12-11 4 16,-4-4 1-16,-8-14-1 0,-8-13-5 0,-3 8-5 15,-8 4-5-15,-1 14-1 0,25 11-20 0,-42 12-15 16,-8 7-3-16,-11 5-8 0,-13 3-36 0,-14 7-61 15,-14 11-11-15,-22 22-26 0,-28-26-155 0</inkml:trace>
  <inkml:trace contextRef="#ctx0" brushRef="#br0" timeOffset="140564.36">1252 10404 277 0,'0'-1'36'0,"-2"-12"40"0,-2-10-22 0,2 8-24 15,2 6-7-15,0 5-5 0,0 1-19 0,0-1 0 0,0 2 3 16,0 0 0-16,0 2 15 0,0 0 3 0,0 4 9 16,0 18-4-16,-2 23 9 0,-1 1-3 0,-5-1-4 15,-1-1 1-15,-4 3-10 0,-2 3 4 0,0 6-8 16,0 3 7-16,1 6-11 0,-3 0 6 0,-2 6 1 0,3-8-1 15,1-6-8-15,0-1 13 0,2-11-8 0,0-7 9 16,2-2-17-16,1-10 16 0,3-8-5 16,-2 1 7-16,1-6-15 0,3-4 3 0,-1 2 0 0,4-7 3 15,0 0 13-15,1-1 4 0,-3 1 1 0,2-2-1 16,-2 0-7-16,2 0-23 0,1-2-3 0,-1-2-6 16,0-2-9-16,-7-26 5 0,3-10 2 0,6-7 0 15,0-7 12-15,4-1-11 0,1-5 7 0,3 3-10 16,1-1 3-16,0 1 9 0,-1 5-3 0,1 3 4 0,0 5 0 15,1 3 0-15,1 2 1 0,0 2 1 0,4 0-3 0,0 3-5 16,1 3-1-16,1-3 0 0,0 3 3 0,1 3-4 16,-12 4 2-16,18 3-3 0,0 10 4 0,4 2-3 15,-2 7 2-15,0-13-3 0,0 6 4 0,-2 9 6 16,-2 4-1-16,3 7 3 0,-7-8 3 0,-5 29-4 16,0 1 5-16,-7-1-5 0,-3 3 0 0,-1-1 6 15,17-1-5-15,-12-1 8 0,-5-1 4 0,-6 3-7 16,-3-3 8-16,-6 3-8 0,-2-3 3 0,-2-3 6 15,16 4-8-15,-20-6 7 0,1-2-11 0,1-2-6 0,8-7 4 16,-8 0-4-16,12-2 6 0,-6-4-2 16,0-2 1-16,4 1-1 0,-1-3-3 0,5 3 1 0,1-1-2 15,2-3 1-15,-3 3-7 0,-3 3 6 0,1 1-3 16,-1 2 3-16,-1 5-8 0,4-1 11 0,-1 7-5 0,2 2 6 16,4-2-9-16,0 4 3 0,0-7 1 0,2-3 1 15,2 3 7-15,1-7-8 0,3-1 1 0,-1 0-1 16,-5-3 11-16,20-7-7 0,-5 1 7 0,5-2-9 15,3 15 0-15,-3-8-13 0,8-2-7 0,-8-3-2 16,-2-4-22-16,3 0-29 0,-5-4 2 0,1-1-12 16,-1-3-14-16,-3 1-116 0</inkml:trace>
  <inkml:trace contextRef="#ctx0" brushRef="#br0" timeOffset="140985.78">1740 10898 407 0,'-2'0'38'0,"0"0"65"0,0 0-67 0,-1 2-5 16,-5 2-3-16,-8 5-1 0,-1-5-8 0,2 24 9 15,0 1 0-15,2-1 1 0,-2 2-9 0,2-2-2 16,2 0-5-16,2 3 3 0,1-1-6 0,3-2 3 16,1-2 0-16,0-4 1 0,-9-3 8 0,4-3-7 15,4-3 6-15,3 0-6 0,0 0 9 0,2-3-15 0,0-1 9 16,2 2-12-16,0-4 1 0,1 1 0 0,1-1-6 15,-2-3 7-15,13-2-4 0,0 0 3 0,3 11-4 16,-1-4 4-16,-2-3 2 0,1-1 1 0,3-1 5 0,0-2-4 16,-1-2-4-16,1-2 14 0,-3-2-5 15,1-1 7-15,-2-3-15 0,0-1 5 0,-4 3-4 0,0-16 4 16,-2-2-7-16,-3 0 6 0,-4-6-6 0,0 2 7 16,16-2-5-16,-8 3-3 0,-9-5 4 0,-4 1-5 15,-5 1 0-15,-1-2 6 0,0 10-5 0,-2 2 4 16,1 7-14-16,-1 5 10 0,-13 4-6 0,2 3 7 15,-1-14-11-15,1 7-8 0,0 8 6 0,0 4-8 0,3 3-4 16,4 3-6-16,-2 5 2 0,10 14-2 0,-2 3-4 16,1-1-20-16,5-3-14 0,1-4 1 0,-13-1-33 15,9-9-93-15,4-2 24 0,2-7-37 0,2-1 114 0,0 0 22 16,9-1 20-16,19 1-9 0,2-8 23 0</inkml:trace>
  <inkml:trace contextRef="#ctx0" brushRef="#br0" timeOffset="141344.39">2368 10651 429 0,'0'0'62'0,"-2"0"79"0,0-2-59 0,0 1-30 0,-2-1 0 16,1 0-10-16,-5 0-13 0,-3 0-7 0,0 0-3 16,-2 2 0-16,2 0-11 0,0 0 3 0,-1 0-8 15,3 2 7-15,0 2-3 0,1 0-1 0,-5 5 0 16,2-5-1-16,-2 14-3 0,6 1 1 0,-2 1 2 0,3 1-1 15,0 1 3-15,-1 0-7 0,5 0 2 0,-15 3-3 16,6 1 7-16,2 3-5 0,3 3 4 0,1 5-5 16,1-4 2-16,1 6 2 0,1-1-2 0,2 1 2 15,0 5-11-15,2 2 5 0,-1-1-1 0,-1 0 3 16,0 1 0-16,-1 0 5 0,-1 5-5 0,-2 2 7 16,-3 7-6-16,-1 3 4 0,-3 2-4 0,0 2 4 15,0 1-11-15,0-3 10 0,1-1-5 0,1-12 7 16,2-8-4-16,-1-9 8 0,3-5-5 0,1-9 5 0,2-7-6 15,0-1 3-15,0-3 2 0,2-7 0 0,0 1 8 0,0-2-24 16,-2 2 0-16,-1-1-14 0,-3 1-29 0,-9 2-11 16,-1-4-20-16,-3-2 3 0,0-4-63 0,3-4 9 15,1-3 1-15,0-7-1 0,2-14-31 0</inkml:trace>
  <inkml:trace contextRef="#ctx0" brushRef="#br0" timeOffset="141490.23">1725 11513 163 0,'0'0'56'0,"0"0"-7"0,2 0 47 16,0-2-5-16,0 0-5 0,0 0-33 0,1 0 8 0,1 1 3 16,13-7 1-16,5-1 0 0,4 0 1 0,4-3-6 15,11 1 4-15,1 0-25 0,3 0-20 0,1 0-9 16,3 0-1-16,-7 1-22 0,1 1-2 0,-6 2-8 0,-7 1 2 16,-2 1-27-16,-8 1-4 0,0 0-3 0,-5 0-2 15,0 1-16-15,-4-1-209 0</inkml:trace>
  <inkml:trace contextRef="#ctx0" brushRef="#br0" timeOffset="142442.3">2512 10781 587 0,'0'0'45'0,"-1"0"1"0,-1 0 16 15,0 0-13-15,0 0-4 0,0 0-33 0,0 0-9 16,0 0-2-16,1 0 0 0,-1 0 8 0,0 0-9 16,2 0 4-16,0 0-4 0,0 0 6 0,2 0-2 15,0 0-1-15,1 0 0 0,12-2 11 0,6 1-2 16,1-1 6-16,6-2-6 0,-2 0-6 0,3 1 6 0,-3-1-10 15,-1 2 9-15,-1 0-18 0,-6 0 10 0,1 0-4 16,-6 2 6-16,3 0-8 0,1-1-1 0,-4 1-1 16,-2 0-2-16,0-2-25 0,-1 2-28 0,3-2-19 15,7 0-25-15,-16 2-273 0</inkml:trace>
  <inkml:trace contextRef="#ctx0" brushRef="#br0" timeOffset="142633.52">2477 11129 921 0,'0'-2'39'15,"0"0"-32"-15,0 0 39 0,0 0-17 0,0 0-28 16,0 0-12-16,0 1 1 0,2-1-4 0,2 0 3 0,18-11 1 16,10-4-7-16,3 4 3 0,0 2-26 0,4 2-26 15,6-1-1-15,-6 1-10 0,1 2-9 0</inkml:trace>
  <inkml:trace contextRef="#ctx0" brushRef="#br0" timeOffset="144984.83">3561 10139 120 0,'0'-2'46'15,"0"0"-9"-15,0 0 20 0,0-1 10 0,0-5-20 0,2-3-19 16,0 0-8-16,-2 5-6 0,0 3 4 0,0-3 9 0,0 2-2 16,0 2 1-16,0 1-4 0,0-1-10 0,2-2-7 15,-2 0 5-15,0 1-6 0,0 1 13 0,0 0 14 16,0 0-7-16,0 2 7 0,0 2-23 0,0 0 10 15,0 11-6-15,0 20 7 0,-2 6-13 0,-2 6 7 16,-1 1 3-16,1 4-1 0,-1-1-3 0,-1 3 9 16,-1-6-9-16,-3-3 9 0,1-2-14 0,-2-1-2 15,0-1 0-15,1 2 0 0,1-4 2 0,0-1 5 16,-2-3-5-16,0-1 4 0,1-3-7 0,3-5-1 16,-1-3 4-16,3-4-2 0,-1-3 14 0,3-2-15 15,-1-3 8-15,0-2-8 0,2-3 16 0,1 0 6 0,-1-1-3 16,0-1 2-16,0 0-15 0,0 0 0 0,0-2-5 15,0 0 3-15,-1-2-13 0,-1-2-12 0,-5-10 7 16,-2-12-8-16,1 0 12 0,3-2 2 0,1 0-3 16,3-2 4-16,1-1 3 0,0-1 2 0,2-1 0 0,2-1 1 15,1 1-6-15,3-4-11 0,1-8 6 0,5-1-6 16,1-3 5-16,3-1 0 0,3-2 2 0,1 4 1 16,1 3 4-16,-1 8-1 0,-16 11-9 0,20 6 7 15,6 7-1-15,-10 4 6 0,-3-1 3 0,5 7 0 16,-3-10 3-16,3 1 11 0,2 9-9 0,-4 5 9 15,-5 1-7-15,-2 7-6 0,2 6 8 0,-7 21-8 16,3 1 5-16,11 2-1 0,-11 3 3 0,-7 2-2 0,-6-1 8 16,-5-3 5-16,-5-4-6 0,-1-5 6 0,-3-4-5 15,10-4 1-15,-20-4 4 0,2-5-3 0,2 2 3 0,1-6-7 16,3 0-1-16,3-2-2 0,0-1-16 0,4-1 5 16,0 1-5-16,5-1 4 0,1-1-4 0,3 1 3 15,-2 0 0-15,2 3 1 0,-5-1-5 0,1 0 8 16,1 2-4-16,-1 1 4 0,2-3-2 0,2 0-8 15,2 0 5-15,0 1-7 0,0-3 9 0,2 1-14 16,0-5-4-16,-2-1-6 0,13 0-21 0,2 9-2 16,5 0 3-16,3-3-2 0,-1-5 1 0,4-1-2 15,-4-2-2-15,2-3 4 0,2-5 18 0,-1 1 16 16,1-6-1-16,-2 0 4 0,0-2-5 0,-7 4 11 0,-1 3 2 16,-1-8 2-16,0-1 2 0,-2 2 2 0,-2 0-5 15,-2 4 3-15,1 0-14 0,-5 2 11 0,1-1 0 16,-2 3 5-16,-3 1-7 0,-1 4 14 0,2-1-3 0,2-1 11 15,-2 0 3-15,0 2 9 0,0 1 3 0,-2 1 1 16,0 0-1-16,-2 1-8 0,0 1-3 0,-4 0 1 16,-14 22-3-16,-4 4-18 0,1 0 8 0,5 0-9 15,-3 0 12-15,12 0-16 0,0-2 0 0,0-4-3 16,5 2-2-16,-11-4 11 0,6 1-8 0,3-3 10 16,4-1-5-16,2-4 6 0,0-5 5 0,2-3-2 0,0-1-2 15,2 0 7-15,5 1-7 0,11 4 6 0,-1-5-10 16,1-4-6-16,-1-2 5 0,0-3-5 0,-1-3 10 15,-3-1-10-15,4-2 7 0,-5 0-7 0,1 3 8 16,-4-8-1-16,-1-1 0 0,-5-2 0 0,-1 1-1 0,9-1-3 16,-4 1-3-16,-1-1 1 0,-5 0-7 0,-3 3 2 15,-1-1 1-15,-3 4 0 0,-2 0 2 0,1 4-5 16,1 3-11-16,-5 4 5 0,-8-9-10 0,0 2-1 16,2 5 8-16,1 2-10 0,1 2-23 0,3 0-114 15,3 2-69-15</inkml:trace>
  <inkml:trace contextRef="#ctx0" brushRef="#br0" timeOffset="145224">4252 10536 424 0,'0'0'83'0,"0"0"-43"0,0-2 78 16,0 0-21-16,-2 1-52 0,0-1-14 0,1 0-3 0,-3 0-4 15,-4 0-15-15,-1 0-5 0,2 2 1 0,-1 0-2 16,-1 0 8-16,0 2-3 0,1 0 6 0,1 4-6 15,1 1-1-15,4 17 0 0,1 4 1 0,-3 0 0 16,-15 3 0-16,6 3 4 0,6 1 0 0,3 4 2 16,4-2-7-16,0 6 1 0,2 2-3 0,0 7 4 15,2 1-3-15,-3 1 1 0,-1-2-2 0,0-3 3 16,-3-5-4-16,-3-1-25 0,-1-6 0 0,-1-4-12 0,-1-3-30 16,-4-6-34-16,-2-2-68 0</inkml:trace>
  <inkml:trace contextRef="#ctx0" brushRef="#br0" timeOffset="145380.8">3860 11368 49 0,'0'-2'8'0,"-1"-2"-5"0,-5-9 35 0,-1-9 2 16,-1 2 6-16,1-4-1 0,1 5 31 0,2 2 12 16,3 4-7-16,1 2 4 0,0-4-43 0,0 2-11 15,0-2 0-15,1 1-3 0,3-3 1 0,4-2-14 16,3 1 4-16,-9-4-7 0,24-1 5 0,3-1 3 16,3 0-5-16,-1 2 3 0,-1-1-18 0,-4 3-35 15,-2 5 9-15,-2-2-18 0,-3 3-1 0,-4-3-16 0,0-4-25 16,3 3 4-16,-1-1-69 0</inkml:trace>
  <inkml:trace contextRef="#ctx0" brushRef="#br0" timeOffset="145582.88">4200 9743 1010 0,'-2'-1'70'0,"0"-1"134"16,1-2-182-16,-1 2-28 0,0 0-2 0,0 0-6 0,2 2 10 16,0 0-9-16,0 2-10 0,0 2-3 0,7 29-50 15,-3 5-58-15,-4 4-161 0</inkml:trace>
  <inkml:trace contextRef="#ctx0" brushRef="#br0" timeOffset="145865.48">4378 10481 1105 0,'0'0'17'15,"0"-2"-2"-15,0 0-17 0,0 0-5 0,2 0-11 16,0 0-23-16,0 0 12 0,2 1 0 0,18-9 5 16,4 1 12-16,-2 2 3 0,6-1 2 0,-6 4 0 15,0-1 2-15,-3 3-38 0,-3 0 6 0,-3 0-16 16,-4 2 10-16,-2 0-12 0,1 0-44 0,-3 0 2 16,1 0-200-16</inkml:trace>
  <inkml:trace contextRef="#ctx0" brushRef="#br0" timeOffset="146101.64">4588 10202 1040 0,'0'0'11'0,"0"0"2"0,0 0 1 16,0 0-12-16,0 2 4 0,0 0-8 0,0 3 5 15,-5 18-3-15,-1 8 3 0,1-1-7 0,-1 5 4 16,2 0 4-16,1 3-1 0,1-3 0 0,-2-7-4 0,0 3 0 16,2-5-1-16,1 0 3 0,-1 0-8 0,0-4-1 15,0-1-5-15,2-3-17 0,0-3-27 0,0 0-8 16,0-2-5-16,2-2-29 0</inkml:trace>
  <inkml:trace contextRef="#ctx0" brushRef="#br0" timeOffset="147095.33">4976 9975 532 0,'0'-1'8'0,"0"-1"19"0,0 0-28 0,0 0-11 15,0 0 3-15,0 0-3 0,0 0 13 0,0 1 0 0,2-1 3 16,0 0-4-16,-2 2 7 0,0 0 8 0,0 2 2 16,0 5 2-16,-4 25 12 0,-1 5-9 0,-5 4 9 15,1 3-9-15,-4 3 9 0,0 1-8 0,0 0-6 0,2-3 2 16,2 1-7-16,3-7 9 0,1-5 1 0,-1-8 4 15,0-4 6-15,3-5 1 0,-1-2-3 0,0-4 0 16,2-2-10-16,1-2 7 0,1-3-9 0,0 0 6 16,0-2-15-16,0-1 11 0,-2 3 5 0,0 0-1 15,0-2 0-15,2 0-12 0,-2-1-3 0,0-1-2 16,0 0-4-16,2-1-8 0,0-1-2 0,-1-9-3 16,-1-15 0-16,0-8 3 0,2 1 7 0,2-4-5 0,1-6 7 15,3-2-6-15,0 3-5 0,-1-3 0 0,1 4 7 16,3 0-10-16,0 1 7 0,1 4-7 0,-1 1 8 0,0 7 4 15,0 4-3-15,1 4 3 0,-1 3-13 0,0 4 4 16,1 2 5-16,8 3-2 0,8 5 1 0,-5-1 6 16,-3-9-4-16,8 0 4 0,-9 7-3 0,-2 5 2 15,1 1 1-15,-4 1 2 0,-3 3 4 0,4 5-3 16,-4 1 5-16,-7 16-4 0,0 3 2 0,16 5-7 16,-8 3 3-16,-10 0-3 0,-6 6 12 0,-5 1 3 15,-6-3 1-15,1 4 0 0,-3-6-3 0,0-6-5 16,1-3-3-16,14-6 1 0,-14-4 1 0,6-1-3 15,-1 0 3-15,6-6-3 0,3 0 4 0,1-2-5 0,-3-4 0 16,0 2-3-16,3-1-4 0,-1-1 7 0,2-1-5 16,2-1 4-16,0 1-12 0,0-4-24 0,0 2 4 15,2-1-11-15,5-1-22 0,16 13-20 0,3-2-4 0,-2-6-10 16,-6-3-84-16</inkml:trace>
  <inkml:trace contextRef="#ctx0" brushRef="#br0" timeOffset="147302.8">5546 10308 314 0,'0'0'60'16,"0"0"-4"-16,0 0 3 0,-2 0 8 0,1 0-24 0,-3 0 10 15,2 0-17-15,-20 9 2 0,1 2-5 0,-3-9 7 16,0 26-9-16,-2 0 5 0,-2-4-6 0,2 0 7 0,-2-2-4 16,6 1 0-16,0-5-2 0,1-1-11 0,12 0 7 15,2-4-4-15,-1-2 8 0,1 0 10 0,5-6 5 16,0 3 2-16,2-3 0 0,0-3 4 0,4 2-24 15,22 11 5-15,13-2-15 0,2-9-18 0,1-6-8 16,5-4-6-16,3-3 1 0,0-2-15 0,0 0-26 16,0-1-1-16,2-1-10 0,0 2-23 0</inkml:trace>
  <inkml:trace contextRef="#ctx0" brushRef="#br0" timeOffset="148229.27">16893 8171 621 0,'-2'0'54'0,"0"-2"-56"0,-2 0 57 16,-5-2-26-16,-15-3-14 0,-6 1-10 0,-9 3 2 0,-9 3-6 15,3 0 1-15,-3 5 1 0,0 3 2 0,-2 3 1 16,-4 2 11-16,2 2-1 0,2 1 1 0,0 7-2 16,-2 3-11-16,3-23 7 0,-1 33-4 0,0 1 5 15,0 5-8-15,-4 1-3 0,8 2 4 0,9 1-2 16,-1-1 1-16,12-4 0 0,10-1-4 0,3-3 3 16,5-5-3-16,1 3 8 0,3-12-2 0,2 3 5 15,-11 0-8-15,11-2 9 0,4 0-10 0,6-2 8 16,3-1-18-16,-2 3 5 0,28-4 4 0,2 2-1 0,2 1-6 15,4-3 8-15,1-1 0 0,-1-4 5 0,5-4 3 16,2-4 4-16,3 1-2 0,9-7 5 0,1 1 9 0,9 30-11 16,0-23 7-16,2-9-10 0,4-4-3 0,-6-3-2 15,2-4 2-15,-9 0 0 0,0-4 0 0,-6 0-1 16,-1-2-5-16,3-1 5 0,0-1 2 0,0-3 6 16,0 0-5-16,-5-3 5 0,-1-1-10 0,-5 23 3 15,-5-36 2-15,-6-6-1 0,-8-3-4 0,-5-6 4 16,-8-2 3-16,-3-1 0 0,-4-1-4 0,-5 3 12 15,-5 3-3-15,21 5 8 0,-14 1 15 0,-10 5-6 16,-8 2-3-16,-3 4-1 0,-6 5-3 0,10 6-20 16,-34 0 7-16,-11 1-14 0,-7 3-15 0,-12 3-25 0,1 8-6 15,-1 1-5-15,2-21-19 0,4 16-38 0,2 11-58 16</inkml:trace>
  <inkml:trace contextRef="#ctx0" brushRef="#br0" timeOffset="148429.96">15311 6080 142 0,'-2'-4'-24'0,"-7"-18"24"16,3-30-35-16</inkml:trace>
  <inkml:trace contextRef="#ctx0" brushRef="#br0" timeOffset="148863.46">14928 5623 229 0,'-2'-2'65'0,"1"-1"-6"0,-18-31 31 16,-11-10 8-16,2 1-19 0,1-2-10 0,1 1-26 15,-2 1 2-15,0 2-9 0,2 4 1 0,-2 11-23 16,-2 0-1-16,-3 8-6 0,-6 1-6 0,-4 4 5 0,1 6-3 15,-9 3 3-15,3-20 2 0,0 11-8 0,-8 7 2 16,6 10-2-16,-2 7 5 0,2 6-3 16,4 5 6-16,1-7-7 0,2 28-6 0,-1 3 6 0,1 10-6 15,-3-6 7-15,-3 4 3 0,1-1-6 0,-4-6 3 16,11-1-4-16,-3 1-2 0,3-3 6 0,7 5-5 0,-1 1 4 16,4 4-7-16,6 3 4 0,3 6 3 0,5 8 0 15,12 1 6-15,3-1 3 0,-28-6-7 0,19-8 5 16,11-5-11-16,8-5 6 0,5-6-3 0,7-2 2 15,-16-2-8-15,31 2 8 0,8-4-1 0,7 0 3 16,4-3-12-16,5-6 12 0,4 0-10 0,-2-6 8 16,10-3-10-16,-2-4 1 0,3-8 2 0,12 1-1 15,3-4-3-15,8 31 4 0,-1-23 4 0,-5-12 0 0,-5-9 11 16,-4-2-5-16,-4-4 5 0,-2-2-4 0,4-3 18 16,0-4 1-16,-2 2 2 0,8-6-1 0,-4 1-10 15,-6-1 6-15,-2 26-7 0,-12-33 7 0,-8-2-7 0,0-9-10 16,-4-4 5-16,2-11-6 0,-2-14 5 0,-9-6-3 15,4-3 8-15,-9 3-6 0,-5 5 4 0,3 9 6 16,-15 8 4-16,-6 2 4 0,-9 5 18 0,18 2-1 16,-16-4-3-16,-15 0 3 0,-8 2-2 0,17 1-13 15,-37 6-3-15,2 12-5 0,-8 5-28 0,-1 21-8 16,-6 7-5-16,-9-22 0 0,-8 26-18 0,-13 24 1 16,-9-4-7-16,-5 47 4 0,3 1-21 0,4-3-24 0,13 2-15 15,13 3-22-15,7 10-240 0</inkml:trace>
  <inkml:trace contextRef="#ctx0" brushRef="#br0" timeOffset="149820.11">17177 8743 74 0,'-2'-2'25'0,"-2"0"-8"16,-31-11 0-16,-8-4 13 0,1 4-21 0,-5 2-14 15,-7 2 1-15,-3 1 4 0,-8 1-2 16,-2-1-4-16,2 3 22 0,-2-3-11 0,6 3 18 0,-2-1-3 0,3 1 8 15,3 1 6-15,-1 2-1 0,2 2 20 0,-3 0-15 16,0 0 2-16,-12 2-7 0,-1-2 8 0,-3 0-13 16,5 2 7-16,7 2-10 0,-4 3 2 0,7 0-23 15,-1 1 1-15,5 3-5 0,4 2 8 0,-1 4-10 16,-1 5 2-16,-4 4-6 0,-3 0 5 0,5 0-1 16,-5 2 3-16,9-4-1 0,6 0 8 0,1 0-7 15,10-20-5-15,-1 26 0 0,1-1 1 0,5 3 0 16,1 0 3-16,3 1-4 0,2 2 1 0,5 2-10 15,2 2 6-15,4 6-9 0,2-4-10 0,2 5 4 0,5 1-1 16,2-3 3-16,-22 4 8 0,13-1 3 0,9-3-10 16,4-5 8-16,4 2-8 0,1-7 14 0,6 1 2 15,2-3 2-15,4-1-3 0,-14 3 11 0,23-3-7 0,9 1 9 16,0 1-3-16,11 1-5 0,10-1 8 0,5 2-9 16,6 0-7-16,3-1-2 0,-1 3 1 0,-2-4 1 15,1-1 4-15,-1-4-3 0,3-4 4 0,12-4-2 16,9 1 3-16,11-4 1 0,0 1 1 0,-4-5 5 15,-6 0 19-15,-6-4-15 0,-1-5 9 0,0 0-8 16,12 29 31-16,1-23-12 0,6-10 7 0,-4-8-9 16,-9-3-1-16,-6-4 6 0,-5-5-10 0,3-1 8 15,4-1-14-15,2-4 3 0,0-2 2 0,-2-3-2 0,-7 29-4 16,-8-34-1-16,-7 3-5 0,-6-4 3 0,-3 0-4 16,0-2 8-16,-1-2 7 0,1 0-2 0,5 0 7 0,-8-1-6 15,1-5-6-15,-11-9 2 0,-8-9-8 0,-6-11 21 16,-12-5 2-16,-10-3 6 0,-3 4 9 0,22 8-3 15,-23 3-8-15,-12 6 5 0,-14 5-5 0,10 3-2 16,-48-1 2-16,-15-3-5 0,-8-1-16 0,-13-5 1 16,-11 4-12-16,-25 9 4 0,-24 0-38 0,-23 19-41 15,-20 7-14-15,-38 13-18 0,-17-28-148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41:44.3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24036 3982 32 0,'0'0'0'0,"0"0"37"0,0 0 19 16,0 0 25-16,0-2 9 0,0 0-38 0,0 0-13 15,0 1-33-15,0-1 0 0,0 0-1 0,1 0-5 0,-1 0 6 16,0 0-6-16,0 2 8 0,0 0-8 0,0 0 2 16,0 0 2-16,0 0 1 0,0 0 15 0,0 0-4 15,0 0 5-15,0 0-4 0,0 0 7 0,0 0-7 16,0 0-8-16,0 0 4 0,0 0 1 0,-1 2-6 16,-1 0 2-16,-2 0-7 0,-2 2-3 0,-10 9 8 15,-3 5-2-15,-1 4 4 0,-1 3 1 0,1 1-13 16,-4 1 8-16,3 5-10 0,1 1 15 0,-2 3-8 15,3 1-2-15,-1 2-1 0,-3 0-2 0,3 2 5 16,-2 1 4-16,7-3-2 0,0 2 0 0,0-4-9 0,2-1 6 16,-2-3-5-16,-1 0 14 0,4-3-8 0,-1-4 0 15,6-4-3-15,0-3-4 0,1-4 5 0,2 0-4 16,1-6 3-16,1-3 0 0,0-1-2 0,0-1 5 16,0 0-3-16,2-3-2 0,-4 3 1 0,1 0-1 0,1 0 2 15,0-3 2-15,0 1-4 0,0 0 2 0,2 0-1 16,0 0 7-16,0 0-4 0,2-2-1 0,0 0 0 15,2-2 1-15,5-2-8 0,11-9 7 0,-1 2-7 16,-4-21 5-16,7-5 6 0,0-4-5 0,3 1 6 16,-3-9-14-16,0 1 13 0,0-4-9 0,1 0 10 0,1 6-9 15,0 1-9-15,0 4 12 0,-2 0-10 0,1 4 15 16,-1 4-5-16,-4 3-1 0,1 2-1 0,-2 2 0 16,-4 2 3-16,0 2 1 0,-4 0 2 0,0 5-3 15,-1-4 4-15,-5 5 1 0,1 1 1 0,-2 0-9 0,7 4 6 16,-7 7-4-16,2-1 5 0,-4 3-5 0,2-2 6 15,0 0-4-15,-1 1 5 0,1-1-12 0,0 0 7 16,0 2-2-16,0 0 4 0,-2 1-7 0,0 1-1 16,0 0 2-16,0 0 1 0,0 1 4 0,0 1 0 15,0 2 0-15,0 0-1 0,-2 11-2 0,0 1 2 16,0 3 0-16,2 3 1 0,0-1 1 0,0-1-11 16,0 2 7-16,0 2-7 0,0 1 13 0,0 2-3 15,2 1-5-15,0 2 2 0,0-2 0 0,2 1-4 16,-1 5 9-16,1 1-7 0,0 2 6 0,-1 4-6 0,3 4 3 15,-2-4-3-15,-1-1 10 0,1-2-4 0,0-3-5 16,0 0 2-16,-1-1 6 0,3-5-9 0,-2-6 11 16,-3-5-10-16,1-1 11 0,0-2-11 0,0 0 3 0,-2-4-4 15,0-2 5-15,0-3 7 0,0-1-7 0,0-1 7 16,0-2-14-16,0 1 4 0,0 1 1 0,0 0 2 16,0-1 5-16,0 1-3 0,0 0-2 0,0-2-1 15,0 0-7-15,0-1-3 0,0 1-4 0,-2 0-11 16,0 0-120-16</inkml:trace>
  <inkml:trace contextRef="#ctx0" brushRef="#br0" timeOffset="280.83">23820 4695 166 0,'-2'-2'44'0,"0"0"8"0,1-1 23 15,-1-1-34-15,-2-4 15 0,-2-1-38 0,3 4-7 16,-1 1-6-16,-2 2 1 0,1 0-5 0,1 0-6 16,0 0-5-16,3 2-3 0,-3-1-16 0,0-1 38 15,0 0-2-15,3 0 16 0,-1 0 18 0,2 2-6 0,2 0 8 16,-1 0-10-16,3 0-2 0,24-5-11 0,4-1 3 16,1-1-6-16,2 1-3 0,-3 4-18 0,1 0 3 15,-3 0-8-15,-2 2 6 0,0 0-13 0,-2 0 0 16,2 0-4-16,-1 0-3 0,-2 0-6 0,1 0-3 15,0 0-5-15,-4 0-43 0</inkml:trace>
  <inkml:trace contextRef="#ctx0" brushRef="#br0" timeOffset="715.9">24678 4526 587 0,'0'-2'23'0,"-2"-2"4"0,-5-18 3 16,-3-9-10-16,5 8 2 0,-1 7-4 0,3 4-14 15,1 7 0-15,2 1-4 0,0 2-4 0,-2-1-7 16,0-1 7-16,0 2-5 0,0 0 18 0,-1 0-7 16,-1 2-4-16,0 0-1 0,-3 0-7 0,-4 4 14 15,-2 2 3-15,1 1 3 0,-1 4-7 0,0 13-5 16,4 2 0-16,-4-2-1 0,4 4 14 0,3-4-14 15,-1 2 4-15,3 0-7 0,2-3 9 0,-3 1-2 16,-1-2-1-16,-9 0 0 0,4-1 4 0,4-3 0 0,1 5 0 16,2-5-3-16,1 5-10 0,3 1 6 0,0-2-3 15,2 4 5-15,1 0 0 0,1 0-2 0,2 4 3 16,-1-1-2-16,3 3 0 0,-1-4 1 0,2 3 0 16,1-3 1-16,-1 0-2 0,0-4 2 0,-1-2 0 15,-1 1 3-15,0-3-5 0,-1 1 5 0,0-1-5 0,-5-5 6 16,1 2 7-16,0-6-6 0,-2 2 5 0,0-4-7 15,-2 2 1-15,-1-3 1 0,-1-3 2 0,-4-1-1 16,-12 0-3-16,-2-3 1 0,-1 14-3 0,3-5 3 16,-2-3-3-16,1-3-2 0,8-2 3 0,-5-1-2 15,5-1 1-15,3 0-14 0,-8-1-5 0,7-1-3 16,2 0-17-16,-4-2-181 0</inkml:trace>
  <inkml:trace contextRef="#ctx0" brushRef="#br0" timeOffset="1012.82">24186 4970 332 0,'0'0'32'0,"0"0"-5"0,0-2-9 0,-2 0 14 16,0 0-25-16,0 0-3 0,1 0-22 0,-1 2 6 15,2 0-7-15,0 0 33 0,0 0 10 0,2-1 5 0,1-1 0 16,8 0 4-16,23-6 3 0,1 1-11 0,8 0 8 16,-4 1-30-16,5-1 0 0,-5 3-2 0,-7 0-1 15,1 0-16-15,-5 1-8 0,0 1-1 0,0 0-2 16,-6 0-10-16,0 0-16 0,3 0-11 0,-3 1-9 15,0-1-111-15</inkml:trace>
  <inkml:trace contextRef="#ctx0" brushRef="#br0" timeOffset="1350.3">25025 4728 161 0,'0'0'64'0,"0"0"-31"0,0 0 61 15,0 0-17-15,0-1-44 0,0-1-4 0,0 0-4 0,0 0 2 16,2-2 1-16,0 1-14 0,5-3 8 0,14 0-10 16,10-3 10-16,3 0-16 0,1 0 6 0,8 1-9 15,-4 1 5-15,-6-1-2 0,1 3-5 0,1-5 2 16,-5 3-9-16,1 0 5 0,-3 5 0 0,-2 0 1 16,-4-13-13-16,-3 6 6 0,-1 1-7 0,-5 5 5 15,2 1-18-15,-5 2-1 0,-3 0-11 0</inkml:trace>
  <inkml:trace contextRef="#ctx0" brushRef="#br0" timeOffset="1551.24">25105 4873 463 0,'0'0'32'0,"0"0"-7"0,0-2 22 16,0 0 7-16,0 1-14 0,0-1-33 0,0 0-6 15,2 0-6-15,0 0 5 0,1 0-5 0,14-5 14 16,15-4-9-16,1 1 10 0,4 3-15 0,2 0 6 0,2-1 6 16,2 3-2-16,0-1-7 0,-3 1-23 0,1 1-7 15,0 0-4-15,-2 2-24 0</inkml:trace>
  <inkml:trace contextRef="#ctx0" brushRef="#br0" timeOffset="2487.37">27511 3536 245 0,'0'0'33'15,"0"-1"1"-15,-1-1 1 0,-1 0-6 0,0-2-6 16,0 0-7-16,0 1-6 0,0 1-3 0,0 0 0 15,1 0-3-15,-1 0 8 0,0 0-8 0,-2 1 7 0,0 1-13 16,-1 0 14-16,-10 3-4 0,0 5 6 0,-5-3-9 16,5 27-6-16,-2 7 3 0,-1-2-3 0,-5 4 17 15,-3 1-17-15,0 3 8 0,2 1-11 0,-2 1 9 16,0-6-6-16,2-4-1 0,2-4 0 0,-1-3 9 16,5-4-6-16,-1 0-1 0,4-4-1 0,6-1 1 0,2-5 9 15,1 1 2-15,2-8-1 0,1 1-15 0,1-5 28 16,0-1-3-16,0 0 13 0,2-2-8 0,-4 1 0 15,1 1-3-15,1 0 3 0,0-1-4 0,0-1-9 16,0 0-1-16,2 0-2 0,0-2-8 0,2 0-4 16,0-2-1-16,2-2 0 0,9-7 2 0,3-11 1 15,3-4 3-15,1 0-1 0,3-4 7 0,1-1-6 16,0-12 2-16,2-5-3 0,9-8 1 0,-9-9 1 0,6 0-4 16,-2 6 1-16,-12-1-2 0,10 12 2 0,-6 9 0 15,-3 4 1-15,-2 5-2 0,-3 8 1 0,-4 1 0 16,-3 5 1-16,4 3 1 0,-3 3 3 0,3 3-2 0,-6 1 1 15,1 4-12-15,-2 1 8 0,-1-1-3 0,1 0 3 16,0-2 0-16,-2 4-3 0,-1 0-2 0,1 0 1 16,6-4 0-16,-5 3 9 0,1 1-7 0,0 0 5 15,0 1-9-15,-3 1 9 0,1 2 1 0,2 2 2 16,5 14-5-16,-1 2 1 0,-3 2 2 0,-1 2-2 16,0 2-2-16,-2-2-5 0,1 4 3 0,-1 1-4 15,2 1 13-15,0 1-5 0,-1 1 3 0,1 1-5 16,0 0-4-16,-1-3 4 0,1 0-4 0,-2-5 4 0,0-4 3 15,0-3-3-15,0-1 5 0,-1-4-4 0,3 1-1 16,-2-5-1-16,0 1 0 0,0-3-1 0,0-4 10 0,-1 3-3 16,-1-4-1-16,2-1-2 0,-2-1-7 0,2 2 5 15,0 0 2-15,0-1 2 0,0 1 7 0,0-2-1 16,-1 0-4-16,1 0 0 0,0-1-13 0,-2 1 2 16,0 0-1-16,0 0-2 0,0 0-29 0,0 0-128 15,-2 0-13-15</inkml:trace>
  <inkml:trace contextRef="#ctx0" brushRef="#br0" timeOffset="3066.23">27058 3941 157 0,'0'0'26'0,"0"0"-1"0,0 0 0 0,-2 0-11 0,1-2-2 16,-1 0-11-16,0 2-10 0,0 0 14 0,0-1-13 16,0 1 15-16,0 0 3 0,1 0-9 0,-1 0 9 15,0 0 8-15,0 0 7 0,0 0 7 0,0 0-3 16,2 0 15-16,0 0-21 0,0-2 4 0,2 0-11 15,2 0-5-15,5 0 1 0,12-2-1 0,3 1-1 0,0 1-9 16,4 0 10-16,-2 2-8 0,5-2 8 0,6 0-5 16,2 2-3-16,-1 0 2 0,-1 0-5 0,-15 0-16 15,10-2-2-15,-3 1-9 0,-5-1 4 0,10 0-12 0,-8 2-45 16</inkml:trace>
  <inkml:trace contextRef="#ctx0" brushRef="#br0" timeOffset="3590.35">27909 3963 66 0,'0'0'31'0,"0"0"31"16,0 0 4-16,0 0-27 0,0 0 3 0,-2-1-11 16,0-1-9-16,0 0-5 0,0 0 3 0,0 0-3 15,1 0 7-15,-1 0-4 0,0 1-4 0,2-1 0 0,0 2-16 16,-2 0 5-16,0 0-7 0,0 0 5 0,0 0-6 15,1 2 8-15,-1-1 0 0,0 1 4 0,0 2-5 16,-7 9 0-16,-1 4-2 0,1-1 1 0,4-1-11 0,-1 0 8 16,2-2-4-16,2 0 4 0,1-2-1 0,1 0 8 15,0-1 12-15,0-3-1 0,1 1 25 0,1-3-7 16,0-1-2-16,0-4-2 0,9 9-8 0,6 0-3 16,1-1 0-16,7-3-1 0,1-5-8 0,-2 0 2 15,-2-1 4-15,-2-3-1 0,-3-2 0 0,0 1-5 16,-4-1-3-16,-2 1 3 0,-9 5 6 0,0-2-13 15,1-13 4-15,7 2-6 0,-3 0 8 0,-1 0-7 16,-4 2 4-16,-2 0-6 0,-2-1-4 0,-2 3-4 0,-3-2 2 16,5 2-1-16,-19-2 10 0,1 3-15 0,1 4-2 15,1 1-5-15,3 1-13 0,2-7-47 0,4 3-21 16,1 2-18-16,4 2-153 0</inkml:trace>
  <inkml:trace contextRef="#ctx0" brushRef="#br0" timeOffset="3996.66">28466 3824 302 0,'0'0'56'16,"0"-2"-5"-16,-2 0-6 0,0-1 9 0,0-1-29 0,0 0-6 16,0 1-12-16,1-1 1 0,-1 0-6 0,0 0-12 15,0 3 3-15,0-1-4 0,0 0 5 0,0 0-3 0,1 2-1 16,-1 0 0-16,0 2 0 0,0 0 10 0,0 0 2 15,-2 5 2-15,-5 10 1 0,0 3 5 0,3-3-2 16,-1 1-2-16,-1 1 0 0,1-2-7 0,0 1 1 16,1-5 3-16,0 2 0 0,3-4 1 0,-1-1 5 15,0-1-8-15,2-2 6 0,1 1-8 0,1-5 6 16,-2 3 4-16,2-4 1 0,0 2 11 0,0-1-1 16,0-1-4-16,0 2-1 0,0-2-17 0,-2 1 4 15,0 1-2-15,0 0 4 0,2 0 1 0,0-1-5 16,0 1 9-16,0 0-7 0,0-1 9 0,2-1 4 0,0 0-3 15,2 0 3-15,7 4 0 0,11 1-2 0,6-1-7 16,0-5 4-16,3-1 0 0,1 0-6 0,1-1 9 16,4-3-7-16,2 0 13 0,4-1-1 0,2-1-4 15,5 2 1-15,0 1-11 0,0-1 1 0,-2 0-2 0,-7 0 1 16,-2 3-4-16,-4-1 0 0,-9 2-4 0,-1 0 1 16,-9 0-4-16,-5 0-7 0,1 0 1 0,-7 0-5 15,-1 0-6-15,0 0-68 0,-1 0-37 0</inkml:trace>
  <inkml:trace contextRef="#ctx0" brushRef="#br0" timeOffset="4535.97">26490 4715 360 0,'0'0'34'0,"0"-1"0"0,0-1 9 0,0 0-8 0,0 0-5 16,0 0-15-16,-2 0-12 0,0 0 2 0,2 1-5 16,0-1-11-16,0 0 1 0,0 0 0 0,0 0 2 15,0 0 7-15,2 0 5 0,0 2 1 0,2 0 4 16,0 0 5-16,18-1-11 0,0 1 8 0,0 0-6 16,12 0 26-16,9 0-7 0,5 0 3 0,8 0-5 15,-3-2 3-15,5-6-13 0,3 1 9 0,8-4-8 0,5 0 14 16,13-2-13-16,8 0 2 0,9-2-4 0,6 4 5 15,-8-2-6-15,-2 0 1 0,-2 1-3 0,3 1-3 16,6 2-3-16,10 0 6 0,4-1-4 0,-4-1 7 0,-4 0 1 16,-11 2-6-16,2 0 4 0,-1 3-13 0,4 2 11 15,-1 1-3-15,-11-1 6 0,-6-2-8 0,-13 1 12 16,-7 1-1-16,-4 0 4 0,-6 1 1 0,2-1-3 16,-5 0 3-16,-6 0-2 0,-3-1 3 0,-8-1 2 15,-4 3-5-15,-7-3 4 0,1 2-14 0,-4 1 9 16,-9-1-8-16,-6 2 7 0,-3 0-16 0,-3 2 15 15,-1-2-6-15,1 0 7 0,0 1-12 0,-2-1-5 16,0-2 0-16,-1 0-5 0,-1 1-17 0,-1-1-65 16,-12-5-12-16,-34-8-26 0,-3 9-104 0</inkml:trace>
  <inkml:trace contextRef="#ctx0" brushRef="#br0" timeOffset="4920.06">26808 4996 692 0,'0'-2'-1'0,"0"0"0"15,0 0-1-15,0 0-10 0,-2-1 4 0,0 1-33 16,0 0-69-16,0 0-1 0,0 0-24 0,1 0 12 0,-3 2 94 15,-5 0-4-15,-3 2 33 0,1 0 6 0,2 0 38 16,7-2 1-16,-5 2 8 0,-4 3-22 0,7-3-13 16,-4 2-5-16,5-2 0 0,-1 11-2 0,-5 5-1 15,-1 5 0-15,-1 3-1 0,-2 5-5 0,2 8 4 16,2 2 0-16,-6 2 2 0,6-2-8 0,-4-2 1 16,0 1-4-16,9-2 3 0,-3-3 9 0,5-4 2 15,-17-1 11-15,10-6-8 0,1 0-4 0,5-1 2 0,1-5-11 16,2-3 8-16,2 2-23 0,1-4 6 0,3 0-3 15,0-2 4-15,-1-2-10 0,1-1-16 0,-1-1 1 16,-1-1-7-16,-2-3-10 0</inkml:trace>
  <inkml:trace contextRef="#ctx0" brushRef="#br0" timeOffset="5164.54">26795 5584 755 0,'0'-2'21'0,"0"1"-2"16,0-1 6-16,0-2-3 0,0 0-6 0,0 1-22 16,2-1 8-16,1 0-2 0,23-13 3 0,8 1-3 0,3 1 2 15,4 4 6-15,3 3 0 0,3-1 6 0,-1 3-9 16,4 3 2-16,-2 3-4 0,4 0 0 0,-5 0-12 15,-6 2 2-15,1 1-6 0,-12-1-7 0,0 0-8 16,1 0-7-16,-8-2 3 0,-1 0-7 0,-7 0-9 16,-6 0-11-16,-1 0-12 0,-7 0-165 0</inkml:trace>
  <inkml:trace contextRef="#ctx0" brushRef="#br0" timeOffset="5401.28">27328 5237 325 0,'0'0'56'0,"0"-2"87"16,-2 0-88-16,0 1-29 0,0-1 1 0,-2 0-9 15,2 2 0-15,-9 0-13 0,-4 2 7 0,4 3-9 16,-7 1 10-16,3 29-8 0,2 2 6 0,0 6-7 16,2-4-5-16,3 0 11 0,1-2-18 0,1-11 15 15,3 0-12-15,-12-4-10 0,5-1 8 0,5-5-12 16,1 1-4-16,2-4-8 0,0 0-2 0,2-2-1 0,0-1-5 15,0-3-5-15,0 0-22 0,0-1-1 0,0-4-137 16</inkml:trace>
  <inkml:trace contextRef="#ctx0" brushRef="#br0" timeOffset="5917.86">28219 4999 549 0,'0'0'30'0,"0"-1"0"0,-2-1 0 0,0 0-16 15,0 0-4-15,0 0-39 0,0 2 23 0,1 2-4 16,-1 0 10-16,-9 13-2 0,9 26-2 0,-15-2 8 16,-3 7-5-16,-4 2 4 0,1 2-1 0,1 2-5 15,3-1 3-15,5-5 0 0,-3-11 3 0,4 0-1 0,4-12-1 16,1-3-3-16,4-1-4 0,3-6 7 0,-3-4-3 15,-2-2 6-15,4-3 14 0,-1 2-2 0,1-3 7 16,0 1 10-16,0 0 1 0,0-2-1 0,0 0 0 16,2-1-11-16,0-1-20 0,0 0 7 0,0-1-10 15,0-1 4-15,2-8-6 0,8-14-2 0,-1-4 0 0,2-11 0 16,0 1 3-16,0-5 2 0,2-4 0 0,0 3 0 16,2-3-3-16,2 5-1 0,-2 1 1 0,-2 2-4 15,-2 5 9-15,0 3-6 0,0 5 7 0,2 4-6 16,-2 5-1-16,0 0 5 0,-3 6-1 0,-1 0 9 15,-3 3-6-15,0 3-2 0,-3 1-1 0,1 0-7 0,0 1 0 16,0-1 0-16,0 2 0 0,0 0 5 0,0 0 4 16,-1 2-2-16,1 2 2 0,0 0 0 0,0 2-2 15,0 9 4-15,3 11-4 0,1 0 0 0,1 2 5 16,1 0-4-16,-1 2 6 0,4 0-3 0,2 2 3 16,2-1-3-16,-2-5 2 0,4 4-7 0,-15-2 5 15,16-2-1-15,1-1 5 0,-4-3 5 0,2-5-12 16,-4 2 3-16,-4 1-7 0,0-5 2 0,-1 0-11 0,-1-3 6 15,-3-5-9-15,-1 3-1 0,-3-7 1 0,4 3-1 16,0 0-7-16,0 0-78 0,-3-1-38 0,1-1-47 16</inkml:trace>
  <inkml:trace contextRef="#ctx0" brushRef="#br0" timeOffset="6304.71">27931 5421 348 0,'0'-2'22'15,"0"0"-1"-15,0 0-4 0,0 1 2 0,2-1-10 16,0-2-6-16,3 0-3 0,25-14 0 0,5 3 0 0,1 4 4 16,3 0-7-16,1 1 1 0,7 1-1 0,-6 2 24 15,1-1-10-15,-1 1 13 0,-4-1-12 0,0 1 21 16,-1 1 3-16,-1 1-12 0,-3-1 8 0,1 2-14 0,-7 3-5 16,0 1-1-16,-4 0-3 0,-3 0-9 0,-4 1 1 15,-2 1 2-15,-6 0-3 0,-3-2-6 0,-2 0 3 16,1 4 2-16,1 0 1 0,2 5 12 0,-3 4 7 15,-1 4-5-15,-2 1 6 0,-3-1-7 0,-5 3-3 16,1-3-4-16,-1-2 1 0,5-8-5 0,-5 4-2 16,3-1 7-16,1-3-7 0,-2 4 5 0,4-7-5 15,1 0 0-15,-1 1 0 0,2-1 12 0,0 0-9 16,0 1 9-16,0-3-7 0,0 0 21 0,2 2-11 0,1-1 3 16,8 5-6-16,8 1 0 0,0-3 3 0,-1-3-5 15,1-1 4-15,-1-2-8 0,-5-2 9 0,0-1 0 16,-5 1 1-16,-3 0-3 0,5-4-6 0,-3 4 1 15,-5-14-2-15,11-3-3 0,-4-3 5 0,-3-2-6 16,-6 0 5-16,-2 0 3 0,-4 3-12 0,-1 4 2 0,-4 1-6 16,1 3 3-16,-1 0-10 0,-7 3-5 0,1 5-8 15,0-3-61-15,4-1-99 0,-2 0 6 0</inkml:trace>
  <inkml:trace contextRef="#ctx0" brushRef="#br0" timeOffset="6645.89">29023 5170 281 0,'0'0'46'0,"0"0"70"0,0 0-48 0,0-2-17 16,0 1 2-16,0-1-10 0,0 0-28 0,0 2-9 16,0 0-6-16,0 0 1 0,0 0-1 0,0 0 1 15,0 2 3-15,0 0 0 0,0 1 12 0,0 7-10 16,-6 12-3-16,-3 6-2 0,1 0 7 0,-1 1-9 15,0-1 6-15,1 0-8 0,-1 4 7 0,0-3 1 16,0-1 1-16,1-2-2 0,1-7-8 0,-1-3 8 16,3-3-2-16,-1-2 8 0,2-1-2 0,3-7 3 0,-1 1-4 15,2-2 3-15,-2 2-1 0,0-1 8 0,0 1 7 16,2 0-2-16,0 0 15 0,2-3-15 0,0 1-6 16,2 0-1-16,9 4-11 0,18 3 4 0,-3-5 2 15,5-2-2-15,1-2-2 0,-1-2 0 0,1-2-9 0,-3 0 3 16,1-1-24-16,-10 1-13 0,2 0 5 0,-3 1-8 15,-5 1 4-15,-1 0-19 0,0-2 3 0,0 0-9 16,-4 1-3-16,-2-1-31 0</inkml:trace>
  <inkml:trace contextRef="#ctx0" brushRef="#br0" timeOffset="7004.68">29700 4981 574 0,'0'-2'105'0,"0"0"-108"15,0-3 115-15,-3-12-55 0,-1 4-39 0,2 5-10 16,0 5-8-16,2 1 1 0,-2-2-11 0,1 0 3 16,-1 3 7-16,0-1-3 0,0 0 4 0,0 2-1 15,0 0-3-15,0 0 1 0,1 2-3 0,-1 0 1 16,0-1 0-16,2 1 0 0,-6 15-3 0,1 3 11 15,-1 3-5-15,1 1 5 0,-3 6-3 0,1 1 1 0,1 8 2 16,-1 6-3-16,-3-1 4 0,3 8 0 0,0-2 3 16,-1 6-3-16,4-2-5 0,1-2-3 0,1-8 3 15,2-5-3-15,0-3 1 0,0-3 8 0,0 1-5 0,0-7 8 16,0 5-7-16,0-4 4 0,0-2-6 0,0-4 5 16,0-1-5-16,0-1-3 0,0-5 0 0,0-2-5 15,0-4-15-15,0-1-42 0,0-3-46 0,-2-1-3 16,0 0-192-16</inkml:trace>
  <inkml:trace contextRef="#ctx0" brushRef="#br0" timeOffset="7521.42">29522 5001 515 0,'0'-2'55'0,"0"1"15"0,-2-7-20 16,-3-14-39-16,3 7 4 0,0 4-24 0,2 3-9 15,0 3-4-15,0 1-1 0,0 0-20 0,0 3 18 16,2-3 4-16,2 0 5 0,5-1 16 0,19-10 2 16,-4 5-3-16,6 3 5 0,-4 3 13 0,3 1 5 15,7 1 7-15,-3 0-4 0,2 0 1 0,-3 2-17 0,-4 0-1 16,-6 2-4-16,-5 2-3 0,-8-1-3 0,-2 1 9 15,-5-4-7-15,0 2 7 0,7 11 2 0,-1 0-6 16,-4-2 7-16,-4 2-2 0,0-2 4 0,-4 0 4 16,-2 0-2-16,-1 1-2 0,-1-5 2 0,-14 2-3 0,-8-1 3 15,6-3-7-15,4 1-2 0,3-2-5 0,0 1 4 16,4-1-4-16,-1 0 1 0,-7-1 1 0,8 1-1 16,0-2-3-16,-2 2 6 0,8-3-4 0,1 1 5 15,6 0-10-15,-3 2 0 0,-1 0-2 0,2-1 1 16,0 1-7-16,2 0 5 0,0-2 4 0,2-1-1 15,2 1 0-15,24 9-2 0,-1-5 0 0,9 0 1 0,-5-5 9 16,3-1 1-16,-1 0-5 0,1 2 2 0,-1 2-5 16,-7 0 9-16,-4-1 1 0,-3 3 2 0,-2 1-14 15,-3 3 11-15,-1-8-5 0,-5 16 9 0,-1 3-5 0,-5-3 0 16,0-1 2-16,13 3-1 0,-6-1 12 0,-5-4 0 16,-4-2 7-16,0-10-5 0,0-1 6 0,-4 2-7 15,-16 9-2-15,-12 0 0 0,-5-4 5 0,-8-3-12 16,-3-6-5-16,4-2-3 0,1-2-20 0,0-1-258 15</inkml:trace>
  <inkml:trace contextRef="#ctx0" brushRef="#br0" timeOffset="8537.67">30265 4920 62 0,'0'0'42'16,"0"0"-3"-16,0 0 18 0,0 0 3 0,2 0-11 15,0 0-2-15,-1-2-24 0,1 0 6 0,0 0-12 16,0 2-8-16,0 0 1 0,0 0-5 0,0 0 5 0,-1 0 0 15,1 0-11-15,0 0 6 0,0 0-7 0,0 0 9 16,0 0-8-16,0 2 2 0,-1 0-2 0,1 0 9 0,0 1 4 16,-2 1-10-16,0 13 6 0,0 3-12 0,-2-1 9 15,-3 3 4-15,-1-2 1 0,1-1 0 0,-1 0 4 16,2-5-6-16,1 1 4 0,1-4-6 0,0-3 11 16,0-1 0-16,2-3 2 0,0-2-3 0,0 2 26 15,0-3-2-15,0 3 11 0,0 0 2 0,0 0-14 16,2-3 0-16,2 1-6 0,9 0-17 0,18-2 2 15,3-7-10-15,10-8 6 0,6-4-9 0,12-7-2 16,8-3 0-16,1-1-2 0,1 0 3 0,-1 0-23 16,1 29 0-16,8-27-17 0,9-4-60 0,8 4-105 0</inkml:trace>
  <inkml:trace contextRef="#ctx0" brushRef="#br0" timeOffset="9552.77">28059 5997 74 0,'0'0'-1'0,"0"0"1"0,0 0 8 0,0 0 3 16,0 1 5-16,0 1 7 0,2 0-8 0,0 0-1 15,-2 2-1-15,0 3 3 0,0 12 7 0,-2-1-2 0,2-1 4 16,0-4 0-16,0-4 29 0,0-7 7 0,0 2 8 15,0-1 27-15,0-1 1 0,2 2-11 0,0 0 6 16,1-2-30-16,12-1-27 0,11-1-3 0,13-9-8 16,4-8-16-16,14-7-6 0,8-3-4 0,0-3-3 15,8 28-26-15,3-28-78 0,11-1-23 0</inkml:trace>
  <inkml:trace contextRef="#ctx0" brushRef="#br0" timeOffset="10181.99">28683 3239 210 0,'0'0'22'0,"0"-2"2"16,0 1-7-16,0-1-2 0,0 0-8 0,0 0-9 15,0 2 8-15,0 0-6 0,0 0 9 0,-2 0 1 0,0 2 7 16,0 2-4-16,-5 10 3 0,-10 16-10 0,2 0 9 16,1 1-4-16,2-5 6 0,3 0-3 0,4-9 5 15,3-4 3-15,2-4 2 0,0-5 34 0,2 0 28 16,1-2-10-16,23 3 9 0,17-8-50 0,13-16-7 15,9-7 3-15,9 20-6 0,13-29-4 0,0-2-20 16,1 2 0-16,-10-1-7 0,-10 5-28 0,-4 5-30 16,1 0-19-16</inkml:trace>
  <inkml:trace contextRef="#ctx0" brushRef="#br0" timeOffset="21099.05">14184 5738 41 0,'0'0'32'0,"0"0"-20"0,0 0 29 0,0 0-11 16,0-1-26-16,0 1 0 0,-2-2 3 0,2 0-2 16,-2 0 3-16,0 0-2 0,2 0-1 0,-2 0 1 15,1 1-3-15,-1-1 0 0,0 0-3 0,0 0 1 16,0 0 1-16,0 0 12 0,0 0 6 0,1-1 0 0,-3-1 11 15,0 0-12-15,-1 1 8 0,-8-7-10 0,0 3 0 16,0-1 7-16,-2 1-17 0,0 0 13 0,-2-1-19 0,0 3 6 16,-1-1 2-16,-3 0 0 0,1 3-9 0,0 1 4 15,-5 0-4-15,-2 0 4 0,1 2-4 0,0 0 15 16,-2 0-7-16,2 0 9 0,-6 0-11 0,-5 0-2 16,-2 0 9-16,-4 0-8 0,-5-2 12 0,9 0-9 15,-4 1-4-15,4 1-1 0,8-2-6 0,-3 0 7 16,3 2 4-16,-1 0 1 0,1 0-3 0,-1 0-6 15,-3 2 3-15,1 0-1 0,1-1 17 0,-2 1-15 16,1 2 5-16,-5 0-8 0,2-1 2 0,-7 3 6 16,-3-2-7-16,3-1 8 0,-3 1 11 0,1-2-21 0,3 0 8 15,-5 0-12-15,1 0 15 0,3 1-3 0,3 1 2 16,2 0-6-16,2-1-13 0,0 1 8 0,0 2-1 16,-2-1 3-16,1 1 0 0,-4-1-1 0,-6 3 2 15,-1-1-1-15,-3 1-1 0,-3-1 2 0,3 1-4 0,-2-1 3 16,2 0 8-16,0 3-13 0,5-1 6 0,1 2-7 15,-1 0 12-15,5 2-12 0,-3 2 3 0,-1 0-6 16,-1 2 11-16,-5-1-2 0,-3 3 4 0,-3 0-3 16,-5-1-2-16,2 3 0 0,1-3-7 0,1 1 7 15,5-1 1-15,2 3 3 0,6-3 0 0,-3 6 0 16,7-18-4-16,1 25-4 0,-2-1 1 0,-1 0-2 0,-3-2 5 16,-1 0 1-16,-4 1 2 0,4-1 0 0,1-2 2 15,-5-2-5-15,9-1-3 0,-1-3-1 0,-4-1 4 0,9 3-3 16,2-2 6-16,1 1-3 0,5 3 3 0,-1-2-4 15,4 2-3-15,0 2 0 0,2 2 8 0,2-2-5 16,2 4-2-16,-2 1-1 0,2 1 2 0,1 3-1 16,-1 0 6-16,1 3-5 0,3 4-1 0,3-3 7 15,4 4-6-15,-2-4 6 0,4-4-7 0,1 2 0 16,1-7-6-16,5 0 2 0,-17-2-3 0,10-2 7 16,5 3 4-16,4-1-1 0,4-2 0 0,3 0-7 15,3 0-1-15,3 0-2 0,3 0 5 0,-12 2-3 16,20 0 4-16,2 3-4 0,0 1 3 0,0 1-2 15,4 3-4-15,2-1 0 0,1 0-18 0,6 2 7 0,4-5 2 16,5 5 2-16,11-5 0 0,5-1 5 0,6 1-4 16,2-10 3-16,-1 2-16 0,3 2 16 0,-3-5-9 15,-1 3 10-15,1-6-10 0,5-1-2 0,6 2 2 0,12-3-1 16,9 1 15-16,1-2-3 0,-8-4 3 0,-5 0-2 16,-4-2 3-16,2 3-4 0,12 1 4 0,5-4-6 15,7-2 3-15,-2-1 9 0,-5-2 2 0,-4-1 3 16,-3 1 13-16,8-2 6 0,7 2-2 0,10 33 4 15,-1-26 3-15,-10-11 7 0,-4 0-4 0,-3-2 4 16,17-2-13-16,5 1 9 0,4-3-12 0,-4-1 10 16,-11-1-19-16,0 1-6 0,13-1 10 0,3 1-10 0,5-1-3 15,-6-5 2-15,-15-1-3 0,0-3 5 0,-1 0-3 16,13-1 1-16,-1-3-4 0,-8-3 2 0,-8-2 0 0,-19 2 3 16,-1-2 5-16,7 0-4 0,-1 2 0 0,6 0 3 15,-7 0-7-15,-10-1 6 0,-5-1-6 0,-8 2-2 16,-5 0 2-16,-2 2-2 0,-2 0-9 0,3 1-5 15,-1 3 1-15,-4-1-2 0,-1 2 4 0,-9-1 3 16,3-3-3-16,-8 3 3 0,-3 1-9 0,-8 0 26 16,-11 2-12-16,-2 12 15 0,-3-21-9 0,-3-4 7 15,1-2 7-15,-6-2-4 0,2 1 1 0,-1-6 11 16,-1-4-13-16,-1-7 12 0,-3-4-7 0,0-8 0 16,0 1 10-16,-5-1-7 0,0 5 18 0,22 3-1 15,-15 3 1-15,-9 5 0 0,-4-1 5 0,-5 1-11 0,-3 3 5 16,-3 4-7-16,-3-2 9 0,-1 2-5 0,-4-4 2 15,18-2-4-15,-29-7-12 0,-3-6 0 0,-4-3-3 16,-13-4 3-16,4 1 2 0,-8 3 0 0,-5 5-1 16,-1 4-1-16,-4 4-16 0,-7 3 9 0,4 4-8 0,-1 4 9 15,-8 3-3-15,-6 6-15 0,-14 2 9 0,-13 4-10 16,-8-3 7-16,-4 7-8 0,6 1 0 0,-4 7-2 16,-5 5-4-16,-20-36-26 0,-9 29-2 0,1 10-17 15,2 11-93-15,-6 8-146 0</inkml:trace>
  <inkml:trace contextRef="#ctx0" brushRef="#br0" timeOffset="22949.72">19199 6515 60 0,'0'0'0'0,"0"0"4"0,0-2 53 15,0 0-10-15,0 0-1 0,0 0-20 0,0 0-11 16,0 0-10-16,0 1 0 0,0-1-2 0,0 0 7 16,0 0-8-16,0 2 7 0,0 0-8 0,0 0 5 0,0 0 9 15,0 0-7-15,0 0 9 0,0 0-3 0,0 0-6 16,0 2 7-16,0 0-7 0,0 0 4 0,0-1 9 16,0 3-12-16,0 0 11 0,0 0-11 0,0 1 5 15,-2 3 11-15,2-3-7 0,0 1 4 0,0-4 4 16,0 1 1-16,0 1 5 0,0 0 30 0,0-1-15 15,2-1 6-15,0 0-10 0,1 0-13 0,14 2-8 16,7-2-5-16,4-2 0 0,4-4-8 0,5-5 4 0,7-6-3 16,12-6 2-16,11-3-20 0,15-7 2 0,7 27-15 15,11-44 7-15,2-12-48 0,2-16-40 0,11-8-62 16</inkml:trace>
  <inkml:trace contextRef="#ctx0" brushRef="#br0" timeOffset="37676.93">7813 6550 256 0,'0'0'-44'16,"0"0"37"-16,0 0 0 0,0-2 3 0,0 0 31 0,0 0-14 16,0 0-11-16,0 1-4 0,0-1 3 0,0 0 1 15,0 0-37-15,0 0 6 0,0 0-17 0,0 0 19 16,0 1 8-16,0 1 10 0,0 0-3 0,-1 0 19 0,-1 0 1 15,0 0 3-15,-2 1-1 0,2-1 2 0,-9 4 4 16,0 0-7-16,0 0 5 0,0-1-11 0,1 1 17 16,-1 2-8-16,4-3 9 0,-1 1-16 0,3-2 2 15,1 0 9-15,2-2-5 0,-3 2 6 0,3-2-9 16,-2 1-4-16,0 3-1 0,3 0-6 0,-1 0-21 16,0-1 10-16,2 1-11 0,0 0 16 0,2-1 26 15,0 1-5-15,1-2 14 0,21 11-13 0,2-4 8 16,0-1-7-16,2-3 7 0,0-3-14 0,0-2 4 15,2 0 2-15,-4 0 1 0,3-2-7 0,5 0-2 16,1 1-5-16,0-1 3 0,-5 2-3 0,-4 0-1 0,-4 0-8 16,-3 0 3-16,1 0-23 0,-10 0-5 0,1 0-8 15,-4 0 2-15,-3 0-8 0,0 0-11 0</inkml:trace>
  <inkml:trace contextRef="#ctx0" brushRef="#br0" timeOffset="37906.76">7737 6862 209 0,'0'-2'30'16,"0"0"49"-16,0 0 9 0,0 0 24 0,0 0-59 16,0 1-31-16,0-1 0 0,0 0-11 0,0 0-9 0,0 0-18 15,0 0-4-15,2 2-6 0,0 0-2 0,2 0 40 16,7-2-3-16,17 1 14 0,1-1-6 0,1 0-14 15,5 0 8-15,1 0-11 0,-1 0-5 0,8 0-60 16,1 1-19-16</inkml:trace>
  <inkml:trace contextRef="#ctx0" brushRef="#br0" timeOffset="38607.96">6309 5870 114 0,'0'-2'19'0,"0"1"26"15,2-3-15-15,-2-2-8 0,2-3-4 0,0 2 0 16,-2-1-7-16,0 4 8 0,0 1-4 0,0 1 3 15,0 0-16-15,0 0 8 0,2-2-2 0,-2 1 3 16,0-1-7-16,0 2 0 0,0 0 1 0,0 0 0 16,0 1 5-16,-2-1 3 0,0 2-5 0,0 0 3 15,-1 2-7-15,-1-1 15 0,-4 3-1 0,-3 4 3 16,-2 1-15-16,0-5 12 0,-2 18-6 0,-1 2 7 0,-3 4-15 16,1 3-2-16,-1 7 6 0,2 6-3 15,1 3 14-15,-1 1-12 0,2 0-5 0,4-2-1 0,3 3-5 16,1-10 6-16,1-6 8 0,-1-7-1 0,-2-7 3 0,7-3-15 15,-9-1 1-15,1 2-5 0,5-4 11 0,1 0-5 16,4-2 1-16,0-2-2 0,0 1-7 0,2-1 6 16,0-2 1-16,2 1 2 0,-1-3 6 0,-1-1-2 15,7 0-5-15,3 5 1 0,-1-1-7 0,-2-3 4 16,2 1 2-16,4-3-1 0,-2-1-11 0,-2-2-5 16,2 0 2-16,-2 0-2 0,0-2-4 0,1-1-43 15</inkml:trace>
  <inkml:trace contextRef="#ctx0" brushRef="#br0" timeOffset="38917.78">6404 6366 320 0,'0'0'14'15,"0"0"1"-15,0 0 3 0,-2 2-7 0,0 0 0 16,1 1-10-16,-5 5 3 0,0 12 2 0,-7 3 0 15,-1 1 8-15,4 0-15 0,3 0 3 0,1-4-6 16,4-1 9-16,-9-2-19 0,4-4 2 0,1-2-9 16,4-4-1-16,2-1 38 0,0-4-4 0,0 1 17 0,0 1 1 15,2 0 1-15,0 0-1 0,0-3 2 0,2 1 4 16,9 2-9-16,3-4 5 0,5 0-5 0,3-4 14 16,-2-3 1-16,2-2-1 0,-1-3 0 0,-10 5-4 15,3 3-5-15,-3-16 4 0,2-1-5 0,0-3-1 0,-6 2-15 16,1-2-2-16,5 2-2 0,-4-1-7 0,-4 1-3 15,-1 3 2-15,-3-3-3 0,-1 2-5 0,-2 5-17 16,-2 0-1-16,-3 2-3 0,3 7-5 0,0 3-45 16,-2-1-16-16</inkml:trace>
  <inkml:trace contextRef="#ctx0" brushRef="#br0" timeOffset="39332.67">5520 7183 197 0,'0'0'29'0,"-2"0"-2"0,1 0 32 15,-1 0-7-15,0 0 5 0,-2 0-7 0,0 0-3 16,-1-2 0-16,1 2-2 0,0-2-7 0,3 2-16 16,-3-2-3-16,0 1-6 0,0-1-22 0,3 0 15 15,-1 0-6-15,0 0 9 0,2 2-4 0,0 0-1 16,2 0 7-16,1 0-6 0,18-2 3 0,12 0 6 15,6 1 1-15,11-1 4 0,4 2 13 0,9-6-6 16,12 2 2-16,1-5-4 0,4-2-8 0,-2-2 1 16,-4-2-4-16,0 0 2 0,-1-1-10 0,3-1 2 15,2 2-4-15,2 2 3 0,-6 4-13 0,0 5-7 0,-11 0-10 16,-7 2 1-16,-6 2-43 0,-13 0-22 0,-2 0-2 16,-7 2-21-16,-2 2-158 0</inkml:trace>
  <inkml:trace contextRef="#ctx0" brushRef="#br0" timeOffset="39847.57">6192 7311 116 0,'0'0'20'0,"0"-2"21"0,0 0-4 0,0 1-11 15,-1-1 0-15,-1 0-5 0,0 0-19 0,0 0-2 16,0 0-2-16,0 2 3 0,0 0 20 0,1 0 2 16,-3 0 5-16,0 0-2 0,0 0 9 0,1 0-4 15,-1 0 5-15,-5 0-5 0,-2 0-3 0,3 2-14 16,1 0-3-16,-3 2-2 0,3-1-11 0,1 1 7 15,-1 5-1-15,3 8 5 0,-3 0 8 0,1 1-16 0,1 3 4 16,-3-1-6-16,3 2 15 0,-1 1-14 0,1 1 5 16,1 0-9-16,-11-2-5 0,4 1 9 0,3-1-10 15,8 2 9-15,0-2-5 0,4 2 7 0,2-1 0 16,-3-1 1-16,3 0-2 0,0-1 3 0,-1-1-1 0,1-5 1 16,-3-4-10-16,-1-5 7 0,4 3-5 0,-2-5 6 15,-1-1 8-15,5 1-7 0,1 0 13 0,6-4-11 16,0-2 10-16,1-5 12 0,3-6-6 0,0-6 8 15,1-13-5-15,0-5 3 0,1 2-2 0,3 0 3 16,-4 1 1-16,3-1-1 0,-1 2-3 0,-3-1 1 16,1 4-9-16,-3 3-18 0,-1 4 6 0,-1 5-8 15,-7 1 4-15,-3 4 7 0,-1 4-8 0,3 0 4 16,-5 5-14-16,0 0-16 0,-2 2 3 0,2-1-9 0,0-1-9 16,0 2-9-16,0 0-6 0,-2 0-2 0,0 2-20 0,0 0-86 15</inkml:trace>
  <inkml:trace contextRef="#ctx0" brushRef="#br0" timeOffset="40098.69">6894 7473 19 0,'0'1'13'0,"0"1"9"0,0 2 11 0,0 5 7 16,-5 14-5-16,-3-3 6 0,-3 4 4 0,-2-3-5 15,9 3-3-15,-20-6-2 0,0 1-3 0,2-4-16 0,7-2 10 16,6-2-15-16,1 2 0 0,3-6-6 0,-1 1 8 15,1 3-5-15,1-2 9 0,2 4 16 0,2-4 4 16,2-1 7-16,3 5 11 0,1-6-24 0,11 8-12 16,5 0 2-16,0 2-3 0,-1-2-8 0,-3-4 5 0,-3 5-9 15,-2 1-2-15,-5-2 3 0,-3 4-1 0,-3-8 1 16,7 0-5-16,-5-2-8 0,-2 0 2 0,-6 6-5 16,0-2 7-16,-62 4-36 0,-16 3-11 0,-17-3-29 15,-1 2-229-15</inkml:trace>
  <inkml:trace contextRef="#ctx0" brushRef="#br0" timeOffset="54312.69">10842 9500 32 0,'0'0'0'0,"0"0"45"0,0-2 12 15,-2 0 14-15,0 1 3 0,0-1-45 0,0 0-11 16,0 0-6-16,1 0-8 0,-1 0 9 0,0 2 6 0,0 0-5 15,0 0 10-15,0 0-8 0,0 0 6 0,1 0 7 16,-1 0-4-16,0 0 4 0,0 0-17 0,0-2 11 16,0 1-9-16,0-1 10 0,1 0-13 0,-1 0 2 15,2 0-1-15,0 0 0 0,0 0-16 0,0 1 11 16,0-1-2-16,0 0 7 0,0 2 5 0,0 0-2 16,0 0-3-16,0 2 0 0,0 0-11 0,0 1 13 15,0 1-10-15,0 9 10 0,0 6-17 0,0-3 3 16,2 3 8-16,-1-6-4 0,1 0 7 0,0-2-15 15,0 0 4-15,0 0-4 0,2 2 11 0,-1-3-4 0,1-1 4 16,-2-4-4-16,0 1 8 0,1 1-13 0,1 1 0 16,0-1-3-16,1 1 6 0,1-1 6 0,1 2-4 15,-1 1 2-15,1-1-4 0,-1-2 3 0,-4 3-1 16,7-3 1-16,2 1-4 0,-1 1 0 0,1-4 2 16,0 1-2-16,-2-2-4 0,2-2 6 0,0 1-2 0,-3 3 5 15,5 3 5-15,-4-3-10 0,0-3 11 0,1 1-11 16,-3-4 5-16,8 2 0 0,-2-2-4 0,0 0 4 15,5-4 2-15,-3 1-5 0,0-3 4 0,0-1-4 16,-2 1 0-16,-2-1-2 0,6-3-1 0,0 1 0 16,-4 2-2-16,0-1 3 0,-4 1-1 0,2-1 3 0,0 6 2 15,0-9-1-15,-1 4 0 0,3 1-2 0,0 1-1 16,3-1-1-16,3-1-1 0,-2-4 0 0,1 5 3 16,-1 2 1-16,-4-5-1 0,4 5-1 0,-4-1-1 0,0-1 0 15,5-7 3-15,-7 6-3 0,2-1-6 0,-2 3 9 16,-1 1-3-16,1 0 6 0,-4 2-4 0,3 1-5 15,-1 1 4-15,-2 0-5 0,3 0 12 0,-3 0-9 16,2 0 4-16,-1 1-5 0,-1 1 4 0,-1 0 2 16,-1 0-3-16,1 0 2 0,-1 2-7 0,1-1 2 15,1 1 3-15,-3-2 0 0,2 2 5 0,-1-1-2 16,1 7-7-16,-2-3 4 0,-1 2 2 0,1-3-3 16,0 1 2-16,-1 1-4 0,1-3 5 0,-2 3 3 15,0-1 2-15,0-3-3 0,-1 3-7 0,-1-5 6 0,2 2-4 16,2 1 5-16,-2-1 3 0,2 2-4 0,-3-3 0 15,1 1-2-15,0 0 2 0,0 0 3 0,0-1 0 16,0 1 0-16,0 0-5 0,-1-1 3 0,-1 1 2 16,0-2 0-16,0 0 6 0,0 0-4 0,0 0-1 0,0-1-2 15,0 1-3-15,0 0 0 0,0 0 6 0,0-2-5 16,0 0 0-16,0 0-3 0,0 0 1 0,0 0-1 16,0-2 4-16,2 0 1 0,0 0-1 0,0 1 1 15,0-1-11-15,0-2 5 0,0 0-2 0,-2 2 3 16,1-5-1-16,9-2 1 0,-1-1-3 0,0 3 3 15,2-2-1-15,1 3-4 0,2 1 7 0,1-3-4 16,4 3 6-16,-2 1-1 0,-3 0-3 0,-1 2 0 0,-1-7-8 16,1 2 9-16,5-3-5 0,-1 5 5 0,0 1-6 15,1 0 8-15,-9 2 0 0,8 1 3 0,-4 1-16 0,-4 0 8 16,6 0 0-16,-4 0 3 0,-1 0 4 0,5 0-6 16,3 1 1-16,-5 1-2 0,2 0 1 0,-2 0 7 15,-7-2-7-15,3 2 7 0,2 2-8 0,-5-3-1 16,3 3 3-16,0 0-1 0,-1 0-3 0,-1-1 7 15,2 3-7-15,-5-4 8 0,2 1-7 0,-1 1 3 16,1 5-1-16,-1 1 1 0,-1-5 3 0,2 3-3 16,-1-1 2-16,1-3-4 0,1 0-5 0,2-1 10 15,1 1-5-15,-1-2 5 0,0 0-5 0,1 1 0 0,-1 5 3 16,2-1-1-16,0-1 5 0,0-1-6 0,2 1 3 16,-2-2-3-16,0-2 4 0,2-1-2 0,-1 1-4 15,1 0 2-15,0-2 3 0,1 0-7 0,1 0 9 16,0 0-8-16,2 0 5 0,3 0-1 0,-1 0 0 15,1 0 1-15,3-2 3 0,-3 0-3 0,4-1-1 0,-2-1 0 16,8-2-6-16,-6 1 1 0,4 1 5 0,-2 0 0 16,-2 3 11-16,-1-3-10 0,-9 2-4 0,3 0 1 15,4 0 2-15,1-1-5 0,0 1 5 0,-1 0-5 16,-5 0 10-16,1 0-8 0,0 0 3 0,-3 0-4 16,1-1 11-16,-2 1-7 0,0-2 4 0,-2 0-4 15,1 1 13-15,-1-1-12 0,2 0 4 0,-2 1-5 0,2-1 14 16,-2 0-10-16,0 0 1 0,0 1-5 0,0-1-7 15,-3 0 8-15,1 1 4 0,-1 1 1 0,-1-2-4 16,-1 2-1-16,-1 0-2 0,1 0 1 0,-1 1 0 16,-1 1-88-16,3-2-18 0,-1 2-39 0,5 0-206 0</inkml:trace>
  <inkml:trace contextRef="#ctx0" brushRef="#br0" timeOffset="65973.5">23811 7265 256 0,'0'0'-58'15,"0"0"41"-15,0 0 0 0,0-2 3 0,0 0 55 0,0 0-7 16,2 0 3-16,0-1-4 0,-2 1 3 0,1-6-10 16,-1 1 2-16,2-2 8 0,-2 7-5 0,2-6-1 0,-2 6-5 15,0-3-4-15,0 3 3 0,0-4 3 0,0-1-13 16,0 3 0-16,0-1-5 0,0 3-7 0,0-2 8 16,0 0 1-16,0 1 1 0,0-1-17 0,0 2 6 15,0 0-1-15,0 0 5 0,0 1-3 0,-2-1-4 16,0 0 2-16,1 2-1 0,-1 0 6 0,0 0-6 15,0 0 2-15,0 2-2 0,0 0 4 0,0-1-8 16,1 1 2-16,-1 2-3 0,2-2 16 0,-8 11-10 16,1 0 1-16,-1 2-4 0,-1 1 3 0,0 3 0 15,-2 1 2-15,0-1-1 0,-2 3-3 0,-2 4 5 16,0 0-7-16,6 4 7 0,-17 1-3 0,5 5-4 0,-3 1 7 16,11 7-4-16,-9 1 2 0,1 0-3 0,-1 3-2 15,2-5 1-15,3-3 3 0,-3 1 0 0,3 0 4 16,2-2 0-16,-4-4 10 0,12-1-14 0,-4-8 0 0,3-2-4 15,1-2 7-15,1-3 3 0,1-3 2 0,1-3-1 16,2 0-2-16,-1-3-4 0,1-3 5 0,0 1-3 16,0-3 8-16,0 1-5 0,0-3-6 0,2-1 4 15,-2 2 2-15,2-2-3 0,-3 2 7 0,-1-1-5 16,0 1 5-16,2 0-3 0,1-2-9 0,-1-1 3 16,0 1-16-16,0 0-34 0,0-2 3 0,2 0-16 15,0 0-18-15,0-2-55 0,2 0 1 0</inkml:trace>
  <inkml:trace contextRef="#ctx0" brushRef="#br0" timeOffset="66578.89">23603 7467 193 0,'0'-2'58'0,"0"0"-6"0,0-1 20 15,0-3-1-15,0-9-16 0,0 0-27 0,0 2-10 16,0 0 1-16,2 0-5 0,0 4-10 0,1 0 0 0,1-1-4 15,0 3 3-15,-2 0-6 0,9 1 3 0,2-1 6 16,4 1-1-16,-1-1 7 0,3 1 1 0,-1 2-4 16,-1-1 6-16,2-3 7 0,1 3-5 0,0-1-5 15,3 3 0-15,-1-1-16 0,-2-11 4 0,-1 6 4 16,-2 3-1-16,-2 4-4 0,-2 2 4 0,-2 0-5 16,0 2 5-16,-2 2-10 0,-1 0 20 0,-5-3-8 0,-1 3 13 15,0 11-12-15,9 0-6 0,-3-2 0 0,-3 2-3 16,-1 0 3-16,-2-2 7 0,-2 1 0 0,0 1 0 15,-2 0-7-15,-2 0 1 0,-1 2 1 0,-1-1 0 16,-1 1-4-16,-3 2 4 0,-1-1-2 0,0 1 4 16,9-1 0-16,-18 1-3 0,-4-1 3 0,-1 1-3 15,1 0-1-15,0-1 1 0,-2-3 3 0,2 0 1 16,-2 0 4-16,0-6-6 0,4 2-3 0,-4-5 3 0,4 1 5 16,1 1 1-16,1-3 2 0,1-1-2 0,12 5-2 0,-10 2-9 15,8-5 3-15,5-4-4 0,-5 1 5 16,5-1 2-16,0 0 1 0,1 0 1 0,-1 0-3 0,0 0-4 15,0 0-5-15,3-1 2 0,-1 1 6 0,0 2-4 16,0 0 2-16,0-1-5 0,-3 14 0 0,3 2 2 16,2 1 3-16,0 6-1 0,3-2 2 0,1 0 4 15,0 1-5-15,0-5 4 0,1 2-13 0,1-5 7 16,1 0-2-16,2-1 5 0,-1-1 6 0,-1-4-4 16,1-1 3-16,-6-1-3 0,12-2 4 0,1 1 15 15,0-1-2-15,-2-3 4 0,-2 1-5 0,2-1-7 16,-3 0 1-16,-3 0-4 0,4-3 3 0,-2 3-3 0,-1 2-2 15,3 1 0-15,-5-3-5 0,1 0-5 0,0-1 4 16,-1-1-4-16,1 2 3 0,-1-2-2 0,1 1-8 16,1-1 3-16,-6-2-12 0,5 2-27 0,0 0 3 15,1-2-15-15,5 2-23 0,0-2-29 0,-2 0-4 16,4 0-14-16,-2-2-73 0</inkml:trace>
  <inkml:trace contextRef="#ctx0" brushRef="#br0" timeOffset="67005.64">24188 8057 237 0,'0'0'39'0,"0"0"-1"15,0 0 21-15,0 0-12 0,-2 0 1 0,2 0-17 16,-2 0 0-16,0-1-1 0,0-1-1 0,1 0-10 0,-1 2-10 16,0 0 7-16,-2 0-8 0,0 0 2 0,3 0-7 15,-9 0 6-15,-1 2-5 0,2 0 1 0,-2 1 9 16,-2 5-10-16,2-1 11 0,-1 1-8 0,5-3-4 15,0-3-3-15,-3 11 1 0,3-2 3 0,1 0-3 16,1 0 5-16,3 1-5 0,0-1 2 0,0-2 5 16,-3-2-4-16,-1 1 4 0,2-3 8 0,2 1 7 15,1 0 6-15,1-1-2 0,0-3 15 0,0 0 2 16,0 2-4-16,0-1 1 0,1 1-14 0,1 0-5 16,0-1 0-16,2-1-1 0,5 2 5 0,10 0-17 0,1-4 3 15,-3 0-9-15,1-2-3 0,1-2 8 0,0-1-1 16,-5-1 5-16,1-1-6 0,0-1-1 0,-7 4-4 15,1-3 3-15,-4 1 3 0,5-7-9 0,-3 0 6 16,1-3-6-16,-5 1 13 0,1-4-5 0,-2 1 5 0,-2 3-5 16,-2 2 9-16,-2 2-17 0,-1 1 3 0,1 5-7 15,-9-3 1-15,-6 7 0 0,-3-14-3 0,2 5 3 16,-1 5 1-16,3 1-11 0,1 4 6 0,0 2-8 16,2 2-1-16,4-1-19 0,0 3-3 0,6-2-6 15,-1-1-13-15,4 1-11 0,-5 5 3 0,1 3-5 16,4-5 4-16,2 0-23 0,0-3 3 0,0-2-10 15,4 4 8-15</inkml:trace>
  <inkml:trace contextRef="#ctx0" brushRef="#br0" timeOffset="67464.91">24836 7857 122 0,'0'-2'53'0,"0"0"65"0,-2-1-30 0,0-3-16 16,-3-11-3-16,-1 4-3 0,-1-2 2 0,3 8-34 15,2 3 5-15,-9-1-18 0,-4 3-10 0,-2-9-4 16,1 1 4-16,1 5-5 0,-2 1 2 0,0 2 0 16,1 2-2-16,1 0 2 0,2 2-4 0,0 4 0 0,0-1-2 15,2 3 1-15,-2 1 2 0,3-2-6 0,-1 5 2 16,2 6-3-16,0 6 2 0,-3 0 1 0,3-3 3 16,-2 1-2-16,5-1-1 0,3 1-2 0,-1 0 4 15,0 2-3-15,-3-5 3 0,1 3 3 0,-10 2-6 0,4-2 3 16,3 1-8-16,4-1 5 0,-1 0-5 0,2 2 5 15,1 1 0-15,1-1 0 0,0 0 0 0,2 0-1 16,0 2 3-16,-2 4-2 0,2 1 0 0,0 3 0 16,0 5-2-16,0-4 1 0,0 4 5 0,0 2-2 15,-4-2 1-15,-1 4-3 0,1-1 1 0,-3-3-1 16,1-2 1-16,0-3-1 0,3-5-2 0,-1-4 2 16,0-3 7-16,1-4-10 0,-3-1 3 0,2-4-5 0,1 0 18 15,-1-2-5-15,0-1 0 0,2-3-3 0,0 0 11 16,1-1 13-16,-1-2-2 0,2-2 2 0,0-1-18 15,-13 1-1-15,-4 9 2 0,8-5-2 0,-12 3-5 0,5-3 5 16,-1-2-6-16,-3-3 5 0,1-1-12 0,0 0-8 16,3-1 3-16,3-1-6 0,-2-4-6 0,4 1-25 15,0-1 0-15,1 0-11 0,3 1-24 0,1-1-22 16,3-7-36-16</inkml:trace>
  <inkml:trace contextRef="#ctx0" brushRef="#br0" timeOffset="67652.53">24242 8503 533 0,'0'-2'70'0,"0"0"-60"0,0 1 73 16,0-3-30-16,0 2-34 0,5-7-8 0,1-1 1 0,18 3-4 15,9 0-9-15,8 1 3 0,2 0-3 0,-2 5 3 16,-6-1-12-16,-2-2-9 0,-5 2-13 0,-4-15-1 15,-3 8-80-15,-3 2-51 0</inkml:trace>
  <inkml:trace contextRef="#ctx0" brushRef="#br0" timeOffset="67998.8">25218 7985 91 0,'0'0'23'16,"0"0"21"-16,0 0 22 0,-2 0 3 0,1 0-1 15,-1 0-3-15,-2 0-25 0,2 0 3 0,-2 0-11 16,3-2 7-16,-1 0-13 0,0 1 13 0,0 1 1 0,2-2 1 16,2 0-16-16,0 0-2 0,13-5-6 0,12-6 4 15,5-2-17-15,-2 4 3 0,-2-1-3 0,-4 5 2 16,2 1-12-16,-6 3 10 0,1 1-4 0,-5 0 7 16,-1 0-8-16,-2 2-1 0,-2 0-1 0,-1 0 0 15,-1 0-16-15,-4 0-41 0,-1 0-23 0,2 2-7 16,-3 0-92-16</inkml:trace>
  <inkml:trace contextRef="#ctx0" brushRef="#br0" timeOffset="68146.59">25196 8111 106 0,'-2'0'74'16,"0"0"-29"-16,-1 0 70 0,-12 0-15 0,2 0-37 0,2 2-21 16,5-2 5-16,2 0-11 0,1 2-6 0,-1 0-8 15,0 0 6-15,2 0-3 0,0-1 24 0,2 1-4 16,0 0-4-16,2 0-1 0,8-2-24 0,34 4-7 15,-1-4-7-15,-2 0 2 0,0-2-14 0,-2-2-55 16,0 0-24-16,-2 1-16 0,-2-1-118 0</inkml:trace>
  <inkml:trace contextRef="#ctx0" brushRef="#br0" timeOffset="78334.46">26433 7415 126 0,'0'0'0'0,"0"-2"34"0,0 0 8 16,0 0 13-16,0 1 0 0,0-1-22 0,0-2-4 0,0 0-11 16,0 1 4-16,0-1-7 0,0 0-3 0,0 0-4 15,0 1 0-15,0-1-1 0,0 0-3 0,0 2 4 16,0 1 9-16,0-1-4 0,0 0-5 0,0 0 3 16,0 0-10-16,0 0 9 0,0 0-9 0,0 1 6 15,0-1-3-15,0 0 4 0,0 2 7 0,0 0-10 16,1 0 4-16,1 0-7 0,0 0 2 0,0 2-4 0,0 0 3 15,0-1-3-15,0 3 4 0,-2 0-5 0,1 13 0 16,1 3-1-16,-2 4 9 0,-2 4-8 0,-3 4 4 16,-3 3-6-16,1 4 8 0,-4 0-4 0,-2 9 3 15,-2 0-3-15,2-5 1 0,0 2-2 0,0-6-4 0,2-6 2 16,0 2 9-16,1-5-11 0,1-2 7 0,2-6-9 16,-1-5 11-16,3-2-3 0,-1-4 2 0,2-2-2 15,-1 2 8-15,1-3-6 0,2-5 0 0,2-1-1 16,0 0 5-16,-3 2 17 0,-1 0 0 0,0-1 6 15,2-1 2-15,1 0-3 0,-3 0-2 0,2-2-1 16,0 0-15-16,0-2-6 0,0 0 4 0,2 0-5 0,-11-26-4 16,6-7 7-16,3 0-11 0,2-4 9 0,2-7-12 15,3 3 8-15,3-5-2 0,1 3 3 0,2 0-6 16,0 5 6-16,2 1-1 0,2 3 2 0,0 3-9 16,0 3 4-16,-2 4-2 0,2 2 3 0,-14 2 0 0,25 3 2 15,-3 2 0-15,5 1 1 0,-2 3-8 0,0 0 0 16,3 2 5-16,-1 3-1 0,2 1 7 0,0 3-11 15,-1-1 6-15,1 3-6 0,-2 0 7 0,-4-15 1 16,2 6-7-16,-11 5 5 0,5 3-9 0,1 1 4 16,-3 2 4-16,-1 2-1 0,-6 0 6 0,-5-1 1 15,-1 3-6-15,-1 0 2 0,2 3-11 0,3 8 12 16,-2 0-5-16,-3-2 6 0,0 2-7 0,-4 1 6 16,0-1 2-16,-4 2 1 0,-3 0-5 0,-5-1-4 15,7 1 2-15,-21 2-4 0,-4-1 6 0,-3-1 3 0,-3 2-2 16,-3-3 1-16,8-3 0 0,-10-2-6 0,6-5 4 15,3 1-3-15,2-1 8 0,8 0-8 0,0-1 4 16,3-3-4-16,4 2 9 0,4 1 1 0,0 5-8 0,6-7 4 16,-3 1-11-16,4-2 7 0,1 0 3 0,1-2 0 15,-2 2 2-15,0 1-7 0,1 1 2 0,1-2-2 16,0 2 7-16,0-1-4 0,0 1 4 0,2 0-3 16,0-1 6-16,0 1-3 0,2 5-4 0,6 8 2 15,1-4 0-15,-2 2-5 0,17-2 1 0,-1 6-3 16,3-1 0-16,0 1 3 0,-4-1 1 0,-3-1 1 15,-3 3-2-15,-5 1 5 0,2-1-6 0,0-3 7 0,-3-2-6 16,1-2-1-16,-2 0 2 0,0-4-2 0,3 2 2 16,1-1 3-16,-6-3-3 0,2 0 3 0,2-3-6 15,-5 0-4-15,5-2-1 0,0 1-3 0,-3-1-27 0,3 0-138 16,-4 0-28-16</inkml:trace>
  <inkml:trace contextRef="#ctx0" brushRef="#br0" timeOffset="78818.16">27136 7959 561 0,'0'-2'37'0,"0"0"2"0,0 1-11 0,-2-3-8 16,1 0-11-16,-1 0-13 0,0 3 9 0,0-1-5 0,0 0 6 15,0 0-9-15,-1 0 5 0,-1 0-1 0,0 2 2 16,2 0-4-16,-3 0 0 0,-1 0 0 0,1 2 1 16,1 0 0-16,-2 0 2 0,1 2 3 0,-1-1-1 15,-1 1 2-15,1 7-1 0,1 2-4 0,1-2 3 16,-2-3 5-16,4 1 0 0,-1-4 5 0,-1 1-3 16,0 0 1-16,1-1 13 0,1-1-3 0,0 0 7 15,0 1-3-15,2-3-2 0,0 4-1 0,0-3-2 0,0 1-9 16,0 2 6-16,0-3-5 0,2 3 4 0,2-1-8 15,-1-1 3-15,14 0-1 0,0-2 2 0,1 0-3 16,-1 9 7-16,2 0-5 0,-1-4 3 0,3-1-15 0,-3-2 11 16,1-3-6-16,-1-1 7 0,-1 0-11 0,0 0 10 15,-1-1-6-15,-6-1 6 0,1-2 0 0,-2 0 9 16,-1 1 2-16,-1-3-2 0,-3 0-12 0,9-12 8 16,-4-1-6-16,-2 1 7 0,-1 1-4 0,-2-2-1 15,-2 5 1-15,-2-3-3 0,-4-2-10 0,0 3 3 16,-3-1-3-16,-1 2 3 0,1 4-4 0,5 5-2 15,-13-1 0-15,-2 5-1 0,1 0-11 0,-5-13 8 16,-1 4-2-16,3 6 5 0,1 1-1 0,1 4-1 0,-1 0-1 16,-1 0 0-16,0 2-6 0,5 0-7 0,2 0-1 15,3-2-2-15,4 0-4 0,-1 0-55 0,2 0-32 16,2 0-13-16,-1 1-136 0</inkml:trace>
  <inkml:trace contextRef="#ctx0" brushRef="#br0" timeOffset="79333.91">28235 7150 267 0,'-1'-2'36'0,"-1"0"-3"0,0-4 0 15,0-12 0-15,2 7-14 0,0-1-11 0,0 1-5 16,0 4 4-16,-2-4-5 0,2 5-10 0,0 1 3 16,-2-1-1-16,0-3 6 0,1-1 18 0,-1 5 27 15,-2-4-14-15,2 5 16 0,2 2-20 0,-5-5 5 16,3 5 3-16,-22-9-1 0,7 3-2 0,2 4-10 16,-5 1 1-16,9 1-5 0,-10-11-11 0,4 5 3 0,1 5-4 15,-5 3 4-15,5 2-2 0,-5 5-11 0,3 2 6 16,1-1-5-16,0 18 13 0,0-2-15 0,-1 4 2 15,-3 0-6-15,3 3 8 0,1-3 5 0,0 0-2 16,-1-2 2-16,-1 0-13 0,3 0 8 0,-1 0 0 16,2-2 3-16,0 4 1 0,0-4-4 0,2 2 1 0,0 0-1 15,0 2 2-15,2 0-7 0,0 1 6 0,4 1-4 16,1 0 10-16,0-1-7 0,5 3-3 0,-20 3 0 16,10 1 7-16,5-3-3 0,6 0 6 0,0 1-6 15,4-1-1-15,2-3 9 0,1 0 0 0,4-2 3 16,0-4-7-16,1-4 7 0,1-1-8 0,-12-6 9 15,18-2-2-15,1 2-1 0,1-6 0 0,1-1-1 16,-1 1-1-16,-3 1-3 0,3-3-2 0,-3 1-1 0,-1-3 0 16,-4-1-2-16,-2 0 5 0,0 7-5 15,0-1 7-15,0-3-13 0,1 1-9 0,-3-2-2 0,4-1-40 0,-4-1-88 16,0-2 0-16</inkml:trace>
  <inkml:trace contextRef="#ctx0" brushRef="#br0" timeOffset="79754.22">28299 7313 74 0,'0'0'46'16,"0"0"-5"-16,-2 0 38 0,2 0 0 0,0 0-3 16,0-2-2-16,0 2-31 0,0-2 2 0,0 2-17 15,0 0-23-15,-2 0-5 0,2 0 0 0,0 0-1 0,0 0 11 16,0 0-9-16,0 2 6 0,0 0-7 0,0 2 4 15,0-1-2-15,-4 16-1 0,-3 3 1 0,-1 0 5 16,1 4-8-16,-2 4 5 0,-1 0-6 0,-1 1 5 16,0 5 2-16,-2-3-7 0,0 2 3 0,0-1-1 0,0-1 6 15,0-1-1-15,4-4 1 0,0 0-7 0,1-6 6 16,3-5 0-16,-3-1 2 0,3-3-11 0,-3 2 12 16,4-6-6-16,4-7 9 0,-3 4-6 0,3-4-7 15,0 0-2-15,0-1-7 0,0 1-44 0,0 0-95 16,0 0-10-16</inkml:trace>
  <inkml:trace contextRef="#ctx0" brushRef="#br0" timeOffset="80110.85">28464 7603 134 0,'0'0'44'0,"0"-2"-35"0,-2 0 39 0,0 0-15 15,0 0-31-15,0 0-1 0,1 0-1 0,-1 2 0 16,0 0-11-16,0 0 14 0,0 0-1 0,0 0 7 0,2 0 12 16,0 0-4-16,0 0 3 0,0 0-2 0,2 0 18 15,0 0 16-15,2 0 2 0,1 0 1 0,19 4-24 16,2-4 0-16,6 0-7 0,3 0 7 0,4-2 3 0,2-1 1 15,7-1 3-15,-1 0-3 0,5 0-6 0,-2 3-18 16,-6-3-1-16,3 0-5 0,-8 0-11 0,2 3 11 16,-6-1-5-16,-5 2 7 0,-8 0-12 0,-3 0 5 15,-3-2 3-15,-3 2 0 0,-2-2 0 0,-3 2-6 16,-1 0 2-16,-5 0-3 0,2 0-3 0,0-2-20 16,-1 0-15-16,1 0-1 0,-2 1-52 0,0-1-28 15,0 0-17-15</inkml:trace>
  <inkml:trace contextRef="#ctx0" brushRef="#br0" timeOffset="80451.25">28882 7365 389 0,'0'0'41'15,"0"-2"-4"-15,0 0 2 0,-2 0-3 0,0 0-13 16,0 1-13-16,0-1-7 0,0 0 4 0,0 0-5 0,1 0-1 16,-1 0-2-16,2 1-1 0,0-1 1 0,0 0 9 15,0 0-8-15,0 0 7 0,0 0-7 0,0 2 7 0,-2 0 1 16,0 0-1-16,0 0 3 0,0 0 4 0,-1 2-5 16,-1 0 0-16,0 0 0 0,-7 2 1 0,-6 14-7 15,3 2 3-15,-5 5-4 0,6 2 10 0,0 3-12 16,-2 4 0-16,4-1-3 0,-2 4 8 0,0-3-3 15,2 5 2-15,2 0-2 0,-1-2 0 0,3 0-2 16,-1-4 0-16,1-3-1 0,1 0 11 0,1 1-7 16,1-3 6-16,0-6-8 0,3 3-3 0,-1-11 0 15,-9 1-5-15,1 0 0 0,8-9-31 0,-1 3-148 16</inkml:trace>
  <inkml:trace contextRef="#ctx0" brushRef="#br0" timeOffset="80859.23">29509 7387 311 0,'0'-2'16'0,"0"0"33"0,0 1-36 15,0-1-13-15,0-2 4 0,0 2-6 0,2 0-2 16,0 0-6-16,0 1-10 0,0-1 3 0,-2 0-22 16,0 0 61-16,0 0-10 0,0 0 26 0,0 0-14 0,0 1 4 15,0 1 1-15,0 0-1 0,0 0-4 0,-2 0-4 16,0 0 2-16,0 1-3 0,0 1 0 0,-2 0-2 16,1 2-8-16,-5 3 4 0,-3 14-11 0,-2 1 2 15,4 4 2-15,-2 0-2 0,0 4 7 0,3 5-9 16,-3 0-1-16,-2 6-2 0,2 2-1 0,0 3 0 15,0 1 7-15,0-3-4 0,-1 3 1 0,-1-8-2 16,2 0-3-16,0-4 3 0,0-3 9 0,0-5-7 16,0-3 4-16,0-3-6 0,3-4 0 0,1-1 1 15,-1-1 4-15,3-4-1 0,1-1 14 0,0-3-18 0,-1 0 7 16,1-1-10-16,0-2 3 0,2-1-9 0,1 1-1 16,1-2-7-16,-4 2-29 0,0-1-82 0,2 1-24 0</inkml:trace>
  <inkml:trace contextRef="#ctx0" brushRef="#br0" timeOffset="81371.02">29444 7322 302 0,'0'-2'90'0,"0"1"8"16,0-3-14-16,0-4-36 0,2-5-11 0,0 2-31 0,0 4-3 15,1-1 1-15,-3 7-3 0,6-3-1 0,16-11-1 16,2 4 2-16,1 2-1 0,6-1 6 0,-3 5-3 16,0 1 1-16,0 2-3 0,-2 2-4 0,-8 0 2 15,1 2-3-15,-6 0 4 0,-8 0 4 0,1 0 4 16,-4-2-1-16,2 1-1 0,-1 3-11 0,-1 2 11 16,0 5-3-16,-4 4 7 0,-3-2-4 0,-7 2-3 15,-8-4 10-15,-13 2-6 0,-3-2 6 0,1-2 2 16,5 0-10-16,-1-1 9 0,8-3-6 0,5-1 2 0,3 2 2 15,6-3-3-15,1 1-7 0,5 2-2 0,-1-1 6 16,2-1-3-16,-2 1 8 0,1 1-7 0,1-2-5 16,-2 1 1-16,2 1-4 0,0-1 4 0,2 1 0 15,0-4 2-15,0 2 2 0,0-3-3 0,15 1 5 16,11 0-4-16,-2 2 6 0,4 0-6 0,0 1-2 0,0 3 0 16,-4-3-4-16,-5 3 1 0,-6-1 1 0,-2 0 0 15,5 5 3-15,-4-3 7 0,-1 0-2 0,-4 0 2 16,-3-3-7-16,1 1 5 0,-1-1 6 0,-2 0-3 15,0-1 2-15,-2 3-3 0,0-3-3 0,-2 1 2 16,-2-1-2-16,-18-1 1 0,-15 0 1 0,0-1-1 16,-6 1 7-16,4 18-9 0,4-9 5 0,1-5-6 15,8-4-2-15,4-3 3 0,4 1-4 0,5-2 3 0,0 0 1 16,7 0 1-16,0 0 1 0,3 0-2 0,1 0-10 16,-2 0-18-16,0 0-2 0,3 0-6 0,-1-2-27 15,2 1-14-15,2-1-21 0,1 0 2 0,21-13-81 16</inkml:trace>
  <inkml:trace contextRef="#ctx0" brushRef="#br0" timeOffset="82410.77">30421 7157 606 0,'-2'-4'50'0,"-2"-22"96"0,2 0-109 0,1 10-20 0,1-1 2 15,0 6-9-15,0 3 0 0,0 3-4 0,0 3 1 16,0-2-3-16,0 0-6 0,0 1-7 0,0-1 4 16,0 2-3-16,0 0 4 0,0 0 5 0,0 2-6 15,0 0 6-15,0 2 1 0,0 2-6 0,-13 24 4 0,-2 2-4 16,2-4 9-16,-2 0-1 0,13 0-3 0,-18-2 1 16,-3-2-1-16,3 0-1 0,1 1 0 0,1-3 0 15,-3 0 0-15,8 3 1 0,0-5 5 0,2 1-4 16,4-3 8-16,1-1-5 0,2 0-2 0,3-2-1 15,-1-2 5-15,0-1-2 0,-4-3 4 0,3 0-5 0,-1-1-6 16,2 0 4-16,0-3 7 0,0 1 1 0,0 0 16 16,1-1 13-16,1-1-10 0,0 0 9 0,0 0-22 15,0-2-8-15,1 0-4 0,1-2 0 0,0-2 1 0,2-1-2 16,7-16 5-16,2 1-5 0,-2 0-3 0,2-3 2 16,-2 3-6-16,2 0 6 0,2-1 0 0,-13 4-3 15,13-7 5-15,-4 4-4 0,2-1 7 0,0 3-7 16,6 7 0-16,-8-4-2 0,4 2 1 0,-6 4-3 15,-2-3 1-15,4 3-2 0,-5 5 4 0,1 1-8 16,6-3 7-16,-5 4-6 0,3-1 6 0,-2 3 2 16,-1 0 0-16,7 1 3 0,-10-1 5 0,3 4-5 15,-3 0-1-15,-1-2-2 0,5 14-4 0,-3 5 6 0,-1-4-1 16,-1 1 3-16,0 1-7 0,7-3-1 0,-4 3 2 16,3 0 0-16,-1-3 5 0,-5 1-2 0,-3-2 0 15,1 0-1-15,2-2 1 0,-2 0 5 0,3-2-2 16,-3-2 3-16,6 0-9 0,-5-3 1 0,1 1-3 15,0-1 3-15,-2-1 5 0,0-1-4 0,-2-2-4 0,0 0-3 16,1 2-19-16,1-1-15 0,0 1 5 0,-2-2-9 16,0 0-10-16,-2 0-4 0,0-1-1 0,-1 1 1 15,-1-2 12-15,-2 0-10 0,-7 0-8 0,4 0-1 16,-4-2-42-16,-2-1 5 0,6 1-1 0,-10-4 6 16,6 3 41-16,-7-5 38 0,0 3 8 0,7 1 6 15,-12-2 8-15,9 3 2 0,-3-3-3 0,1 0 6 16,3 3 35-16,4-1 40 0,-1 0 5 0,5 2 7 0,1 1 2 15,1-1-48-15,1 2 1 0,0-2-18 0,1 0-8 16,1 0-6-16,0 0 1 0,0 0-4 0,2 1-14 16,0-1 6-16,2 0-4 0,2 0 7 0,9-2 1 15,18-1-3-15,3-1 3 0,3 2-4 0,-4 1 0 0,4-1 0 16,1 0 1-16,-1 3 0 0,7-1-7 0,-3-2 7 16,-4 2-6-16,2 0 7 0,-5 0-2 0,-5 1-8 15,-3 1 7-15,-5 0-7 0,-1 0 8 0,-3 0-3 16,-4 0-4-16,-2 0 2 0,-2 0 8 0,-3 0 21 15,-2 0-6-15,-1 0 8 0,1 0-16 0,0 1-13 16,-2 1 9-16,-1 0-11 0,1 0-1 0,-2 0 6 16,0 0-4-16,-2 0 6 0,1-1-9 0,-1 3 5 0,-2 0-1 15,0-2 2-15,-11 7-6 0,4 2 3 0,2 0-5 16,0 0 6-16,3 0 2 0,4 2-8 0,-1-3 7 16,-7 1-7-16,5-2 9 0,1-1-3 0,0 1 10 15,4-4-4-15,0 1 41 0,0 1-22 0,0 1 4 0,0-4-11 16,2-1-6-16,-2-1-5 0,13 7-4 0,4 1 2 15,0-3-1-15,-1-3 8 0,-1-2 2 0,0-2 0 16,-2 0-1-16,0-2 3 0,0 0-1 0,-4-2 1 16,1 1-7-16,-5-1 6 0,3 2-5 0,3-13 5 15,0-3-5-15,-2 1 1 0,-1 0-2 0,-3 0 2 16,-1 3-1-16,-2-3-7 0,-2 2 3 0,0 2-6 16,-2 0-1-16,-2 2-11 0,-1 0 3 0,-1 3-6 15,4 1-2-15,-15 1-13 0,1 3-3 0,-3 1-4 0,1-11-23 16,1 4-21-16,-2 1-1 0,3 4-8 0,-1 3-17 15,2 1-7-15,2 0-14 0,4 0 2 0,5 0-54 0</inkml:trace>
  <inkml:trace contextRef="#ctx0" brushRef="#br0" timeOffset="82819.17">31321 7272 509 0,'0'-2'95'0,"0"0"7"0,-1 1-4 0,-1-3-23 16,0 0-16-16,0 0-26 0,0 1-28 0,0-1-1 15,0 0-7-15,2 2 1 0,0 1-6 0,0-1 8 16,0 0-7-16,0 2 4 0,0 0 3 0,0 2-6 0,-1 0 6 16,-1-1-3-16,0 3 1 0,0 0 3 0,-5 5 0 15,-3 6 3-15,8 2-1 0,-18-2-4 0,5-1 1 16,-13-1-3-16,6 0 5 0,2-2 5 0,-1 1-1 15,6-1-4-15,2-4 5 0,2 1-2 0,2-3 4 16,7-1 1-16,-2 0-2 0,2-1 1 0,2-1-2 16,-1 2-3-16,-1 0 15 0,0-1-10 0,0 1 12 15,2 0-7-15,0 1 1 0,0-1 2 0,0 0-3 0,0-1-4 16,0-1-3-16,2 2 2 0,20 11-2 0,4-2-2 16,-2-6 1-16,-3-1-4 0,1-2 4 0,0-3 10 15,6-1-11-15,2 0 6 0,-8 0-9 0,2-1 5 0,0-1 0 16,-5-2-3-16,1 0 2 0,-3 2-5 0,-4 1 3 15,2-3 0-15,-2 0 1 0,2 0-1 0,-4 1-5 16,-4 1-1-16,1-2-3 0,-3 2-3 0,1 0-41 16,-1-1-8-16,3-1-15 0,-3 0-61 0,1 1-67 15,-2 1-16-15</inkml:trace>
  <inkml:trace contextRef="#ctx0" brushRef="#br0" timeOffset="83410.83">31639 6687 258 0,'0'-2'44'0,"-2"-7"56"16,-2-13-48-16,1 3-31 0,-1 3-1 0,2 3-9 15,0 1-4-15,0 3-1 0,-1 0 0 0,-1 0 0 16,0-1 16-16,0 3-4 0,1-1 6 0,-1 1-5 0,-2 0 17 16,3 1 2-16,-1 0-1 0,2 3 1 0,0-1 2 15,0 0-9-15,-1-1 1 0,3 3-6 0,0 0 1 16,-2-2-4-16,-2 1 0 0,2-1-3 0,0 0-7 0,1 2-8 16,-1 0 0-16,0 1-3 0,2-1-5 0,0 0 6 15,0 0-2-15,2 2 4 0,0 0-5 0,1 0-1 16,3 0 2-16,12 7-1 0,1 3 4 0,1 1 2 15,1 2-5-15,1-9 3 0,2 14-1 0,0 4-3 16,4 1 9-16,4 1-8 0,1 0 2 0,3 4-2 16,-3-2 0-16,-3 0 3 0,-10 3 9 0,1 5-16 15,-3 1 4-15,1 0-6 0,3 4 8 0,0-1-3 16,-5-3 0-16,0 0-2 0,1 4 2 0,-3-2-5 0,0 4 4 16,-4-6-3-16,-5-3 9 0,-1-2-3 0,3-2-3 15,-7 1 1-15,3 1-4 0,17 3 6 0,-10 3-1 16,-9-1 2-16,-2 2-9 0,-4 0 10 0,-2 8-3 15,-1-1 6-15,-4 5-9 0,-4 3 1 0,-2-2 0 0,-1-4 1 16,-3-1 7-16,1-6-4 0,14-6 5 0,-18 1-4 16,-2-7 6-16,-2-4 7 0,2-5 1 0,-5-1 4 15,3 0 13-15,4-4 1 0,1 0-9 0,3-4 5 16,1 0-19-16,3-1 5 0,-1-1-4 0,2-1 4 16,0-1-5-16,4-1 3 0,0 1 5 0,2-3-3 15,1 2 0-15,1-2-8 0,1 0-3 0,-1 0-1 16,3-1-6-16,2-1 8 0,0 2-3 0,1-2 5 0,-1 2-10 15,-2 2-3-15,0 0 0 0,1-1-5 0,-1 1-30 16,0 0-172-16,0-1-93 0</inkml:trace>
  <inkml:trace contextRef="#ctx0" brushRef="#br0" timeOffset="87364.65">28080 8284 39 0,'-2'0'11'0,"2"0"7"0,-2 0 10 16,0 0 2-16,0 0-1 0,0 0-10 0,2 0 3 15,0 0-7-15,0-2-11 0,0 2-3 0,0 0-8 16,0 0 5-16,0 0 7 0,0 0 5 0,0 0 4 16,0 0-3-16,0 0-9 0,0 0 3 0,0 0 2 15,0 0 2-15,0 0 24 0,2 0 8 0,0 2 3 0,0 0-2 16,0 0-20-16,0 0 2 0,-1 1-10 0,1 1 8 16,2 2-18-16,3 5-2 0,1 0 3 0,1 2 0 15,-7-2 12-15,7 0-3 0,2 0 2 0,-5-5-4 16,3 3 1-16,-1-3 2 0,3-1-4 0,-2 1 3 15,-2-4-3-15,3 5 5 0,-5-3 2 0,-1-2 0 16,5 3 4-16,2 1 2 0,-1-4-1 0,5 1-1 0,-4-3-17 16,2 0-2-16,2-1 4 0,1-3-2 0,1-2 11 15,2-1-12-15,1-1-1 0,2-1-3 0,2-2-6 16,1 0 4-16,-1 0 2 0,2 0 2 0,3-2-1 0,1 1 3 16,4-1-8-16,5 0 4 0,-2 2-4 0,7-2 4 15,3 4 6-15,1 0-1 0,0-1-6 0,6 1 4 16,-8 2-6-16,5 3 6 0,-3 0-11 0,-2 1 11 15,1 1-5-15,-6 2 8 0,-2 0-5 0,-6 2-3 16,-3-1 2-16,-1 3-2 0,-3 2 5 0,-1-1-8 16,-1 3 2-16,-6-1-3 0,3 4 7 0,-3 0 0 15,-1 1-1-15,-2-7-1 0,0 14-2 0,-2-1-3 16,-6 3 5-16,-1-5-4 0,-1 5 5 0,-1-3 2 0,-2-1-3 16,3 2 3-16,5-6-2 0,-5-4 6 0,-1 0-1 15,-2-5 3-15,-2 0-8 0,0-1-2 0,2 1 3 16,-2-2-1-16,1 2 11 0,1-1 14 0,0 1 2 15,0-2 3-15,0 0-13 0,0 0-5 0,0 0-6 16,1-2 4-16,1 0-4 0,-2 0-1 0,7-6-3 16,8 4 2-16,0-18 0 0,3 1-2 0,4 1 0 0,4-3 1 15,2 3 3-15,1-3-3 0,3 4-4 0,-1 1 0 16,2-1-1-16,1 2 2 0,-3 0 2 0,1 2-2 16,-1 0-5-16,2 2 5 0,1 0-1 0,1 4 2 15,2-1 3-15,-4 4-8 0,8 3 8 0,-6-1-7 0,4-21 3 16,1 10 0-16,-3 8-2 0,0 3 2 0,-3 2-7 15,-5 4 7-15,-1 3-5 0,1 2 5 0,1 3 0 16,1 1 4-16,-5 0-3 0,0 1 2 0,0 3-3 16,2 0-5-16,-1 0 5 0,3-1-3 0,-2-1 4 0,1 0 3 15,6 0-1-15,2-2-1 0,8 0-5 0,3 0 5 16,7 0-4-16,-1-4 4 0,0-1-1 0,5-3-1 16,-5 1 2-16,0-3-2 0,-3-1 6 0,-4 0-8 15,-7 0 4-15,3 0-4 0,-8 0 14 0,-5 0-5 16,-3-2-3-16,-5 0 0 0,-1 0-3 0,1 0 22 15,-6-2 12-15,-3 0 1 0,0 0 17 0,-4 0-19 16,-3 2-9-16,5-2 2 0,-8 2 10 0,1 0-6 16,-2 0 8-16,-1-2-10 0,1 1-7 0,0-1-9 15,-1 0-3-15,1 0 0 0,0 0-8 0,0 0-1 0,-1 0 5 16,-1 1-4-16,0-1-2 0,0 0 1 0,0 0 0 16,0 0 4-16,-1 0-1 0,1 0-8 0,0 1 1 0,0-1-4 15,0 0 1-15,0 0-31 0,0-2-32 0,-2 2-1 16,0 1-114-16,0-1-125 0</inkml:trace>
  <inkml:trace contextRef="#ctx0" brushRef="#br0" timeOffset="89989.8">31414 5963 181 0,'0'-2'0'0,"2"0"10"0,0 1 105 16,0-1-31-16,0 0 0 0,-1 0-53 0,1 0-18 15,2 0 3-15,0 0-6 0,-1 1 9 0,1 1-2 0,0 0-17 16,0 0 6-16,-1 0-8 0,1 1 11 0,0 1-5 15,-1 2-1-15,1 2-1 0,5 14 0 0,-1-1 7 16,-3 1-4-16,-1 0 4 0,-2 3 5 0,0-3-7 16,-2-3 13-16,0-4-8 0,2-2 38 0,0-2 30 15,-1-3-2-15,-1-3 11 0,0-1-6 0,8 4-21 16,16 7 2-16,9-6-8 0,6-7 2 0,10-9-31 16,10-8 2-16,15-9-13 0,8 24-12 0,11-36-4 0,3-1-6 15,-6 1 2-15,1 1-8 0,-12 6-78 0,-1 1-29 16,-1 4-35-16,2 2-261 0</inkml:trace>
  <inkml:trace contextRef="#ctx0" brushRef="#br0" timeOffset="-136673.22">21223 14459 52 0,'0'0'65'0,"0"-1"-5"0,0-1 41 0,0 0 3 0,0-2-42 15,0-3-24-15,3-12-27 0,-1 10 19 0,2-8-13 16,-2 6 22-16,0 4-15 0,3-6-10 0,-3 5 3 16,0 3-4-16,2-3-6 0,-3 4 8 0,1 1-6 15,2-3 14-15,-2 3-3 0,0-1 6 0,1-5-2 16,-1 5 21-16,-2 2-8 0,2-2 4 0,0 1-5 0,0-1-5 15,0 0-6-15,0 2-10 0,-1 0 5 0,1 1-11 16,0-1-2-16,0 0 2 0,0 0-2 0,0 2 10 16,0 0-17-16,1 0 12 0,-1 2-14 0,0 0 7 0,0 1 3 15,2 9-8-15,-1 1 6 0,1 7-11 0,0-2 6 16,-2 1 4-16,-2 0 0 0,0 7 1 0,0-2-6 16,0-2-2-16,0 4 2 0,0-11 5 0,-2 3-7 15,2-3 6-15,0-5-7 0,0 1 3 0,0-6-1 16,0 1 0-16,0-2 1 0,0-1 9 0,0-1 14 15,3 2 0-15,9 3 5 0,12 4 7 0,5-5-11 16,5-8-1-16,5-9-4 0,7-13-12 0,10 7-1 16,7-35-4-16,15-13 4 0,11-2 0 0,17-7-2 15,7 2 0-15,4-1-2 0,-3 3-6 0,-1 1 1 0,2 4-4 16,20-2 0-16,3-3-28 0,1-7-91 0,-3-8-103 16</inkml:trace>
  <inkml:trace contextRef="#ctx0" brushRef="#br0" timeOffset="-134041.53">15285 11398 76 0,'0'0'28'16,"0"0"6"-16,0 0 31 0,0 0 8 0,-2 0-18 0,0 0-14 16,0 0-15-16,2 0-1 0,0 0 2 0,0 0-2 15,0 0-15-15,0 0 3 0,0 0-6 0,-2 0 12 16,1 0-7-16,-1 0 5 0,0 0-4 0,0 2 16 0,0-1-1 16,0 1 3-16,-1 2-2 0,3-2 7 0,-6 11-3 15,0 0-1-15,-1 0-2 0,-6 0-12 0,11-2 6 16,-7 0-12-16,1 0 10 0,7-3-10 0,1-3 5 15,0-3 20-15,1 2-7 0,20 7 54 0,27-4-25 16,10-14 4-16,7-13-13 0,11-10-9 0,15 19-24 16,11-41 2-16,17-8-10 0,3-8-3 0,-5-10-6 15,-2-4-3-15,-1 0-2 0,12 2-23 0,11 6-188 16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2-07-18T03:05:57.35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25688 18362 0,'0'0'0,"0"0"15,0 0-15,0 0 16,0 0-16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8T03:06:00.70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14564 5893 119 0,'0'0'38'0,"0"0"40"0,0 0-3 0,0 0 5 16,0 0-9-16,0 0 8 0,0 0-8 0,0 0-17 16,0 0 7-16,0 0-12 0,0 0 6 0,0 0-14 15,0 0 2-15,0 0-5 0,0 0 1 0,0 0-17 16,0 0 8-16,0 0-9 0,0 0 10 0,0 0-5 15,0 0 2-15,0 0-3 0,0 0 3 0,0 0 5 16,-1 0 2-16,-1 0 1 0,0 0-3 0,0 0 1 0,0 0-5 16,0-2 4-16,0 0-15 0,2 0 0 0,0 0-1 15,0 0 1-15,0 0 2 0,0 1-9 0,0-1 2 16,0-2-4-16,0 0 3 0,0-1-5 0,0-5 3 16,0-1-3-16,0 2 1 0,0-2-3 0,0 0 0 0,0 1-1 15,2-3-1-15,0 2 4 0,0 0-2 0,0-2 3 16,2 0-1-16,-1 0-6 0,1 0 3 0,0-2-2 15,-1 0 8-15,-1 4-5 0,2-5 4 0,-2 4-3 16,2-4 4-16,-3-1-2 0,1 0-2 0,0-3 1 16,0-1 7-16,0 1-13 0,0 1 11 0,0-3-11 15,-1 2 7-15,1-1-3 0,0-3-1 0,0 0 0 16,0 2-2-16,0-6 4 0,0 0-3 0,-1 2 4 0,3-2-5 16,-2 2 1-16,0 6-1 0,2-2 1 0,-3 3-3 15,1-1 6-15,0 1-5 0,0 0 5 0,-2 3-6 0,0 1 6 16,0 0 0-16,0 0 1 0,0 0-2 0,0 0 4 15,0 2-5-15,0 0 4 0,0 0-7 0,0 0 5 16,0 2-5-16,0-2 4 0,2 0-4 0,0 2 1 16,0-2 4-16,-1 2-4 0,-1-2-3 0,2 2 2 15,0 0-1-15,0-4 5 0,-2 0-4 0,0-2 7 16,0 1-5-16,0-1 5 0,0 0-7 0,0 2 2 16,0 1-2-16,0 1 2 0,0 1 2 0,2-8-6 15,-2 1 2-15,0-3-4 0,0 2 4 0,0 7 1 0,0-6 1 16,0 1 0-16,0-3 0 0,0-1-2 0,0 5 2 15,0 0-3-15,0-3 0 0,0 3 4 0,0-5-4 16,0 7 2-16,0-2-3 0,0 1-2 0,0 1 5 16,0 0-2-16,0-2 4 0,0 4-6 0,0-2 2 15,0 2-3-15,0 2 4 0,0 0 0 0,0 0-4 0,0 2 3 16,0-1 1-16,0 1 3 0,0 0-2 0,0 0 1 16,0-1-3-16,0 3-2 0,2-2 2 0,-2 1-3 15,2-1 1-15,-2 1 3 0,0 3-1 0,0-1 1 16,1 1 1-16,-1-1-2 0,2-1 1 0,-2 1-1 15,0 1 3-15,0 1-2 0,0-3 0 0,0 1-1 16,2-1 0-16,-2 1-1 0,2-1 0 0,-2 3 0 0,0-2 1 16,0 1 2-16,0 3-2 0,0-2 0 0,0 2-2 15,0 0-1-15,0-1 2 0,2-1-1 0,0 0 6 16,0 1-4-16,-1-1 1 0,1 0-3 0,0 2 2 16,0-1 3-16,0-1-2 0,0 2 3 0,0-2-3 0,-1 1-1 15,1-1 1-15,0 0-1 0,0 0 4 0,0 1 1 16,-2 1-3-16,4-7 3 0,-3 3-4 0,-1 0 0 15,2-1-1-15,-2 1-1 0,0 1-2 0,0 1 8 16,0-1-4-16,0-3 4 0,0 3-8 0,0 1 2 16,0 0 1-16,0 0 0 0,0 1 2 0,0-1-3 15,0-3 2-15,-2-1-2 0,2 4-3 0,-3-5 5 16,1 4-1-16,-2-5 2 0,2 5-4 0,2 3 3 16,-2-2-1-16,1 0 4 0,-1 1 0 0,0-1-6 0,0 0-3 15,0 1 1-15,0-1 6 0,0 0-2 0,1 2 5 16,-1-1-5-16,0 1-1 0,0 0 0 0,0 0-1 15,0 0 2-15,0-2 0 0,1 3 2 0,-1-3-1 16,0 0 1-16,0 0-3 0,2 3 1 0,-4-9 0 16,2 3 1-16,1 1-2 0,-3-7 0 0,0 4 1 0,0-4 0 15,1 2 4-15,1 2-2 0,0 3 1 0,0-1-1 16,0-3 5-16,0 3-7 0,-1-2 1 0,-1-1-2 16,4 7 0-16,-4-7 2 0,4 8-1 0,-2-1 2 15,1-1-7-15,-1 0 4 0,0 1-2 0,2 1 3 16,-2-2 7-16,-4 0-9 0,-1-1 4 0,1 1-5 15,-3-2 3-15,2 3 0 0,-1-1-2 0,1 0 2 0,3 2 2 16,-7-1 1-16,5 1-1 0,-3 0 0 0,-4-2-8 16,6 2 6-16,-8-1 0 0,2-1 2 0,0 0 2 15,-4 1-1-15,4 1-4 0,0 0 1 0,2 2-7 0,4 0 10 16,-6 0-4-16,1 0 5 0,-4 0-6 0,1 0 2 16,0 0 2-16,-2 0 0 0,6 0 0 0,-2 0-1 15,4 0 1-15,-4 0-1 0,4 0 0 0,-3 0-2 16,-6-4 2-16,3 2-2 0,-3-1 6 0,1 1-6 15,6 0 0-15,-4 0-2 0,0 2 6 0,0 0-4 16,-2-2 3-16,3 0-3 0,-1 0 4 0,2 1-1 16,0-1-2-16,0 0 0 0,-2 0-7 0,2 0 7 15,0 0-3-15,0 2 4 0,-2-2-1 0,2 2 4 0,0 0-4 16,-4-1 3-16,4 1-6 0,0 0 1 0,-2 0 3 16,2 0-1-16,-1 0 0 0,-3 0-1 0,2 0 2 15,0 0-1-15,2 1 4 0,-4 1-2 0,3 0-2 16,-1 0 0-16,0 0 0 0,2 0-2 0,-4 0 2 15,-3-1-1-15,1 1 5 0,-3 0-2 0,3-2-4 0,-3 0 1 16,5 0 1-16,-1 0 0 0,-6 2 3 0,1 0-3 16,-4 0 0-16,4 0-1 0,1-1 0 0,0 1-1 15,-1-2 0-15,3 2 2 0,0-2 3 0,1 0 0 16,0 0 1-16,-1 0-4 0,1 0-2 0,3 0 0 16,-1 0 6-16,2 0-1 0,2 0 0 0,-2 0-1 0,2 0-2 15,-2 0 0-15,2 0 2 0,0-2-1 0,2 0-1 16,-2 1 0-16,0-1 0 0,0 2-1 0,-2-2 5 15,2 2-6-15,-1 0 3 0,-1 0-3 0,2 0 3 0,-2 0-4 16,-2 0 1-16,0 0-2 0,3 0 7 0,-7 0-5 16,1 0 2-16,-2 0-2 0,-4 0 6 0,3 0-1 15,1 0 0-15,3 2-1 0,-5 1-4 0,2 1 3 16,0 0-3-16,-2 0 4 0,3-3-5 0,1 1 2 16,-1 2 1-16,1-2 0 0,1 0 0 0,1 0 0 15,1-2 3-15,0 0-2 0,2 1-1 0,-1-1 2 16,-1 0-5-16,0 0 5 0,2 0-2 0,2 0 0 15,-1 0 0-15,1 0-1 0,-2 0 4 0,2 0-3 0,-2 0 1 16,0 0-2-16,0 0-1 0,0 0 4 0,0 0-3 16,-1 0 3-16,3 0-5 0,-2 0 3 0,-2 0 1 15,4 0 1-15,-5 0-2 0,5 0 2 0,-2 0-2 16,-6 0 2-16,7 0-3 0,-14 0 1 0,5 0-2 16,3-1 2-16,-2-3 0 0,7 2 3 0,-2 0-1 0,-7 0 1 15,-2 0-3-15,0 1-3 0,-4-1 3 0,4 0-3 16,4 0 1-16,-4 2 2 0,2 0 1 0,3 0 1 15,1 2-3-15,0 0 1 0,-1 0 1 0,-1-1 1 16,1 1 3-16,3 2-4 0,-1-2-1 0,3 2-1 16,-1-1-5-16,0 1 7 0,2 0-1 0,1-1 4 15,-1 1 0-15,2-2-4 0,-4 0 0 0,2 0-1 16,0 0 4-16,-3-1-4 0,1 1 1 0,-2 0-2 0,-1 0 2 16,3-2 2-16,-5 0-4 0,-2 0 3 0,-2 0-1 15,0 0-4-15,2 0 6 0,0 0-4 0,-2 0 2 0,0 0 1 16,3 0-5-16,1 2 4 0,3 0 0 0,-3 0 1 15,0-1 0-15,0 1 0 0,-1 0-1 0,3-2-2 16,3 0 6-16,0 0-5 0,1 2 4 0,1 0-1 16,-2-2 0-16,4 0-1 0,-2 0-9 0,2 0 8 15,0 0-2-15,0 0 4 0,0-2-5 0,0 0 6 16,2 0-3-16,0-1 5 0,-2-1-5 0,2 0-3 16,-4 0 3-16,2 1-1 0,2 1 6 0,0 0-5 15,-2 0-2-15,0 0 0 0,-2-1 2 0,2 1 0 0,-2 0 2 16,2 0-1-16,-4 0 2 0,-1 0-3 0,1 0-2 15,-7-1 0-15,2 1-4 0,3 0 3 0,-7-2 6 16,6 2-3-16,3 1 8 0,-3-1-8 0,-6-2 1 16,7 2-1-16,-7 0-5 0,4 0 6 0,9 2-5 15,-6-1 5-15,2 1 0 0,3 0-3 0,-3 0 3 0,2 0-4 16,0 0 3-16,0 0 0 0,2 1-1 0,0 1 0 16,2 0 1-16,0 0 1 0,2 0-1 0,0 0 0 15,1-2 5-15,-1 2-5 0,1-1 4 0,1 1-5 16,-2 0 1-16,3-2 0 0,-1 2-1 0,-1 0 0 15,3-2-3-15,-1 0 4 0,1 0 0 0,-1 0 2 16,0 2-2-16,3-2 0 0,-1 0 1 0,-2 2-1 16,3-2-2-16,1 0 2 0,-4 1-1 0,4-1 1 0,-1 2-2 15,-3 2 2-15,2-2-3 0,-1 2 3 0,1-3 1 16,0 3-1-16,-1 0 0 0,-1 3-1 0,1 1-2 0,-1-3 4 16,2 6-1-16,-1-1 2 0,-3-1-2 0,3 0 1 15,1 2-1-15,-1 1 1 0,-3-3-4 0,3 6 2 16,-3-8 1-16,1 6 0 0,1-2 0 0,2-3-1 15,-3 5 2-15,3-4-1 0,1-2 0 0,-1 3 1 16,0-5-5-16,2 5 4 0,-3-3 0 0,-1 0-2 16,1 3 0-16,1-1 0 0,0 0 2 0,0 1 4 15,3-1-2-15,-1-2 0 0,0 3-8 0,2-3 4 16,0 2 1-16,0 2 1 0,0-3-2 0,0 1 3 16,0-1 1-16,0-3 2 0,0 3-2 0,0-1-5 0,0-1 1 15,0 1-3-15,0-1 8 0,0-1 0 0,0 1-1 16,0 1 0-16,0-1-2 0,0-1 0 0,2 3 0 15,-2-3 0-15,2 1-2 0,-1 1 1 0,1 1-1 16,2 1 0-16,-2 0 2 0,0-1 0 0,1 3-3 0,-1-2 3 16,0 0 1-16,0 3 1 0,0-3 1 0,0 2-3 15,0 0 1-15,-1-2-4 0,1 1 3 0,0 1-4 16,0-2 5-16,0 2-1 0,0-2 1 0,0 3-1 16,-2-3 7-16,0 2-9 0,0 0 0 0,0-2-2 15,0 1 5-15,1 1 0 0,1 0-1 0,0 0 0 16,0-2-4-16,0 1 6 0,0 1 0 0,-2-4 2 0,2 4-5 15,-1 1-3-15,1-3 4 0,0 4-1 0,0-2 9 16,0 0-8-16,0 2-2 0,0 0-1 0,-1-2 3 16,1 0-3-16,0 1 3 0,0-1-2 0,0 2 9 0,0 2-8 15,0-1 1-15,-2 1-3 0,0-2 4 0,0 0 1 16,0-2 1-16,0 2-1 0,0-1-5 0,0 1 3 16,0 0-1-16,0-2 3 0,0 0 1 0,0 0-3 15,0 0 0-15,0-2-2 0,0-1 0 0,0-1 4 16,0 3-3-16,0-3 2 0,0 2-3 0,0-1-1 15,0-1 7-15,0 1-4 0,0-3 0 0,0 1 3 16,0 1-6-16,0-3 5 0,1 1-2 0,-1-1 1 16,0 2 0-16,0-5 0 0,0 3-5 0,0 0 4 0,0-2 0 15,0 0 0-15,2 3-3 0,-2-3 5 0,0 2-1 16,0-1 4-16,0-1-9 0,0 2 8 0,0 0-4 16,2-1 4-16,-2 1-6 0,0 0-1 0,0 0 3 15,0-1 0-15,0 1 3 0,0 0 1 0,0-1-7 16,0 1 4-16,0 0-1 0,0 0-2 0,0-1 3 0,0 1-3 15,0 0-1-15,0-1 3 0,0 1 2 0,0 0 0 16,0 0-2-16,0-1 3 0,0 1-6 0,0 0 4 16,0-1 0-16,0 1-3 0,0 0 5 0,0 0-4 15,0-3 8-15,0 1-10 0,0 0 3 0,0 0-5 16,-2 0 10-16,2 0-2 0,-2 0-3 0,2-1 1 16,-1 1-2-16,1 0 1 0,-2 0 0 0,2 0 0 0,-2 0 5 15,2 0-3-15,0-1 2 0,0 1-2 0,-2 0-2 16,0 0 0-16,0 0 1 0,0 0-1 0,1-2 4 15,-1 0 0-15,0 0-1 0,0 0 0 0,2 0-4 0,0 0 4 16,0 0-1-16,0 0 4 0,0 0-2 0,-2 0-4 16,0 0 0-16,2 0-1 0,0 0 0 0,0 0 2 15,0 0-1-15,0 0 0 0,-2 0-4 0,2 0 4 16,0 0 1-16,-1 0 0 0,1 0-2 0,-2 0 1 16,2 0 1-16,0 0 1 0,0 0 0 0,0 0-1 15,-2 0-1-15,2 0 0 0,0 0 0 0,0 0 0 16,0 0 4-16,-2 0-4 0,2 0-4 0,0 0 5 15,-2 0-5-15,2 0 5 0,0 0-1 0,0 0 0 16,0 0 0-16,0 0-1 0,0 0 1 0,0 0-2 0,0 0 2 16,0 0-2-16,0 0 0 0,0 2 4 0,0-1-2 15,0 1 3-15,0 0-3 0,0-2 1 0,0 2 0 16,0 0 0-16,0-2-1 0,0 0 1 0,0 0 0 0,0 0 2 16,0 0-3-16,0 0 0 0,0 0 0 0,0 0 0 15,0 0 0-15,0 0 0 0,0 0 1 0,0 0-1 16,0 0 6-16,0 0-1 0,0 0-4 0,0 0 3 15,0 0-4-15,0 0 0 0,0 0 0 0,0 0 1 16,0 0 7-16,0 0-7 0,0 0 4 0,0-2-6 16,0 0-10-16,0 2-54 0,0 0-9 0,0-2-18 15,0 2-72-15,0 0-96 0,0 0-44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51:36.98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7743 8964 10 0,'0'0'0'0,"0"0"4"0,0 0 52 0,0 0-3 16,0 0 8-16,0 0-11 0,0 0-9 0,0 0-17 16,0 0 6-16,0 0-9 0,0-2 4 0,0 2-10 15,0-2 0-15,0 0-2 0,0 0 5 0,-2 0-7 0,0 0-1 16,2 1-1-16,-2-1 8 0,0 0-3 0,1 0 5 16,-1 0-5-16,0 0-4 0,0 0 4 0,0 1 2 15,0-1 1-15,0 0 3 0,2 0-6 0,-1 0-3 16,-1 0 1-16,0-1 3 0,0-1-7 0,2 0 5 15,-2 0-6-15,0 1 0 0,2-3-1 0,-2-1 5 0,2 1-3 16,0 1 4-16,-1-3-6 0,-1 1 3 0,0-3-1 16,0 3 1-16,0-2-2 0,0-4-5 0,0 5 5 15,1-1 2-15,1 2 6 0,0-1-3 0,-2-3 3 16,2 2-9-16,0-1-1 0,0 1 2 0,0 2-1 16,0-4 6-16,0 1-4 0,0 7 0 0,0-10-1 15,0 1-1-15,0-1 2 0,0-5-2 0,0 7 3 16,0-4 1-16,0-2-3 0,0 4 4 0,0-2-4 0,2 1 12 15,-2-1-11-15,1 0 4 0,-1 2-6 0,0 0-4 16,2-2 7-16,-2 4-6 0,0-4 7 0,0 4-3 16,0 0 2-16,0 0 4 0,0-1-4 0,0 1-9 0,0-2 8 15,0 0-2-15,0 0 7 0,-2 0 1 0,1 0-8 16,-1 2 2-16,0-2-3 0,0 0 7 0,0 0-3 16,0 2-1-16,0-2 0 0,1 0-4 0,-1 0-1 15,-2 0 0-15,2 2 0 0,-2-2-3 0,3 0 2 16,-1 0 2-16,-2 0-1 0,0 0-1 0,2 0 1 15,1 0 0-15,-3-2 1 0,2 2-4 0,0 0 3 16,0-2-3-16,2 4 4 0,0-2 3 0,0 2-4 16,0 0-3-16,0 1 1 0,0-3 2 0,0 4-6 0,0-4 3 15,0-2-4-15,0 1 15 0,0-1-11 0,0 2 2 16,0 2-4-16,0-4 2 0,0 2 5 0,0 0-5 16,0-2 3-16,2 4-7 0,0-2 3 0,0 0 7 15,-2 7-5-15,2-9-1 0,-2 10 8 0,2-5-9 0,-1-1 8 16,-1 4-11-16,2-2 2 0,0-3 2 0,0 3 0 15,0 0 9-15,0-4-8 0,0 4 0 0,-1-3-2 16,1 3-3-16,0 0 3 0,0 1 5 0,0 1-2 16,2-2 2-16,-1-2-5 0,1-1-1 0,0 3 1 15,-1-4 7-15,1 4-9 0,0-2 6 0,0 0-6 16,-3 1 10-16,3-1-7 0,0-2 4 0,-2 2-4 0,1 0 4 16,-1 0 2-16,0 0-7 0,0-1 5 15,0 1-2-15,2 0-4 0,-3 2 6 0,3 0-6 0,0-3 9 16,0 1-10-16,-1 2 3 0,1 0-6 0,0-1 9 15,-1 1 1-15,1 0-3 0,0 0 3 0,1-3 1 16,-1 5-7-16,0-2 7 0,0-1-6 0,-1 1 1 0,1 0 2 16,0 0-4-16,-1-1 3 0,1 1-1 0,0 0 6 15,-2 1-4-15,1-1 4 0,-1 4-3 0,0-3-8 16,0 3 5-16,0-1-7 0,2-1 7 0,-1-1 6 16,1 1-4-16,-2 1 6 0,2-1-8 0,-3 3-5 15,3-2 5-15,0 1-6 0,-1-3 6 0,1 1 5 16,0 3-3-16,0 1 5 0,-1-1-5 0,-3 2-3 15,2-5 1-15,2 3-2 0,1 0 2 0,1 2-2 16,-2-5 2-16,3 5-1 0,-1-4-5 0,1 5 7 0,1-3-3 16,-1 0 5-16,0 2-3 0,-1-1-1 0,5-7 2 15,-5 7-1-15,3-3 0 0,2-1 6 0,0 1-7 16,2-1 6-16,-5 3-8 0,-1 0 4 0,-1 2-1 16,3-1 2-16,-3 1-7 0,1-2-1 0,2 0 7 0,-3 2-3 15,3-1 12-15,0 1-14 0,-1 0 4 0,3-2-7 16,0 1 14-16,-5 1-5 0,-1 0-2 0,5 0 0 15,-5 2 0-15,6-2 0 0,0 0 0 0,-5 2-1 16,3-2-3-16,-5 2 4 0,2 0 0 0,3-1 0 16,0-1 2-16,4 0-2 0,2 0-1 0,0-2-1 15,3 1 5-15,-3-1 1 0,0 0-1 0,-4 2-1 0,6-1-1 16,-2-3 2-16,2 0-1 0,-1 1 0 0,-3-1-9 16,2 1 5-16,-4 1-1 0,0 0 3 0,-1 2 0 0,-1 1 2 15,0-1-2-15,-1 0 2 0,1 0-5 0,0 0 2 16,-1 0 3-16,1 0-1 0,-2 2-3 0,3-1 2 15,-3 1-1-15,2-2 1 0,2-2 0 0,-1 2 4 16,1-2-4-16,-2 3 5 0,0-1-10 0,1 0 4 16,1 0 1-16,-2 2 1 0,2-2-1 0,0 2 2 15,-1 0-5-15,1 0 4 0,0 0-3 0,-2 0 3 16,1 0-1-16,3 0 0 0,-4 0-2 0,2 0 0 16,4 2 2-16,-6 0 0 0,4 0 8 0,0 0-8 15,-4-1 1-15,3 1-3 0,1 0-2 0,-2 0 7 0,2 0-4 16,5 2 3-16,-3-3-9 0,4 3 7 0,-6-2 2 15,0 0 0-15,2 0-1 0,1 0 1 0,1 1-2 16,2 1 1-16,-3-2 1 0,1 0-8 0,7 1 6 16,-5-1-7-16,-1 0 17 0,-3 0-10 0,-2 0 0 0,2 0-3 15,0 1 2-15,0-1 5 0,-2 0-1 0,-4-2 3 16,-2 0-14-16,6 0 8 0,-2 0-2 0,1 0 4 16,1 0 2-16,-2 0-3 0,0 0-3 0,0 0 1 15,0 0 3-15,-2 0-4 0,1 0 3 0,-1 0-3 16,0 0 5-16,-1 0-3 0,-1 0 3 0,2 2-4 15,-1 0-3-15,1 0 1 0,-1 0 3 0,1-1 0 16,-2 1 10-16,3 0-8 0,1 0-2 0,-2 0-1 0,2 0-9 16,0 0 9-16,0-1-2 0,-1 1 4 0,-3-2-1 15,2 0 5-15,3 0-5 0,-1 0 3 0,2 2-6 0,2 0 4 16,-1-2 1-16,1 0 1 0,4 2-3 0,-2-2 1 16,-4 0-1-16,0 0 0 0,-4 0-3 0,4 0 4 15,-6 0 0-15,6 0 0 0,4 0-6 0,-4 0 3 16,6 2 0-16,-10 0 1 0,0-1 9 0,-1 1-9 15,1 0 1-15,2 0-4 0,-4-2 3 0,6 2 3 16,-5-2-2-16,3 2 1 0,-2-2-4 0,4 0 1 16,-2 0 2-16,2 0 0 0,2 0 8 0,-9 0-6 15,3 0-2-15,0 0 0 0,-3 0-4 0,1 0 4 16,1 0 2-16,-1 0 1 0,1 0 1 0,3 0-4 16,-4 0-1-16,2 0-2 0,-3 0-3 0,0 0 4 0,1 0 4 15,-1 0-2-15,3 0 0 0,-2 0 5 0,1 0-7 16,-5 0 6-16,3 0-4 0,0 0-5 0,1 0 10 15,0 0-8-15,-1 0 6 0,1-2 2 0,3 0-8 0,-1 0 5 16,0 0-7-16,-1 2 3 0,1-2 2 0,-2 1 0 16,1-1 5-16,1 0-7 0,-1 0 6 0,-3 0-7 15,4-2 3-15,-3 3 4 0,1-1-6 0,1 0 5 16,-1 0-4-16,1 0 0 0,-1 0 1 0,2 0 0 16,-1 1 0-16,3-3 0 0,-2 2 2 0,2-2-2 15,-1 2 4-15,-1 1-4 0,0-1-4 0,1 0 2 16,3 0 2-16,-2 0 1 0,0 0 1 0,0 0-2 0,-2 1 1 15,1-1-1-15,-1 0 2 0,2 0-2 0,-2 2 2 16,1 0-7-16,-7 0 8 0,1 0-7 0,0 0 13 16,-1 0-7-16,3-2-3 0,-2 2 0 0,-1 0 5 0,3-2-4 15,3 0 5-15,1 1-6 0,-1-1 1 0,0 0-2 16,-3 0 1-16,1 0-2 0,2 0 2 0,-5 2 3 16,3-2-2-16,-3 2 3 0,2-1 2 0,-1-1-5 15,3 0 0-15,-5 0-4 0,1 0 1 0,0 0 2 16,0 0 2-16,-1 1-1 0,1-1 0 0,0 0 4 15,-1 0-2-15,1 0 4 0,0 0-3 0,0 0-2 16,-3 1 2-16,1-1-2 0,0-2-1 0,0 0-2 16,2 1 1-16,-1-1-1 0,-1 4 1 0,4-4 5 0,-1 0-3 15,3 1 4-15,-6-7-2 0,3 3-7 0,-1 0 4 16,0 1-5-16,1 0 5 0,-1 1-1 0,2-3 1 16,-3 3-1-16,1-4 4 0,0 5 1 0,7-2-3 15,-7 1 2-15,-3 1-1 0,5-2-3 0,-4 1 3 0,3 1-3 16,1 0 1-16,-4-1 0 0,0-1 0 0,1-1 0 15,1 1-1-15,-2 1 1 0,5-1-1 0,-3 1 2 16,4-1 5-16,-5-1-8 0,1-1 7 0,2 3-7 16,1-3 7-16,0 3-7 0,1-1-2 0,-3-1-1 15,1-1 6-15,-2 1 0 0,-1-1 5 0,1 1-4 16,0 0-2-16,0 1 3 0,-1-3-7 0,1 3 5 16,2-1-3-16,-1-1 3 0,-1 1 4 0,0 1-1 0,-1-1 5 15,1-1-11-15,0 1 3 0,1-2-4 0,-1 1 10 16,0-1-9-16,-1 2 3 0,1-3-4 0,0-1 8 0,0 2-5 15,-1-2 1-15,1 0-3 0,-2 3 3 0,0-1 5 16,0 0-5-16,-1-3 5 0,1 3-1 0,0-2-4 16,0 2 6-16,0-1-5 0,0-1 4 0,0 2-5 15,-1-2-1-15,1 2-2 0,0-1-3 0,0-1 5 16,-2 0 0-16,0-2 1 0,0-2 1 0,0 2 3 16,0-2-2-16,0 0 3 0,0 2-4 0,2-1-1 15,-2-1 6-15,0-2-4 0,0 0 8 0,2-1-11 16,0-1 0-16,-1 1-3 0,1-1 2 0,-2 2 5 15,0 1-1-15,0-1 3 0,2-2-6 0,0 3 5 0,-2-1-3 16,2 2 3-16,-2 2-6 0,2-2-3 0,0 0 5 16,-1 1-2-16,1-1 2 0,0-2 3 0,-2 4-4 15,2-2 3-15,-2 2-3 0,0 0 5 0,0-2-4 16,0 0 5-16,0-1-2 0,0 1 2 0,0 0-2 16,0 2 2-16,0 0-1 0,0 2-6 0,0-2 6 0,0 4-5 15,0-3 11-15,0 1-10 0,0 0 3 0,0 0-5 16,0 0 1-16,0 2 3 0,-2-1 0 0,2 1 1 15,-2-2-3-15,2 2 3 0,-2-1-1 0,1-1 2 16,-1 0-5-16,0 0 0 0,0 0 0 0,0-4 3 16,0 2 6-16,2 0-9 0,-2-2 2 0,1-4-3 15,1 5 7-15,-2-7 0 0,0 3-1 0,0 1 0 0,0 0-5 16,0 1 2-16,0 3-3 0,1-2 1 0,-3-4 1 16,2 6 1-16,-2-2 5 0,2 2-5 0,-1-2-5 15,-1 1 1-15,0-1 2 0,2 4 2 0,1-1 4 0,-1 3-3 16,-2-2-1-16,-2 0 0 0,1 0-9 0,-1-2 8 15,3 3 1-15,-3-3 4 0,2 2-4 0,1 2 7 16,-3-4-13-16,2 4 10 0,-1-4-10 0,-1 0 2 16,2 2 6-16,-1-2-4 0,1 1 2 0,0 1 0 15,1 0-2-15,-1 4 2 0,-2-4-2 0,3 1-3 16,-3 1 2-16,2 2-2 0,1-1 6 0,1 3 0 16,0-1 0-16,-2 0-1 0,1 1-2 0,-1-1 0 15,2 3 1-15,-2-3 1 0,2 2 4 0,1 1-11 0,-3-3 5 16,4 4-7-16,0 0 13 0,-2-1-5 0,-2-1 3 15,1 0-4-15,-1 0-7 0,2 1 9 0,0 1-8 16,0 0 9-16,0 0-6 0,1 0 3 0,-1 0 0 16,0 1 0-16,0-1-1 0,0 0 1 0,0 0 2 0,0 0-2 15,1 0 5-15,-1 0-4 0,0 1 2 0,0-1-3 16,0 0-5-16,0 0 6 0,0 0-1 0,1 0 5 16,-1 0 1-16,0 1 0 0,0-1-5 0,0 0 3 15,-2 0-9-15,1 0 8 0,-3 0 1 0,-5-3 4 16,2 1-2-16,-4-2-7 0,0 1 3 0,0-1-3 15,-4 1 4-15,2-1 1 0,4 2 0 0,0 1 0 16,0-1 5-16,0 0-9 0,-8-1 5 0,2-1-5 0,4 2-1 16,-1-1 2-16,1 1-2 0,0 0 3 0,-2 1 2 15,4-1-4-15,-2 0 0 0,1 3-1 0,-1-3 6 16,2 2 0-16,-2 0-5 0,2 0 1 0,-2 0-1 0,-2 1-1 16,2 1 2-16,0 0-1 0,-2-2-1 0,4 2 0 15,0 0 1-15,0 0-1 0,-2 0 6 0,2 0 0 16,-2 0-3-16,4 0 0 0,-3 0-9 0,1 0 10 15,0 0-2-15,0 0 4 0,-2 0-9 0,4 0 6 16,-1 0-1-16,-3 0 4 0,-1 0-5 0,1 0-4 16,3 0 4-16,-3 0-3 0,2 0 8 0,-6 0-5 15,4 0 0-15,-1 0 0 0,2 0-5 0,3 0 5 16,-6 2-1-16,0-1 2 0,-5 1-1 0,7-2 0 0,0 0 2 16,-4 2 0-16,-1 0-1 0,-1 0 3 0,-3 0-3 15,7-2 2-15,0 0-8 0,-7 2 3 0,2-2 0 16,-1 1 2-16,1 1 1 0,3-2 1 0,0 2-1 15,-1 0 0-15,-3 0-4 0,1 0 4 0,1-1-1 16,1 1 2-16,-1 0-5 0,4 0 7 0,-1 0-4 0,-1 0 4 16,2 0-7-16,0-1 3 0,0 1 3 0,2 0 0 15,0 0-3-15,0 0-2 0,0 0-2 0,-3 0 2 16,3-1 1-16,-2 1 0 0,0 0 1 0,0 0 1 16,-4 0 3-16,3-2-4 0,1 0 0 0,-6 2 0 15,-1 0 4-15,0-2-3 0,2 0 2 0,-1 0-2 16,6 0-2-16,-1 0 1 0,-3 0-1 0,2 0 1 0,-3 0 2 15,-1 0-4-15,-5 1 2 0,10-1-3 0,-1 0 2 16,2 0 1-16,2 0 3 0,-4 0-1 0,3 0-1 16,-5 0 4-16,4 0-9 0,0 0 7 0,0 0-4 15,2 0-4-15,0 0 8 0,0 0-5 0,0 0 5 0,2 0-2 16,-2 0-2-16,0 0 0 0,0 0 1 0,2 0 0 16,0 2 0-16,0 0 0 0,0 0 0 0,1-2 0 15,1 2 2-15,-4 0-1 0,0 0 1 0,2-2-3 16,0 0 1-16,3 0-1 0,-1 0-4 0,-2 0 9 15,4 0-7-15,-5 0 7 0,-1 0-6 0,4 0 2 16,-4 0 3-16,4 0-1 0,-2 1 3 0,-2 1-5 16,0-2-2-16,-4 2-1 0,-1 0 1 0,-3-2 6 15,-1 0-4-15,1 0 4 0,3 0-9 0,-6 0 6 0,5 0-1 16,-1 0 1-16,1 0-2 0,6 0 3 0,-4 0-2 16,4 0 1-16,-5 0-2 0,3 0-4 0,0 0 7 15,2 0-5-15,-2 0 7 0,4 0-3 0,-2 0-2 0,-4 0 1 16,6 0 0-16,-4 0 2 0,2 0 1 15,4 0-1-15,-2 0 0 0,0 0-1 0,-4 0 0 0,2 0-1 16,-4 0-6-16,2 0 8 0,1 0-5 0,-3 0 4 16,4 0-5-16,0 0 2 0,0 0 4 0,0 0-2 15,-2-2-1-15,0 2 1 0,0 0 0 0,2 0 2 16,-1 0 2-16,-1 0-3 0,0 0-2 0,0 0-1 16,-4 0-3-16,6 0 3 0,-5 0 2 0,3 0 1 15,0 0-1-15,-3 0 5 0,-1 0-4 0,0 0 4 0,-7 0-10 16,6 0 7-16,0 0-2 0,-1 0 4 0,4 0-4 15,4 0-2-15,-3 0 1 0,-5 0-3 0,8 0 3 0,-9 0 0 16,3-2 2-16,6 2-1 0,-5 0 1 0,1 0-1 16,2 0-2-16,2 0 1 0,2 0 6 0,-4 0-7 15,0 0 3-15,6 0-5 0,-8 0 3 0,6 0 3 16,-2 0-2-16,-2 0 3 0,4 0-6 0,-2 0 4 16,2 0-1-16,-2 0 1 0,0 0-2 0,4 0 2 15,-2 0-1-15,3 0 2 0,1 0-2 0,0 0-2 16,-1 0 5-16,-1 0-3 0,1 0 1 0,-1 0-2 15,0 0 0-15,1 0-1 0,-3 0 0 0,2 2 2 16,0-2 0-16,3 0 1 0,-1 0 0 0,-1 0-1 0,-1 2-1 16,2-2 1-16,-3 2 3 0,3-2-3 0,-1 2 0 15,3-2-1-15,-3 2 2 0,3-2-6 0,-3 1 6 16,1 1-6-16,1-2 5 0,-1 2 5 0,1 0-7 16,-1 0 6-16,-6 2-10 0,4-3 6 0,-2 3-1 15,1-2 2-15,5 0-3 0,-1 0 2 0,-3 1-1 0,1-1 1 16,-3 2-4-16,2-2 4 0,7-2 2 0,-5 2 1 15,5-2-3-15,-2 2-2 0,-5 1-1 0,7-3 0 16,0 0 6-16,-2 2-3 0,1 0-2 0,-3 0-1 16,-1 2 3-16,1-3-4 0,2 1 4 0,-1 2-4 15,3-4 5-15,0 0-2 0,0 0 1 0,0 4-3 16,-3 1 5-16,1 1-3 0,-1 1 2 0,1-1-1 16,0-1 3-16,0 3-10 0,3-1 6 0,-7 3-8 0,3-3 9 15,-1 2 1-15,0 2-7 0,3-1 4 0,-1-1-5 0,0 0 6 16,1 1-1-16,-1 1 2 0,2-2-2 0,0 2 6 15,2-2-5-15,0-1 5 0,0-1-7 0,0-1 3 16,0 3 2-16,0-3-1 0,0 3 3 0,0-2-3 16,0 6-2-16,0 0 0 0,0-1 2 0,0 2-7 15,0-2 7-15,0 1-7 0,0 0 6 0,0 0 5 16,0 0-4-16,0-2 4 0,0 4-8 0,0-4 3 16,0 0 1-16,0 0 1 0,0-2-2 0,0 1-3 15,0 1 0-15,0 0 0 0,0 4 7 0,0-6-4 16,0 0-1-16,0 2-3 0,0-3 1 0,0 5 5 0,0 0 1 15,0-4 1-15,0-2-9 0,2 5 5 0,0-1 0 16,0-2 0-16,0 4-9 0,-1-2 12 0,-1-3-5 16,2 3 7-16,-2-4-5 0,2 2-3 0,0 3 5 15,0-3-3-15,0-2-3 0,0 3 6 0,-1-3-8 16,1 2 9-16,0 1 1 0,0-1-5 0,0 2 4 0,-2-4-5 16,0 3 0-16,0-3 4 0,0 2-5 0,0-1 6 15,0-1-5-15,2 1-2 0,0-1 4 0,-1 2-2 16,1-1 8-16,0-1-6 0,2 3 2 0,-2-3-3 15,1 4 6-15,1-2-9 0,0 1 2 0,0 1-4 16,-3-2 12-16,3 0-8 0,0 3 2 0,0-3-3 0,-1 0 5 16,-1-1-2-16,0-1 0 0,2 2 0 0,-2-1 0 15,-1-3 2-15,1 3-1 0,0-1 2 0,0-1-3 16,0-1-4-16,2 3 3 0,-1-1-1 0,1 1 9 0,0 1-11 16,-2-4 4-16,-1 1-5 0,1 1 13 0,0 1-8 15,0-3 4-15,0 1-4 0,-2-4 0 0,2 2 0 16,0-1-1-16,-1 1 1 0,1 0 2 0,0-2 2 15,0-1 2-15,0 1 0 0,0 0 0 0,0 0-7 16,-1 0-3-16,1 0 0 0,0 0 6 0,0-2-37 16,2 0-20-16,7 1-19 0,9 7-171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47:21.94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3-07-18T05:49:28.253"/>
    </inkml:context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2472 8059 478 0,'0'-2'98'0,"-2"1"196"0,0-1-244 0,2 0-16 16,0 0-3-16,0 0-5 0,2-2-19 0,0 1-8 16,12 1-2-16,20-11-5 0,7-2-26 0,9-4-110 15,4-3-84-15</inkml:trace>
  <inkml:trace contextRef="#ctx0" brushRef="#br0" timeOffset="15428.26">4627 7150 13 0,'0'-2'6'0,"0"0"-9"16,0 0 10-16,0 0-7 0,0 0 1 0,0 0-2 16</inkml:trace>
  <inkml:trace contextRef="#ctx1" brushRef="#br0">4494 14045 0,'0'0'0</inkml:trace>
  <inkml:trace contextRef="#ctx0" brushRef="#br0" timeOffset="148562.74">14674 5826 1 0,'0'0'0'16,"0"0"19"-16,0-2 14 0,0 0 28 0,2 0 13 16,0 0-6-16,0 0-4 0,-1 1-19 0,1-1 0 15,0 0-2-15,0 0-9 0,0 2-1 0,0 0-7 0,-2 0 4 16,0 0-12-16,0 0-3 0,0 0 5 0,0 0-3 16,-2 2 5-16,0 0-7 0,0 0-4 0,-2 1 1 15,-5 5 4-15,-8-3-4 0,6 10 6 0,-4-2-5 16,-1-2 11-16,5 0-5 0,1 1-3 0,3-3 0 15,-2 2-6-15,3-2 1 0,0 1 4 0,3-3-2 16,-3 6 6-16,4-4-14 0,0 2 3 0,2 2-6 16,0-1 3-16,2-1 4 0,2-2-6 0,2-2 5 0,-5-1-4 15,16 1 3-15,-2-3-2 0,5 11 1 0,1-6-6 16,-1-3 11-16,3-2 0 0,-3-3 2 0,0-1-6 16,-1-1-3-16,-2-3 2 0,-2-4-1 0,-1 1-4 0,-1 0 6 15,-1-1-8-15,-3 4 6 0,0-10-5 0,-3-3-2 16,5 0 6-16,-4 4-4 0,1-2 3 0,-5 0 1 15,-1 2-5-15,-2-1 3 0,-2-1-2 0,-1 0-2 16,-3 2 5-16,0 0-3 0,-1 2 13 0,0 0-9 16,-14 3-5-16,1 4-1 0,-4 3-6 0,0-14 10 15,-1 5-1-15,-2 7 4 0,-3 3-2 0,-5 3 2 16,-1 7 4-16,-3 3-4 0,-3 2-5 0,4 1 6 0,-2 3-7 16,14-6 7-16,5 0 0 0,3-9-1 0,1 12 1 15,2 1-3-15,2 3 4 0,9-3-5 0,1 5 5 16,1-3-6-16,-8-4 3 0,3 2 1 0,3-3-3 15,4 3 3-15,4-2-2 0,2-2 5 0,5 2-3 16,-2-8 3-16,17 1-5 0,11-5 3 0,-3 16-2 0,-3-10 1 16,10-3-8-16,-4-6 8 0,6-4-6 0,0-7 5 15,-4-2-5-15,0-4 5 0,0-1-1 0,-4-1 1 16,0-1-7-16,-5 16 7 0,-1-18-2 0,-4 1 5 16,-7-1 1-16,-3 2-8 0,-8 3 7 0,3-2-7 15,-3 4 10-15,4-1-11 0,-1 1 4 0,-5 2-5 16,-1 0 7-16,-4 2-2 0,-2 0-1 0,0 3 1 0,-3 1 1 15,-8 3-4-15,-8 2 0 0,-3-15 0 0,0 6 3 16,0 6 0-16,-2 5 3 0,-2 2-3 0,0 3 0 16,2 4-3-16,2 3-5 0,0 4 3 0,0-8 3 15,3 18 1-15,-5 0-2 0,6 2 0 0,1 1-4 0,6-3 2 16,2-2 4-16,4-1 0 0,3-8 11 0,0-2-11 16,2-2 6-16,1-8-7 0,-5 5 8 0,6-6-11 15,-2 1 4-15,0 1-5 0,2 0 6 0,0-1-2 16,2-1 0-16,2 0-1 0,9 0 4 0,7-2-2 15,3-4 3-15,-1-1-2 0,2-5-3 0,-4 1 0 16,3-4 0-16,-3 0 0 0,-1 0 2 0,-3 11-3 16,-3-12 1-16,0-3-2 0,-3 0 9 0,-1 4-7 15,2-2 3-15,-3 0-4 0,-3 2 1 0,-3-1-1 0,0-1 2 16,9 0-1-16,-4 2 0 0,-1 0 0 0,-4 2-1 16,0 0 2-16,-2 3 1 0,0 1-2 0,0 1-1 15,0 2 0-15,0 3 7 0,-4-3-3 0,-9-5 0 16,-4 1-3-16,-1 3-7 0,-3 5 7 0,3 1-4 0,-1 3 5 15,1 4-1-15,3 1 0 0,0 2 3 0,2 2-2 16,-2 9-4-16,4 2 0 0,2 2 3 0,1-1 0 16,4 2 5-16,1-4-3 0,-12-1 1 0,6-5-2 15,5-8 3-15,0 4-4 0,2-4 1 0,2 1-1 16,0 1 9-16,0-6-6 0,0-3-3 0,2 2 1 16,2-1 5-16,1 1-5 0,14 4 4 0,1-7-4 15,1-1 7-15,-1-3-4 0,1-5 0 0,-3-1-2 0,3-2 0 16,-6 0 0-16,1 7 0 0,-1-14-1 0,-2-1-8 15,0 2 10-15,-4-1-3 0,2-1 4 0,-5 2-5 16,-4 3 4-16,0-1-3 0,9 0 3 0,-6 2-2 0,-1 0-1 16,-4 0 0-16,0 0-2 0,0 5-3 0,-2 1 1 15,0 3 6-15,-1 1-2 0,-8-5 2 0,-13-5-3 16,-1 6-4-16,-2 3 2 0,1 4 3 0,0 2 2 16,-2 3 1-16,5 3 1 0,-3 3-2 0,0 0-5 15,2 0 3-15,-2 4-2 0,8-4 1 0,3-1 4 16,-2-9-4-16,10 14 5 0,-4 2-2 0,7 3-1 15,-9-1-1-15,4-2-1 0,-1 3-1 0,7-5 3 16,-1 4 2-16,4-3 0 0,2-3-2 0,1-2 0 16,3 1 2-16,0-1-1 0,-1-4-5 0,6-1 3 0,10-5-2 15,-1 14 3-15,2-5-1 0,3-7 5 0,-1-3-4 16,-2-3 4-16,2-5-9 0,0-1 7 0,0-2-3 16,-3 0 6-16,-1-2-4 0,-3 7-3 0,-2-12 1 0,-4-3-2 15,0 3 3-15,-3 1 4 0,-1 0-1 0,-3 2 0 16,-2-3-7-16,9 3 3 0,-2-4 1 0,-4 3 2 15,-3 1 5-15,-2-2-8 0,0 4 0 0,-2 4-3 16,-1-1 1-16,-1 3 5 0,0 1-1 0,-12 3 2 16,-5 1-9-16,1-13 5 0,-2 4-1 0,1 3 3 15,-1 5-3-15,1 3 1 0,-1 0 1 0,0 2-1 0,0 3 0 16,1 3-2-16,3 1 1 0,1 0-1 0,0 2-1 16,4-3 1-16,0 14 2 0,2 2 0 0,4 2 0 15,1 2 1-15,-13 2-5 0,8-4 5 0,4-2 3 0,1 0-4 16,4-4 6-16,2 3-6 0,0-3-6 0,2-3 6 15,2-4-3-15,3 2 5 0,-1-6 4 0,0 0 0 16,14 0-4-16,0-7 2 0,1 2-8 0,1 11 4 16,-1-6 1-16,1-3 3 0,0-4 0 0,0-2-4 15,3-4 2-15,-5-2-2 0,2-3 5 0,-3-2 1 16,-1-2-5-16,-3 4 3 0,-2-17 0 0,-2 3-6 16,-1 1 7-16,-3-4-8 0,-1 0 3 0,-4 0 2 15,1 2-2-15,12 2 4 0,-6 1 5 0,-3 5-9 16,-4-3 0-16,-2 4-2 0,0 0 1 0,-2 6 1 0,-2-2 4 15,2 5-2-15,0 3-3 0,-18-12 0 0,-6 4 2 16,-2 5 1-16,0 6 4 0,2 4-6 0,2 5-3 16,2 2 1-16,-4 6 2 0,2-8-3 0,2 17 2 15,1 2-3-15,8-2-1 0,2-4 8 0,2-1 0 0,3 1 3 16,2-9-9-16,-5 0 4 0,2 2 0 0,5-6 4 16,2 2 1-16,0-7-2 0,2 0 3 0,0-1-2 15,-1-3 1-15,25 8 1 0,2-5-7 0,0-4 6 16,0-3-6-16,5-7 0 0,3-2-1 0,-5-2 1 15,1-2-5-15,-6 4 0 0,2-2 1 0,-8 4 0 16,-5 2-3-16,-6 2-23 0,-5 3-3 0,5-7-10 16,-5 3-29-16,-2 1-208 0</inkml:trace>
  <inkml:trace contextRef="#ctx0" brushRef="#br0" timeOffset="150718.89">10021 4901 55 0,'0'0'37'0,"0"0"1"0,0 0 28 16,-2-2 3-16,0 0-8 0,0 0-17 0,1-1 10 0,-1-1-13 15,2-2 11-15,-2-5-19 0,2-2 5 0,0 2-10 16,0 0 0-16,0-2-16 0,0 0 4 0,0 2-7 15,2 0 11-15,-2 5-11 0,2-3-2 0,-2 5-3 16,1-1-1-16,-1 1 4 0,2 0-2 0,0 1 2 16,0-1-2-16,0 0 7 0,0 2 0 0,-2 0 2 15,0 1 5-15,0 1 0 0,0 0 6 0,-2 0-5 0,0 1-7 16,0 1 10-16,2 0-9 0,-13 19 10 0,-5-3-16 16,-1 3 0-16,0-1-1 0,6-2 1 0,-1 3 0 15,2-1 4-15,1-1-5 0,-2-1 6 0,8-1 2 16,3-2-9-16,-9 0 8 0,3-2-9 0,5-2 13 0,3-2-4 15,0-3 5-15,1-1-4 0,-1-3 3 0,0 0-3 16,17 0-1-16,2 11 0 0,-3-4-2 0,3-3-3 16,-4-2-1-16,2-3 0 0,-1-1-5 0,3-1-1 15,-4-1 2-15,0-2-2 0,-2-2 7 0,-2-1-3 16,0 0-2-16,-2 1-1 0,0-11-3 0,-1-1 8 16,-4 1-5-16,-3-3 5 0,14-1-6 0,-5 3 0 15,-3-5 1-15,-3 5-1 0,-2-5 7 0,-2 3-7 16,0 2 3-16,0-1-5 0,-2 0 0 0,0 3-4 0,-2-3 7 15,0 4-6-15,1 2 2 0,-1 0 1 0,2 6-5 16,-2-1 4-16,3 5 3 0,-1-1-2 0,-2 0 1 16,0 1-1-16,-1-1 2 0,-1 2-2 0,-1 0-4 15,-3 2 1-15,3 2 1 0,-4 4 2 0,2-1 0 16,-1 10 0-16,3 5-5 0,-1 5 3 0,1-3 0 0,1-2 0 16,-1 4 2-16,0-3 2 0,1 1 0 0,2-2 1 15,2 1-3-15,-12-1-2 0,4-1 3 0,5 1-1 16,1-3 10-16,4 0-10 0,0-2 6 0,2-1-5 15,2-2 4-15,-1-3 6 0,1-4-10 0,7-3 10 16,10 13-5-16,-1-6-6 0,0-3 10 0,1-4-9 16,1-2 8-16,-1-4-3 0,-1-1 0 0,0-3-1 15,-3 1-1-15,0-3 3 0,-4 1-5 0,0 7 6 0,-2-13 2 16,-2-1-6-16,1-1 4 0,-5-2-4 0,1 1-2 16,-3 1 4-16,1-1-4 0,7 1 4 0,-3 0-7 0,-3-3 2 15,-3-1-2-15,-2 3 3 0,-2-1-3 0,-1 3 4 16,-5-5-2-16,-1 3 3 0,-2-1-3 0,3 8 1 15,6 2 0-15,-14-1 1 0,-3 7-1 0,1-1-4 16,-1-9 3-16,-1 4-3 0,1 5 1 0,-1 4-2 16,1 4 2-16,-1 5-1 0,-3 4 3 0,1 2-5 15,-2-10-1-15,5 19 0 0,1-1 8 0,1 1-2 16,0-7-1-16,4 5-1 0,0-4-2 0,8-1 4 16,3 2 2-16,0-5 0 0,-9 3-7 0,2-2 8 15,3 2-2-15,2-1 4 0,4-1-9 0,2 2 4 0,2-2 4 16,1 2 1-16,3-3 1 0,1 3-3 0,0-2-2 15,-1-4 2-15,-6 0-1 0,13-3-2 0,-1-3 0 16,1 6 1-16,-2-3 3 0,2-3 0 0,0-1 3 0,4-2-2 16,-1-2 5-16,-3-4-7 0,2-3 5 0,-2-2-4 15,-1 5 6-15,1-18-9 0,0-1 0 0,-6 1-2 16,3 0 8-16,-7-1-1 0,1 3-3 0,-3-2 0 16,-1-1-5-16,13 1-1 0,-4 0 3 0,-3 0 0 15,-5 1 6-15,-1-1-2 0,-2 0-5 0,-2-1 0 16,-1 3-2-16,-1 5-2 0,-2 2 3 0,1 2-2 15,-1 2 6-15,1 1-6 0,-6 6 5 0,-6-9-8 16,-4 2-1-16,3 7 8 0,1 2-3 0,-1 6 4 0,-1 3-7 16,-1 2 2-16,-5 4-1 0,7-8 2 0,-1 14-2 15,6 3 5-15,2 2 0 0,2-4 2 0,1 2-6 0,1 0 1 16,-8-1 2-16,4 1 1 0,4-2-1 0,5-3 2 16,2 3-4-16,0-3 3 0,2-3 2 0,3 3-5 15,1-4 5-15,1-2-4 0,1-4 11 0,-3 0-7 16,14-1 1-16,1-5-3 0,2 1-2 0,1-2 8 15,-1 13-5-15,0-4 6 0,1-4-10 0,-1-3 3 16,0-4 1-16,0 0 1 0,-1-4 0 0,1-3 2 16,-1-2-1-16,1-2 1 0,-5-1-5 0,3-2 1 15,-5 10 3-15,0-15-1 0,0 1 1 0,-6-3 0 0,0 3-4 16,-5-1 3-16,-2-3-7 0,0 3 5 0,-1 1 2 16,12-3 2-16,-5 5-2 0,-4-5 0 0,-3 3-3 15,-1 3 0-15,-3-4 0 0,-1 10-1 0,-2 0 2 16,5 1-1-16,-20 5 0 0,-1-12-4 0,0 4 0 15,-4 3-2-15,1 8 6 0,1 4 0 0,2 3 0 0,0 6-1 16,-1 2-11-16,3-7 13 0,1 18-3 0,5-1 7 16,-1 1-5-16,4 0-3 0,1 0-1 0,3-1 1 15,1-1 3-15,4-6 0 0,-11 1 0 0,4-2-1 16,5-4 8-16,3-2-5 0,1-2 1 0,0-2-3 16,1-1 0-16,-1-4 1 0,10 5 1 0,12 6-1 15,2-3-2-15,2-5 4 0,0-3-3 0,4-4 5 16,1-2-5-16,1-1 0 0,1-6 2 0,-3 0-2 0,2-2 4 15,-6 0-1-15,5-2 1 0,-5 2-2 0,-7 2 2 16,-1-1-1-16,-8 5-3 0,-5 1 1 0,3-8-4 16,3-3 3-16,-2 0 3 0,-3 0 0 0,-6 3 1 0,0 1-4 15,-2 0-1-15,-2-2-1 0,-2 2 0 0,-3 2 0 16,-8 1 0-16,-9 5-1 0,-1 3 3 0,-1-17-3 16,-2 8 2-16,2 8-3 0,2 3 4 0,-2 5 1 15,2 3-1-15,2 3 2 0,-2 2-2 0,4 1-4 16,-2-6 3-16,3 16-5 0,1-2 4 0,3 1-1 15,4-1 3-15,4 2-2 0,-2 0-1 0,7-2 3 16,0 3 0-16,1-7 1 0,-10 1 1 0,5-4 2 16,3 1-4-16,3-6 2 0,2 1-1 0,0-4 6 0,2-1 0 15,0-3 0-15,-1 1-4 0,1-4 1 0,17 13 0 16,-1-4 0-16,3-5-9 0,-1-2 10 0,3-2-4 16,-1-4 7-16,-2-3-12 0,3-4 4 0,-1-2 0 15,-2 11 5-15,1-19 7 0,-6 1-12 0,-2 0 4 0,-2-1-6 16,2 1 5-16,-4-1-2 0,-2 1 2 0,-5-2-2 15,13-1 1-15,-6 5 3 0,-3-1-4 0,-4 2 4 16,-2 3-2-16,0 2-5 0,-2-2 1 0,0 6-3 16,-2 1 4-16,3 3 0 0,-14-7 0 0,-6 0-2 15,-1 3-1-15,-2 5 0 0,0 3 3 0,-2 7-2 16,2 4-2-16,-1 4 0 0,3-8-3 0,4 21 3 0,-1-2 8 16,6 2-3-16,2 0-1 0,5-6-2 0,3 1-5 15,-9-7 7-15,5-1 1 0,3-4 0 0,2-1-1 16,2-5 9-16,0-1-7 0,0-2 7 0,4 1-13 0,11 7 9 15,9-3 0-15,0-5 3 0,2-2-1 0,-2-6-4 16,-1-3 1-16,-1-2-2 0,-3 0 4 0,-5 2-3 16,-2 5 11-16,-7-11-9 0,-1 0 6 0,7-2 0 15,-5 4-10-15,-5 0 6 0,-1 4-8 0,-3 0-3 16,-1 3 2-16,-13 3-2 0,-11 1-6 0,1-15-18 16,1 8-12-16,1 7-13 0,1 2-152 0</inkml:trace>
  <inkml:trace contextRef="#ctx0" brushRef="#br1" timeOffset="193535.8">10112 6789 194 0,'0'0'14'0,"0"0"-1"0,0-2 26 15,0 1-2-15,-2-1 3 0,0 0-26 0,0 0 5 0,1 0-5 16,-1 0 7-16,0 0-6 0,0 1 1 0,0-1-3 16,0 0 4-16,0 0-1 0,1 0 15 0,-1 0-5 15,0 0 8-15,0 1-7 0,0-1-1 0,-2 0 3 16,1 0-3-16,-1 0-2 0,0 0 10 0,2 2-7 0,-1 0 7 15,-1 0-17-15,0 0-15 0,1 0 8 16,-1 2-8-16,-2 0 11 0,-3 2-4 0,0 3-9 0,1 4 6 16,-1 15-9-16,0 6 17 0,-2 3-2 0,-4-3 6 15,4 5-5-15,-1 0 0 0,5 4-1 0,3 0 0 16,-7-4-11-16,2-2 11 0,3-7-4 0,1-4 7 16,-12 0-7-16,10-5 6 0,3-6 5 0,2-4-1 15,0 0 8-15,2-3 9 0,0 1-9 0,2-1 8 0,0-2-17 16,-2-2 5-16,17 9-3 0,1 0 2 0,-1-6-21 15,3-1 10-15,-1-2-9 0,1-2 10 0,-1-2-9 0,-1 0 0 16,-1-1 1-16,0-3-1 0,-4 0 2 0,0 1 3 16,0-3 0-16,0 7 1 0,-2-20-4 0,-2-1-3 15,1-4 4-15,-3-4-3 0,2 0 5 0,1-3-6 16,-3 0 0-16,-1-5-1 0,-3 3 0 0,1-4 1 16,0 2-1-16,-2 5 2 0,-1 1 1 0,16 5 3 15,-4 0-4-15,-5 4 3 0,-5 3-7 0,-1 4 2 16,0 0 2-16,-2 4 2 0,0 0-3 0,0 4 6 15,0 1-5-15,0 1 4 0,0 1-11 0,-2 0 6 0,0 0 0 16,-1 1 4-16,1 3 10 0,-11-6-10 0,0 4 0 16,-4 2-5-16,4 2-3 0,-2 6 9 0,0 1-2 15,0-4 4-15,2 16-5 0,-1 7 2 0,2 1 1 16,1-1-1-16,0 4-7 0,4-4 10 0,1 3-8 0,4 4 7 16,0-3-7-16,-16-4 0 0,5 3 1 0,7-6-1 15,1 1 6-15,3-4-5 0,2-4 0 0,0-1-1 16,2 2 8-16,0-4-8 0,1 1 3 0,1-1-4 15,0-6 8-15,1 3-9 0,-1-7 9 0,0 1-9 16,-4-4 7-16,7-1-4 0,2 7 2 0,1-3-1 16,3 1 1-16,-2-2 1 0,-2-2 1 0,2-2 1 0,0 0 0 15,-1-2-1-15,1-4-5 0,0-1 1 16,0-3-4-16,-2-16 7 0,1 0-3 0,-5-1 6 0,1-5-2 16,-2-3-6-16,18-2 4 0,-7-2-5 0,-8 3 6 15,-3-1 2-15,-2 7-2 0,-2 1 0 0,0 3-5 0,-2 3 0 16,0 1-1-16,-2 4 1 0,1 1-1 0,-1 4 1 15,0 4 3-15,0 1-1 0,3 3 6 0,1 3-11 16,-2 2 1-16,-11-10-4 0,0 3 13 0,-2 3-7 16,-2 4 3-16,2 2-4 0,-1 6 3 0,-1-5-1 15,0 31 0-15,2 5 0 0,0 3 5 0,2 1-5 16,2 2 1-16,0-1-2 0,2-5-1 0,-2-5 2 16,5-3 0-16,1-1 0 0,-1-4-2 0,4-2 5 15,0-3 1-15,0-7 2 0,-7 1-8 0,4-4 10 16,1 2-8-16,2-3 10 0,2-1-6 0,0-3 4 0,0-1 2 15,0-1-1-15,0-2-9 0,2 1 14 0,2 1-13 16,1 0 12-16,8 1-14 0,2-1 1 0,0-4 3 16,0-2-1-16,0-1 7 0,-2-3-6 0,1-1 1 15,-1-3-1-15,0 3 8 0,-1-17-11 0,-1-2 4 0,-2-2-7 16,0-6 11-16,-1 3-3 0,-1-3-4 0,-1 3 1 16,-4 1-5-16,-1 2 6 0,18-1 0 0,-8 4 2 15,-3 1-2-15,-5 2 0 0,-3 5 2 0,0 2-4 16,0 6-6-16,0 2 4 0,0 1 1 0,-2 2 0 15,1 1-2-15,-1-1 1 0,-2 2-3 0,-7-3 4 16,-6 1 0-16,2 2 0 0,-3 2 1 0,1 4 0 16,2 1 9-16,0 5-6 0,2-7-3 0,2 23 0 0,2 4-1 15,0 0-3-15,-1-2 6 0,3-2-5 0,-2 1 2 16,5 1 2-16,0 4-5 0,-14-1 3 0,6-5-5 0,5-1 5 16,3-5 2-16,2-3 1 0,2-1-6 0,0-1 2 15,0-2 1-15,2-2 0 0,0-5-1 0,2 1 3 16,-2-3-1-16,1 0 2 0,5 1-6 0,9 7 4 15,1-5 2-15,3-1 3 0,-1-5-4 0,-1-1 1 16,1-1-5-16,2-3 4 0,1-2 2 0,-1-1-4 16,2-4 2-16,-5-2-2 0,3 7 1 0,-4-20 1 15,1-2-3-15,-2-3 1 0,-6-5-1 0,-4 1 4 16,-3 0 0-16,0 0 1 0,18-4-11 0,-11 5 13 16,-3 1-4-16,-7 5 7 0,-1 2-12 0,-1 2 2 0,-3 3-3 15,-2 5 3-15,-1 1 5 0,1 5-6 0,-3-1 6 16,3 6-7-16,-8 1 0 0,-3-7 0 0,2 3-5 15,-2 3 4-15,1 1 3 0,-1 4-3 0,0 2 4 16,2 4-2-16,-1 3 1 0,3-5 3 0,0 25-4 0,0 1 3 16,1 3-11-16,3 3 7 0,0-1 0 0,3-5 3 15,1 1-2-15,1-5 3 0,-13-2-5 0,4 6 4 16,6-4 1-16,3-2-3 0,4 0 1 0,0-5-4 16,2 3-4-16,2-3 9 0,-1-4 0 0,5 1 1 15,-3-3-2-15,3-1 0 0,-1-1 2 0,-1-4-1 16,1 1-1-16,6-5 10 0,4 1-10 0,0 7 10 0,1 0-9 15,-1-3-1-15,-2-5 1 0,0-1-1 0,0-2 1 16,-1 0 8-16,3-2-7 0,-4-1 7 0,-4-1-6 16,-1-2 1-16,-3-3 4 0,1-13-3 0,1 0 2 15,-1-8-8-15,-4 0 4 0,0-1-5 0,0-5 2 0,16 3 7 16,-7 1-6-16,-3-7 5 0,-8 4-13 0,-2 2 5 16,-2-1 2-16,-1 10 1 0,-1 2 2 0,0 3-1 15,-1 2-5-15,0 3 4 0,-1 2-5 0,4 7 2 16,3 1 1-16,-9-3-2 0,-3-1-1 0,-2 1 0 15,-1 3 3-15,1 4-3 0,0 2-1 0,-4 5-3 16,3 5 6-16,-3 4-3 0,1 23 2 0,1-2 6 16,2 6-7-16,-2-6 8 0,4-7 0 0,4 3-5 15,0-5 2-15,1-2-5 0,5 0 1 0,1-2 4 0,0-9-1 16,-11 4 0-16,4-2-3 0,5-6 3 0,0 5 4 16,4-8-2-16,0 1-1 0,0-1 1 0,0-1-5 15,2 0 4-15,0-3 4 0,2 2-1 0,3-1 1 0,10 5-2 16,1-3-2-16,3-1 2 0,1-5 3 0,4-1-1 15,-4-1-1-15,4-5 7 0,0-3-9 0,-2-2 8 16,1-2-9-16,-7 0 5 0,-1 1 1 0,-6-15-1 16,-2-5-1-16,1-5-5 0,-1 0 1 0,-2-4-3 15,-1 4 7-15,18-6 0 0,-13 10 2 0,-4-1-2 16,-3 3-4-16,-4 6-5 0,-4-1 5 0,-1 6-3 16,-3 0 9-16,1 3-8 0,0 4 1 0,-1 2-4 15,5 1 7-15,-14 7-11 0,4 1 7 0,-2-9-10 0,-2 3 12 16,-1 3-4-16,-3 3-2 0,1 4 1 0,-1 3 6 15,3 5-2-15,-1-8-1 0,1 27-4 0,1 3-4 16,0 7 7-16,2 5-1 0,1 3 3 0,-1-1 5 0,5 2-6 16,1-7 1-16,4-5-5 0,-1 3 6 0,4-10 0 15,0-6 1-15,-13-1-1 0,8-5 0 0,3-4-8 16,2 0 6-16,2-6-5 0,0 0 9 0,0-5-2 16,2 4 4-16,-2-4-2 0,13 0 10 0,6 11-14 15,1-2 2-15,3-4-6 0,1-3 6 0,2-4 2 16,2 0 3-16,1-4-1 0,1-1 3 0,0-5-5 15,-1-1-3-15,-1-2 0 0,-4 2 1 0,-1-2 0 16,-1-2 9-16,-7 4-8 0,-2-13-2 0,-6-8 10 0,-5-3-10 16,17 5 10-16,-5-7-9 0,-6 7 6 0,-6-3 0 15,0-2 0-15,-6 1-7 0,-2 3 4 0,1 1-3 16,-6 4 3-16,-1 4-3 0,1-1-3 0,-2 5 2 16,11 3-4-16,-18 0 5 0,0 4 0 0,1 2 0 0,1 3 0 15,-1 3-8-15,-1 1 3 0,-1-13 0 0,3 6 2 16,-3 3 7-16,1 4-7 0,-3 2-1 0,3 4-1 15,0 5 6-15,1 2-4 0,-1-5 1 0,1 22-3 16,4-1 8-16,2 5-5 0,2 1 2 0,4 8-6 16,1 0 0-16,0-4 4 0,1 2 0 0,3-5 1 15,0 3 2-15,0-7-3 0,-16-3 3 0,8-6-2 16,5-3 1-16,1 1 2 0,4-2-4 0,0-1 4 0,2-3 0 16,0-1-2-16,0-5-1 0,1 0-2 0,-1-1 3 15,2 0-2-15,3-1 6 0,6-3-4 0,4 2 7 16,-2 7-7-16,2-2 2 0,-1-3-3 0,1-3 1 0,2-1 3 15,-1-2-2-15,-1 0 4 0,2-2 0 0,-5-1 0 16,-1-1-1-16,2-3 2 0,-2-3-5 0,-2 7 0 16,-1-22 2-16,-3 1-1 0,-1-4-1 0,-3-3 2 15,-1 1-2-15,19-7 4 0,-10 0 1 0,-7 0-2 16,-4 0-3-16,-2 3 1 0,-2 4-5 0,-2 1 2 16,-1 3 1-16,-2 3 0 0,-2 3 0 0,-1 1 2 15,11 3 0-15,-16 5 1 0,-4 1-3 0,3 3-7 0,-1 3 4 16,-1-11-5-16,-2 4 11 0,1 6-9 0,-3 3 6 15,2 2-8-15,-2 5 8 0,-1 5-2 0,1 3-3 16,0-2 3-16,2 24 4 0,3 4-5 0,-1 2 3 16,-2 2-6-16,5-1 6 0,0-3-2 0,10 0 5 15,-14-5-4-15,8-3 5 0,6-3-7 0,3-6 1 0,0 3-4 16,4-5 6-16,0-3 2 0,6-1-3 0,0-3 1 16,1 0-1-16,-5-3 0 0,15-1 1 0,-1-2 0 15,3-1 6-15,-2-4 0 0,1 0-4 0,3 13 3 16,-1-6-8-16,2-2 5 0,1-3 0 0,-1-4 0 15,0-2-5-15,-1-2 10 0,-3-1-2 0,-1-3 4 16,0-1-13-16,-3 0 7 0,1 7 1 0,0-18 3 16,-4-6 1-16,0-2-8 0,1-2 2 0,-5 0-3 0,2 1 0 15,-1-7 5-15,-3-3-2 0,1 0 3 0,-2 2-11 0,-3 2 7 16,1 5-3-16,17 0 5 0,-8 4-1 16,-4 4 0-16,-3 4-1 0,-4 1 0 0,0 4-2 0,-2 0-5 15,0 4 2-15,1 3-2 0,-1 0 11 0,0 3-10 16,-2-1 4-16,-3 0-8 0,-10-3 3 0,0 5 6 15,1 2-5-15,-3 6 4 0,-1 5-6 0,1 2 4 16,-1 22 4-16,-1 10-1 0,3 1 1 0,1 2-1 16,2 2-3-16,0-7 2 0,2 4-3 0,2-8 4 15,0-6 1-15,3-3 2 0,-1-8 3 0,7-2-14 16,-9-3 7-16,2-2-9 0,3 0 14 0,4-4-7 16,2-2 0-16,0 1-2 0,0-5 6 0,2-1 4 0,-2-2-3 15,10 5 3-15,10 4-6 0,2-3 7 0,1-5-5 16,1-3 5-16,0 0-6 0,2-1 0 0,-2-5 2 15,6-3-1-15,-6-1 4 0,-2-1-2 0,2-2 2 16,-9 2-2-16,2 2 6 0,-2-10-8 0,-4-9 2 0,-2 4-3 16,-5-9 2-16,0-8 1 0,-3 2 3 0,24-6-2 15,-14 3-2-15,-6 1 0 0,-5 2 0 0,-3 4 1 16,-3 5-2-16,-3 2-1 0,1 4-1 0,-1 5 0 16,0 3 6-16,-1 4-8 0,-1 3 3 0,-7 5-6 15,-3 3 3-15,3-12 3 0,-1 5-3 0,2 6 3 16,1 2-5-16,1 4 2 0,2 2 1 0,4 1-1 0,-1 8 2 15,7 9-55-15,1 8-18 0,-19 3-29 0,10 4-236 16</inkml:trace>
  <inkml:trace contextRef="#ctx0" brushRef="#br1" timeOffset="204496.75">15632 5880 96 0,'0'0'-1'16,"0"0"5"-16,-2 0 19 0,0 0 1 0,0 0 15 0,1 0 0 15,-1 0-10-15,0 0 12 0,0 0-11 0,-2-2 1 16,1 0 4-16,-1 0-4 0,0 0 4 0,0 0-5 0,1 0-7 15,-1 1 0-15,2-1-3 0,0 0 0 0,-1 0 0 16,1 0 0-16,-2 0 0 0,0 0 0 0,2 1-4 16,1-1 0-16,-3 0-2 0,0 0-3 0,0 0 7 15,1 0-2-15,-1 0 2 0,0 1-14 0,1-1 5 16,-1 0-4-16,0 0 5 0,0 0-2 0,1 0-1 16,-1 0 0-16,0 1 1 0,2-1 5 0,1 0-9 15,-1 0 3-15,0 0-5 0,0 0-2 0,0 2 5 16,0 0 0-16,0 0 2 0,-1 0 8 0,-1 2-5 15,0 0 4-15,1 0-5 0,-1 0 0 0,-4 3-3 0,3 10-1 16,-4 0 2-16,3 4 7 0,1-3-11 0,-3 3 9 16,3-2-11-16,1-3-1 0,2 1 7 0,-9 2-10 15,2-2 9-15,3-2-3 0,2-4 6 0,1 0-1 16,1-1-1-16,0 1-13 0,2-1 7 0,0-3 1 0,0 3 3 16,0 1-3-16,0-4 4 0,2 5-4 0,-2-7 5 15,0-1 1-15,0 0-4 0,2 2 0 0,-1-1-3 16,3 1-3-16,0-2 8 0,0 0-3 0,1 0 4 15,3 0-7-15,-1-1 0 0,0-1 1 0,1 0 1 16,1 0 3-16,-2 0-5 0,1 0 8 0,-1-1-7 16,1-3 9-16,-3 0-9 0,3-1 0 0,-6 1-1 15,3-11 10-15,-3 2-6 0,0 0 2 0,2-2-5 16,7-1-7-16,-2-1 9 0,-3 2-2 0,-3-2 6 0,-1 4-6 16,-2-2 0-16,0 4-1 0,0 4 2 0,-2-2 0 15,0 3 4-15,1 0-5 0,1 5 5 0,-8-1-3 16,-9-9-3-16,1 3 0 0,-1 3 0 0,-3 3-8 0,-1 2 10 15,1 2 0-15,-2 3 4 0,-1 3-2 0,5 1-3 16,-3 2-1-16,5 0 0 0,3-2-1 0,1 4 0 16,1 2 3-16,0 6-1 0,2-3 9 0,0-3-6 15,5 4 0-15,-7-3-2 0,3 1-3 0,3 0-6 16,1-1 7-16,2-1-3 0,2-2 10 0,0 6-4 16,2-4-2-16,2 0 1 0,1 3-1 0,-1-7-3 15,3 4 1-15,1 0-3 0,-1-4 2 0,3 2 2 0,-1-2 0 16,-4-5 1-16,8 1 1 0,0-3 3 0,-1 5-4 15,1-1 5-15,0-3 2 0,-2-1-8 0,4 0 3 16,-2-4-5-16,0 0 7 0,-2-2 0 0,0-2-3 16,0-1 2-16,2-3 0 0,-2 1 0 0,0-6 4 15,-2-10-3-15,1 1 1 0,-5 2-4 0,1-1 1 0,-2-1-3 16,-1-4-2-16,12 4 4 0,-4-2 2 0,-3 1 2 16,-5 3-1-16,-1 0-1 0,-2 3-4 0,0 0 2 15,-2 0-5-15,1 1 1 0,-3 1 0 0,0 4 1 16,0 0 4-16,1 1 1 0,1 5-1 0,0-1-2 15,-2 1-6-15,4 3 1 0,-3-2 0 0,-5-2 1 16,-3-1 3-16,0 1 2 0,0 3-2 0,0 1 3 16,0 2-13-16,-1 0 10 0,-1 2-8 0,6 1 8 0,-6 5 1 15,4-4-1-15,1 18 0 0,5 2-3 0,-3 4 0 16,2 3-3-16,1 3 7 0,1-1-6 0,-17-3 3 0,8-2 1 16,5-2 3-16,5 2-1 0,1-2 0 0,0-6 3 15,1 0-5-15,1-8 3 0,2 2-10 0,0-2 9 16,-1-3-3-16,3 0 6 0,-4-5-2 0,-2-2 2 15,9 5-1-15,2 1 1 0,4-1 1 0,0-3-1 16,0-2 1-16,2-2-2 0,-1-2 6 0,1-6-7 16,0-3 1-16,-1-7-3 0,1-12 8 0,-2 2-5 15,-2-2 2-15,-2 2-5 0,-2-3-2 0,1-3 2 16,-3 3 6-16,-3-1-3 0,1 1 3 0,-3 5-1 0,15 0-7 16,-8 4 3-16,-1-1-1 0,-7 3 0 0,1-1 7 15,-2 3-5-15,-2 1-4 0,1 2 7 0,-3 2-7 16,2 4 8-16,-2 2-10 0,1 1 3 0,1 2-1 15,-4 1 1-15,-9-7-12 0,2 5 12 0,-2-1-7 16,-1 4 8-16,-1 2-3 0,0 2 5 0,-1 4 0 0,3 1 2 16,-2-5-5-16,2 18-3 0,1 5 4 0,-1-3-2 15,4 4 1-15,-1 0-1 0,3 4-3 0,2-1 4 16,1-1 1-16,4 4 4 0,-3-6-4 0,3 3 1 16,-17 3-7-16,8-6 4 0,6 0 2 0,3-4 0 15,2-7 8-15,0 0-10 0,2-2 8 0,3 4-7 16,-1-4 11-16,0-6-13 0,-3-1 1 0,3-3-4 0,0 1 16 15,7 3-7-15,4 1 9 0,0-3-9 0,1-3 4 16,1-2-7-16,0-2 0 0,1-3-1 0,1-4 3 16,-1-4 2-16,1 5 1 0,-2-18 1 0,-2 2-1 15,-2-2 4-15,-4 0-8 0,0-9 7 0,0 5-5 0,-3 0-2 16,0 3 1-16,-5 1-1 0,16 1-1 0,-6 1 5 16,-5 0 0-16,-4 2 0 0,-2 1-6 0,-2 1 0 15,-2 1-2-15,-1 3 4 0,-3 1 11 0,3 4-13 16,-1 1 6-16,4 3-10 0,-13 0 0 0,0 3 6 15,1 0-6-15,1-5 6 0,-2 0-4 0,2 3 2 16,-2 2-1-16,-2 2 0 0,0 2-2 0,4 2 1 16,1 2 2-16,-1 2-3 0,0 3-7 0,3-2 9 15,1 16-1-15,2-1 4 0,1 0 3 0,4 4-9 0,-2-4-1 16,-12 3-1-16,5-1 6 0,5-4 0 0,2 8 1 16,4-6-2-16,0 4 4 0,4-2-1 0,0-1 2 15,3-1-2-15,1-2-1 0,-1-5-1 0,0-2-4 0,-1-4 3 16,-4-1 6-16,13-1-3 0,1-5 6 0,-1 2-6 15,2-2 2-15,0 1 3 0,-1 9-6 0,3-3 3 16,-1-4-3-16,-3-3-1 0,0-2 5 0,-2 0-4 16,2-3 4-16,-4-3 1 0,-2-3 2 0,1-21 0 15,-5-2 2-15,3 3-6 0,-1-3 1 0,-1-1-2 16,-1 3 1-16,-3-1-2 0,15 3 0 0,-6 4 1 16,-5-2 6-16,-6 1-4 0,0 5 2 0,-4 1-5 15,0 5-6-15,-1 1 5 0,-1 1-2 0,-1 3 3 0,1 2 1 16,-11 1-2-16,1 4-1 0,-3 0-1 0,2-9-4 15,1 2 6-15,-1 3-2 0,-2 3 2 0,1 3-9 0,1 2 8 16,-2 3-6-16,5 3 6 0,-3 3 0 0,2 0-5 16,2 11 10-16,2 2-7 0,2-1 2 0,3 3-1 15,1-2-1-15,3 0 1 0,-15 0 3 0,6 0-3 16,5-3-3-16,3 3 1 0,3-2 1 0,1-2 3 16,3-1 1-16,0-6 1 0,1 4 4 0,3-3-10 15,-1 1 9-15,1-4-9 0,-6-7 6 0,5 0 2 16,4 0-4-16,-2 3 4 0,3 0-2 0,-1-1 2 15,-2-2 1-15,2-1 0 0,-2-3-1 0,1 0 1 16,-1-1 0-16,-2-1 0 0,3-4-5 0,-3 1 5 16,-1-12-2-16,1-9 4 0,-3 0 0 0,-2 0-4 0,12 4 0 15,-2-2-1-15,-7-1-6 0,-1 3 10 0,-4-2-6 16,0 5 7-16,0 1-13 0,-2-1 7 0,-2 3-2 0,1 1 4 16,-3-4-3-16,0 6-3 0,1 2 6 15,1 4-3-15,0 1 5 0,4 4-8 0,-7 0-3 0,-4-7 0 16,-2 2 1-16,0 1 2 0,2 2 2 0,0 4 0 15,0 0 0-15,-1 2-2 0,-1 2-4 0,2 1 3 16,0 3-4-16,2-3 6 0,1 14 0 0,5 1 2 16,-5 6 1-16,5-1-4 0,-1 1 4 0,-2 1-5 15,4 1 4-15,-16 4 0 0,5-1-7 0,7-1 4 16,4-4 1-16,2-2 3 0,0 2 4 0,2-5-3 0,2-1-10 16,0 0 11-16,-2-12-3 0,3 3 5 0,-1-4-13 15,0-1 17-15,3 3-9 0,-1-5 12 0,7-2-16 0,0 7 4 16,0-1 2-16,1-3 1 0,1-3 1 0,-4-2 0 15,2 0-3-15,0-4 3 0,-2-1-1 0,1-3 6 16,-3 5-5-16,-2-23 5 0,1-2-2 0,-3-2-8 16,-1-2 5-16,-2 1-4 0,2 1 5 0,14-1-3 15,-5-3-1-15,-7 6 0 0,-4 2-2 0,-2 0 0 16,0 2 6-16,-2 4-3 0,-2-2 0 0,0 5 5 16,-1 0-9-16,1 6 7 0,-2 0-13 0,3 3 8 15,-1 3 0-15,2 1 1 0,2 2-9 0,-5-1 4 16,-5-5-6-16,-5 1 6 0,4 3 6 0,0 4-4 0,-2 0 2 15,6 2-3-15,-6 5-1 0,0-5-4 0,2 24 3 16,0 2-3-16,1 4 8 0,3 1 2 0,1 4-2 16,3 0 0-16,-1-1-8 0,2-1 8 0,0-2-1 15,-16 1 1-15,6-1 0 0,7-7 0 0,3-2-2 0,2-3 2 16,0-3-1-16,0-3-2 0,2 0 5 0,0-4-3 16,1 0 6-16,1-2-1 0,0-1-2 0,0-3 1 15,-4-3-1-15,16 9-3 0,1-1 2 0,0-5-1 16,-1-3 0-16,1-2 8 0,0 0-6 0,1-5 6 15,1-3-10-15,-2-1 6 0,-3-2-2 0,1 1 4 16,-2-12 3-16,-5-9-10 0,1 3 7 0,-3-6-7 16,-3-1 8-16,3 3-2 0,-4-3-7 0,0 4 3 0,18-3-1 15,-9 6-3-15,-5 2 7 0,-4 4-4 0,-2 2 9 16,0 1-9-16,-2 2 0 0,0 3-2 0,-2-1 5 16,0 4-4-16,1 1 1 0,-1 3-3 0,2 1-6 0,0 3 10 15,2 1-4-15,-7-4 6 0,-4-1-6 0,-2-1-6 16,2 5 9-16,-2 1-6 0,-2 2 0 0,2 0 9 15,-2 3-11-15,2 1 10 0,-2 4-11 0,2-1 9 16,4-5 0-16,0 16 2 0,1 1-2 0,1 1-2 16,1 1 0-16,1-1-1 0,-1 1 6 0,2 1-7 15,1 2 4-15,-14 2-7 0,4 2 0 0,5 0 8 16,7 0-7-16,1-1 7 0,0-2-9 0,1-3 4 0,3 0 6 16,4 4-2-16,-1-4 2 0,0-3 1 0,3-2-6 15,-5-8 3-15,5 6-1 0,-3-6 3 0,-3-1 3 16,9-1-1-16,0-1 0 0,1-5-4 0,1 11 2 15,2-3-2-15,2-4 7 0,-3-3-3 0,5-2-1 16,-5-2 1-16,1-3-3 0,-2-3 7 0,-6 1-2 0,2-8 4 16,-1-7-2-16,-5-8-6 0,3-3-2 0,-6-1 0 15,20-5 6-15,-11 4-6 0,-7 0 5 0,-4 0-6 16,0 3 11-16,-2 0-8 0,-2 6 0 0,0 0-2 16,-1 2 0-16,-3 2-4 0,1 0 6 0,0 3-4 15,-3 1 2-15,3 5 4 0,-1 1-9 0,3 5 6 16,1 0-8-16,-9 3 5 0,-2 0 2 0,0-7 0 15,2 4-2-15,-1 1 0 0,1 4-4 0,-4 0 3 16,2 2 1-16,-2 2-4 0,2 2 4 0,2 1-5 0,1 3 1 16,0-4 0-16,1 16 6 0,4 2-4 0,-2 2 1 15,1 2 6-15,4 2-9 0,-1 2 8 0,-14 2-7 0,6-1 3 16,6-1 2-16,3 1-1 0,4-1-1 0,0-4 0 16,2 0-2-16,2-4 1 0,1 1 3 0,3-1 0 15,-3-5 0-15,1-4 0 0,-1-2 2 0,-1-4 0 16,4 2-1-16,-1 1 1 0,10-5 2 0,-2-3-5 15,1 2 4-15,1 7-4 0,0-4 9 0,1 1-8 16,3-6 2-16,-5-2-3 0,3-2 3 0,-2-4 4 16,-4-1 1-16,1-1-1 0,1-18-2 0,-4 0-3 15,-1-5 4-15,-1-6-3 0,-3 0 10 0,-1-2-8 0,1 5-3 16,14 1 1-16,-7 1 1 0,-5 4 0 0,-7 1 3 16,-1 1-3-16,-3 3-1 0,-3 1-2 0,1 2 0 15,-3 1-1-15,1 2 4 0,-1 4-3 0,1 2 0 16,5 2-1-16,-13 1 3 0,-2 7-8 0,-1-1 2 0,1-9-4 15,-3-1 9-15,3 7-6 0,-2 1 3 0,-1 4-6 16,1 4 0-16,1 3 5 0,-1 3-2 0,6-9 2 16,-1 27-4-16,1 0 7 0,1 2-1 0,3 1 2 15,-2 1-12-15,5 1 11 0,3 1-1 0,1 3 3 16,-17-4-2-16,8-1-3 0,6-6 1 0,3-6 0 16,2 1 4-16,2-8-4 0,1 3 2 0,1-3-1 0,0-3 10 15,1-1-6-15,-3-5-1 0,6-2-2 0,6 3 1 16,1 6 0-16,0-3 5 0,0-3-3 0,0-1-1 15,0-2 3-15,-2 0-3 0,0-2 3 0,0 0-5 16,-2-2 6-16,2-4-4 0,-2 1 5 0,0-3-2 0,-2 1-5 16,1-1 5-16,-3-16-5 0,-1 2 6 0,-3-6-1 15,1 2-4-15,-2 4 4 0,0-4 1 0,14 2-4 16,-4-2 3-16,-7 4-5 0,-3-3-4 0,-2 5 5 16,0 1-1-16,-2 3 2 0,-2 1-2 0,3 6 3 15,-3-3-2-15,2 7 2 0,-2-1-4 0,4 4-5 16,-5-1 6-16,-10-7-5 0,0 5 2 0,-2 3-6 15,1 4 2-15,1 3-2 0,-4 7 7 0,1-3 1 16,1 22-1-16,0 3 2 0,4 3-1 0,4 2 0 0,0-4-2 16,3-5 2-16,1 0-1 0,3-10 0 0,0 0 1 15,-11-1 0-15,7-8 4 0,3-2-7 0,1 3 1 16,2-7-2-16,0 6 8 0,0-9-2 0,0 2-1 0,2 0 0 16,1-1 5-16,8 3-3 0,6-1 7 0,2-3-5 15,-1-2 3-15,1-3-2 0,-3-1-4 0,3-2 3 16,-2 1-4-16,-2-3 4 0,-1 1-2 0,-4 1 2 15,1-1-3-15,-4-6 7 0,-1-15-2 0,1 4 3 16,-3-4-7-16,-2 4 0 0,0 0 1 0,14-2 0 16,-6 2-2-16,-5 0 5 0,-3 1-6 0,-2 1 7 15,-2 2-5-15,-1 1-5 0,-3 0 3 0,0 5-3 0,1 1 4 16,-1 1 2-16,3 5-3 0,-1 1 2 0,2 3-3 16,0 3-2-16,-7-8 0 0,0 3-2 0,-3 1-5 15,1 2 6-15,-2 2-4 0,0 4 0 0,0 5-40 16,-2 13-128-16,2 17-144 0</inkml:trace>
  <inkml:trace contextRef="#ctx0" brushRef="#br1" timeOffset="208217.96">6207 9625 256 0,'0'-2'-29'0,"0"0"35"0,0-11 11 0,-2-15 10 16,1 2 29-16,-1 2-13 0,0 0-24 0,0 1-3 15,0 3-2-15,0 1 8 0,0 5 10 0,1 2-7 0,-1 1 6 16,0 2-14-16,0 2 5 0,0-1 0 0,2 4-2 16,0 3-7-16,-2-5 11 0,2 2-3 0,0 1 3 15,0-1-13-15,-2 0-6 0,1 0 6 0,-1 1-6 16,0 1-2-16,0 0 5 0,0 0-1 0,0 2 5 15,2 0 9-15,0 2-13 0,0 0 5 0,-5 31-8 16,3 1 3-16,0 3 2 0,2 0-3 0,0-4 3 16,0 3-13-16,2-5 5 0,0-1-4 0,0-4 5 0,-1-2 2 15,3-2-5-15,0-1 1 0,1-1-1 0,3 3 3 16,-1-1-2-16,1 2 3 0,-1 0-2 0,2-2 4 16,1 1-5-16,-1-3-1 0,0 0-1 0,2-1-5 0,1-2 10 15,-3-2-4-15,-7-2 5 0,14 0-12 0,1-4 9 16,2 2-2-16,-1-4 5 0,-1 3-10 0,0-3 9 15,1 1-2-15,3-3 5 0,-1 1-4 0,2 1 0 16,1-3-3-16,-1 1 1 0,4 1 0 0,0-2 2 16,-6-1 1-16,1 12-1 0,-1-5-3 0,-1-5-5 15,3-1 5-15,0-2-3 0,-3-2 12 0,-2 0-7 16,-3-2-3-16,-1 0-1 0,-3 0 1 0,3-3 1 0,-2-1 7 16,0 0-5-16,0 1 2 0,0-3-4 0,-1 3-2 15,1-4 2-15,0 3 12 0,4-7-14 0,-2-2 5 16,0 0-7-16,2-1 13 0,1 1-6 0,1 2-2 15,2 0-3-15,1 0-5 0,-3 0 9 0,3 2 0 16,-1-1 3-16,1 1-3 0,2 2-6 0,1 2 3 16,1-1-5-16,2 3 10 0,0 1-4 0,0 0-2 0,2 1 0 15,-1 1 2-15,3-17-1 0,4 6 0 0,-3 8-1 16,-3 3-5-16,0 2 12 0,-6 0-1 0,2 2 4 16,4 3-9-16,-2 1-3 0,-2-1 4 0,-3 3-1 15,-1-1-2-15,-1 2 2 0,-4 1 1 0,1 1 1 16,-1-9 1-16,0 14-2 0,4 3-5 0,-5-2 5 15,1-1 4-15,-2 3-4 0,0-2 2 0,-3-1-3 0,3 1-1 16,-2-4 1-16,0 0 1 0,0 0 0 0,-4-4 11 16,5 4-12-16,-3-5 3 0,-2 1-5 0,1-2 0 15,-1-1 7-15,-1 1-1 0,-1-1 4 0,1-2-8 0,-3-2 4 16,-1-1-3-16,2 3 4 0,0 0-2 0,-1 0 1 16,1-1 2-16,-2 1-2 0,0-2 5 0,0 0-4 15,0 0 2-15,-1-1-1 0,1-1 7 0,0 0-1 16,0 0-6-16,2-1 2 0,-1-1-8 0,1-2 3 15,2 2 1-15,7-15 0 0,0 3 3 0,3-1-7 16,1-4 2-16,2 4-3 0,-1-3 0 0,6-1 0 16,1 2 1-16,2-1 0 0,5 1-2 0,-4-1 3 15,0-1-3-15,7 2 4 0,-2-1-6 0,1 1 10 0,-3 2-5 16,-3 0 6-16,2 4-15 0,0-2 7 0,-2 4-1 16,-4-2 3-16,2 2 7 0,1 1-8 0,1 1 1 15,0 1-4-15,2 1-4 0,-2-14 8 0,3 6-3 16,1 4 6-16,1 3 3 0,4 2-8 0,-1 3 4 0,10 1-6 15,-3 0 1-15,3 1 0 0,1 3 2 0,-6 0-1 16,-1 0-2-16,-2-1 4 0,1 1-5 0,-8 0 5 16,2 1 4-16,-3 3-4 0,0-1 2 0,0 1-2 15,-1-1-4-15,3 2 5 0,-2 1-3 0,1-1 3 16,3 2 3-16,-3-2-4 0,3 2 2 0,5-1-2 16,-2-1 1-16,5 0-5 0,-1-1 4 0,-7-3-6 15,5 1 13-15,-2-1-1 0,2-1-1 0,3 2-1 0,-3-3-5 16,-5-1 1-16,-3 0 1 0,-1 0 0 0,0-2-8 15,0 0 5-15,1 0 3 0,1 0 1 0,-3-2 1 0,1 0-1 16,0-2-1-16,3-1 3 0,-1-1 1 0,-1-1 5 16,5-2-10-16,-7 1 7 0,-3-1-9 0,4-2 11 15,-6 0 0-15,4-2 3 0,-2 2-3 0,-4-1-10 16,2 1 8-16,-9 4-9 0,6-4 11 0,-1 0-23 16,-5 1-7-16,5-1-9 0,-1 0-62 0</inkml:trace>
  <inkml:trace contextRef="#ctx0" brushRef="#br1" timeOffset="211610.05">9501 8514 28 0,'0'-2'37'0,"-2"1"8"16,0-3 53-16,-3-7 16 0,-3 0-15 0,3 1-13 0,3 7-60 16,-11 1-9-16,-2-9-6 0,-3 3-16 0,3 6 8 15,-8 4 2-15,-1 6 0 0,-4 6-6 0,4-4 13 16,-4 29-2-16,2-2 6 0,0 4-14 0,6-6 6 15,1 0-6-15,5-3 6 0,4-1-6 0,3-3 1 16,3-6-1-16,2 1 0 0,0-3-2 0,-9-3 1 0,4-2 0 16,3 1 1-16,4-1-3 0,2-2 13 0,4 0-6 15,1-2 10-15,0 2-6 0,16-1 2 0,1 1 4 16,-2-2-4-16,0 0-4 0,1 0 5 0,-3 2-5 16,2-2 6-16,-3 2 0 0,1-2-6 0,-5-1 12 15,0-1-10-15,-4 0 10 0,-5 0-1 0,-2-1-6 0,3 1 6 16,-3-1-7-16,-1-1 6 0,-1 0 0 0,-2 1 3 15,0-1-1-15,-3 3-4 0,-3-1-7 0,-9-4 4 16,-13 3 1-16,-1-4 0 0,1-1 2 0,-2 3-5 16,2-2-13-16,2 12 9 0,2-5-3 0,0-3 5 15,2-3-3-15,-1-1-13 0,3-2-4 0,7-2-5 16,0 0-18-16,9 0-54 0,1 0 2 0,-1-2-24 16,2 0-34-16,0 0-55 0</inkml:trace>
  <inkml:trace contextRef="#ctx0" brushRef="#br1" timeOffset="212405.54">9661 9030 617 0,'0'0'37'0,"0"0"-3"0,-2 0 10 16,0 0 7-16,0 0-13 0,2 0 4 0,0 0-25 15,0-1 0-15,0-1-8 0,0 0 0 0,2 0 5 16,0 0 0-16,2 0 1 0,1 0-3 0,16-9 2 0,-3 0 5 15,6-4-2-15,2 0 4 0,2 1 1 0,-4 2-6 16,-5 1 4-16,-2 0-10 0,-6 2 6 0,0 1 1 16,-2-3 0-16,-1-4-12 0,-5 6 2 0,-1-2 3 15,0 2 1-15,5-1 9 0,1-1-13 0,-4 4-1 16,-1-4-3-16,-3 7 8 0,0 0-13 0,0 1 5 0,-2-1-7 16,1 0 2-16,-1 4 6 0,-28-7-3 0,0 7 5 15,-3 2-14-15,1 5 8 0,1 4 0 0,1 0 5 16,0 4 2-16,6-2-7 0,4-2 2 0,1 2-3 15,4-7-6-15,1 12 9 0,2 3-8 0,1 1 9 16,2-3-3-16,2 1 0 0,1 1 4 0,4-1-3 16,-11-1-9-16,4-1 10 0,3 1-3 0,4-4 5 0,2 1-4 15,0-3-1-15,2 0-3 0,4-2 2 0,-1-3 0 16,7-1 3-16,14-1-1 0,1-2 1 0,9 16-7 16,-3-9-7-16,1-5 8 0,1-6-7 0,-2-2 5 15,2-2 3-15,-1-3-7 0,-8-1 6 0,2-3-3 0,-6 2 3 16,0-2-1-16,-1-2 1 0,-1-2-1 0,-1 11 6 15,-3-16 1-15,5-1 0 0,-4 1-4 0,-1-1-1 16,1 1 0-16,-4 5 0 0,0 0 2 0,-2 2 1 16,-2 4-5-16,-1 0 4 0,-3 3 2 0,1 2-11 15,-4 4 9-15,0-1-10 0,0 1 7 0,-1 0 6 16,1 0-1-16,2-2 4 0,0 2-6 0,-1 0 4 16,1 2-2-16,-2 1 5 0,0 1 1 0,3 15-4 15,-1-1 0-15,0 1 0 0,-2-3 4 0,-2-1 1 0,0-2-1 16,0 0 0-16,0-2-3 0,0-3 5 0,0-3 0 15,0 1 0-15,0-2-7 0,0-2 11 0,0 1-2 16,0 1 4-16,0 0-6 0,0-2 11 0,0-1-9 16,0 1 10-16,0 0-18 0,0-2-2 0,0 0-4 15,0-2 2-15,0 0-1 0,2-1-2 0,1-10 5 0,5-6-4 16,-1 1-3-16,2-1 7 0,3 0-6 0,-3 3 7 16,4-5 0-16,0 3-2 0,0-1 2 0,-9 1-4 15,14-1-1-15,3 0 0 0,1-3-2 0,2 0 2 16,2 1 0-16,-6 1 9 0,-1 9-5 0,-2-2 6 15,-4 7-12-15,3-5 1 0,-5 4 2 0,-1 3 0 16,-1 2 5-16,-5 2-4 0,-2 0 5 0,9 2-4 0,-8-2 1 16,5 6 2-16,-6 1-6 0,9 10 4 0,0 3 8 15,-5-3-8-15,-1 3 6 0,-1-1-6 0,-4-4-3 16,0 5 3-16,0-3-1 0,0 0 2 0,0-1-1 0,2-1 12 16,0 0-7-16,-1-2 8 0,1 0-13 0,0-2 0 15,0 2-3-15,2-2 2 0,-1 0-1 0,-1-1-2 16,0-3 4-16,0 1-4 0,0-1-4 0,0-1-12 15,0-1-11-15,-2-3-2 0,1 2-43 0,-1-2-15 16,2 1-11-16,0 1-14 0,0-2-160 0</inkml:trace>
  <inkml:trace contextRef="#ctx0" brushRef="#br1" timeOffset="212548.92">10816 8477 824 0,'0'-2'61'0,"0"0"-49"0,-2-5 54 0,0-6-20 16,0 6-47-16,2 5-36 0,0-2 1 0,0 0-16 16,0 2-15-16,2 1-20 0,0 1 8 0</inkml:trace>
  <inkml:trace contextRef="#ctx0" brushRef="#br1" timeOffset="213086.1">10858 8891 185 0,'0'0'43'0,"0"0"62"0,0 2-59 15,2 0-3-15,0 0-6 0,0 0 2 0,0-1-15 16,2 1-12-16,-3-2 0 0,12 6-2 0,2 1 16 16,0-1-1-16,0-2 10 0,-2-4-6 0,2 0 11 0,2-2 22 15,-1-2-15-15,1-3 17 0,-2-3-9 0,0 8-8 16,1-24 2-16,1 2-7 0,0-5-13 0,-6-1 2 16,-2-4-4-16,0 7 3 0,3-5-5 0,-5 4-14 15,-1 2 7-15,-3-2-10 0,12 6 5 0,-6 4 0 16,-3 3-3-16,-4 4 2 0,0-2-7 0,-2 7-5 15,0-1 4-15,0 5-4 0,0 0 2 0,0-2-7 16,-2 0 2-16,0 1-3 0,0 1 12 0,0 0-10 0,0 0 4 16,-1 2-6-16,-12 2 7 0,-2 5 3 0,0 5-6 15,3 2 2-15,1 18-7 0,5-4 6 0,-3 0 1 16,9 5 0-16,-3 0 3 0,3 3-7 0,-17-5 4 16,8-5-4-16,4-3 6 0,5-5-6 0,2-1 2 15,0-4-4-15,2 0 13 0,1-4-1 0,1-1-3 0,0-3-1 16,11 1-8-16,9-4 7 0,7 16-2 0,1-7 3 15,-1-5-4-15,1-4-2 0,-8-2 4 0,8-4-3 16,-3-2 4-16,3-5 1 0,1-4 2 0,-1-1-2 16,0 14-2-16,-1-28 4 0,-1-3-2 0,-4-1 3 15,2-5-5-15,0 2 6 0,-1-4-6 0,1 6 6 16,-2 5-9-16,-2 6 2 0,-1 6 4 0,-5 3-1 16,3 2 0-16,-3 5-2 0,8 7-3 0,2-16 0 0,-4 9-4 15,4 7 10-15,-8 2-8 0,3 5 10 0,3 5-4 16,0 4-5-16,3-8 11 0,-4 23-8 0,-9 0 7 0,-5-8-3 15,-3 0-4-15,-4-7 4 0,-1 4 9 0,7-8-3 16,-3 2 7-16,-3 0-6 0,-4-4 9 0,-4 6-7 16,-5-2 1-16,-15 0-5 0,-25-2-12 0,-5 2-40 15,2-5-20-15,-3 3-14 0,8 0-132 0</inkml:trace>
  <inkml:trace contextRef="#ctx0" brushRef="#br1" timeOffset="214380.04">13883 9379 28 0,'0'-1'36'0,"0"-1"-4"0,0-2 29 0,-2-11 2 0,-2-2-6 16,1 1-13-16,1-1-7 0,-2 0 3 0,0 1-1 15,1-1 19-15,1 2-23 0,-2 2 10 0,2 2-13 16,-1 0 16-16,1 3-12 0,0 3-2 0,2 1-4 16,0 0-11-16,0 3-6 0,-2-3-4 0,0 0 0 15,0 0-15-15,0 3 6 0,2-1-3 0,0 0 4 0,0 2-2 16,0 0 4-16,0 2-1 0,0 1 3 0,0 18-9 16,0 12 7-16,-1 1-5 0,-1 6 5 0,2 5-3 15,-2-4 1-15,2 2 1 0,0-3 0 0,0-4-7 0,2 1 7 16,0-9 1-16,1 0 3 0,1-6-4 0,2-4-1 15,1 3 1-15,0-6 0 0,1 0 2 0,1-2 6 16,-1-2 3-16,-3-2 1 0,8 0 2 0,0-1 1 16,2-3 0-16,-2-1 1 0,2 0-7 0,-2 5 9 15,4 2-8-15,-3-3 9 0,1-5-9 0,0-1 4 16,0-2-3-16,-2 0 2 0,2-2-13 0,2-1 7 16,-4-3-1-16,3-3 3 0,-1-2-12 0,-2 3 8 15,6-9-9-15,-3-7 9 0,8 2-7 0,2 2 0 0,-5-12-2 16,-3 4 0-16,-1-2-4 0,5 1-1 0,4 5 5 15,4-4-5-15,0 0 2 0,-2-2 4 0,1 2 0 16,-1 6 0-16,2 0-5 0,-6 1-1 0,2 5-3 16,-2 4 3-16,-1 3 3 0,-1 4-2 0,-2 1 5 0,-1-9-3 15,-1 4-3-15,-1 5 4 0,-2 4-7 0,-4 0 8 16,2 4 2-16,-4-1 0 0,1 5 5 0,-1 7-4 16,-2 11 1-16,-1 1-2 0,1 5 2 0,-1 3-1 15,-2-1 0-15,1-3 7 0,1-1-8 0,-2-6 7 16,1-3-8-16,-1-5 9 0,-1-3-3 0,1-2 5 15,-2 1-10-15,2-3 2 0,5 2 0 0,-3-2 1 16,-3-3 7-16,-1-2-8 0,0-1-1 0,0 1-3 16,0 0-2-16,0-1 16 0,-1 1-3 0,1 0 6 0,0-2-15 15,0 0 16-15,0-1-6 0,0 1 8 0,0 0-13 16,-1 0 2-16,1 0-6 0,0-2 5 0,0 0-7 0,2-2-1 16,-1 0 5-16,12-7-4 0,4 7-4 0,3-13 10 15,2-2-11-15,8 1 9 0,-4-5-11 0,5 3 0 16,1-3 3-16,3 1-2 0,2 3 8 0,0 2-1 15,0 2 0-15,-4 2 0 0,0-4-10 0,1 4 6 16,-3 4-3-16,6 1 4 0,0 4-3 0,-2-20 3 16,4 9 4-16,2 7-1 0,-3 6-5 0,7 4 9 15,-6 5-7-15,3 4 8 0,-1 2-5 0,0 0 0 16,1 2 0-16,-3-2-1 0,2-2 2 0,0 2 0 16,-6-4-4-16,0 0 0 0,0 0-6 0,-2-4 9 0,2 1 1 15,0-4 3-15,2-3 5 0,-1-1-10 0,2 0 5 16,1 2-5-16,0 0 9 0,2-2-4 0,1 0 3 15,-3 0-3-15,0-4-1 0,6 1 5 0,-10-3 0 16,9 2 2-16,-7 1 2 0,-6-5 0 0,3 1-5 0,-3-1 4 16,2 3-4-16,-1-3-4 0,-3 1 2 0,1 0-1 15,0-3 15-15,-5 1-13 0,5 0 8 0,1 1-10 16,-1 1 10-16,-4-1-8 0,-2 3 0 0,-8-1-4 16,3 1-9-16,3-1 3 0,-2-1-2 0,-1-1 2 15,1 1-8-15,-5 1-42 0,-6 1-15 0,-2 1-12 16,-5 2-82-16</inkml:trace>
  <inkml:trace contextRef="#ctx0" brushRef="#br1" timeOffset="-213387.37">15107 10113 144 0,'0'-2'55'0,"0"0"-9"0,-2 0 14 16,0-1 15-16,-2-5-27 0,-1-1-8 0,1 1-11 16,0 3-6-16,4 3-1 0,0 0-16 0,-2 2 8 15,-14-11-3-15,1 5 5 0,-4 3-3 0,-3 3 2 16,-2 3-2-16,-6 7 2 0,2 3 0 0,4 2 5 16,0-12-2-16,3 21 2 0,5 2-6 0,-1-1-9 15,4-1 1-15,2 2-5 0,2-4 2 0,5 2-3 0,0-3 1 16,2 1-1-16,-12-2-4 0,4 1 11 0,5-3-8 15,5-5 9-15,0 2-3 0,2 0-4 0,5 4 8 16,0-5-7-16,5 1 5 0,1-2 2 0,11-2-6 16,5 4 4-16,-1-4 1 0,0 2-4 0,0-2 6 0,-6 2-7 15,6 2-5-15,-9-2 8 0,-5 0-3 0,1-2 7 16,-7 2-2-16,-3-1 5 0,3-3-2 0,-3 0 4 16,-1-1-3-16,-4-3 6 0,0 3-2 0,0-1 2 15,-4 0-1-15,-16-1-5 0,-21 1 9 0,-4-3-7 16,1 0 6-16,-1-2-9 0,3 22 1 0,-3-11-2 15,1-8 13-15,1-5-6 0,-2 0 0 0,4-1-2 16,-3-5-8-16,-3 0 0 0,10 1-4 0,0-1 2 16,7 1-3-16,10 1-3 0,0 0 6 0,10 2-6 0,1 1-2 15,3 1-31-15,3 0-12 0,-1 0-6 0,2 0-38 16,2 0 0-16,0 0-15 0,2-2 4 0,22-4-40 16</inkml:trace>
  <inkml:trace contextRef="#ctx0" brushRef="#br1" timeOffset="-211871.34">15521 10003 587 0,'0'-2'42'0,"-2"1"-7"0,0-3 0 0,-4-7 13 16,1 0-26-16,-1 1-12 0,2 5-9 0,1-1 4 0,3 4-5 16,0 0 0-16,-4-1 0 0,0-1-5 0,1 0 5 15,-1 2-9-15,0 1 22 0,0-1-9 0,1 0 14 16,-1 2-12-16,0 0 0 0,3 0-2 0,-5 2 0 16,-3 3-3-16,3 5 14 0,-1 17-4 0,1 5 4 15,2 5-15-15,-3 0 6 0,3 4-2 0,-1 4 5 0,1 1-7 16,2 1-2-16,-3-1 4 0,1-3-4 0,2-6 6 15,-18-4-4-15,8-3 0 0,5-2 1 0,3-2 5 16,2-4-10-16,2-2 3 0,0-1-3 0,0-2 13 0,0-4-2 16,0 0 1-16,0-4-1 0,0 0-4 0,0 1 8 15,0-3 0-15,0-3 3 0,0 1 2 0,0-3 7 16,2 2-3-16,0 0 4 0,0-1 5 0,0-1-6 16,0 0 1-16,0 0-5 0,-1-2-9 0,3-2-3 15,0 0-1-15,0 0-1 0,7-14 5 0,-2-9-11 16,4-1 5-16,0-1-6 0,-2-3 7 0,2 4-8 15,0-6 6-15,0 8-8 0,0-2 4 0,-2 2 2 16,0 7-2-16,-3 4 3 0,-1 4-4 0,1 4-1 16,-3 3-7-16,1 0 5 0,-1-2-10 0,1 0 7 0,-2 4 6 15,1 0-2-15,-1 0 6 0,-2 0-2 0,0 2-6 16,1 22 2-16,12-1-5 0,-4-1 6 0,-3-2 5 16,-5 1-1-16,1-4 2 0,-2-3-5 0,0-1 0 15,0-1 0-15,0-3-7 0,-1 0-4 0,-1-5 1 0,2 1-1 16,-2-3-5-16,2 2-9 0,2 0-4 0,0-1 0 15,-1-1-1-15,12 6-1 0,4-3 0 0,1-3-1 16,2 0 10-16,-1-2-9 0,1-2 9 0,4-2-9 16,-5 1 7-16,3-3 6 0,-4-1-6 0,2-1 5 15,1 1-12-15,6-4 15 0,-4 1 3 0,-3-1 4 16,2-2 12-16,-5 2-11 0,-1 9 3 0,1-16-6 0,-4-6 5 16,-2 1 10-16,-2 1-1 0,-6-6 5 0,1 8-5 15,-2-4 6-15,-1 3 7 0,-1 6 0 0,9-1 13 16,-3 4 17-16,-3 1-13 0,-3 6 16 0,-2 1-7 15,0 0-27-15,0 2 7 0,2-1-15 0,-2 1-4 0,0 0 2 16,0 2 1-16,0 2 0 0,0 0-2 0,-2 13 0 16,-5 12-3-16,-3-1 3 0,1 4 4 0,0 0-6 15,1 0 6-15,1-1-5 0,1-8 2 0,3-3-5 16,1-1 0-16,0-4 0 0,2 0 10 0,0-4-10 16,0-1 10-16,0 1-10 0,0-4 14 0,0-1-8 15,2 2 1-15,0-3-1 0,1 1 4 0,1 0-3 16,4 1 2-16,6 3-1 0,1-1-1 0,-2-3 3 15,2-2-5-15,0-2 5 0,2 0-5 0,-1-2 5 0,-1-2-7 16,2-3 7-16,-2-2-6 0,-2 7-2 0,2-19 7 16,-2-1-5-16,1 2 5 0,1-8-1 0,-2-2-3 15,0 2 1-15,-2-5-7 0,1 11 5 0,1-1 0 0,-2 3 3 16,0 1-2-16,-4 8-7 0,-3 0 4 0,2 4-4 16,-1 1 5-16,1-1-7 0,-4 7 0 0,3-4-2 15,-3 4 7-15,2 0-4 0,-1 0 3 0,1 2-1 16,0 5 9-16,3 21-1 0,-7 5-5 0,0 1 2 15,-2 1-9-15,-3-1 2 0,-1-8 3 0,-1-4-3 16,1-5 3-16,3-3 1 0,1-2 2 0,0-3 0 16,2-2 1-16,0 1 2 0,0-5-3 0,0 3 3 15,0-2-11-15,0-1 4 0,2 1-1 0,0-2 2 0,-1 0 4 16,3-2-3-16,17 3-4 0,5-3 2 0,1-3-4 16,1-7 1-16,-2-1 5 0,-2-3-1 0,4 10 3 0,2-20-4 15,2-2-3-15,1-2-1 0,-5 2 1 0,-4 0 0 16,0 2 6-16,-5 5-3 0,-3 4-4 0,-6 2 8 15,-5 6-6-15,-3 5 6 0,-2 0-4 0,4-2-3 16,-1 3 5-16,1 1-1 0,-2 1 8 0,0 3-2 16,-2 26-4-16,-6 5 1 0,-3 0-3 0,0-5 3 15,-4-2 1-15,2-2 0 0,1-7-1 0,5-5-1 16,1-1-2-16,2-5-1 0,0 1-6 0,2-5 14 16,0 1-4-16,0-3 7 0,0 2-10 0,2 0 6 15,0-1-1-15,2-1 3 0,1 0-8 0,16 2 0 0,1-4 0 16,0-4 0-16,1-3-4 0,1-6 7 0,0-2-4 15,0 0 5-15,0-2-10 0,0 2 2 0,-1 1 3 16,-1 1 0-16,-2 1 5 0,-3 5-8 0,0 0-1 16,-4 3-1-16,0 0 12 0,-2 2-6 0,0 0 2 0,2 1-3 15,0-1-3-15,4 0-2 0,-4 0-1 0,2-2 1 16,5-3 4-16,0-2-7 0,8-6 9 0,-5 11-9 16,1-18 9-16,-2-12-2 0,-7-3 0 0,9 2 0 15,-6-6 5-15,-5 0-10 0,6 4 2 0,-2-4-6 16,-6 0 11-16,2 2-9 0,-6 0 5 0,1-2-7 0,-3 4 7 15,1 0 3-15,-4 0-1 0,20 0 3 0,-9 2 12 16,-6-2-4-16,-1 3 6 0,-6-3-6 0,-2 5 10 16,-2 5-10-16,-3 1 6 0,1 13-6 0,1 1 6 15,3 9-9-15,0-1-5 0,-2 2 0 0,1 2-8 0,-12 0 8 16,4 4-1-16,-6 0 5 0,2 35 3 0,-2-2-6 16,-5-2-2-16,7 0 0 0,6 1-5 0,2-3 1 15,3 2 9-15,-16 1-4 0,7-1 9 0,5-2-6 16,8 2-3-16,4 3 1 0,3-3 6 0,6 4-1 15,2 0-4-15,0 2 1 0,5 0 4 0,-16-1-1 16,29-4 6-16,-1-1-7 0,-4 2-6 0,0-3 10 16,0-3-3-16,-4-5 3 0,0-5-9 0,-6-5 7 15,1-1-6-15,-4-6 6 0,2-1-3 0,-4-4-5 0,-2-1-1 16,-2 5-3-16,-2-5-10 0,1 1 1 0,-4-4-2 16,3 0 0-16,-1 0-14 0,-3-2-3 0,-1-3-3 15,0-27 0-15,20-5-1 0,-9 0-19 0,-5 0 3 0,-6 3-13 16,-2-1-36-16</inkml:trace>
  <inkml:trace contextRef="#ctx0" brushRef="#br1" timeOffset="-211680.34">17088 10063 708 0,'0'-2'91'0,"0"0"-65"0,-2 0 88 0,0-2-32 0,2 1-50 16,0-1-30-16,0 0 13 0,2 1-16 0,3-1 8 15,33-15 4-15,1 4-9 0,5 2 7 0,6 2-9 0,2 2 3 16,6 0 0-16,3 1 2 0,-3 1-5 0,-1-1-19 16,-7 3 0-16,-14-1-10 0,-1 3-30 0,-11 1-15 15,-4 0-15-15,-5 2-23 0,-5 0-282 0</inkml:trace>
  <inkml:trace contextRef="#ctx0" brushRef="#br1" timeOffset="-129632.97">9304 3856 71 0,'0'0'24'15,"0"0"-35"-15,0 0 34 0,0 0-17 0,0 0 23 16,0 0-2-16,0 2 4 0,2-1-3 0,0 1-5 15,0 0-3-15,0 0 0 0,1 0 2 0,1-2 16 0,9 2 2 16,4-2 1-16,1 0-1 0,1-2-1 0,-2-2-2 16,1 0-7-16,1-1 3 0,-2-1-17 0,-1 3-14 15,3-3 3-15,-2 0-7 0,-1 3 6 0,-1-1-5 16,0 2 6-16,-6 0-6 0,4 0 4 0,-3 2-9 16,-7 0-4-16,-1 0-4 0,2 0-37 0,0 0-138 15</inkml:trace>
  <inkml:trace contextRef="#ctx0" brushRef="#br1" timeOffset="-129400.74">9486 3635 202 0,'0'0'59'15,"0"-2"-2"-15,0 0 6 0,0 0-7 0,0 0-15 16,0 0-17-16,0 1-20 0,0-1-2 0,0 0-5 15,0 0-2-15,0 2 1 0,0 0 4 0,0 2-2 16,0 0 2-16,0 0 8 0,0 29-3 0,0-1 5 0,-2 0-4 16,-1-1 2-16,-3-1-2 0,1 6 1 0,-1-3-3 15,2-3 1-15,1-2-2 0,1-6 0 0,0 1-3 16,0-4 0-16,0 1 4 0,0 1-3 0,0-1-4 0,2-3-3 16,0 2-8-16,0-4-2 0,0 2-72 0</inkml:trace>
  <inkml:trace contextRef="#ctx0" brushRef="#br1" timeOffset="-128892.64">7065 4253 435 0,'-2'-2'38'0,"0"0"60"0,1 0-67 0,-1 1-5 16,0-1-6-16,0 0 1 0,0 0-17 0,0 0 4 0,2 0-2 16,0 0 2-16,2 1-7 0,0-1 3 0,2 0 2 15,12-2 0-15,12 0-3 0,2 3-7 0,0-1 0 16,7 0-4-16,-6 2 0 0,3-2-34 0,3 0-16 16,-4 0-13-16,10-1-119 0</inkml:trace>
  <inkml:trace contextRef="#ctx0" brushRef="#br1" timeOffset="-128380.64">7754 3364 122 0,'0'-2'14'0,"0"0"16"0,0 0-16 0,-2 0-12 15,0 0 0-15,0 2-3 0,1 0-3 0,-1 0 8 16,0 0-5-16,0 2 6 0,0 0-2 0,0 2-7 16,0 0 7-16,1-1-6 0,-1 3 10 0,0 1 28 15,-2 4-3-15,2-1 13 0,0 3 8 0,1 2-21 16,1-1 6-16,0 3-12 0,0 2-15 0,0 1 0 0,0 6-8 15,0 0 6-15,0 7 4 0,1-3-5 0,-1 5-1 16,0-5-4-16,2 2-7 0,0-3 9 0,-2-6-5 16,2 1 7-16,-2-7-7 0,2-1 7 0,0-3-1 15,0-3 1-15,-1-3-5 0,1 0 16 0,-2-3 3 0,2 0 6 16,0 0 12-16,0-1 2 0,0 1-10 0,0-2 5 16,-1 0-23-16,3 0-1 0,0-2 8 0,1-2-6 15,7-6 1-15,1-1-5 0,3-23-1 0,-3-7 0 16,4-3-2-16,0-3 0 0,-1 1 5 0,3-1-3 15,-1 4 9-15,-3-1-9 0,0 3-1 0,2 3 1 16,-2 1 8-16,0 7-11 0,-1 2 2 0,-6 6-3 0,1 1 12 16,-3 6-10-16,-1 4-3 0,-1 1-2 15,0 3-3-15,-4 3-8 0,0 0 6 0,3-2-7 0,1 1 1 16,0 1-14-16,0 0 3 0,-3 0-7 0,1 2-3 0,-2 2-49 16,0 0-7-16,0 0-16 0,-9 24-39 0,-2 0-36 15</inkml:trace>
  <inkml:trace contextRef="#ctx0" brushRef="#br1" timeOffset="-128083.34">8348 3445 204 0,'0'0'50'0,"0"0"-1"0,0 0 30 0,-2 0-8 16,0 0-4-16,1 0-12 0,-3 2-37 0,0 0 10 15,-11 6-17-15,4-3-4 0,0 3 8 0,0-1-15 16,-2 15 13-16,5 2-11 0,-3-1-4 0,4 1 2 15,-10 2-2-15,2 2 5 0,6 1 0 0,3 1-1 0,1-6 1 16,3 0 7-16,0 2 10 0,0 0 4 0,2-7-1 16,0 5 3-16,0-9-2 0,2 2-4 0,2 5 2 15,0-4-12-15,-1 1-4 0,1-2-4 0,0-2 0 16,-1-1-2-16,1 1 2 0,-2 0 1 0,0 0-1 16,-2-2 1-16,0-2 2 0,0 0 0 0,0-3 1 15,0-3-2-15,-2 3-4 0,-2-1 0 0,-1 1-1 16,-1-1 1-16,-20 0-20 0,-2 1-16 0,-7-3-7 15,0 3-103-15,-1-3-19 0</inkml:trace>
  <inkml:trace contextRef="#ctx0" brushRef="#br1" timeOffset="-127928.43">7758 4090 111 0,'2'0'35'0,"-1"-2"51"0,3 0-28 0,9-7 29 16,15 7-11-16,7-11 13 0,8-4-24 0,7 0-18 15,8-5-2-15,8-2-8 0,3 0-15 0,2-6-15 16,-1 4 6-16,-8-2-10 0,-7 4-8 0,-8 9 3 16,-10-1-7-16,-4 6 6 0,-3 1-13 0,-4 2-78 15,-2 1-51-15</inkml:trace>
  <inkml:trace contextRef="#ctx0" brushRef="#br1" timeOffset="-125916.68">1591 6691 47 0,'0'-2'27'0,"0"0"20"0,0 0 26 0,0 1 5 0,-3-14-22 15,1 4-16-15,-2-2-9 0,0 1 1 0,3 3-22 16,-1 2-1-16,0 1-1 0,2 1-1 0,0 1-1 16,0 2 3-16,0 0-1 0,0-2 2 0,-2 1-3 15,0-1 7-15,0 0 0 0,0 2 1 0,1 1-8 0,-1-1-5 16,0 0 4-16,2 0-3 0,0 0 9 0,0 2 6 15,0 0-11-15,-2 2 8 0,2 0-15 0,0 3 0 16,-6 20 6-16,3 2-2 0,-1 1 6 0,0 6-4 16,2 1-5-16,-1 2 0 0,1 2-3 0,0 6 5 15,0-5-2-15,2 7 3 0,0 1-9 0,0-5 3 16,0 0 7-16,0-6-3 0,0-2-1 0,2-3-2 16,0-3-1-16,0 1 2 0,0-4 10 0,1 2-9 0,-1-2 3 15,0 0-4-15,0-2 0 0,0 2 1 0,0-2-5 16,-1-5 3-16,1-1-1 0,-2-3 3 0,0-2 5 15,0-6-2-15,0-1 3 0,0-4 4 0,0 2-5 16,0-1 5-16,0 1 8 0,0 0 2 0,0-2 4 16,0-1-3-16,0 1-1 0,2 0-13 0,0-2 2 0,0 0-6 15,0-2 2-15,0-1 3 0,7-16 0 0,4-7 0 16,0-2-8-16,4-3 2 0,-3-1-2 0,5-5 3 16,0-2 4-16,1-4-9 0,4-12 6 0,0-5-6 15,2-3 3-15,0-6 2 0,0 8-3 0,-2 5 3 16,-1 4 0-16,-7 13 2 0,-1 4-6 0,2 5 2 0,-4 4-9 15,-2 4 8-15,-2 4-1 0,-3 3 3 16,0 2-7-16,-3 3 8 0,-1 3-4 0,0 1 5 0,-2 3-10 16,0 1 3-16,2-2-3 0,0 0 3 0,0 1-3 15,-1 1-13-15,-1 0-7 0,0 2-8 0,0 0-81 0</inkml:trace>
  <inkml:trace contextRef="#ctx0" brushRef="#br1" timeOffset="-125495.45">2182 7194 539 0,'-2'-2'53'0,"0"0"8"0,-2 1 4 0,-10-9-31 15,-11-1 4-15,7 4-28 0,-8 1-9 0,6 6 5 0,-8 4-6 16,4 1 3-16,-1 5 1 0,-1 3-4 0,8 0 2 15,-8-10-1-15,7 18-3 0,1-3 2 0,3 1-3 16,4-2 3-16,0-2 2 0,3 1-2 0,1-1 2 16,1 0-5-16,4-2 1 0,0 0 3 0,-7 0 0 15,2 0 5-15,1 0-4 0,4 0-4 0,0 2 2 16,2-2 1-16,2 0 4 0,2-2 1 0,3 0-1 0,3 2-5 16,12 0 2-16,2 2-2 0,6 2 2 0,-6-1 3 15,0-1-9-15,-5 4 8 0,-10-6-8 0,6 2 3 16,-4-1 5-16,-2-2-6 0,-1-1 7 0,1 0-5 15,-2 0 9-15,-3-2-2 0,-2 4 3 0,-2-2-6 0,-2 4 8 16,-3-4 1-16,-5 2 1 0,-12 0-9 0,-13-1 7 16,3 1-5-16,-3-8 6 0,1-1-13 0,5-2 3 15,-1 16-1-15,6-8 4 0,0-5-2 0,3-1-1 16,3-2 1-16,3-2 0 0,2 0 5 0,4 0-7 16,1 0 1-16,-1-2-3 0,5 2-3 0,0-2-11 15,1 0-13-15,1 0 2 0,2 0-37 0,-4-12-83 16,4-5-16-16</inkml:trace>
  <inkml:trace contextRef="#ctx0" brushRef="#br1" timeOffset="-125229.56">2290 7341 817 0,'0'0'15'16,"0"0"-1"-16,-2-2-1 0,0 0 2 0,0 0-7 16,2 0-8-16,0 1 2 0,0-1-5 0,0 2 4 0,0 0-4 15,2 0 9-15,0-2-3 0,1 0 5 0,1 2-9 16,15-6 1-16,1 3 0 0,-1-1 1 0,-3 0-4 16,-3 1-1-16,2-1 1 0,-2 2 0 0,-2 0-2 15,2 0-2-15,-1 0-11 0,-1-1-2 0,0-1-87 0,0 0-109 16</inkml:trace>
  <inkml:trace contextRef="#ctx0" brushRef="#br1" timeOffset="-124765.15">2926 6706 607 0,'0'-2'30'0,"0"0"-13"0,0-2 31 16,-7-12-7-16,1 3-15 0,5 5-13 0,1 6-9 16,0 1 0-16,-2-3-14 0,0 0 6 0,0 2 4 0,0 0-1 15,2 1-9-15,0 1 7 0,0 0-7 0,0 1 7 16,0 3 2-16,-2 13-1 0,0 11 0 0,1-1-2 16,-1 5 1-16,0 3 6 0,0 2 1 0,0 2 0 15,0 0-7-15,0 0 5 0,1 0-4 0,-3-1 5 16,2-3-3-16,2-5 0 0,0-3 9 0,0-1-7 15,2-1 0-15,2-1 7 0,-1-4-9 0,1-3 8 0,0-4-13 16,-1-2 15-16,1-2-4 0,0 1 7 0,0-3-13 16,-1-1 12-16,1 1-7 0,-2-3 8 0,-2-2-16 0,0-1 7 15,7 5 2-15,-5-6 4 0,0 0 4 0,2 2 1 16,3 2-1-16,2-3 2 0,3-1-2 0,-3 0-1 16,2-3-2-16,2-5 1 0,0-5-7 0,-2-20 1 15,0-8 2-15,2-5 0 0,2-8 9 0,2-4-3 16,3-5-6-16,1 2 2 0,3 3-7 0,-4 8 3 15,-1 7-1-15,-2 6 1 0,-1 2-2 0,-3 9-4 16,-2 0 3-16,-3 9-3 0,-3 1 6 0,3 3-10 16,-1 5 4-16,-1 1-7 0,1 3 5 0,-3 2-9 15,2-2-3-15,-3 3-3 0,-1 1-13 0,2-2-73 0,0 0 4 16,-3 2-29-16,1 2-29 0,0 1-13 0,-2 16 25 16</inkml:trace>
  <inkml:trace contextRef="#ctx0" brushRef="#br1" timeOffset="-124464.6">3500 6821 132 0,'0'0'46'0,"0"0"-36"0,0 0 51 0,0 0-17 15,-2 2 10-15,0 0-8 0,1 1 4 0,-12 20-8 16,-4 6-8-16,-2 5-13 0,1-3 2 0,-1 1-5 16,4-4-4-16,1 1-2 0,1-3-4 0,0 4 2 0,1-2-5 15,5-4 3-15,0 4-1 0,1-6 1 0,2 4-2 16,2 2 7-16,2-2 4 0,0 4-2 0,2 0-3 15,2 3-3-15,2 0-1 0,1 4 2 0,2 1 12 16,4 1-1-16,-2-2 5 0,2 2-2 0,0-6 18 0,2 4-5 16,-4-7 3-16,0-2-5 0,-3-6-4 0,-1-1-19 15,1 1 2-15,-3-4-7 0,1 1 10 0,-4-6 2 16,0 0 3-16,-2-4-2 0,0 6 2 0,0-7-4 16,0-1-5-16,-4 2 1 0,0-1-5 0,0-3-2 15,-9 1-2-15,-5-1 0 0,-1 8-4 0,1-3 1 16,-3-3 2-16,3-3-2 0,1-2 1 0,2-2-12 15,2-2 1-15,0-2-8 0,2-1-8 0,2-3-53 16,0 3 2-16,-1-16-23 0,3 6-38 0,-2 0-99 0</inkml:trace>
  <inkml:trace contextRef="#ctx0" brushRef="#br1" timeOffset="-124282.7">3144 7513 238 0,'0'0'78'0,"0"-1"130"15,0-1-128-15,2-2-2 0,-1 0-10 0,9-9 3 16,1-2-35-16,19 1 1 0,5-1-6 0,6-2 2 16,9 0-20-16,2 1-4 0,7 1-3 0,4 0-1 15,-3 2-8-15,-6 4-19 0,-10 3-18 0,-9 4-17 16,-9-14-232-16</inkml:trace>
  <inkml:trace contextRef="#ctx0" brushRef="#br1" timeOffset="-123564.2">650 7395 222 0,'-2'0'51'0,"0"0"-11"0,1-2 52 0,-1 0-10 0,0 0-28 15,0 0-20-15,0 0-7 0,0 0 1 0,0 1 3 16,2-1-10-16,0 0 8 0,2 0-12 0,2-2-9 15,7 1 1-15,19-9-1 0,0 0 3 0,-4 0-1 0,-2 7-13 16,0-3-5-16,-6 7-3 0,1-1-9 0,-4-9-124 16,-2 5-25-16</inkml:trace>
  <inkml:trace contextRef="#ctx0" brushRef="#br1" timeOffset="-123409.53">715 7643 309 0,'0'0'56'0,"0"-1"83"0,-2-1-77 0,2 0-27 0,0-2 1 16,0 0-11-16,2-5-14 0,4-6-1 0,5-1-11 15,2 1 5-15,20 0-14 0,-1 4-91 0,5-2-66 16</inkml:trace>
  <inkml:trace contextRef="#ctx0" brushRef="#br1" timeOffset="-122887.64">1619 8284 451 0,'0'0'40'0,"-2"0"-7"0,1-2-5 0,-1 0 10 0,0 0-25 16,0 2-4-16,0 0-8 0,0 0-1 0,0 0 0 16,1 0-3-16,-1 0 4 0,0 0 1 0,0 0 1 15,0 2 2-15,2 0-10 0,0 0 6 0,2 0-5 16,0 0 17-16,0-2-3 0,24 7-4 0,5-1 0 16,5-3-1-16,12-3-3 0,9 0 13 0,16-5-9 15,5-4 14-15,11-6 21 0,2-2 1 0,-4-2 7 16,6-5 2-16,0 2-17 0,7 0-8 0,17-4 2 0,4 2-12 15,-1-1-6-15,-6-1 2 0,-18 4-5 0,-5 0-7 16,0 1-3-16,0 3 2 0,0 1-1 0,-7 2 8 0,-6 2-2 16,-13 0-4-16,-11 0 1 0,-6 4 0 0,-9 2-6 15,-6-1 8-15,-7 3-6 0,-5-1 10 0,-6 2-7 16,-4 3-1-16,-4-1-3 0,-1 2 2 0,-3 0-8 16,1 0-3-16,-2 0-2 0,0 0-15 0,-2 0-43 15,-2 2-8-15,-2-1-16 0,-18 11-73 0</inkml:trace>
  <inkml:trace contextRef="#ctx0" brushRef="#br1" timeOffset="-122541.54">1994 8826 139 0,'-1'0'89'0,"-3"0"-90"0,-7-4 101 0,-2 1-47 16,0-1-20-16,2 2-14 0,3 0-1 0,3 2-5 16,1 0-14-16,2 0 5 0,0 0-5 0,0 0 6 15,-1 0-8-15,1 0 7 0,0 0-2 0,0 0 5 0,2 0 11 16,0 0 26-16,0 0-3 0,2 0 7 0,0 0-36 16,5 0 6-16,21-3-9 0,13-5 9 0,0-1-11 15,9-8 7-15,4-1 1 0,1-7 4 0,3 1 11 0,-1 22 0 16,8-35 1-16,6 4 1 0,9-2 8 0,15 3-2 15,5 2-2-15,4-5 0 0,-6 0-10 0,-7 3 0 16,-7-1 1-16,-3 5-3 0,-1 2-14 0,6 6-6 16,-7 3-5-16,-2 4 0 0,-1 2-10 0,-15 1 6 15,-3 5-5-15,-16-3 5 0,-6 3-15 0,-7 1-12 16,-8 2-48-16,-6-9-9 0,-4 6-363 0</inkml:trace>
  <inkml:trace contextRef="#ctx0" brushRef="#br1" timeOffset="-121780.48">606 5885 230 0,'-2'-2'23'16,"0"0"-3"-16,-2-5 43 0,-5-15-4 0,0 3 6 15,3 4-31-15,2 4-20 0,1 4 1 0,1-1-6 16,2 5-4-16,0-1-5 0,0 2-2 0,-2-2-1 16,0 1 3-16,0-1-5 0,0 0 5 0,0 2-4 15,2 0 5-15,-1 1 10 0,-1-1-6 0,0 2 6 0,0 0-11 16,0 2 5-16,0-1-3 0,0 5 3 0,-5 26-3 15,1 3-3-15,3 4 3 0,-1 7-3 0,4 4 6 0,0 4 0 16,0 2-6-16,0-8 2 0,2 2-6 0,0-13 7 16,0-3-2-16,1-8 5 0,1-8 0 0,0 1 26 15,-1-6 8-15,-1-2 6 0,0-5 20 0,0-3-15 16,2 1-8-16,-1 0 0 0,1 0-17 0,7 1 2 16,4-1 2-16,2-4-3 0,1-6-8 0,-1-5-3 15,0-6-1-15,-2-22 0 0,1-7-3 0,-1-6 2 16,0-6-2-16,0 1 3 0,0 3-3 0,2 4 1 15,-1 2-6-15,-1 1 4 0,2 3-7 0,-4 3 4 16,2 6 2-16,-2 1-2 0,-2 6-7 0,-4 2 1 0,-1 6-1 16,-1 1 2-16,-1 3 1 0,-2 1-1 0,0 5 0 15,1 5-2-15,1-1-8 0,0 3-15 0,0-1 1 16,-3 2-4-16,1 0-8 0,0 0-25 0,0 2-9 16,0 2-6-16,0 2-44 0,0 7-135 0</inkml:trace>
  <inkml:trace contextRef="#ctx0" brushRef="#br1" timeOffset="-121550.83">1125 5967 391 0,'0'0'12'0,"0"0"0"16,0 0 0-16,0 0 4 0,0 2-6 0,0 1 7 0,0 7-8 15,0 14 3-15,-1 2-6 0,-1 2-2 0,-2-1 2 16,0 3-4-16,-1 2 5 0,-1-3-5 0,1-4 0 15,1-3 0-15,2-5 0 0,0-4 2 0,0 0 0 16,0-2 5-16,2-4-3 0,0-3 10 0,0 3-12 16,0-3 1-16,0 2-5 0,0 1-9 0,0-1-35 15,0-3-28-15</inkml:trace>
  <inkml:trace contextRef="#ctx0" brushRef="#br1" timeOffset="-121363.39">1343 5796 350 0,'0'-2'93'0,"0"-3"203"16,-4-16-264-16,2 6-21 0,2 4 8 0,0 9-13 15,0 0-10-15,0-1-4 0,0-1-22 0,0 2 1 16,0 0-141-16</inkml:trace>
  <inkml:trace contextRef="#ctx0" brushRef="#br1" timeOffset="-121060.66">1395 5932 13 0,'0'1'8'0,"0"1"-1"16,0 4 10-16,0 25-3 0,2 3-6 0,-2 7 0 15,-2-6-10-15,-2-2 6 0,-2-1-3 0,3-14 4 16,1-6 12-16,0-3 4 0,2-7 139 0,-2 1-28 16,0 1 21-16,0-2-38 0,1 0-53 0,-1-2-11 0,0-2-8 15,0-2 1-15,-5-14-17 0,3-18-13 0,6 1 5 16,5-4-9-16,2 4-1 0,3 3-4 0,1 3 1 16,1 3-1-16,1 2-3 0,0 3 4 0,-11 6-9 15,11 4 7-15,0 2-6 0,-6 5-1 0,0 2 5 0,-2-3-2 16,3-1 0-16,-3 4 0 0,2 2-3 0,-3 0 3 15,1 2-8-15,3 4 5 0,-3 10 1 0,2 14 1 16,1 4 7-16,-1-3-7 0,2-1 1 0,0 0-3 16,4-12 9-16,-2 1-1 0,4-3 2 0,1-8-5 15,3-3-11-15,5 12-75 0,5-6-20 0</inkml:trace>
  <inkml:trace contextRef="#ctx0" brushRef="#br1" timeOffset="-120133.17">10266 5417 140 0,'0'0'40'0,"0"0"-1"0,0 0 37 0,0-2-19 15,0 1 7-15,0-1-52 0,0 0 0 0,0 0-1 16,0 0-1-16,2 0-8 0,0 0 15 0,0 1-11 0,0 1 10 16,1-2-13-16,10 0-3 0,4 0 7 0,0 0-7 15,-6 2 4-15,4 0-3 0,1 0-1 0,-1 0-1 16,4 0 0-16,-6 2-5 0,0 0 6 0,-10-2-5 16,7 2 1-16,-3 0-78 0,-1-1-17 0</inkml:trace>
  <inkml:trace contextRef="#ctx0" brushRef="#br1" timeOffset="-119966.47">10390 5395 305 0,'0'-2'50'0,"0"0"4"0,0-1-2 16,0-3-20-16,0 2-5 0,0 1-19 0,0-1-9 15,2 2 1-15,0 0-5 0,0 2-1 0,0 2-23 16,0 0-42-16,3 11 3 0,5 22-153 0</inkml:trace>
  <inkml:trace contextRef="#ctx0" brushRef="#br1" timeOffset="-119573.95">10105 6412 310 0,'0'-1'186'0,"0"-1"-252"16,0 0 221-16,0-2-125 0,1 0-26 0,1 1-2 15,2-1 0-15,0 2 1 0,12-5-8 0,-3 3-52 16,-1 4-53-16</inkml:trace>
  <inkml:trace contextRef="#ctx0" brushRef="#br1" timeOffset="-119029.83">9913 5764 32 0,'0'0'33'0,"0"0"-4"0,-2 0 43 15,1-1-4-15,-1-1 3 0,-2 0-15 0,0 0-16 16,-3 0 10-16,-10-5-12 0,10 5 5 0,-1 0 3 16,5 0-11-16,1 2 6 0,-2-2-24 0,2 2-12 0,-2-2 2 15,1 1-4-15,1 1 3 0,0 0-11 0,0 0 5 16,0 0-7-16,0 1 10 0,1 1-5 0,-1 2 0 15,0 9 0-15,-2 6 5 0,2 3-7 0,0-4 4 0,2 3-7 16,2-3 7-16,0 5 1 0,2-1-1 0,1-2 3 16,-1-3 7-16,0-2-12 0,-2-2 9 0,1 0-10 15,1-2 7-15,0 0 7 0,-2-5-4 0,1 1 8 16,-3-5 3-16,0 0-7 0,4 2 3 0,0-1-5 16,-2-3 1-16,7 4-7 0,6 0 0 0,-4-4-1 15,-2-2 7-15,2-4 11 0,-1-1-5 0,-1-6 6 16,2-11 6-16,0-2-4 0,2 0 0 0,-2 0-4 0,-1-2-3 15,3 2-8-15,0 2 4 0,-2 2-6 0,0-1 3 16,-4 5-10-16,-1 3 8 0,0 0-9 0,-3 4 1 16,3 3 3-16,-2 1-7 0,-1 3 6 0,1 2-5 0,-2 2-7 15,2-3 0-15,-1-1-7 0,1 0-45 0,0 2-85 16,-2 1-18-16</inkml:trace>
  <inkml:trace contextRef="#ctx0" brushRef="#br1" timeOffset="-118795.66">10149 5985 350 0,'0'0'47'0,"0"0"-6"0,0-1 34 0,0-1-9 16,0 0-4-16,0 0-55 0,0 0-1 0,0 2-2 15,0 0 0-15,0 2-1 0,0 0-5 0,0 5 0 16,-2 21-2-16,0-2 7 0,2 0 1 0,-1 2 0 0,1-4-1 15,0-2-2-15,0-3 3 0,0-4-6 0,0-4 2 16,0 2-5-16,0-6 4 0,0-3 6 0,0 3-3 16,0-3 5-16,0 0-46 0,0 0-17 0,0-1-17 15,0 1-121-15</inkml:trace>
  <inkml:trace contextRef="#ctx0" brushRef="#br1" timeOffset="-118421.85">10240 5850 176 0,'0'0'41'0,"0"-2"-43"16,0 0 38-16,0 0-17 0,-2 0-12 0,0 1-8 16,1-1 3-16,1 0-4 0,0 0 6 0,0 2-8 15,0 0 4-15,-2 0-7 0,0 0 3 0,0 2 8 16,2 0-3-16,0 0 5 0,0 1-4 0,-2 8-1 15,-2 8 2-15,3 1-2 0,-1 1 7 0,0-1-4 16,-2 3 3-16,2-3-3 0,0 0 3 0,1-1 2 0,1-2 2 16,0-4 0-16,0-2-8 0,0-4 10 0,0-3 0 15,0 0 9-15,0-2 49 0,0 1 18 0,0 1-2 16,0 0 1-16,0-3-41 0,0-1-28 0,0 0 2 16,0-1-10-16,1-3-10 0,3-5 1 0,9-14 2 0,0 3 0 15,-2 3 2-15,-5 2-3 0,9 2-4 0,-2 6 1 16,0 0 0-16,-6 5 0 0,-1-2 3 0,-3 2-3 15,1 0-6-15,2 0 9 0,1 1-6 0,4 1 7 16,-1 1-7-16,-1 3 3 0,-5-2-2 0,5 0 2 16,7 13 6-16,3 0-6 0,7-6 5 0,9-2-7 15,1-5-11-15,3 20-262 0</inkml:trace>
  <inkml:trace contextRef="#ctx0" brushRef="#br1" timeOffset="-94713.08">9600 4051 310 0,'0'0'0'16,"-2"-2"3"-16,0 0 48 0,0 0-12 0,0 0 1 0,0 0-22 15,0 1-13-15,1-1-13 0,-3 0 4 0,0 0-5 16,0 0 14-16,-3-2 5 0,0 1-2 0,1-1 2 16,-1 0 3-16,-1 1 38 0,1-1-2 0,-4-4 13 15,1 3-16-15,3-1-1 0,-4-3-7 0,1 7 5 16,1-7-17-16,0 1 2 0,-2 1-5 0,1 1 3 16,-1 5-7-16,0-5-4 0,0 0 0 0,-4 3-3 0,0-3-10 15,0 4 6-15,-1-9-3 0,-1 4 4 0,-2-1-7 16,-1 5 7-16,0-1-3 0,-6 2 5 0,1 2 2 15,3 0 0-15,-6 0 2 0,0 2-3 0,2-2-9 16,-3 2 16-16,1 0-6 0,4-2 8 0,-8 1-10 0,1 1-1 16,-5-2 0-16,5 2 0 0,-1 2-7 0,-1 1 0 15,7 1 2-15,-6 0-1 0,3-1 6 0,-1 3-9 16,0-1 2-16,-3 2-3 0,1-1 6 0,1-1 1 16,1 2-2-16,2 1 1 0,-4-1-6 0,3 0 5 15,-1 1 0-15,-1-1 3 0,-3 0 5 0,4 0-2 16,1 1-3-16,3-1-1 0,-2 0-8 0,4-1 9 15,1 1-2-15,-3 2 3 0,8-3-18 0,-1 1 13 16,1 2-2-16,3-2 6 0,2-7-10 0,-2 13 5 0,0 4-3 16,0 1 4-16,2 0-10 0,2 4 8 0,-4 1-2 15,6 2 4-15,-2 3-4 0,2 0 0 0,-3 0-2 16,1 1 2-16,0 3 4 0,4-3 1 0,-1 3 1 0,3-5-1 16,-3-1-3-16,3 4 1 0,-3-4-4 0,1-1 2 15,1 1 2-15,1-5-5 0,1 1 7 0,0-6-7 16,1-1 3-16,1 2-1 0,-9-3 0 0,-1 3 0 15,5-1 4-15,1 1-3 0,3-2-1 0,-1 1-1 16,2 3-3-16,0-1 4 0,2 0-2 0,0 5 2 16,0 2-8-16,0-1 7 0,0 4 1 0,0-2 1 15,2 0-1-15,0 2 2 0,2-3-2 0,1 3 0 16,1-4-10-16,1 0 4 0,1-4 3 0,-1-5 2 0,2 0 10 16,-1-6-7-16,1 2 3 0,4-4-4 0,11-1-1 15,4-1-1-15,2-1-3 0,1-1 2 0,12-1 0 0,-2 0 2 16,5-1-5-16,1 22 3 0,-3-12-3 0,3-6 5 15,-3-3-1-15,-5-1 1 0,-3-1 3 0,-1-2-3 16,0 0 1-16,0 0-2 0,3 0-3 0,-3-2 2 16,0-1 7-16,2-3-4 0,0-1 2 0,8-3-4 15,3-1-4-15,4-2 2 0,0-3 8 0,2-5-12 16,-4-1 5-16,0 0-8 0,0 1 3 0,-7 3 2 16,-2-1 1-16,-4 0 1 0,-2 1 4 0,-5-1-4 15,2 1 1-15,-1-1-5 0,3 17 6 0,-3-16-7 16,1 1 3-16,3-2-5 0,-7-1 8 0,4 3-9 0,3-1 5 15,-13 3-6-15,12-2 8 0,-14 0 6 0,-1-3 1 16,1 0 2-16,-5-3 1 0,7 1-7 0,0 0 4 16,-5-8-5-16,0 0 1 0,-6-5 5 0,-6-4-4 15,1-5 5-15,-2-3-5 0,24-9 0 0,-15-1 0 0,-10-3 2 16,-5-1 13-16,-5 2 4 0,-4 5 2 0,-2 4 1 16,-4 1 14-16,-5 3-12 0,-2 0 2 0,13 3-6 15,-28-3-7-15,-4 3-3 0,-9-2-2 0,-4 1-4 16,-3 8-32-16,-14 14-28 0,-14 11-20 0,-30-15-6 15,-24 33-114-15</inkml:trace>
  <inkml:trace contextRef="#ctx0" brushRef="#br1" timeOffset="-80617.79">24698 8533 60 0,'0'0'16'0,"0"0"2"0,0 0 10 0,0-2 4 0,0 0-5 16,0 0-3-16,0 0-12 0,0 1 6 0,0-1-8 16,0 0 6-16,0 0 0 0,0 0-8 0,0 0 5 15,-1 0 3-15,-1 1-3 0,0-3 2 0,0 0-5 16,0 0 1-16,0 1-1 0,-1-1-1 0,1 4-2 15,-11-7-3-15,2 1 1 0,-2 0 6 0,-2 3-4 0,2-1 14 16,-2 2-18-16,-2 0 11 0,-3 0-12 0,1 1 17 16,2 1-4-16,-3 0-8 0,3 0 3 0,-3 0-10 15,-1 0 10-15,5 0 0 0,-1 0 2 0,-2 0-4 0,3 0 1 16,-3 0-4-16,-3 0 2 0,2 0 1 0,-6 0-9 16,1 0 5-16,5 0-6 0,-6 0 5 0,2 0 12 15,0 0-6-15,-2-2 6 0,2 0-6 0,-1 0-4 16,3 0 6-16,-2 0-5 0,0 0 1 0,2 2 1 15,-4 0 0-15,1-1 1 0,-2-1 4 0,-1 2-3 16,-4 0-1-16,1 0-1 0,-5 0-6 0,-3 0 7 16,-5 0-4-16,-1 0 5 0,1 2-10 0,-3-1 6 15,5 1-2-15,-1 0 3 0,2 0 0 0,8-2-2 0,-3 0 0 16,5 2-1-16,1 0 7 0,-2 0-10 0,3 1 6 16,-1 1-7-16,0-2-3 0,2 2 12 0,2-3-6 15,2 3 8-15,-4 2-19 0,3-3 8 0,-7 3-3 16,-1 1 4-16,5 1 3 0,0-1-3 0,-6 1-1 15,8-1 0-15,-1 2 3 0,-7 1 0 0,6-1 3 0,-5 2-4 16,-1 0-8-16,1 2 8 0,1-2-3 0,3 2 5 16,1 0-7-16,0 0 7 0,2 0-5 0,-2 2 6 15,-2 4-8-15,4-14 3 0,-1 18 1 0,3-3 1 16,-4-3 0-16,4 1-4 0,-2 1 3 0,1-1-3 16,5-1 0-16,-6-2 6 0,4 0-2 0,-2-2 4 15,3 0-12-15,1 4 4 0,-4-4 0 0,-4 1 4 0,0-1 7 16,0 2-4-16,4 0-5 0,2 0 1 0,-8 0-4 15,4 0 3-15,-2 1 0 0,4 3 0 0,2-4-5 16,-3 2 4-16,5-1 0 0,-2 1 1 0,5 2 3 0,2-3 4 16,-1 3-5-16,1 1 4 0,0-1-5 0,0-1-4 15,2 1 8-15,0-1-5 0,4 3 7 0,-1 3 0 16,1-2-7-16,0 2 3 0,0 1-10 0,-1-3 8 16,1 2-1-16,2-4 3 0,-3 3-2 0,3-3 0 15,-2 1 5-15,1 3-3 0,3-2 2 0,-1 4-8 16,4-4 0-16,-2-1-3 0,1-1 14 0,-3-1-8 15,2-1 3-15,3-3-5 0,-3 2 3 0,-7 0-1 16,1-1-3-16,1 5 0 0,4-3-4 0,1 1 8 0,0-1-3 16,2 1 3-16,0 0-1 0,2 1-7 0,0 0 10 15,0 1-7-15,0-1 11 0,2 1-11 0,2 1 1 16,0 0-4-16,-1-1 8 0,3 3-1 0,1 0-1 16,3-2 0-16,-1 0 1 0,2 3-1 0,-2-7 6 0,3 3-6 15,1-1-3-15,-2-3 17 0,-6 1-9 0,14 3 13 16,1 1-7-16,3-2-15 0,-1 8 8 0,4-5-10 15,2-7 10-15,3 1-7 0,1-6-1 0,5 4-1 16,-4 2 6-16,4-4-3 0,4 2 1 0,0-4-3 16,2-2 9-16,1 4-9 0,-3-4 0 0,-2 1-5 15,2-3 5-15,2 0 4 0,1 1 1 0,1 1-1 0,1-2-11 16,4 1 7-16,4 1 1 0,8 0 2 0,-1-1 2 16,6-1-2-16,3-1-3 0,1 1 1 0,-4 3-3 15,-4-5 4-15,-6 3-4 0,3-1 4 0,-1 0-7 16,2 3 13-16,4-1-3 0,6 0 6 0,3 2-6 0,2-3-8 15,1 1 6-15,-3-3-7 0,-2-1 6 0,-3 1 4 16,0 1-5-16,-3-3 4 0,3-2-4 0,9 0 3 16,6 0 8-16,3-1-4 0,-3 1-1 0,-1 32 5 15,-5-21-7-15,-4-10 8 0,1-1-2 0,-3-2-3 16,2 0 7-16,6-2-6 0,9 1-1 0,2-3 6 16,0-2-4-16,-5 1 7 0,-5-1-4 0,-1 1-7 15,-6-3-1-15,4 1 0 0,2-1-3 0,9-1 5 16,2-2 3-16,2 0 0 0,-4 0 0 0,-7-2 1 0,-2 0-6 15,-4-2 5-15,-4 2-7 0,4-2 2 0,4 0 1 16,4 0 2-16,-4-2 7 0,0 1 0 0,-10-3-6 16,-3-1 3-16,-4-2-15 0,-2-1 16 0,1 1-8 15,-1 0 11-15,2-4-14 0,6 24 8 0,-1-30-2 0,3-1 4 16,-6-1-7-16,0 3 6 0,-4-6-2 0,-9 5 3 16,0 1-7-16,-7-3 4 0,-3 6 4 0,-1-3 1 15,-2-1 5-15,0 2-9 0,0 3 2 0,2-1-2 16,2 0 7-16,-2 2 3 0,-8-4-4 0,-5 2 3 15,2 2-5-15,-1-3 1 0,-1-1 3 0,2-2-4 16,-4 1-2-16,-4-6 6 0,-5 0-7 0,-2-4 6 16,0 0-11-16,-4 0 6 0,2 2 1 0,-8-4 2 0,-3 4 7 15,2 2-6-15,16 4-1 0,-9 1-1 0,-5 1 8 16,-4 1-7-16,-2 0 8 0,-2 1-9 0,-2 1 0 16,-1 2 0-16,-3 0-3 0,-1 0 5 0,0 2 6 0,-2-1-6 15,-2-1 4-15,-2 2-6 0,7-5-9 0,-18 1 12 16,4 2-3-16,-8-6 8 0,4 1 3 0,-3-3-4 15,-3-3 4-15,-1 4-4 0,-6-3-7 0,3 3 6 16,-1 1-8-16,0-1 6 0,2 7-17 0,-4 0 5 16,-4 2 0-16,-1 3 3 0,-7-1-5 0,-1 2 0 15,-9 1 0-15,-2 2 1 0,-4 1 0 0,-5 1-1 16,-1 2 0-16,3 0 0 0,-1 2 1 0,-1 0 3 16,3 3-4-16,-7-1 1 0,-2 1-3 0,-5-1 4 15,-7 0-1-15,-1 0 2 0,0-1-5 0,0 3 3 0,4 1 0 16,4 1 2-16,-5 3 2 0,-8-2-5 0,-8-31 2 15,-8 20-3-15,1 11 0 0,7 4-4 0,-2 0 1 16,0 4 1-16,-12 3 8 0,-11 3-8 0,-4 1 4 0,-3 2-5 16,8-2 4-16,-7 6 3 0,-1-1 0 0,-13 3 3 15,-5 0-1-15,2 1-3 0,-8 2-1 0,-1 4 0 16,-6 2 1-16,-4 6 6 0,2 1-6 0,-9 6 6 16,-6-38-12-16,-7 49 0 0,-4 6-1 0,-8 5 1 15,-6 2 0-15,-11 4-26 0,-13-1-4 0,-9 7-28 16,3 10-223-16</inkml:trace>
  <inkml:trace contextRef="#ctx0" brushRef="#br1" timeOffset="173549.93">12002 5657 256 0,'0'0'-30'15,"0"0"30"-15,0-2 14 0,0 0-1 0,0 0 25 16,0 0-16-16,0 0-35 0,0 1 8 0,0-1-11 15,0 2 17-15,0 0 6 0,0 0-4 0,0 0 3 0,0 0-3 16,2 0 19-16,0 0-5 0,0 2 9 0,0-1 3 16,-1 1-11-16,1 0 9 0,2 0-10 0,0 2 18 15,-1-1-15-15,-1-1-2 0,4 8-4 0,1-1 0 0,-3 0-4 16,2 2 6-16,-3 0-7 0,-1 1 4 0,9 2 0 16,-5-1-4-16,1-1 2 0,4-1-4 0,-5 0 6 15,3-2 4-15,2 0-2 0,-3-1 2 0,-3-1-6 16,7 1 0-16,-3-1-2 0,4 1 5 0,0-3-2 15,-2-1 2-15,4 0-2 0,-4 5 2 0,2-2-9 16,2 1 7-16,-2-3-7 0,5-1 7 0,-5-2-1 16,6-2-7-16,-2 0 4 0,-3 0 0 0,5-4-6 0,-2-1 6 15,3-3-5-15,1-3 16 0,1-2-10 16,2-2 3-16,2 13-7 0,4-20-7 0,1 2 4 0,6-5-1 16,6-1 2-16,7 2-1 0,4-9-7 0,-2-2 5 15,6-6-5-15,-4-2 2 0,1-5 6 0,1-4-4 16,-6-8 4-16,-2-5-6 0,2 0 9 0,2 4-3 15,4 4 5-15,4 6-1 0,5 7-6 0,1 1 1 0,-2 6-2 16,4 4 0-16,-7 3-8 0,-1 4-6 0,-6 5-2 16,-10 3-28-16,-5 5-41 0,-3 2-5 0</inkml:trace>
  <inkml:trace contextRef="#ctx0" brushRef="#br1" timeOffset="179270.05">25330 4301 9 0,'0'0'16'0,"0"0"-3"0,-2 0 25 15,0-2 2-15,0 1-4 0,0-1-1 0,-1 0-7 16,-1 0-7-16,2 2 4 0,-4-4-7 0,1 1-2 16,-3-1 1-16,-1-2-3 0,0 1-1 0,-6-5 2 15,4 3-2-15,-8-4 0 0,1 2-5 0,1 1 3 16,-5-1 1-16,9 3-1 0,-6-1 3 0,4 1-14 0,0 1 14 15,-9-5-12-15,4 3 13 0,-8 0-8 0,2-1-5 16,4 3 2-16,0-1-3 0,1 2-1 0,-1-1 2 16,3 1-2-16,-1 0 8 0,-1 1-6 0,1 1-1 15,-2-2-1-15,1 2-9 0,-1 0 8 0,2 1-3 0,-3-1 4 16,-1 0 4-16,0 2-2 0,-2 0 5 0,0 0-5 16,0 0 0-16,-2-2 2 0,0 2 1 0,-1 0 2 15,-3 0 4-15,-3 0-5 0,3 0-4 0,6 0 2 16,0 0 4-16,0 0-8 0,-2 2 7 0,-5 0-7 15,1 0 12-15,6-1-6 0,0 1-1 0,8 0-2 16,-4 2-3-16,-1 0-2 0,3 1 4 0,1 1-3 16,1-1 1-16,3-1 7 0,-4 3-5 0,3-1 6 0,-1 1-7 15,2 1-4-15,0-1 5 0,0 1-3 0,-1 1 5 16,1 0 4-16,-2 0-9 0,0 3 6 0,-1 1-6 16,3-2 5-16,2-8 1 0,0 14 1 0,4 2-11 0,-4-1 7 15,-2 5-3-15,-2-1 4 0,-2 0-8 0,3 2 7 16,-1 4-2-16,2 2 3 0,2 3-4 0,-5-1 2 15,-1-2-1-15,-3 1 3 0,0-3 0 0,5 4-3 16,0-5 4-16,8-1-6 0,-6 0-6 0,-2-3 13 16,2-1-6-16,-3-2 8 0,1 3-5 0,4-1-3 15,2 2 0-15,4-2-3 0,1 1-4 0,-3 1 6 16,-1 4-2-16,3-1 4 0,-4 3-2 0,3 2 3 16,1 1-1-16,-2 4 2 0,3 4-5 0,-1 2 3 0,-1 0-1 15,3-1 1-15,-3 1-1 0,1-2-8 0,3 2 8 16,0-5-7-16,1-2 8 0,-1-5-1 0,0-5-1 15,1-2 2-15,-12-1-1 0,5-5-11 0,5 1 4 16,1-2-6-16,2-4 0 0,2 1 8 0,0-1-7 16,0 2 9-16,2 0-2 0,0-2 9 0,4 4-3 0,-1 0 3 15,3-1-8-15,1 3 4 0,0-2-1 0,2 1 2 16,-1-1 4-16,1 1 5 0,0 3-7 0,0-1 5 16,0 1-6-16,0-1 0 0,-1 1 2 0,1-1-2 15,0 4-3-15,0 2 4 0,-2-2 5 0,-1-2 0 16,1 3 0-16,-2-7-7 0,1 1-3 0,-1-1 1 0,-1-5 7 15,1 4-7-15,3 0 4 0,1-2-6 0,0 1-1 16,-6-1 5-16,10 0 2 0,0 2 1 0,7-6-3 16,-5 2 0-16,0 0 0 0,-2-4 3 0,0 4-3 15,-4-2 5-15,4-1-9 0,-4 1 9 0,0-4-8 0,0 2 6 16,0-1-1-16,0-1 3 0,2 3-1 0,-2-3 0 16,2 0 3-16,2 1-3 0,-2-1-6 0,2 3 5 15,-2-5-7-15,2 4 6 0,2-1-5 0,-1 1-6 16,3 0 11-16,1-1-7 0,-1 1 17 0,1 0-12 15,-1 3 4-15,1-3-5 0,3 4-1 0,-1-2 7 16,0 2-2-16,0-2 7 0,1 2-3 0,1-2-7 16,-2 2 3-16,6 0-3 0,-2 0 5 0,-9-3-5 0,7 1-2 15,-4-2-1-15,-3 0 1 0,5-1 6 0,-1 1-5 16,-5-4 4-16,7 1-2 0,-3 1-9 0,-5-5 13 16,3 6-11-16,-1-3 11 0,2-1-1 0,-1 3-2 15,-1 1 1-15,-2-1-6 0,-4 3 5 0,2-1-2 0,-2 0 6 16,0 4-2-16,0-5-3 0,-1 1-1 0,-1 0 2 15,0-1 4-15,1 3 0 0,-1 2 0 0,2-4-1 16,0 4-5-16,0-6 2 0,0-1-2 0,2 1 4 16,-1-1-2-16,1 1 1 0,1 3-1 0,3-8 0 15,-2 7-2-15,0-4-1 0,2-1-4 0,1 7 3 16,1 2 2-16,1-2-5 0,4 1 7 0,2-3-6 16,-3 0 12-16,1-1-5 0,-2-1-1 0,-5-1-2 0,3 1 1 15,2 0 2-15,-1 1 2 0,3 1-3 0,0 0-5 16,-4-1 6-16,6 1-2 0,-1 0 5 0,-1-1-10 15,0-1 5-15,2-1-1 0,-4-2 4 0,0-1 0 0,-1 1-7 16,-1-2 2-16,1 0-4 0,1 1 0 0,0-1 8 16,-1 0-3-16,1 0 5 0,-3-2-6 0,-1 0-5 15,3 0 3-15,-1 0-1 0,0 0 10 0,5 0-9 16,-1 2 3-16,5 0-4 0,-1 0-2 0,-2-2 5 16,8 0-1-16,-5 0 3 0,7 0-2 0,-5 0 4 15,1 0-3-15,-1 0 4 0,-1 0-9 0,5-2 2 16,-7 0 3-16,2 0-1 0,-2 0 4 0,-4 0 1 15,4 0-1-15,-4 1 2 0,-2-1 3 0,0 2-6 16,1-2 3-16,-1 0-4 0,2-2 3 0,-2 1-3 0,4 1 0 16,-2 0 0-16,1-2-1 0,1 0-1 0,0 1-1 15,3-1 2-15,-1 0 3 0,7-1-3 0,-3 1 4 16,-2-2-4-16,1 3 3 0,-7-1-1 0,6 0 1 16,-2 2 0-16,2 1 5 0,-4-3-4 0,-2-2 2 0,0 3-3 15,-2-1 0-15,4 0-3 0,-3-1-1 0,1-1 1 16,-2 0 2-16,-3 1 5 0,3-1 1 0,-2 1 1 15,2-3-1-15,-1 1-4 0,1-2-4 0,-1-1 0 16,3-1-6-16,2-2 4 0,-2 0 2 0,4-2 0 16,0 0 4-16,1 1 2 0,5-5 1 0,-5 0 0 15,5-1-3-15,-3 1-4 0,-3 18 2 0,0-18-2 0,-6 0 3 16,1 1 7-16,3 3-7 0,2-2 7 0,-4 1-4 16,-2 1-1-16,-2-4-1 0,-1 4 0 0,0-1-2 15,-1 1 4-15,1 0-2 0,-6 0 2 0,0 0 0 16,0 2-3-16,0-2 6 0,0 1-5 0,0 1-5 0,-2 0 6 15,2-2-3-15,0 2 6 0,-2-4-8 0,0 4 6 16,2 0-2-16,-2-2 4 0,0 0-6 0,-1-1 0 16,1-1 2-16,-2 0-1 0,2-3 9 0,4-6-11 15,-4 3 5-15,2-3-6 0,-2 0 2 0,0 4 4 16,1-9-4-16,-1 1 6 0,2 6 5 0,-2-8-9 16,4 6 4-16,0 4-5 0,-2-2 3 0,0 2-2 15,-2 1-4-15,-2 1 2 0,-2 1 3 0,3 1-1 16,-3-1 0-16,6 0-3 0,2 3 1 0,-4-1 6 0,-5 0 3 15,1-1-2-15,-5 1-7 0,9 0 8 0,-9 4-8 16,9-2 9-16,-3 2 0 0,-1 0-1 0,0-1 4 16,-1-1-5-16,-2-2 0 0,-2 2-4 0,-2 0 1 0,0 0-2 15,0-1 2-15,0-3-2 0,0-1 2 0,-2 1 0 16,2-3 7-16,-2-2-7 0,0 0 2 0,-2-2-3 16,1 3 5-16,1 3-4 0,-2 0-2 0,2-1 0 15,-2 1-4-15,1 1 10 0,-1-1-1 0,-2-1 3 16,3 1-8-16,-3-2 5 0,1 1-4 0,-1 1 4 15,0-1 0-15,3 1-6 0,-3 1 9 0,1 1-8 16,1-1 0-16,0 2 5 0,-1-1-7 0,-1-1 8 16,2 4-9-16,-1-3 6 0,-1 3-2 0,2 2 3 0,-1-2-5 15,1 4 6-15,-1-2-1 0,1 4 3 0,-2-2-4 16,1-1 1-16,1 3 2 0,-2 0 0 0,1 0-3 16,-1-1 2-16,-1-1-6 0,1 2 6 0,-1 0 0 0,-1-1-4 15,5 5 3-15,-1-5-4 0,-5 3 3 0,-1-6-7 16,-1 0 0-16,0 2-1 0,2 0 3 0,0 0 2 15,-4 0 0-15,3-4-1 0,-3 2-7 0,0-2 8 16,0-2-3-16,-3-1 6 0,3-5-8 0,0 3 2 16,-2 1-1-16,2 4 3 0,0-1 1 0,0 1-5 15,-4-6 2-15,-2 1-2 0,-3-2 6 0,4 1 1 16,-3 3-3-16,1-3 2 0,1 5-7 0,-1-5-3 16,-2 3 6-16,5 1-3 0,-4-2 7 0,3 3-3 0,3-3-3 15,-7 0 1-15,1 3 9 0,-5-3-11 0,4 2 7 16,2 1-8-16,-5-3 8 0,7 2-2 0,-4 1-3 15,-3 1 1-15,3 0 4 0,2-2-5 0,-3 4 4 16,1 0-4-16,-2 0 5 0,0 2-2 0,0 0 4 0,0-2-3 16,-2-2-1-16,1 4 2 0,-1-2-4 0,2 2 4 15,-2 0-3-15,0-4-5 0,-1 2 2 0,-3-2-4 16,0-2 12-16,2 1 0 0,0-3-2 0,-1 1 0 16,-1-7-8-16,-2 3 2 0,-3-2 3 0,4 0-1 15,-5 2-1-15,-1-1 2 0,6-3-2 0,1 0 2 16,0 2-3-16,0 6 4 0,-1 1-3 0,-4 2 5 15,1 0-3-15,-1 0-5 0,-4 2 2 0,-4 4-4 0,-5 0 9 16,3 1-7-16,-3 1 8 0,-6 1-8 0,4 1 2 16,-7-1 3-16,1 4-3 0,6-3 4 0,0 3-3 0,1-4 1 15,7 3-1-15,-1-21 0 0,-2 9-6 0,3 7 9 16,-1 3-3-16,-2-1 3 0,-1 2-6 0,1 3 5 16,-3-1-2-16,0 0 4 0,1 2-9 0,-3 0 5 15,6 0 0-15,-3 0 3 0,3 0-2 0,1 2 3 16,2 0-4-16,6 1 3 0,-2 5-13 0,0 1 10 15,1 0-6-15,1 2 7 0,2 0-2 0,3-1 2 16,2 3 1-16,2 0-1 0,0 0-4 0,6-2 7 16,-4 4-4-16,5-2 5 0,0-10-15 0,1 18 11 15,-1 1-6-15,-3 4 7 0,0 2-5 0,-2 7-1 0,-6-1 1 16,2 10 0-16,-11-1 8 0,-7 0-7 0,1 5-1 16,-5 0-4-16,2 6 4 0,-1 11-3 0,3 6 9 15,-2 5-6-15,3 7 10 0,6 5-9 0,0-1 3 16,8-5-4-16,1-12 3 0,6-9-5 0,0-3-5 0,5-1-1 15,8 7-24-15,5 10-32 0,-23 8 3 0</inkml:trace>
  <inkml:trace contextRef="#ctx0" brushRef="#br1" timeOffset="186608.95">28295 2959 256 0,'-2'-2'-15'16,"-2"-2"19"-16,-29-33 6 0,-2 4-1 0,-4-6 18 0,0 5-11 16,2 3-16-16,-1 7 4 0,1 0-8 0,4 1 0 15,-2 1 3-15,-1 2-1 0,3 1 0 0,-2 0-5 0,1 3 8 16,-1 1-3-16,-2-2 4 0,-4 2-4 0,0 0 1 15,-4 1 4-15,-3 1-2 0,-4 0 1 0,-2 0 3 16,4 1-5-16,0 1 5 0,-2-2-13 0,4 0 13 16,-2 2-5-16,3-2 7 0,5 4-5 0,-1-2-2 15,-4 1 0-15,3 3 0 0,-6-4 3 0,0 0 6 16,-13-2-3-16,1 2 3 0,-1-2 2 0,-6 0-9 16,8 0 8-16,0-2-9 0,0-2 4 0,7 4-3 15,4 0 0-15,-2 0-1 0,0 2 7 0,0 2-4 16,-6-6 0-16,-7 4-2 0,-4 0-8 0,-9-4 11 15,2 7-2-15,4-3 5 0,1 4-12 0,8-3 6 0,-4 3-2 16,2 1 4-16,-1 3-2 0,-7-1 4 0,-5-2 0 16,-9-1 1-16,-2 1-7 0,0 5 12 0,5-3-4 15,8 2 5-15,2-4-8 0,5-23-1 0,-3 16 1 0,-6 7-1 16,-4 6-6-16,-9 0 3 0,0 2-2 0,7 5 4 16,5-1 4-16,6 1-8 0,4-1 7 0,-3 0-7 15,-2-1 8-15,-6 3-1 0,-4 1-6 0,-8 0 3 16,1 0 2-16,3 4-4 0,3 0 3 0,9 0-4 15,5 2-8-15,-5 0 10 0,0 0 0 0,-9 2 4 16,-8-6-2-16,2 4 0 0,2 0-3 0,9-2 2 16,7 0-1-16,5 3 0 0,1 1-2 0,-2 3 1 15,-7-1 0-15,-9 1-1 0,-5 1-1 0,1-5-1 0,6 3 3 16,7 0-3-16,1-1 5 0,9 3-4 0,-5 1 6 16,-1 4-5-16,-5 0 0 0,-6 4-3 0,-6-1-5 0,3 3 9 15,3-28-1-15,7 35 2 0,3 1-5 0,6 7 4 16,2 5-4-16,-1 2 4 0,-3 1-2 0,-11-5 1 15,-4-5 0-15,3-4 0 0,-3-4-4 0,14 0 7 16,3-2-3-16,7 4 3 0,1 0-3 0,3 6-1 16,-3 0-3-16,-4 3-1 0,-2 2 2 0,-2 4-5 15,0 9 9-15,8 2-7 0,-1 7 14 0,6-1-13 16,4-4 1-16,2-6-7 0,2-5 1 0,-3-1 3 16,3 5 6-16,-1 3-2 0,-3 6 3 0,-5 7-9 0,-1 11-1 15,-3 6-3-15,-1 2 2 0,3-3 14 0,-3-10-7 16,4-6 9-16,3-7-5 0,6 3-5 0,6 4 7 15,6 6-6-15,0 13 6 0,1 0 1 0,3-1-6 16,1-3 3-16,2-11-11 0,2-6 2 0,4-3-5 0,0-1 4 16,-1 3-10-16,9 10 5 0,1 7 2 0,1 4 1 15,3 1 5-15,4-6-13 0,-1-7 6 0,2-10-7 16,2-3 24-16,-27 1-6 0,16 3 2 0,11 7-5 16,2 9 6-16,4 4 7 0,5 3 3 0,-2-5 1 15,3-11 10-15,-1-6-10 0,4-5 5 0,0 1-8 16,4 5 1-16,1 8 0 0,3 6-5 0,1 4 3 15,4-4-5-15,-2-3 0 0,4-6-2 0,-2-8 1 16,4 0-3-16,-1-3 7 0,-25 4-3 0,35 6 4 0,0 3-5 16,9 11 1-16,6-2-1 0,0-4 0 0,5-5 1 15,-3-12-5-15,2-1 7 0,1-4-7 0,0 4 9 0,-1 1-6 16,-4 7 2-16,3 2-2 0,5 5-3 0,6 3-3 16,3-5-8-16,9-6 5 0,1-9 2 0,5-6-8 15,-4-3 15-15,-6 3-13 0,-2 0 14 0,-2 8-19 16,10 3 3-16,9 3-8 0,7 1 14 0,6-4 0 15,0-7 1-15,-3-5 0 0,-9-7 13 0,3-2 5 16,4-5-3-16,10 0 2 0,8 3-8 0,4-3 8 16,-2 2-4-16,-6 1 3 0,-7-1-2 0,5 8-3 15,8-3 4-15,11 7-7 0,-2-6-4 0,-7-2 4 0,-2-4 0 16,-8-5 2-16,11 1 0 0,14-3-6 0,-4-6 3 16,-2-3-5-16,-10-2 11 0,-1-3-4 0,4 1-1 15,12 0-1-15,5-2 8 0,-7-2-13 0,-3-1 15 16,-2-3-15-16,4-3 10 0,9-2 0 0,2-4-6 15,-5 0 4-15,-6-6 0 0,3 1 3 0,6-2 5 0,4-2-2 16,0 37 10-16,-11-28-8 0,3-11 3 0,2-4-2 16,4 0 15-16,2-1-17 0,-6-3 6 0,-9 3-10 15,2-3 8-15,4-1-3 0,5 0 0 0,-6-4-1 16,-7 2-4-16,-5-2 2 0,-1-2-1 0,8 2 1 16,0-4 1-16,-1 0 3 0,-9 2-3 0,-12-3 2 0,-2 1 1 15,5-3-8-15,4-3 5 0,-2 1-7 16,1-4-3-16,-14-4 7 0,-5-1 0 0,-2 27 4 0,-1-39 5 15,7-9-4-15,-3-7-6 0,1-8 3 0,-4-5 7 16,-10 3-9-16,-3-1 14 0,-2 5-13 0,0 0 6 0,11 0 6 16,4-6-9-16,2-5 7 0,-2-13-17 0,-8-6 3 15,-5-5 5-15,-10-2-1 0,-3 7 5 0,-2 4-10 16,-2 6 5-16,0 1-4 0,2-3 12 0,0-10 0 16,-5-14-3-16,-4-4 2 0,-1 1-5 0,-6 9 7 15,-3 10-1-15,-3 0 5 0,-6-5 5 0,-6-15-5 16,-1-4-3-16,-2-5 0 0,0 5-4 0,0 11-2 15,-2 4 5-15,3-2-5 0,1-9 0 0,0-15-3 0,-2 0-3 16,-2 2 2-16,-2 11 13 0,4 11-10 0,-4-9 9 16,-2-7-9-16,-3-12 14 0,-12-2-6 0,-1 12 1 15,-5 11-3-15,3 7-6 0,0-9 3 0,33-10 0 16,-28-6 1-16,-9 3-7 0,-11 9 6 0,0 13-5 16,-6 4 4-16,1-6-7 0,-7-11 6 0,-1-9-1 0,-4 4 3 15,0 7-2-15,-1 13-10 0,-1 2 5 0,-3-2-5 16,-3-11 12-16,-1-6-13 0,33 2 3 0,-38 6-4 15,-5 11 10-15,-3 11 5 0,-6 0-1 0,-5-8 2 16,-6-8-9-16,-7-7 5 0,-2 3-7 0,-2 11 6 16,2 9-9-16,2 13-9 0,-6 2 5 0,-7 1-7 15,-12-5 3-15,-5-7 5 0,-9-4-1 0,-4 0 4 16,7 8-2-16,-1 8-2 0,-10 7-1 0,-12 10-1 16,-9 2-1-16,-4 8-17 0,1 5 0 0,-9 4-10 0,-15 6-37 15,-15 5-139-15,-11 8-53 0</inkml:trace>
  <inkml:trace contextRef="#ctx0" brushRef="#br1" timeOffset="-67798.28">7899 5987 337 0,'0'-2'0'0,"0"1"10"0,-2-1 100 0,0-2-27 16,0 0 5-16,0 1-49 0,0-1-11 0,1 0-19 0,-1 0 2 16,0 3-3-16,0-1 5 0,2 0 7 0,0 0 0 15,0 0 2-15,0 0 3 0,-2 0-2 0,2 1 5 16,0-1-3-16,0 0 8 0,0 0-2 0,0 0-5 16,0 0 3-16,0 0-2 0,0 2-8 0,0 0 3 0,0 0-6 15,0 0-2-15,0 0 1 0,0 2-3 0,2 0 1 16,0 0-13-16,0 2 4 0,0-1 1 0,-1 7 3 15,3 1 4-15,2 6-6 0,-3-3-2 0,1 3 1 16,0 0 6-16,-2-2-5 0,1 3 6 0,1 1-6 16,0-1-4-16,0 5 4 0,-3-3-2 0,3 6 3 15,-2-2-2-15,2 6 5 0,-2-4-8 0,-1 0 6 0,1 2-8 16,0-2 6-16,-2 2-2 0,0 3 2 0,0-1-4 16,0 1-3-16,0 3 4 0,-2-1-3 0,0 4 2 15,1 2 0-15,-1 2-4 0,2 0 3 0,0 2-2 16,0 1-1-16,0 3 1 0,0-3 0 0,0 6 4 0,0-5 1 15,2-6 0-15,-1 0 0 0,1-4-4 0,2-5-3 16,0 7 5-16,-1-7-3 0,1-2 5 0,0 0 0 16,0-4-4-16,-3 2 2 0,1 0 6 0,0-2-11 15,-2 0 6-15,0 2-7 0,0 2 4 0,0 1 6 16,0 1-6-16,0 2 4 0,0-4 0 0,0 1-4 16,0 3 4-16,0-1-4 0,0 1 3 0,0 1 1 15,0-1-4-15,0-6 3 0,2 0-6 0,0-2 9 16,0-3-4-16,0-3 6 0,-1-1-5 0,1-4 1 0,-2-4 5 15,0-5-4-15,0 0 7 0,0 1-6 0,0-1 7 16,0 0-4-16,0-1 10 0,0 1-9 0,0-2-10 16,0 0 0-16,0-2-37 0,0 0-46 0,0-2-6 0,0-2-16 15,-2-14-57-15,1-18-189 0</inkml:trace>
  <inkml:trace contextRef="#ctx0" brushRef="#br1" timeOffset="-67289.97">7919 6028 100 0,'0'0'47'0,"0"0"-4"0,0-2 45 15,0 0-2-15,0 1-1 0,0-1-14 0,0 0-4 16,0-2-5-16,-2 0 2 0,2 3-9 0,0-5-17 0,0 0-6 16,0 1-3-16,0 1-8 0,0 0 1 0,0 1 2 15,0 1-3-15,-2-2-7 0,1 0-8 0,1 1 5 16,0 1-7-16,0 0 5 0,0 0 7 0,0 0-5 15,0 0 6-15,0 1-2 0,0-1-1 0,0 0-4 0,0 0 3 16,1 2 0-16,1 0 2 0,0 0 4 0,2 0-3 16,11-2 1-16,5 0 0 0,4-1-2 0,0 1 1 15,6-2-7-15,2 2 6 0,-3 0-6 0,7 2 6 16,-16-2 1-16,8-1-7 0,5-1 8 0,-7 0-8 16,10 1-1-16,-7-1 4 0,-6 2-8 0,-3 0 7 15,-1 0-11-15,-3 0 3 0,-1 1-1 0,-2-1 1 16,-3 2 1-16,-1-2-7 0,0 0 8 0,-1 2-8 0,1-2 3 15,-2 0-10-15,-1 2-11 0,-1 0-1 0,-1 0-49 16,-2 0-18-16,0 0-5 0,1-2-5 0,1 1-32 16,0-1-23-16,0 0-33 0</inkml:trace>
  <inkml:trace contextRef="#ctx0" brushRef="#br1" timeOffset="-66873.53">8296 5766 789 0,'0'-2'29'0,"0"1"-4"0,-2-1 31 0,0-2-5 15,1 0 1-15,-1 1-25 0,0-1-21 0,0 0 8 16,0 0-13-16,0 1 0 0,0-1 3 0,1 0-2 16,-1 2 3-16,0 1 6 0,0-1 2 0,0 0 1 15,0 0 0-15,0 0 11 0,2 0 8 0,0 0 3 0,0 1 1 16,0-1 1-16,2 0-12 0,0 0 2 0,0 0-6 15,0 0 0-15,0 0-11 0,1 1 2 0,1-1-4 16,2 0 4-16,7-4-10 0,-8 4 1 0,10-1-4 16,-6 3 11-16,1 0-12 0,3 0 4 0,-2 0-5 15,0 0 6-15,0 2-1 0,-2-1-2 0,4 3 0 16,-1 0-4-16,-1 1 4 0,2 3-2 0,2 1 3 0,-1 0 0 16,-1 1-6-16,4 1 7 0,0-9-8 0,-1 13 4 15,-1-1 5-15,2-1-4 0,-2-1 4 0,0-3-8 0,1 2 7 16,-4-2-3-16,2 1 4 0,-2-1-8 0,-3-2 2 15,2 3 2-15,-4-1 0 0,1 0 2 0,-4 0 4 16,1 3-5-16,4-1 5 0,-3-2 3 0,0 6-4 16,-5 0 7-16,-1-2-6 0,-1 5 4 0,-3-5-2 15,-4 4-1-15,-1-2 0 0,7-6-7 0,-18 4 3 16,-2 0-4-16,1 2 2 0,3-4 0 0,3 2-18 16,-2 0-2-16,4-4-10 0,0 8-41 0,0-6-44 15,2 0-11-15,-4 4-16 0,-2-4-93 0</inkml:trace>
  <inkml:trace contextRef="#ctx0" brushRef="#br1" timeOffset="-65997.98">6644 6327 331 0,'-2'-2'80'0,"0"0"116"0,-2-1-127 0,0-1-29 15,3 0-10-15,-3 2-3 0,0 0-19 0,0 1-5 16,3 1 4-16,-3-2-3 0,2 0 6 0,0 2-4 15,0 0-1-15,0 2 0 0,1 0 0 0,-1 1-5 16,-6 10 2-16,-3 11-2 0,2 4 8 0,3-4-2 16,3 2-2-16,-1 2 1 0,0-2-2 0,1 4 5 15,-1 2 0-15,0-1 0 0,2-1-9 0,0 0 10 16,1-3 2-16,1-1 4 0,0-3 3 0,0-3 3 0,0-1-4 16,0-5 4-16,0 3-5 0,0-4-3 0,0-2-1 15,0-1 0-15,0-3 7 0,0 0-5 0,0-1 3 16,0-4-3-16,0 2 8 0,-2-1 9 0,0-1 1 15,0 0 1-15,0 0-4 0,0-2-9 0,0 0 0 16,1-2-2-16,-1 0-4 0,0-2-6 0,0-16-2 0,0-2-1 16,2-4-5-16,0 2-4 0,2-2 3 0,2 0-2 15,1 2 2-15,1-1 2 0,-1 1-1 0,3 0 1 16,-3 0 5-16,3 2-8 0,-1-2 5 0,1 1-4 16,1 1 5-16,0 2-4 0,2-1 3 0,2 3-2 15,-7-1 7-15,16 0-10 0,0 3 2 0,3-3-3 16,-3 1 5-16,4 1 1 0,-4 2-3 0,0 4 3 0,-3 2-4 15,-2-1 3-15,-1 7-6 0,-3-1 5 0,2-5-8 16,-5 5 10-16,1 0-1 0,-4 4 5 0,1 0-3 16,-1 0-8-16,-1 2 6 0,-3 0-5 0,-1 3 10 0,13 16-5 15,-4 1-4-15,-5 2 2 0,-3-1 5 0,-3-3-5 16,-1 2 6-16,-3-3-8 0,-2-2 0 0,-1-1 8 16,-1-3-8-16,1 2 8 0,0-2-6 0,1-4-1 15,-1 1 5-15,5-3-3 0,-13 2 3 0,2-1 0 16,-4-1 0-16,2 1 0 0,0-1-2 0,1 1-2 15,4-1 1-15,-3 0 0 0,4 1 1 0,2-3 0 16,-5-1-3-16,7 2 2 0,3-4-1 0,-4 1 1 16,5 1-1-16,1-2 0 0,-2 2-5 0,2-3 4 0,0 1 1 15,0 0 0-15,0 0 0 0,0 0 7 0,0 0-4 16,0 0 4-16,0 1-8 0,0 1 7 0,2 0-4 16,-1-1 6-16,3-1-8 0,11 6 7 0,5-1-5 15,-3-1 4-15,0-1-6 0,0-1 6 0,-3 0-3 16,1-2 2-16,-2-1-4 0,-3 1-3 0,1 0 6 0,-2 0-5 15,0 0 10-15,-1 0-5 0,-1 0-4 0,1-1 0 16,-1 1 0-16,-1-2-1 0,-1 0 2 0,-1 0-1 16,0 0 1-16,-1 0 0 0,-1 0-4 0,0 0 0 15,2 0-14-15,-2 0-33 0,1 0 9 0,1 0-18 16,2 0-14-16,-5 0-2 0,5 0-8 0,-4 0 4 16,2 0-19-16,-3 0-200 0</inkml:trace>
  <inkml:trace contextRef="#ctx0" brushRef="#br1" timeOffset="-65732.23">7184 6505 750 0,'0'0'17'0,"0"-2"25"0,2 1-12 0,0-1-10 15,0 0-3-15,-1 0-2 0,1 0-3 0,0 0-4 16,0 0 7-16,0 1-6 0,0 1 16 0,0 0-3 15,-1 0-2-15,1 0 0 0,-2 0-1 0,0 1-2 0,0 1 3 16,0 0-5-16,0 2-11 0,-2 0 5 0,-1 7-5 16,-3 4 7-16,1 1-3 0,-1 1-8 0,0 0 3 15,1-2-4-15,1-1 1 0,0 1 5 0,1-2 1 16,1-2 1-16,0 1 4 0,2-5-10 0,0 0 2 0,0 1-3 16,0-1 4-16,0-3-1 0,0 2-2 0,0-3 0 15,0 1-4-15,0 0-19 0,0-1-6 0,0-1-9 16,0 0-65-16,0 0-98 0,2 2 2 0</inkml:trace>
  <inkml:trace contextRef="#ctx0" brushRef="#br1" timeOffset="-65327.67">7583 6318 620 0,'-2'-2'99'0,"0"2"221"0,-22-15-310 0,6 6 0 16,-1 1 2-16,1 3-2 0,-3 3-11 0,3 2 4 16,5 4-6-16,-4 1 7 0,2 4-4 0,0 1 1 15,2-7-1-15,8 18 0 0,-1-1 2 0,4-5-1 16,-3 2 2-16,3 0-1 0,-8-4 0 0,1 3-5 16,4-1 2-16,1 0-2 0,2 0 10 0,2 2 2 0,0 1-2 15,4 1 2-15,-1 1-1 0,5 2-5 0,1 1-2 16,4 3 0-16,0 2-1 0,0-1 0 0,2 3 2 15,0 3-3-15,0 5 1 0,0 2 7 0,1 5-4 16,1-2 4-16,-2-2-12 0,0-1 5 0,-2-1 0 16,-2-3 1-16,-4-8 3 0,1-1 6 0,-5-6 5 0,1-3-2 15,0 1 6-15,-2-8-12 0,0 2 1 0,-2-5-3 16,0-3 6-16,0 1 5 0,0-1-2 0,0-1 1 16,0-2-8-16,-2 2 1 0,0-1-2 0,-2 1 0 15,0-2-9-15,-12 5-4 0,-5 1-11 0,1-5-1 16,1-1-64-16,-5-2-47 0,0-2-16 0,5-1-8 15,-3-3-33-15</inkml:trace>
  <inkml:trace contextRef="#ctx0" brushRef="#br1" timeOffset="-65154.87">7121 6858 577 0,'0'-2'88'0,"0"0"150"0,2 0-176 0,0-1-9 16,-1-1-5-16,5 0 1 0,18-3-5 0,8-2-4 15,3-1-4-15,8-1 1 0,-1-2 3 0,7-4-4 16,-1 1 1-16,2-1-4 0,4-2-15 0,0 5-15 16,-6-1 3-16,-3 2-7 0,-5 0-1 0,-4 2-35 15,1 1-14-15,0 3-10 0,-4 1-70 0,4 3-239 16</inkml:trace>
  <inkml:trace contextRef="#ctx0" brushRef="#br1" timeOffset="-63331.89">10669 5967 84 0,'0'0'25'0,"0"0"23"0,0-2-3 15,0 0 0-15,0 0-7 0,0 0 4 0,0 1-6 16,0-1-1-16,0 0 5 0,0 0-4 0,0 0-1 0,0 0-1 15,0 0 0-15,0 1 2 0,0-1 7 0,0 0-6 16,0 0-2-16,0 0-1 0,0 0-8 0,0 0-3 16,0 1-4-16,0-1 1 0,2 0-10 0,0 0-1 15,0 0 3-15,-1 0-3 0,1 0 4 0,0 2-8 16,0 0-2-16,0 0-1 0,0 2 7 0,0 0-6 16,-1 0 6-16,1 2-5 0,-2-2 10 0,4 18-12 15,0 2 8-15,-2-1-10 0,-1-1 3 0,-1 6 8 16,0 0-7-16,0 6 8 0,0-1-12 0,0-5 2 15,-1 2 1-15,-1-2 0 0,0 2-2 0,0 0-1 16,0 3 2-16,0-1 0 0,2-4 4 0,0 0-10 0,0-2 2 16,0 0-5-16,0 0 9 0,0 4-2 0,0-2 0 15,-2 4 0-15,1 0 11 0,-1 1-10 0,2 1 1 16,-2-1-4-16,0 5-4 0,0 1 6 0,0 4 0 0,0 5 0 16,1 0 5-16,-3 6-1 0,0 0-2 0,0 0 1 15,-1-5-6-15,-1 1-1 0,-1-9 5 0,-1-4-2 16,1 1 8-16,0-7-7 0,-1-1 1 0,3-4-1 15,-1 1 1-15,2-1 3 0,2-4-1 0,1-1 2 16,-1-1 1-16,0-1-3 0,0-2-1 0,2-2 0 16,0-2 2-16,0 0-3 0,0-4 6 0,0-1-4 15,0 0 9-15,0-1-9 0,0-1 3 0,0 0-5 0,0-3 3 16,0 3 7-16,0 0 0 0,0 0 3 0,0-3 3 16,0 1-9-16,0 0-4 0,0 0 0 0,0-2-5 15,0 0-11-15,0 0-6 0,0-2-8 0,0 0-56 0,0 0-43 16,0 1-3-16,0-18-12 0,0-1-11 0</inkml:trace>
  <inkml:trace contextRef="#ctx0" brushRef="#br1" timeOffset="-62836.57">10892 5839 257 0,'0'-2'39'0,"0"0"-18"0,0 0 34 0,0-2-7 15,-2 1-24-15,2 1-21 0,0-2 2 0,0 2-8 16,-2-1 2-16,2 1 1 0,0 0 7 0,-2 0-5 16,-5-4 6-16,1 3 16 0,-1-3-3 0,1 2 10 15,-1 1 10-15,-1-1 2 0,3 2 9 0,-3-2-5 16,3 3 10-16,1-1-23 0,-1 0-3 0,1 0-5 15,-2 0-8-15,3 0-3 0,-1 0-5 0,0 2 1 16,2 0-3-16,-1-1-7 0,-1-1 8 0,0 0-8 0,0 0 0 16,1 2 5-16,1 0-5 0,0 0 5 0,0 0 0 0,0 0-4 15,0 0 3-15,1 0-2 0,-1 0 16 16,0 0 4-16,2 0-2 0,0 0 2 0,2 0-5 0,0 0-2 16,1 0-1-16,10 0-1 0,11 2 0 0,2-2-3 15,2 0 0-15,0-2-2 0,4-2 0 0,3 1-4 16,2-1 5-16,0-2-5 0,-2 1 9 0,8-1-8 15,-2 2 4-15,-2 1-6 0,2-1 6 0,-2 0-10 16,-4 2 7-16,-1-1-7 0,-1 1 7 0,-7 0 2 16,-2 0-5-16,0-2 4 0,-5 3-8 0,-1-1 5 15,-1 0-4-15,-6 0 5 0,0 0-5 0,-5 2 2 16,1-2 2-16,-3 2 0 0,0 0 4 0,-2 0 0 0,0 0-1 16,1-2 1-16,1 1-5 0,0-1-5 0,-1 2 0 15,-1 0-4-15,0 0-17 0,0 0-28 0,0 0-10 16,0 0-8-16,-2 0-55 0,0 0-67 0,0 0-55 0</inkml:trace>
  <inkml:trace contextRef="#ctx0" brushRef="#br1" timeOffset="-62220.41">11438 5588 595 0,'-2'-2'56'0,"0"0"118"0,0-1-153 0,0-1-12 16,0 0 0-16,2 2-4 0,0 0-7 0,-5-1 11 15,-1-1-4-15,1 0 6 0,-5-1-16 0,-1-1 15 16,6 4-4-16,-3 0 9 0,3 2 8 0,1 0 11 16,-2 0-5-16,3 0 5 0,-5 0-10 0,5 0-7 15,1 0 1-15,-2 0-4 0,0 0-7 0,1 0-2 16,-1 0 0-16,2 0-2 0,0 0-3 0,0 0-1 15,0 0-1-15,1 0 0 0,-1 0 3 0,0 0 0 0,0 0 1 16,2 0-2-16,0 2 9 0,0 0-7 0,2 0 4 16,0 0-5-16,0 0 12 0,1 0-6 0,14 7 5 15,0 0-5-15,3 0 3 0,1-1 0 0,-3-3 1 16,1-1-1-16,3 0-3 0,-3 0-4 0,3-1 2 16,-2-1-2-16,-1 0 0 0,-1 0 0 0,-1 0-3 0,2 0 3 15,-1 1 7-15,-3-1-6 0,2 2-2 0,-1 0-2 16,-3-1-8-16,0 1 7 0,-1 0 1 0,-3-2 0 15,2 1 2-15,-4-1 0 0,3 2 0 0,-1 0 0 16,0-1-2-16,-1-1 5 0,-3 0-5 0,-1 0 4 16,0 0-9-16,-2-2 10 0,1 2 2 0,1-1 1 15,0 1-9-15,-1 0 7 0,-1 0-5 0,0 0 9 16,0 0 3-16,0 0-8 0,0-1 4 0,-2 3-5 0,0 0 12 16,0 0-14-16,-2-1 5 0,0 3-7 0,-5 7 16 15,1 2-13-15,-14 1 6 0,-3 1-9 0,1 0 4 16,0 1 1-16,1 1 1 0,3-2 0 0,1-1 1 0,0-1-5 15,1-2-2-15,1-2-1 0,0 1-3 0,0-3 8 16,4 4-1-16,-4-6 4 0,4 3-1 0,2-5-6 16,-2 3 3-16,5-5-4 0,2 7 0 0,-1-5 1 15,-1 3-1-15,4-1 2 0,-1-5 8 0,1 2-8 16,0-1 3-16,-2 3-4 0,4-4 1 0,-4 3 0 16,3-1-1-16,-1 0 0 0,0-1-1 0,0 1 2 15,0 0 1-15,0 0 1 0,0-1 2 0,1 1-1 16,-1-2-1-16,2 0-1 0,0 0-6 0,0-1-27 0,0 3-32 15,0 0-15-15,0 7-273 0</inkml:trace>
  <inkml:trace contextRef="#ctx0" brushRef="#br1" timeOffset="-60423.89">22983 11934 393 0,'-2'-2'0'0,"-4"-16"19"16,-1-8 172-16,1 2-81 0,3 3 6 0,1 6-104 16,0 1-4-16,2 4-6 0,0 1-3 0,0 4 1 15,0 1 4-15,0 2 6 0,0-2-3 0,0 1 3 16,0-1-8-16,0 0 2 0,0 2 2 0,0 0-1 0,0 2-1 16,-2 0 11-16,0 2-9 0,2 0 11 0,-18 35-6 15,-1 4-11-15,1 9 13 0,1 4-13 0,-2-2 15 0,-1 4-15 16,1-10 1-16,1 1-2 0,-3-5 11 0,5-5-10 15,-1-1 0-15,0-5-3 0,4-1 6 0,2-4 2 16,2 0-3-16,5-9 3 0,0-4 2 0,2-2 8 16,2-6-1-16,0-1 4 0,0-2 14 0,-1 2 10 15,-1-1 3-15,2-1-2 0,0 0-15 0,0-2-24 16,0 0 6-16,0-2-11 0,0-2 2 0,3-14 2 16,3-8-6-16,0-2 5 0,1-2-1 0,-1 3 2 15,-1-5 3-15,4 2-3 0,3-3 2 0,1-6-4 16,1-4-1-16,3-3 0 0,2-1 1 0,3 1-4 15,-18-1 3-15,25 1-3 0,-1 1 8 0,-2 10-8 0,0 4 2 16,-3 7-5-16,3 5 7 0,-6 2 2 0,2 6 2 16,-3 2 0-16,1 3 9 0,-1 3-3 0,-1-10-1 15,-1 5-2-15,-2 4-11 0,-2 4 2 0,-2 0 1 16,-4 2 2-16,-1 2 4 0,3 9-5 0,6 17-2 0,-7 1 0 16,-7 1 1-16,-2 5-6 0,-7-2 4 0,-5 0-4 15,-4-1 7-15,1-6 5 0,14-2 2 0,-20-6-2 16,-1 1-3-16,1-3 5 0,2 1-1 0,-3-6 2 15,3-4-3-15,3 0-5 0,2-3-2 0,2 1 0 16,4-1 7-16,5-2-5 0,3-1 1 0,-1 1-2 0,0 0 0 16,0-1 1-16,-2 3 3 0,2-2-3 0,1 1 0 15,-1 1-1-15,2-2-1 0,0 1 0 0,0 1 11 16,0-1-8-16,2 3 3 0,1-3-5 0,3 3 0 0,-2-1 0 16,10 2-4-16,7-1 3 0,-3 1-4 0,1-1-2 15,0-1-3-15,-1 0-4 0,1 1-29 0,1-3-8 16,-1 1 4-16,5-2-5 0,-4-2-2 0,1 12 8 15,-1-4-8-15,-1-3 8 0,-1-3-14 0,-1-2-14 16,0-2-21-16,-3 0 0 0,3 0-77 0,2-2 8 16,-4 0 23-16</inkml:trace>
  <inkml:trace contextRef="#ctx0" brushRef="#br1" timeOffset="-60253.24">23540 12192 148 0,'0'-1'60'0,"0"-1"58"0,0 0-10 0,0 0-37 0,0 0 4 15,0 0-13-15,0 0 9 0,0 1-23 0,0-1 5 16,0 2-11-16,0 0-8 0,0 0-21 0,0 2 0 15,0-1-5-15,0 3 8 0,-2 7-11 0,0 10 0 0,0-5-4 16,0 3-4-16,1-2 2 0,-1-2 4 0,2-1-2 16,0 1-1-16,0-4-24 0,2-1-11 0,-1-3-2 15,3-1-24-15,-2-6 13 0,22 15-9 0,2-6 6 16,13-7-23-16,-2-6-13 0,2-7 1 0,2-4-10 16,-6-4-39-16</inkml:trace>
  <inkml:trace contextRef="#ctx0" brushRef="#br1" timeOffset="-60002.68">24093 11845 500 0,'0'0'54'0,"-2"0"-1"16,0 0 20-16,1 0-3 0,-3 0-10 0,-4 0-16 15,-6 0-23-15,-3 0 2 0,2 2-7 0,-2 4 11 0,2 3-13 16,1 0 0-16,1 23-6 0,0 3-4 0,3-2 5 16,1-1-5-16,-2 0 4 0,5-5-8 0,1-1 4 15,1 4 8-15,-15-2-4 0,8-2 18 0,2 4-7 16,3-4-4-16,3 2 0 0,-1-1 1 0,2 5-6 15,0 0 7-15,2-3-9 0,0 5-3 0,0-5 0 16,0 3-3-16,0-1 3 0,0 5 4 0,0-3-5 16,-2-1 2-16,-1-3-4 0,-1-3-7 0,0-1 3 0,1-5 0 15,-1-3 2-15,2-4-9 0,2-6-30 0,-2-3-2 16,0 0-11-16,0-3-32 0,1 1-67 0,-1-2 22 16,0 0-31-16,0-2 34 0</inkml:trace>
  <inkml:trace contextRef="#ctx0" brushRef="#br1" timeOffset="-59844.66">23744 12289 713 0,'0'0'31'16,"0"0"-2"-16,0-2 10 0,0 0 4 0,2 0-11 15,0 1-5-15,1-3-8 0,22 2-5 0,6-11 0 16,3 0-11-16,3 2-3 0,0-2 1 0,2 0-1 16,-2-2 9-16,0 0-15 0,-3 4-6 0,-5 2-5 0,-3 1-40 15,-5-1-35-15,-5 2-6 0,-1 1-10 0,-4-7-36 16</inkml:trace>
  <inkml:trace contextRef="#ctx0" brushRef="#br1" timeOffset="-59643.45">24013 11195 1054 0,'0'-2'63'0,"-2"1"-65"0,1-3 70 15,-1 0-35-15,0 0-24 0,0 1-3 16,0 1-7-16,0 2 4 0,0 0-1 0,1 4 2 0,-5 20-2 16,-3 17 1-16,-2-2 2 0,-2 5-12 0,0-1 5 15,-4 0-11-15,-4 1-11 0,1 3-42 0,-2-3-12 16,1-3-17-16,-1 4-108 0</inkml:trace>
  <inkml:trace contextRef="#ctx0" brushRef="#br1" timeOffset="-58515.77">24877 12077 345 0,'0'-2'0'0,"0"1"156"0,0-1 22 0,0 0 6 16,0-2 1-16,0 0-151 0,0 1-19 0,0 1 5 16,3-6 1-16,18-1 0 0,16 5 0 0,4-9-19 15,3 12 4-15,-10-5-9 0,-1-3-8 0,-1-10-34 16,-4 4-1-16,-1 6-11 0,-4 3-6 0,-5 5-34 16,-3 1-14-16,-6 0-24 0,-1 0-221 0</inkml:trace>
  <inkml:trace contextRef="#ctx0" brushRef="#br1" timeOffset="-58367.57">25001 12218 161 0,'0'0'81'0,"-2"0"-5"0,0 0 40 0,-16 2-1 0,-1 0-16 16,4 0-28-16,4 0-32 0,4-2-2 0,1 0-10 15,3 0-10-15,-1 2-4 0,0 0 5 0,2-1-4 16,0 1 21-16,2 0-10 0,0 0 1 0,2 0-6 16,6 0-20-16,34 3-12 0,5-5-13 0,10-3 0 15,-1-5-60-15,2-1-134 0</inkml:trace>
  <inkml:trace contextRef="#ctx0" brushRef="#br1" timeOffset="-57899.86">26152 11563 887 0,'0'0'25'0,"-2"0"-2"0,1 0-10 16,-1 0 2-16,0 0-13 0,-2 2 6 0,-5 3-8 15,-6 31 3-15,-4 6-4 0,1 7 3 0,-1 5 3 16,-9 5-5-16,2-2 5 0,0 3-5 0,-1-12 7 16,8 0-1-16,2-5 0 0,2-11-12 0,6-6 8 0,-4-8 0 15,8-7 5-15,-1-3 3 0,4-6-5 0,2 0 9 16,-4 1-5-16,1 1 28 0,1-2-14 0,0 0-1 16,0-2-6-16,0-2-5 0,0 0-2 0,2-11 0 15,2-22 0-15,6-1-5 0,3-3 4 0,2 4-5 16,5-9 4-16,3-1-11 0,-1 0 4 0,3-7-2 0,-1 8 3 15,0 1 7-15,-18 4-11 0,26 2 3 0,-4 2-4 16,1 3 10-16,-1 3-3 0,-1 3 0 0,-1 5-1 16,-2 3 2-16,0 3 13 0,2 4-2 0,-1 3 2 15,-5 3-4-15,-1 3-4 0,-4-8 1 0,-4 7-3 16,-1 1-2-16,-5 2-5 0,1 0 0 0,-2 2-1 16,-2 1 2-16,2 31-2 0,-8 3-1 0,-9 4-1 15,-7 3-1-15,20-3 2 0,-26 4 3 0,1-1 0 0,1-8 7 16,3 3-7-16,3-8 0 0,5-1-1 0,0-2-5 15,8-4 6-15,-1-2-2 0,6-5 4 0,-11 1-3 16,6-3 5-16,1 0-4 0,3-2 4 0,1 2-1 0,2-2-5 16,2-2 0-16,1-2-4 0,1-1-5 0,0-3-18 15,16 1-7-15,1-2-8 0,-1-2-55 0,1 12-34 16,1-2-21-16</inkml:trace>
  <inkml:trace contextRef="#ctx0" brushRef="#br1" timeOffset="-57681.88">26685 11984 764 0,'0'0'38'16,"0"0"54"-16,-2 0-59 0,0 2-1 0,1 0-10 15,-1 2 5-15,-4 7-21 0,-5 15 6 0,2-2-4 16,1-3 4-16,1 1-6 0,1-4-5 0,1 1 6 16,1-6-6-16,2 0 4 0,2-2-5 0,0-2-6 0,0-3 1 15,0 0-21-15,0-5 0 0,4 3-3 0,1 0 0 16,21 7-7-16,8-9-2 0,1-4 3 0,8-9-3 15,-8-4 0-15,-1-4 8 0,-1 6 2 0,-2-18 2 16,1-4-6-16,0-4-26 0,1 5-11 0,-1-5-4 16,-1 0-49-16</inkml:trace>
  <inkml:trace contextRef="#ctx0" brushRef="#br1" timeOffset="-57369.73">27374 11578 211 0,'0'0'116'0,"0"0"-8"16,0-2 32-16,0 0-8 0,0 0-29 0,-2 0-36 15,0 1-22-15,0-1-3 0,1 0-8 0,-3 2-17 0,-7 0-11 16,-8 4 3-16,-1 5-5 0,1-7 5 0,2 33-4 15,1 2 5-15,-1 4-5 0,4 5 4 0,-2 6-7 16,2 0 1-16,6 4-2 0,-4 0 2 0,1-6 3 16,1-2-5-16,0-1 5 0,-1-7-4 0,5-1-1 15,-3 0 1-15,-1-1-2 0,0-1-4 0,0 0 10 16,-3-2-8-16,3-3 8 0,0-6-11 0,1-4-1 16,1-4-2-16,3-6 0 0,-1-5-9 0,3-7-6 15,0 0 8-15,0 0-9 0,0 0 3 0,0 0-5 0,-1 0 6 16,-1 0-2-16,0-2 25 0,4 0-5 0,-13-24 2 15,4 2-1-15,2-2 14 0,5 6 13 0,0-1-5 16,2 7 8-16,0-3-9 0,0 6 2 0,2 0-1 16,0 1 0-16,-1 3-9 0,3-1 12 0,0 3-10 15,0-1 10-15,3 1-11 0,12-1-9 0,-1 1 4 0,3-1-6 16,3 0 5-16,2-1-1 0,-2 0-4 0,0-1 0 16,0 3-15-16,-7 3-52 0,1 0-1 0,-6 0-28 15,-11 0-98-15</inkml:trace>
  <inkml:trace contextRef="#ctx0" brushRef="#br1" timeOffset="-57212.59">26960 11639 555 0,'-2'-2'389'0,"0"0"-527"16,0-1 456-16,0-3-255 0,-3-7-51 0,1 6 8 15,2 1-4-15,2 2 4 0,0 1-13 0,0 1-18 16,0 0-15-16,17-9-8 0,18-6-84 0</inkml:trace>
  <inkml:trace contextRef="#ctx0" brushRef="#br1" timeOffset="-57008.68">27730 12077 1328 0,'0'-2'47'0,"0"1"2"0,0-7-21 0,4-10-8 0,2 6-18 16,-1 5-2-16,10 1-1 0,19 3 3 0,5-3-2 15,7 2-19-15,0 1-60 0,1 1-12 0,-1-6-17 16,-1 5-50-16</inkml:trace>
  <inkml:trace contextRef="#ctx0" brushRef="#br1" timeOffset="-56377.49">28930 11500 1056 0,'0'0'31'0,"0"0"-24"16,-2 0 30-16,0 0-11 0,0 0-25 0,0 2-1 15,1 1 3-15,-7 22-3 0,-5 12 6 0,-4 5-4 16,-3 5-2-16,-4 7 1 0,-2 5 0 0,2 0-1 15,-2 1 0-15,2-8-1 0,1-6 1 0,1-3-4 16,5-11 4-16,4-10-3 0,2-4 6 0,8-12 4 0,1-2-1 16,-2-1 1-16,0-1-6 0,-1 0 3 0,1-2-5 15,0 0 3-15,1 0-2 0,-1-2-4 0,-4-13 4 16,-1-24-2-16,9-9 7 0,4 9-6 0,3-4 3 16,6-1-5-16,2 5 0 0,6-6-2 0,1 1-3 15,0-1 1-15,-20 4-7 0,33 2 6 0,1 2 3 0,-1 2 0 16,2 7 8-16,-2 0 2 0,2 6 3 0,6 3 0 15,-2 1 15-15,-2 5-1 0,-4 0 1 0,0 4-1 16,-3 1 11-16,-2 4-14 0,-4-12 0 0,-8 8-6 16,-3 6-13-16,-7 2-4 0,-7 0-4 0,3 4-1 15,2 11-4-15,-4 17 4 0,-12 1-1 0,8 4 1 0,-42 2 4 16,-4-2 0-16,1 0 6 0,6-5-3 0,2-4 2 16,6-6 0-16,9-1 0 0,13-7 1 0,-2 1 1 15,5-5 3-15,6 1-4 0,-9-2 2 0,4 0 0 16,-1 4-2-16,5-2 1 0,3 0-2 0,0-3 0 0,1-4 3 15,14 7-2-15,21 4 0 0,1-8-10 0,4-5 10 16,3-2-3-16,1-6 5 0,-1-1-9 0,-3-4 4 16,0-4 1-16,-2-2 1 0,-4 1 5 0,-3-1-5 15,-2 2 5-15,-6 4-5 0,-4 2-1 0,-3 1 4 16,-6 4-2-16,-6 3 6 0,-1 1 6 0,0-2-10 16,0 2 3-16,-1 0-5 0,-1 0 1 0,0 2-2 15,0-1 0-15,-2 3 0 0,0 22 0 0,-4-2-2 16,-1 6 1-16,-3 0-3 0,1 5 7 0,1-5 1 0,2 1-5 15,1-3 1-15,3-4-6 0,0-3 13 0,0-1 0 16,2-5 6-16,-1-4 2 0,1 2 3 0,0-4 5 16,0-3-2-16,0 1-3 0,0-3-5 0,-2-2-6 15,0 0 3-15,2 1-1 0,-1 1-13 0,-1 0 0 0,0-2-10 16,-1 0-23-16,-3-1-22 0,-5 1-11 0,-17 2-2 16,2-4-24-16,3-4 0 0,4-3-2 0,4-1-2 15,0-6-15-15,8-18-55 0</inkml:trace>
  <inkml:trace contextRef="#ctx0" brushRef="#br1" timeOffset="-56215.53">30096 10813 779 0,'0'0'94'0,"2"0"181"0,0 0-242 16,-1 0-4-16,1 0-8 0,0 2 4 0,0 1-21 0,9 18 4 15,2 22-6-15,-7 9 5 0,-8 7-10 0,-6 6-26 16,-8 7-9-16,-5 1-17 0,-3-5-128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57:09.61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16007 4569 32 0,'0'-2'0'0,"0"-2"29"0,0-16 1 0,0-10 10 15,0-2-2-15,0 10-30 0,0 4-1 0,0-1-5 16,-2 2-1-16,-1 2 4 0,-1-1 5 0,0 1 24 16,0 0-7-16,3 0 12 0,-1-2-1 0,0 1 6 15,2-1 1-15,-2 0 0 0,2 1 3 0,0 1-5 0,0 2 5 16,0 2-6-16,0-1-8 0,0 5-12 0,0 1-6 16,0 3 2-16,0 1-7 0,2-2-6 0,0 1 1 15,0-1-3-15,-1 2 2 0,1 0 5 0,0 0-1 16,0 2 2-16,-2 0 1 0,0 0-2 0,0 2 4 15,0 0-5-15,0 0 4 0,2 16-5 0,-2 3 4 16,0-1-5-16,0 1-1 0,0-3-2 0,0 1 1 0,2-3 1 16,1 3 2-16,1-6-6 0,2 0 4 0,-1 0-4 15,1-4 2-15,1 2 8 0,-5-1-12 0,7-3 11 16,10-1-10-16,-2 5 8 0,-4-4 0 0,9 1 2 16,-2-6 3-16,3-2-13 0,3-6 9 0,1-5-10 15,1-2 14-15,6-6-2 0,1 17 4 0,2-25-3 16,10-5 4-16,10-3-8 0,8-4-4 0,11 0 0 0,2-6-10 15,4 3-2-15,-2-5-1 0,-4-3 0 0,-2 0-5 16,-7-8-14-16,-4 6-2 0,-2 4-5 0,1 0-18 16,-7 5-42-16,3 0 2 0</inkml:trace>
  <inkml:trace contextRef="#ctx0" brushRef="#br0" timeOffset="56752.06">24845 4296 14 0,'0'0'0'0,"0"0"37"15,0 0 26-15,0-2 33 0,0 0 14 0,0 0-14 16,0 0-12-16,-2 0-26 0,0 1 0 0,1-1-8 16,-1 0-22-16,0 0 8 0,0 0-7 0,0 0 6 15,0 0-9-15,0 1-3 0,1-1-2 0,-1 0 0 0,0 0-4 16,0 0 11-16,0 0-7 0,2 0 7 0,-2 1-8 16,2-1 3-16,0 0 3 0,0 0-3 0,0 0 4 0,-2 0-4 15,2 0 1-15,0 1-2 0,0-1-4 0,0 2-3 16,0 0 1-16,-1 0-1 0,1 0-6 0,-2 2 5 15,2-1-4-15,0 1 5 0,-2 2-5 0,-2 13 5 16,0 5-8-16,3 2 6 0,-1-2-14 0,0 4 5 16,2-1 4-16,0-1 0 0,0 4-7 0,0-2 1 15,0 0 1-15,2 3 0 0,0-3 1 0,-1 8 0 16,3-3-3-16,0-3 3 0,-2-2 0 0,0 0 5 16,1 4-3-16,-1-2 3 0,0 1-7 0,0-3-2 0,0 4 3 15,0-2-3-15,-1 3 8 0,-1 1-6 0,2 0 2 16,-2 1-3-16,4 4 3 0,-2 0 0 0,0 2-4 15,1 4 2-15,-1-4-2 0,0 4-3 0,0-2 4 16,0-2-1-16,0 3-1 0,0 1 3 0,-1-4-2 16,-1 4 5-16,0-4-5 0,0 0-1 0,0-2 2 0,0-4-1 15,0 2 2-15,0-5-2 0,0 2-3 0,0-4 3 16,0-1 5-16,0 3-5 0,0-2 4 0,0-2-5 16,2 0 1-16,2 4 6 0,-2-4-7 0,2 3 5 15,-1 3-6-15,-1-4 5 0,2 3 1 0,1 3-1 16,1-3-6-16,0-1 4 0,-1 2 4 0,1-5-1 15,-1 1 9-15,-1 4-8 0,0-4 1 0,1 1-2 16,1-1-4-16,-1 2 2 0,1-2-2 0,0 0 3 0,-1 0-3 16</inkml:trace>
  <inkml:trace contextRef="#ctx0" brushRef="#br0" timeOffset="58537.95">25007 4144 43 0,'0'0'34'15,"0"0"-6"-15,0-2 42 0,-2 0-6 0,0 0 17 0,0 0-28 16,-2 0 2-16,3 2-11 0,-9-3 1 0,-3-1 8 15,0 0-5-15,0 0 5 0,0 1-8 0,0-1 3 16,2 2 5-16,-2-2-4 0,2 1-8 0,-2-1 0 16,2 2-9-16,0 0 7 0,1 0-11 0,-1 1 8 15,0-3 4-15,2 2 0 0,1 0 5 0,1 0-18 16,1 0 1-16,1 1-6 0,1 1 2 0,0 0-5 16,3 0 2-16,-3 0-3 0,0-2-1 0,0 0-3 0,1 0-7 15,-1 0 2-15,2 2-6 0,0 0-3 0,0 0 6 16,1 0-5-16,-1 0 5 0,0 0 6 0,0 0-3 15,0 0 4-15,2 0-3 0,0 0-6 0,0 2 6 16,2 0-6-16,0 0 4 0,0-2 0 0,16 7-5 16,1 1 3-16,1-1-11 0,3 2 4 0,1 1-2 0,5 1 3 15,-1 0 6-15,4 2-9 0,-4 0 7 0,-2 0-8 16,1 2 3-16,7 1 3 0,-1 1-5 0,1 0 5 16,1-1-1-16,-3-1-5 0,-3 0 4 0,1 0-2 15,-2 0 10-15,2 2-11 0,1-1 2 0,4 3-6 16,1 1 8-16,-3-1 3 0,6-14-4 0,-2 16 1 0,6 3-10 15,3 4 8-15,1-4 0 0,5 6 3 16,0-6-1-16,0-2 3 0,3 4-3 0,-4-5 4 16,-3 1-4-16,-2 0-3 0,-5-5 2 0,0 3-2 0,-4-3 8 15,0 0-3-15,0-2-4 0,4-1 0 0,0 1 1 0,2 0 0 16,-1 2 2-16,3-1-2 0,1 1 1 0,5-2-1 16,-5-2 1-16,2 2-2 0,2 0 3 0,-5 0-2 15,5-1 0-15,-5 3 0 0,-1 0-5 0,3 3 5 16,-3 1-2-16,1-3 3 0,-3 3-1 0,-1-3 2 15,-2-1 1-15,0 2 1 0,0-1 5 0,4-1-5 16,-6 1-1-16,2-1-2 0,-2-2-4 0,0 0 7 16,2 2-4-16,0-3 4 0,-1-1-5 0,-1 2-1 15,-6-2 2-15,-1 4 0 0,1 3 6 0,-1-7-3 0,2 2 4 16,-3-5-5-16,1 1-2 0,0 5-2 16,0-3 1-16,-1 6-1 0,1 0 7 0,2-5-3 0,-1 1-2 15,6-2 0-15,-3 0 2 0,-1 2-2 0,-1-2 1 16,-3 0-1-16,-3-2 2 0,6-3 2 0,-4 1 0 15,0-4 1-15,1 3 1 0,-6-3 0 0,-1 1-2 0,2 0 0 16,-2-1-12-16,-3-1 6 0,1 1-1 0,1-1 3 16,-3 9 3-16,3-2 2 0,-5-3-1 0,3-1 0 15,-2 1-4-15,-1-3 1 0,3 3-1 0,-4-3 2 16,2 1 1-16,-3-3-7 0,3 3 4 0,-2-2-5 16,0-1 12-16,-4 1-7 0,2 0 1 0,-2 0-3 15,0-1 6-15,-1-1-3 0,1 2 2 0,-2 0-3 16,0-1 3-16,-3-1 1 0,-2-2 2 0,-3 0-1 15,3 2-5-15,0 0 12 0,0 0-8 0,-1 0 10 0,-1-1-3 16,0 1 4-16,0 0-1 0,0 0 1 0,0 0-1 16,-1 0 3-16,1 0 4 0,-2-1-3 0,0 3-8 0,0 0 4 15,0-2-8-15,-5 9 8 0,-3 2-7 0,-1 0-5 16,7 0 8-16,-15 2-7 0,-1 0 3 0,-1-1 0 16,1 1-6-16,1 0 3 0,-2-2 0 0,-1 2 4 15,0 2-1-15,-1-4 0 0,1 3-4 0,-3-3 7 16,3 0-1-16,0 2 1 0,-1 0-3 0,1-2 1 15,-3-2 0-15,-3 4-1 0,-3-4-7 0,1 4 6 16,0 2-1-16,0-4 4 0,-2 3-2 0,-3-4 6 0,0 2-6 16,-6 5 6-16,-2-6-11 0,0 9 7 0,-2-1-3 15,1 1 4-15,1 2-7 0,0-3-2 0,0 1 2 16,2 2-2-16,-4-2 3 0,2 4-1 0,-1 0 1 16,-5-3-1-16,-5 1-3 0,-3 0 3 0,-1 2-2 15,-3-2 3-15,1 2-2 0,0 2 1 0,-1-4 4 0,5 2-3 16,2-2-1-16,4-2 2 0,1 1-3 0,1-1 4 15,-4 0 1-15,0 2-6 0,-2 2 0 0,-4 0-2 16,0 2 2-16,-10 0 0 0,-3 5 3 0,0-3 0 16,-3 0 3-16,7 1-7 0,3-3 4 0,-1 0-4 15,10 7 4-15,-1-5-3 0,-2-2-1 0,4 0 1 16,0-2 1-16,6-2 3 0,1-2 0 0,4 1-1 0,4-5-2 16,-6 1 2-16,10-3-4 0,5-1 1 0,-4 0-6 15,10 0 6-15,0 2 0 0,0-3 3 0,-2 1-1 16,-2 2-1-16,3-2-1 0,-5-2 0 0,2 2-11 0,-1 0 11 15,-3-2-5-15,2 1 6 0,0-2-14 0,0-3 9 16,4 0-12-16,2-3 8 0,1-1-37 0,3 1-28 16,5-2-4-16,2-3-12 0,0 1-41 0,5 2-85 15,-1 2 5-15,-3-1-48 0,5-3-145 0</inkml:trace>
  <inkml:trace contextRef="#ctx0" brushRef="#br0" timeOffset="59082.37">24919 5811 197 0,'0'0'53'16,"0"-2"-1"-16,-1 0 23 0,-1 0-10 0,0-1-3 0,0-1 4 15,0 0 10-15,0 0 2 0,-1-1-1 0,-1-1-7 16,2 3-31-16,0-1-2 0,2 2-9 0,-4 0-7 16,1-2 3-16,-1 1 3 0,0-1-3 0,1 2-12 0,-1 0 10 15,0 0-11-15,0 1 11 0,1 1-13 0,-1 0 5 16,2 1 6-16,0 3-3 0,-9 18 4 0,4 6-15 15,3 4 3-15,2-1-5 0,2 7 1 0,2 6 3 16,2 1-9-16,1 7 4 0,3-2-6 0,-3-2 9 16,1 6 2-16,-2-4 1 0,1 6-13 0,-1-2 5 15,0-4-2-15,-3 2 3 0,1-4-5 0,0 0 5 16,-2-1-2-16,2-1 4 0,2-1-1 0,-2 1 2 16,3 2-2-16,-3-1 0 0,0-1-8 0,2 2 7 0,-3-3 0 15,1-2 3-15,0-1-8 0,0-6 3 0,2 3 0 16,-2-6 2-16,1-1 2 0,-1-1 1 0,2-5-6 15,-2-2 3-15,0 1 1 0,1-3-3 0,1 0 1 16,0-3-1-16,1-1 2 0,1-1-2 0,-2 0 1 16,1-1-2-16,-1-1 1 0,0-2 3 0,-1 0 2 0,1-4-1 15,0 1 5-15,-2-3-9 0,-1 1 3 0,1-1-3 16,0-1 8-16,0-3-7 0,-2 1-2 0,2 0-5 16,0-1-29-16,0 1-55 0,-1 0-19 0,1 0-35 15,0-1-273-15</inkml:trace>
  <inkml:trace contextRef="#ctx0" brushRef="#br0" timeOffset="61154.47">22236 4843 53 0,'0'0'13'0,"0"0"20"16,0 0 12-16,-1 2 7 0,-1 0 12 0,-2 0 5 16,-2 0 4-16,-12 3-3 0,1 1-11 0,4-2 7 15,-7-1-10-15,7-1 11 0,0 0-7 0,0 0-2 16,0 0-4-16,3 0 0 0,1-2-12 0,0 0-2 15,3 0-2-15,-5 0-1 0,6 0-8 0,-3 0 4 16,6 0-2-16,-3 0 2 0,1 0-3 0,0 0-10 16,1 0 3-16,-1 0-7 0,2 0 5 0,0 0-10 0,0 0 7 15,0 0-8-15,1 0 8 0,-1 0-9 0,0 0-1 16,0 0-2-16,0-2 1 0,0 2 0 0,0 0 3 16,1 0-2-16,1 0 10 0,0 0-12 0,1 0 6 0,1 0-8 15,0-2 5-15,2 2 2 0,9-2-6 0,15-2 4 16,-4 1-15-16,-2-1 7 0,6 0-1 0,-4 2 3 15,2 1-2-15,2 1-4 0,-4 0 2 0,4 0-4 16,0 3 7-16,0 1-2 0,0 2 2 0,1 1-1 16,1 0 1-16,-2 3-4 0,0-1 0 0,-4-2 0 15,2 1 10-15,2-1-8 0,-1 1 2 0,3-1-4 0,-8-1 7 16,3-3-5-16,-3 1 3 0,-7-2-3 0,-2-2 1 16,2 2 0-16,-4-2 5 0,2 0-3 0,2 0 4 15,-6 0-5-15,4 0 2 0,-8 0-2 0,3 0 6 16,-4 0-3-16,-1 0-3 0,1 0 1 0,-2 0 0 0,0 0 0 15,1-2 0-15,1 0 0 0,0 0 4 0,-2 0-7 16,0 1 7-16,-1-1-7 0,1 0 4 0,0 0-4 16,0 0 2-16,0-2-2 0,0 1 10 0,0-1-10 15,-1 0 2-15,-1 2-3 0,2-5 2 0,0-2 0 16,0-1 2-16,0-1 1 0,-2 4 2 0,0-4-2 16,0 1-3-16,0-1 2 0,2 0-6 0,-2 0 4 15,0-4-1-15,0 4 2 0,0-2-2 0,0 2 0 16,0 0-3-16,0 2 1 0,0-1-1 0,0-3 7 0,0 4-4 15,0-2 5-15,0 2-4 0,0 3-3 0,0-5 4 16,0 3-4-16,0 1 0 0,0-4 7 0,0 7-5 16,0 0 6-16,0 3-6 0,0-3 0 0,0 0-2 15,0 0-1-15,0 1-1 0,0-1 4 0,0 0 0 0,2 1 0 16,-2-1 4-16,0 2-2 0,1 0-2 0,-1 0-2 16,2 0-5-16,-2 1 9 0,0-1-2 0,2 0 3 15,0 0-3-15,0 2-1 0,0 0 4 0,0 0-3 16,-1 0 5-16,1 2-9 0,0 0 4 0,0 0-4 15,0 1 11-15,0 1-5 0,0 5-2 0,5 10 0 16,-3-6-5-16,-1 0 4 0,1 2 2 0,0 0 0 16,1 1-1-16,3 3-1 0,-3-2-1 0,-1-3 1 0,2 3 2 15,-3-2-1-15,3 2-1 0,-2-4-1 0,1 3 4 16,1-1 3-16,-2-2-5 0,1 2 3 0,1-2-4 16,-1-2-1-16,1 2 7 0,-1-2-5 0,-1 0-1 0,0-1 0 15,0-1-4-15,-1 0 4 0,-1-1 2 0,0-1 5 16,0-1-3-16,0-1 2 0,0 1-10 0,-2-4 5 15,1 3 1-15,-1-3 2 0,0 0-1 0,0 0 5 16,2 2-3-16,0-1 3 0,0 1 0 0,0 0-7 16,0-2 11-16,0-1-10 0,-2 1 15 0,0 0-16 15,0 0 4-15,1-2-6 0,-1 0 11 0,0 0-4 16,2-2-2-16,-2 0-1 0,2 0-1 0,0-1 0 16,-2-5 4-16,2-5-2 0,0-2 5 0,0 1-2 0,-1-1-2 15,3-2 0-15,0-2-6 0,0 5 1 0,-1-3 1 16,1 2 1-16,0 2-1 0,-1-2 0 0,1 0-1 15,0 6 1-15,0 0 1 0,-3 1-2 0,1 1 0 16,2 0-1-16,-2 1 0 0,-2 4-2 0,0 0 1 16,4-1-1-16,-1-1 4 0,1 0 0 0,0 2 0 0,-1 0-1 15,1 1-5-15,0-1 3 0,-1 2 1 0,1 0 0 16,0 2 0-16,0-1 4 0,-1 3 1 0,1 2 2 16,7 10 1-16,-2 1-5 0,1 2-1 0,-3-5-1 15,-1 1 5-15,-3-2-3 0,1-2 1 0,0-1-2 16,0 1-7-16,-3-4 7 0,1-1 1 0,0-1 2 15,0 1 0-15,0-2-2 0,0-1-1 0,-2-1 0 0,2 2 4 16,1 0 1-16,1-1 1 0,0 1-1 0,-2 0-3 16,1-2-3-16,1 0 4 0,0-1-3 0,-2 1 10 15,1 0-10-15,-1-2 2 0,2 0-2 0,0 0 3 0,-1 0-3 16,1 0 1-16,0-2-1 0,-1 0 0 0,1 1 3 16,-2 1-5-16,7-6 3 0,-1 2-1 0,1-1-7 15,2-3 7-15,0 1-4 0,2-1 7 0,0 3-6 16,2-1-1-16,-2 1 0 0,6-1 3 0,5 1 1 15,2 1-1-15,2 0 0 0,-2 2-4 0,2 0 7 16,7 1-2-16,0-1 4 0,-1 0-11 0,-1 0 5 16,-3 0-2-16,-1 2 4 0,5 0 6 0,-6 0-6 15,1 0-2-15,-1 0-1 0,-2 2 1 0,-2 0 0 0,0 2 2 16,-1-1-1-16,1 3 1 0,-2-1-1 0,0 1 1 16,-1-2-2-16,1 1 6 0,-3-1-4 0,3 2 6 15,0-3-6-15,-5-1-4 0,3 0 4 0,-3 0-2 16,0 0 3-16,1 0-1 0,1-2 2 0,-6 0 1 0,7 0 0 15,-8 0-6-15,1 0 7 0,1-2-7 0,-2 2 6 16,2-2-7-16,-2 0 7 0,-5 2 1 0,-1 0 2 16,3-2-1-16,-2 2-74 0,3-2-11 0,-1 0-32 15,-4 2-116-15</inkml:trace>
  <inkml:trace contextRef="#ctx0" brushRef="#br0" timeOffset="62150.95">23135 3559 187 0,'0'0'142'0,"0"-2"-169"0,-2 0 157 0,0 0-80 0,0 0-32 16,1 0 7-16,-1 0 8 0,0 1-2 0,0-1 2 0,0 0-5 15,0 2-6-15,0 0 4 0,1 0-8 0,1 2-7 16,0 1-1-16,-2 14 0 0,0 15 1 0,2 3 5 15,0 2-2-15,2 2 3 0,0 2-4 0,1 0 0 16,-1-6-3-16,0 0 2 0,2 1 1 0,-1-8 12 16,1-1 3-16,-2-2 0 0,-2-5 2 0,0-1-2 15,0-3 0-15,0 1 1 0,0-2 2 0,0-2-8 16,0-4 3-16,0 2-4 0,0-3 3 0,-2-1-4 16,2-1 0-16,0-3 0 0,-2 3 3 0,0-2 0 15,1-1 0-15,-1 1 0 0,0-2 8 0,0 0-3 0,0 0-2 16,2 0-3-16,0-2-21 0,0-2 6 0,0 0-5 15,0-2 4-15,0-7-9 0,0-13 7 0,0 0-3 16,0-2 6-16,0 0-3 0,0-2-6 0,0-2 2 16,0 0-4-16,0-3 4 0,0 3-6 0,0 1 6 15,0-3-5-15,0 8 2 0,2-4 4 0,0 6-5 0,2 1 4 16,-1-1-6-16,1 7-1 0,2 0 3 0,-1 0-1 16,1 2 2-16,1 2 2 0,-1 4-8 0,-3 5 6 15,10 0-8-15,2-9 8 0,-2 4-2 0,0 1 3 16,-2 4-6-16,2 2 6 0,-1 0 2 0,-3 2 0 15,0 2-11-15,-1-1 15 0,-3 1-6 0,-1 11 9 16,3 4-8-16,-5 1 3 0,0 0-1 0,0 1 0 0,0-1-8 16,9-3 16-16,-2 2-7 0,-3-1 12 0,-3-3-2 15,-1 4-5-15,-2-5 5 0,0-1-6 0,-2-1 0 16,1-1 0-16,-1-2-5 0,-2 2 3 0,-2 0-4 0,3-1 1 16,-3-1 6-16,1-2-5 0,-1 1 2 0,2-3-4 15,1-1-2-15,-7 0 2 0,3-2-2 0,1 1 5 16,1-1-4-16,1 0 5 0,2 4-3 0,0-5-5 15,2 1 2-15,-2 0-3 0,-1 2 0 0,-1 0 0 16,0-1-2-16,2 1 2 0,1 0-3 0,-1-1 2 16,0 1 2-16,2-2-2 0,0 4-3 0,2 1 7 15,0 0-4-15,1 1 5 0,7 3-5 0,-3-2 7 0,10 1-3 16,-1-1 3-16,-1 0-7 0,2-1 7 0,0 1-4 16,-1-2 5-16,3 1-1 0,-4-1-2 0,0 1 2 15,0-3-3-15,-4 1 1 0,-2-3 2 0,-3 1 4 16,-3-2-5-16,3 0-2 0,-1 0 2 0,-3-2-3 15,0 2 3-15,-2-1 3 0,0 1-3 0,6 0 3 0,1 4-3 16,-1-3 4-16,1 1-17 0,-5-4-5 0,4 4-12 16,-3-2-68-16,5 1-40 0,3 1-10 0,0 0-7 15,-2-2-20-15</inkml:trace>
  <inkml:trace contextRef="#ctx0" brushRef="#br0" timeOffset="62437.54">23965 3921 400 0,'0'0'72'0,"-2"-2"138"0,0 0-170 0,0 0 14 15,-1 0 3-15,-1 0 7 0,-3 1 30 0,-6 1-13 16,-2 0-6-16,0 0-6 0,0 3-46 0,4 3 0 16,0 1-8-16,1 1 5 0,1 1-19 0,2 8 4 15,1-1-4-15,4 1 5 0,-9 0-4 0,2 0 2 16,3-3 5-16,3 3-4 0,3-4 2 0,0 2 9 15,0-2-4-15,3 2 6 0,1-2-6 0,2-2 2 16,-1 0-5-16,1-2 4 0,-4 1-6 0,11-1 5 16,-2 0-2-16,-4-1 3 0,2 1-1 0,-1 0 4 0,-4-3-1 15,-1-1 1-15,-1-1 0 0,0 0 13 0,0-1 1 16,-2-1 3-16,2 4-7 0,-2-2-13 0,0 1-1 16,0 1-2-16,-2-3 3 0,-2 3-35 0,-22 0-8 15,-5 3-14-15,1 4-56 0,-2 4-187 0</inkml:trace>
  <inkml:trace contextRef="#ctx0" brushRef="#br0" timeOffset="63025.47">21898 5096 462 0,'0'-2'46'0,"-1"0"91"15,-1 0-113-15,0 1 24 0,0-3 3 0,0 0 9 16,0 0 23-16,0 1-6 0,1-1-6 0,1 2 0 16,-2-2-23-16,0 1-1 0,2 1-4 0,-2-2 0 0,0 0-16 15,-2 1-5-15,3 1 4 0,-1 0-3 0,0 2 3 0,0 0-8 16,0 2-2-16,0 2-2 0,-7 23-1 0,2 11-5 16,3-1 1-16,2 2-3 0,0 3 0 0,2 1 5 15,0 2-4-15,0-4 3 0,2-1-3 0,-2-4-6 16,2 1 9-16,0-4-8 0,0-1 4 0,-1-3-2 15,-1-4-4-15,0-1 4 0,2-2-2 0,-2-2 1 16,2-1-2-16,-2-4 0 0,0 0-6 0,0 0-52 16,0-2 0-16,2 0-25 0,0-2-63 0,0-2-238 15</inkml:trace>
  <inkml:trace contextRef="#ctx0" brushRef="#br0" timeOffset="63569.92">21709 5842 260 0,'0'0'38'15,"0"0"-1"-15,-2 0 41 0,0-1-17 0,1-1 11 0,-3 0-20 16,0 0-11-16,2 2 4 0,-5 0-7 0,-4 0 12 15,0 0-1-15,-2 0 3 0,-2 2-4 0,2 2 7 16,-2 3-4-16,0 0 6 0,2 1-6 0,0 1 8 16,0-1-7-16,0 10-2 0,0-3-2 0,0 4-16 0,4 1 0 15,-1 0-3-15,-1 3 1 0,0-3-13 0,2 6-5 16,-2 0-4-16,1 0 1 0,7 0-5 0,1 2-1 16,-13-6 2-16,2 4-3 0,6 2 0 0,5-4 5 15,2 4-4-15,2 2 3 0,-1-4-14 0,5 0 8 16,1-2-2-16,3-2 5 0,-1-1 2 0,2-1-5 15,0 0-1-15,0 1-1 0,2-1-2 0,0-1 0 16,-1-2 1-16,-3-1-1 0,11-1-6 0,-1 0 1 0,1-6-1 16,4 1 0-16,1-3-5 0,1-1 6 0,0-3-1 15,-4 12 4-15,4-4 13 0,4-3-6 0,1-6 7 16,4-4-6-16,6-8 18 0,2-3-12 0,1-3 6 16,-1-3-9-16,-6-1 10 0,-1-1-11 0,-5 19 1 15,-1-22-4-15,-6-2 9 0,-4-2-4 0,3 4 0 0,-7-4-2 16,1 2 3-16,-2 0 0 0,-2 2 1 0,-4-4 0 15,1 6 5-15,-5-6 8 0,-1-1 1 0,-2-1 1 16,16-2 0-16,-7 4-4 0,-3-1-4 0,-6-1 0 16,-2 0-4-16,-4 1 5 0,-2-1 1 0,-1 6-1 15,-2 2-14-15,-1 3 6 0,1 4-3 0,0 2 4 16,5 2-9-16,-13 2-15 0,-1 1-15 0,-1 6-2 0,1-11-61 16,-1 6-33-16,1 3 6 0,-3 4-16 0,-1 4-26 15</inkml:trace>
  <inkml:trace contextRef="#ctx0" brushRef="#br0" timeOffset="64020.05">21601 6292 623 0,'0'0'54'15,"0"-2"2"-15,0 0 12 0,-1 0-10 0,-1-2-6 16,0 1 7-16,2-3 15 0,-2-5-9 0,2 4 9 15,0-1-25-15,0-1-35 0,0 7 5 0,0-2-15 16,0 1-9-16,0 1 6 0,2 0-3 0,0 2 5 0,0 0 1 16,-1 2 12-16,1 0-2 0,0 1 4 0,4 10-7 15,1 6 0-15,-3-6 2 0,-2-2-1 0,0-2-2 16,-2-7-1-16,0 2 4 0,1 0-1 0,1-1 14 0,0-1 14 16,0 0-2-16,0 0 6 0,2-2-2 0,1 0-14 15,14-9-4-15,-3 5-3 0,1-18-10 0,0-3-7 16,-2 3 0-16,5 4-3 0,-1-3-4 0,1 6 3 15,-3 0 0-15,-2 6 0 0,5 2-3 0,-5 3-28 16,2 0-2-16,-6 2-11 0,2-7-29 0,-2 2-20 16,2 1-16-16,4 1 1 0,-10 5-35 0,2 0-85 15,-3 1-35-15</inkml:trace>
  <inkml:trace contextRef="#ctx0" brushRef="#br0" timeOffset="64270.6">21765 6782 230 0,'0'0'111'15,"0"-2"-4"-15,-2 0 13 0,0 0-4 0,0 0-31 16,0 1 3-16,1-3-8 0,-1 0 9 0,0 0-9 16,0 1 1-16,0-1-25 0,0 0-6 0,0 1-6 15,1 1-25-15,-1 0-7 0,0 0 4 0,0 0-3 16,0 2 15-16,0 2-1 0,0 2-3 0,1 12 0 0,-3 14-18 15,2 2 4-15,0 1-1 0,0 2 3 0,2 1-7 16,0-1-4-16,0-2-1 0,0-5 0 0,0 2 4 16,0-6-26-16,0-2-4 0,0 3-12 0,0-7-34 0,0-3-65 15,2 4-33-15,0-6-28 0,0-4-266 0</inkml:trace>
  <inkml:trace contextRef="#ctx0" brushRef="#br0" timeOffset="64455.41">21496 7463 857 0,'0'0'89'0,"-2"0"14"0,0 0-27 0,0 0-38 16,0 0-11-16,0 0-15 0,0 0 7 0,1 0-8 16,-1 0 5-16,0 0-18 0,0-2-19 0,2 1 4 15,0-1-10-15,0 0-9 0,2 0-40 0,2 0-34 0,-1 0-10 16,16-9-192-16,1 4 115 0</inkml:trace>
  <inkml:trace contextRef="#ctx0" brushRef="#br0" timeOffset="64566.01">21722 7450 239 0,'0'0'51'0,"0"0"68"15,0 0-31-15,0 0-5 0,2 0-9 0,0 0 1 16,0 0-35-16,0 0-24 0,-1 0-3 0,3 0-12 0,0 0-48 16</inkml:trace>
  <inkml:trace contextRef="#ctx0" brushRef="#br0" timeOffset="66309.3">24448 4973 147 0,'-2'0'79'15,"0"0"-30"-15,0 0 68 0,-5 0-14 0,-6-1-63 0,-2-1 0 16,6 2 1-16,-1-2 1 0,-3 0 9 0,2 2 15 15,2 0-2-15,0 0 5 0,3 0-15 0,2 0-13 16,-1 0 3-16,1-2-7 0,0 2-5 0,1 0-6 16,-1 0-6-16,2 0 3 0,0 0-4 0,0 0 1 15,1 0 0-15,-1 0-1 0,2 0-3 0,0 0-3 16,2 0-7-16,-1 0 4 0,3-2-6 0,17-1-6 16,8-1 3-16,-1 2-5 0,0 0 2 0,3 2 2 0,3 0 3 15,-4 2-1-15,3 2-4 0,0-1 2 0,3 3-4 16,1 0 5-16,0 1 5 0,4-1-4 0,0 1 1 15,5 0-3-15,4-1-1 0,-3-2 1 0,3-2 2 16,-2 1-1-16,-7-1 2 0,3 0-2 0,-8 0 0 16,-1-2-1-16,2 2 0 0,-5 0 1 0,1-2-1 15,-9 0 1-15,0 0 4 0,2 0-6 0,0 0 2 0,0 0-3 16,-1 0 5-16,-3 0-3 0,0 0 5 0,-1 0-5 16,-1-2 6-16,-1 0-5 0,-3 0 3 0,1 0-3 15,-2 0-1-15,-2 2 2 0,-2-2-2 0,0 1 4 16,-3 1 2-16,-3 0 0 0,2 0 0 0,-5 0 0 15,2 0 2-15,0-2 6 0,-1 0-2 0,1 0 3 0,-2 0-7 16,0 0-2-16,0 0 3 0,0 1-1 0,-2-1 0 16,0 0 9-16,-2 0-6 0,0 0 8 0,0 0 2 15,0 0-12-15,-2 2 6 0,1 0-9 0,-1 0 4 16,0 0-6-16,1 0 2 0,-1 0-3 0,0 0 1 0,1 0-5 16,-1 0 4-16,0 0-3 0,0 0 2 0,3 0 1 15,-1 0-3-15,0 0 2 0,0 0-2 0,0 2 6 16,0 0 0-16,0 0 4 0,1 0-3 0,-1 2-6 15,-2 3 1-15,-3 10-1 0,-1 3 4 0,4 1-1 16,1 1-2-16,-1 2 1 0,0 0-3 0,2 2 0 16,1-2 3-16,-3 4 0 0,2-2 2 0,0 2-6 15,0-4-1-15,0 0-2 0,2 2 12 0,0-2-10 16,0 2 5-16,0-5-6 0,0-1 0 0,0-3 9 0,0 0-7 16,0-4 7-16,0-2-13 0,2 2 6 0,0-2 1 15,0 0 2-15,0-4 5 0,-2-3-4 0,0 0-2 16,0-2 0-16,0 0-1 0,0-1 8 0,2 3 0 15,0 0 2-15,-1 0 3 0,1-1-2 0,0-1 3 0,-2 0-4 16,0 0-3-16,0 0-3 0,-2 0 0 0,0-1-1 16,1 1 2-16,-3 0-4 0,2-2 2 0,-11 2-2 15,-2 0 9-15,0 0-6 0,-1 0-1 0,1-1-2 16,2 1-3-16,2 0 4 0,-1 0-1 0,5 0 2 16,0 0-4-16,3-2-1 0,0 0-1 0,0 2 1 15,1-1 0-15,-1 1-10 0,2 0 10 0,0 0-11 16,0-2 8-16,1 2 4 0,-1 0-5 0,0 0 6 15,2-1-2-15,0 1 2 0,2 0-1 0,0 0 1 0,-1 0-13 16,3 0 10-16,2 0 2 0,12 7 1 0,1-2 4 16,-1-1-3-16,3-1-1 0,1 1-1 0,0-2 1 0,-1 1 2 15,-3 1-2-15,-1-1 3 0,0 1-4 0,-6-2 1 16,6 1 0-16,-6 1 0 0,-4-2 0 0,1-1 6 16,-7-3-3-16,-1 2 5 0,2 9 1 0,6-1-3 15,-3 3 3-15,-3 0-2 0,-2 1 3 0,-2 1 1 16,-3 0-2-16,-5 0 1 0,3 0 2 0,-17 0-12 15,4 0 7-15,-3-2-8 0,5 0 4 0,1-4-3 16,2 2 1-16,2-4-1 0,0 3 5 0,6-1-5 0,-1-3 0 16,5-1-2-16,1 1-5 0,0-6-3 0,2 2 1 15,-2 1 1-15,-2 1 5 0,2 0-5 0,1-1-3 16,-1 1 1-16,2 0 2 0,0 0 0 0,0-1 3 16,0-1-3-16,2 2 1 0,-1 0 4 0,1-1-1 15,4 7 1-15,5 6 2 0,4 7-5 0,0-1 2 16,3 13-3-16,-3 0 7 0,-2 2-1 0,0 2 1 0,-4-3-1 15,1-1-1-15,-3-5 2 0,1-1 3 0,-1-3-1 16,-2-3 0-16,1-1 3 0,-2-5-5 0,-1-1 6 16,1-1-1-16,2 0 2 0,-3-2-5 0,1-2 4 15,0-1-3-15,0-3-7 0,-1 2 4 0,-1-3-9 16,0-1-14-16,0-1-80 0,2 0 3 0,-3-4-40 16,18 11-126-16</inkml:trace>
  <inkml:trace contextRef="#ctx0" brushRef="#br0" timeOffset="66948.78">25972 5824 457 0,'0'-2'54'0,"-2"0"94"0,0-2-110 0,1-1-19 15,-3-4 6-15,0 1-8 0,0 1 16 0,3 3 6 16,-1-2-4-16,0 3 5 0,0-1-12 0,0 0-22 15,0 1 7-15,0 1-9 0,1 0 24 0,1 0 2 0,0 0 1 16,0 2-1-16,0 2 5 0,0 0-7 0,0 2 0 16,-2 10-4-16,-2 11-3 0,0-3-6 0,1-2 5 15,-1 3-5-15,0-5-2 0,0-1-1 0,1 0-4 0,-1-6 3 16,0 0 1-16,2-4 0 0,1 1 0 0,1-5 0 16,-2 3-5-16,2-4 10 0,-2 2 3 0,0-1 3 15,0-1 3-15,0 0-11 0,0-2-1 0,1 0-2 16,-1 0-4-16,0-2-3 0,2-2-2 0,0-7 1 15,-2-7 0-15,2-3-3 0,0 1 1 0,0-2-1 16,2-1 7-16,0 1-2 0,1-2-3 0,1 3 0 16,2-1-8-16,-1 4 2 0,1 1 3 0,1 0-1 0,1 0 6 15,1 3-4-15,0 1 0 0,1 1-1 0,1 1 3 16,9 2-3-16,1-2-1 0,-3 3-2 0,-3 5 3 16,0 1-2-16,0-9 2 0,-4 5-4 0,0 2-6 0,-2 4 13 15,-1 0-6-15,-3 2 8 0,-1 0 6 0,-2-2-4 16,7 13 6-16,0 4-7 0,-3 0 0 0,-2-1 9 15,-4 1-6-15,0-4 6 0,-2 0-6 0,-2-2 0 16,-1 0 2-16,-3 0-1 0,1-1 2 0,-3-3-6 16,-4 1 2-16,-5-3-4 0,4 1-6 0,2-3 7 15,2 1-5-15,4 0 7 0,-3-2-7 0,1 0 1 16,2-1-1-16,3 1 1 0,4 0-1 0,0 0-12 16,-2 2 8-16,0-1-9 0,0 1 12 0,0 2-5 0,-1 1 4 15,3-1-3-15,0 3 5 0,0 0 0 0,0 1-2 16,0-1 2-16,2 2-1 0,1 0 4 0,1 0-3 15,2 2 3-15,-1-2-5 0,1-1-1 0,1 3 5 16,-1-4-2-16,-1 0 3 0,1 1 0 0,-1-1 0 0,1 0 0 16,-4-5 1-16,2 1 0 0,-3-1-3 0,1 0 2 15,4 3-7-15,-2-1 9 0,-1-1-5 0,1-3 6 16,2 2-6-16,-1 0-2 0,-1-2-2 0,0-1-3 16,1 3-18-16,1 0-42 0,-3-2-7 0,1 0-28 15,0-1-189-15</inkml:trace>
  <inkml:trace contextRef="#ctx0" brushRef="#br0" timeOffset="67240.95">26293 5959 460 0,'0'0'133'0,"0"0"-8"0,-2-1-46 15,1-1 17-15,-1 0-74 0,0 0-2 0,0 0 17 16,0 0-3-16,0 0 7 0,0 1-10 0,1 1-10 16,1 0 0-16,0 0-2 0,0 1 4 0,0 1-7 0,0 0 6 15,0 2-5-15,0 9 10 0,0 5-8 0,0 1 2 16,0-2-3-16,0 1 11 0,0-1-8 0,0 2 0 16,0-1-2-16,0-5-1 0,0-2-10 0,0-2 6 15,0-5-8-15,0 2 0 0,0 1-1 0,0 1-5 0,0-3 1 16,0 3-13-16,0-7-52 0,0 1-2 0,0 2-28 15,0 0-137-15</inkml:trace>
  <inkml:trace contextRef="#ctx0" brushRef="#br0" timeOffset="67366.77">26360 5816 667 0,'0'0'216'0,"0"0"-287"0,-2-1 244 0,0-1-135 0,1 0-42 15,-1 0-5-15,0 2 6 0,0 0-9 0,0 0-40 0,0 0-236 16</inkml:trace>
  <inkml:trace contextRef="#ctx0" brushRef="#br0" timeOffset="67708.58">26540 5874 281 0,'0'0'148'0,"-2"0"-3"0,1 0-49 15,-1 2-1-15,-2 0-65 0,0 0 4 0,1 1 28 0,-7 10-1 16,1 2 8-16,0 0-1 0,-1 0-14 0,3-2 4 16,1 0-9-16,-1 2-15 0,3-6 1 0,1 2-6 15,1-2 5-15,2-5-11 0,0-2-6 0,0 0-1 0,0 2-1 16,0-1-8-16,0 1 1 0,0 0-5 0,0-2 2 16,0-1-8-16,0 1 9 0,2-2-4 0,-1 0 4 15,1-2-10-15,0 1 3 0,-2-1 4 0,8-15-1 16,-1-2 1-16,0 5 1 0,1-1-7 0,-3 5 3 15,1-1-7-15,-2 6 5 0,-2 1-2 0,-1 0 2 16,3 1-5-16,0-1-3 0,0 0 7 0,-3 4-6 16,11-4 6-16,-5 3 4 0,6 1-1 0,0 0 3 0,-2 3 1 15,6 3-2-15,-4 1 1 0,-2 1 1 0,4 3 10 16,-2-2-10-16,2-7 4 0,-2 9-7 0,-4 0 3 16,-2 0 7-16,-1-3-5 0,1 3 4 0,3-5-12 15,-5-1-61-15,3 3-18 0,-1-7-35 0,-3 3-253 0</inkml:trace>
  <inkml:trace contextRef="#ctx0" brushRef="#br0" timeOffset="68626.28">25556 6628 137 0,'0'0'48'0,"0"0"-4"0,0 0 27 16,0 0 4-16,0 0-10 0,0 0-7 0,0 0-18 16,0 0-11-16,0 0 1 0,0 0-18 0,0 0 28 15,0 0 0-15,0 0 8 0,0 0-3 0,0 0-7 16,0 0 5-16,0 0-5 0,0 0 10 0,0 0-12 15,0 0-4-15,0 0-1 0,0 0-13 0,0 0 7 16,0 0-4-16,0 0 4 0,0 0-1 0,0 0 15 16,0 0-2-16,0 0 3 0,0 0-13 0,0 0-3 0,0 0 1 15,0 0-2-15,0 0 5 0,0 0-9 0,0 2 2 16,0 0-5-16,0-1-4 0,0 1 3 0,0 0 0 16,0 0-1-16,0 0-10 0,-2 0 3 0,1 0-3 15,-1 1 4-15,0 1-1 0,0 0 6 0,0-1-3 16,0 1 4-16,0 0-10 0,1 0 6 0,-1-1 0 0,-2 1 2 15,0 0-2-15,2-4-2 0,-9 7 4 0,-2 1-2 16,0-1 11-16,-2 0-10 0,-3 1 0 0,1-3-3 16,-1 3-3-16,1-3 9 0,-5 3-3 0,-1-3 4 15,1-1-8-15,0 0 0 0,-4-1-1 0,-4 1 1 16,-2-2-9-16,-7 0 6 0,6 0-3 0,-6-2 6 16,0 0-5-16,-4 0 5 0,-3 0-3 0,1 0 3 0,3 0-5 15,-1 0-2-15,4 0 5 0,2 0-3 0,3 0 11 16,3-2 3-16,3 0-7 0,0 0 5 0,0 0-10 15,2 2 0-15,0 0 1 0,0 0-1 0,2-2 3 0,2 2-8 16,1 0 6-16,-1-1-6 0,4 1 0 0,-7-2 5 16,5 0-4-16,0 0 5 0,1 0-8 0,2 2 7 15,-3-2-8-15,3 0 8 0,-1-1-3 0,1 1-2 16,0-2 6-16,2 2-5 0,1-1 7 0,-1-1-3 16,-2 0-1-16,0 0 0 0,6 3-4 0,-4-3 4 15,0 0-1-15,2 1 3 0,0 1-5 0,2 0 5 16,0 0-3-16,0 0 4 0,4 0 5 0,-1 0-11 15,3 2 9-15,-1 0-9 0,2 0 7 0,1 0-9 0,-1 0 1 16,0 0-5-16,0 0 2 0,1 0 1 0,-1 0 1 16,2 0 1-16,0 0 4 0,0 0 0 0,1 0-3 15,-1 0 3-15,0 0-4 0,0 0 1 0,0 0 0 16,0 0 0-16,0 0 3 0,1 0-3 0,-1 0 2 16,0 0-3-16,0 2 2 0,0 0-2 0,0-2 1 0,0 2-2 15,1 0 1-15,-1-2 5 0,0 2-5 0,0 0 4 16,0-1-4-16,0 1-1 0,0 0 4 0,1 0-3 15,-1 0-6-15,0 0 7 0,0-1-6 0,2 1 6 16,0 0-6-16,0 0 3 0,0 2-9 0,0-1 1 16,0-1-53-16,0 8-145 0,0 3-43 0</inkml:trace>
  <inkml:trace contextRef="#ctx0" brushRef="#br0" timeOffset="71269.74">12370 10113 1 0,'0'0'31'0,"-2"0"5"15,0 0 26-15,0 0 3 0,0 0-18 0,0 0-18 0,1 0-24 16,-1 0 5-16,0 0-8 0,0 0-2 0,0 0-1 16,0 0 5-16,0 0-1 0,1 2 13 0,-1 0-1 15,0-1-2-15,2-1 3 0,0 0 3 0,0 0 4 16,2 0 1-16,0 0 1 0,-1 0-6 0,5 0 2 15,18-7-8-15,4-4 6 0,5-4-11 0,8-5 11 16,2-1-7-16,9-1 8 0,11-2-3 0,10 0 7 16,5 1-6-16,-4 1 4 0,-2-2-11 0,-1 2-6 15,-1-2 6-15,8-2-7 0,8-2 6 0,16-2 0 16,6 2-5-16,5-2 3 0,-2 1-6 0,-9-7 0 0,-1 3 3 16,6 0-3-16,8-3 4 0,8 1-4 15,3 31 0-15,-11-37-2 0,-9 2-4 0,-2 8 8 0,-2-1-1 16,6-1 2-16,5 5-4 0,-5 2-3 0,-12 2 0 15,-10 7-2-15,-16-1 4 0,-5 7-2 0,-5 3 3 0,-5 3-1 16,1 3 3-16,-9-22-10 0,-3 11-26 0,-7 9-2 16,-5 4-156-16</inkml:trace>
  <inkml:trace contextRef="#ctx0" brushRef="#br0" timeOffset="71583.48">14013 10089 429 0,'2'-2'41'0,"3"0"87"0,40-18-124 0,16-5 4 15,6 3-4-15,17-2 2 0,-3 0-7 0,3 0 1 16,-2-2 0-16,-1-4 2 0,7-1-5 0,12-1 6 0,9-1-4 16,14-5 6-16,-1 35-4 0,-6-42 0 0,1-5-1 15,-2 0 0-15,9-6 2 0,12 4-6 0,-1-4 11 16,-9 8-10-16,-11 4 11 0,-1 6-7 0,-1 5-4 16,4 5-1-16,-6 2 1 0,-3 8 3 0,-19 1 0 0,-18 6 0 15,-6 2-8-15,-13 5-56 0,-4-20-72 0</inkml:trace>
  <inkml:trace contextRef="#ctx0" brushRef="#br0" timeOffset="74879.49">23829 9023 623 0,'0'0'39'0,"0"0"-1"0,-1 0 15 0,-1 0 1 16,0 0-5-16,0 0 27 0,0 0-8 0,0 0 0 15,0 0-4-15,1 0-3 0,-1 0-18 0,0 0-1 0,0 0-10 16,0 0-25-16,0 0 6 0,0 0 1 0,2 0 2 16,0 0 0-16,0 0 6 0,2 0 2 0,0 0 3 15,2 0 12-15,-2 0-23 0,13-2 3 0,-4 0-9 16,2 0-7-16,-4 1 6 0,2-1-6 0,-2 2 5 15,1 0-18-15,-1 0-18 0,-2 0-12 0,1 0-5 16,-3 0-75-16,1 0-186 0,0 2-24 0</inkml:trace>
  <inkml:trace contextRef="#ctx0" brushRef="#br0" timeOffset="75035.56">23857 9211 646 0,'0'0'71'0,"0"0"8"0,-2 0-25 16,1 0-16-16,1 0-19 0,0 0 2 0,0 0 34 15,0 0-5-15,0 0 15 0,0 0 0 0,1 0-20 16,1 0-7-16,0-2-4 0,2 0-30 0,0 0-9 16,5-2-11-16,8-3-11 0,-1-1-129 0,3 1-215 15</inkml:trace>
  <inkml:trace contextRef="#ctx0" brushRef="#br0" timeOffset="75781.72">21507 7361 231 0,'0'0'68'0,"-2"0"-6"0,0 0 22 15,0 0 6-15,0 0-20 0,-1 0 6 0,-7 0 9 16,-1 0-1-16,2 0 5 0,-2 0-5 0,5 0-5 16,-1 0-9-16,3 0 1 0,0 0-32 0,1 0-21 15,-1 0 3-15,2 0-10 0,0 0-2 0,0 0 2 16,0 0-6-16,2 0 4 0,2 2-5 0,0 0-1 0,4-2 4 15,16 5-5-15,2 1 5 0,2-2-8 0,2-2 3 16,2-1-4-16,-1-1 1 0,1 0 4 0,0 0-4 16,0-1 3-16,-1-1-1 0,1 0-16 0,0 0-4 15,-2 0-8-15,-3 0-36 0,3-1-62 0,-9 1-30 16,-1 0-18-16,-5 2-169 0</inkml:trace>
  <inkml:trace contextRef="#ctx0" brushRef="#br0" timeOffset="75973.07">21507 7660 492 0,'-2'0'332'0,"0"0"-425"0,0 0 384 0,0 0-208 15,0 0-66-15,1 0 9 0,-1 0-4 0,0 0 6 0,0 0 6 16,0 0-7-16,2 0 1 0,0 0-4 0,2 0-14 16,0 0-2-16,5 0-1 0,25-4 2 0,-2 3 4 15,3-1-36-15,0 0-28 0,5-2-38 0,4 2-419 0</inkml:trace>
  <inkml:trace contextRef="#ctx0" brushRef="#br0" timeOffset="82073.95">27016 5612 40 0,'0'0'9'0,"0"0"6"0,0 0 9 0,0 0 9 0,-2 0 1 16,0 0-2-16,0 0 3 0,0 0-4 0,0 0 5 15,0 0 1-15,1 0 1 0,1 0 1 0,0 0-3 16,0 0-18-16,0 0 1 0,0 0-9 0,0 0 7 16,0-2-2-16,0 0-4 0,0 1 7 0,0-1-7 15,0 0 5-15,0 0-7 0,0 0 3 0,0 2-5 16,0 0 8-16,0 0-3 0,0 0 1 0,0-2 0 15,0 2 5-15,-2 0-11 0,0 0 7 0,0 0-8 0,0 0 3 16,0 0 3-16,0 0-8 0,1 0 5 0,-1 0-8 16,2 0-2-16,-2 0 1 0,2 0-1 0,0 0 8 15,0 0-11-15,0 0 5 0,0 0-7 0,0 0 3 0,0 2 5 16,0 0-6-16,0 0 4 0,0 0-20 0,0 0-24 16,2-1-11-16,0 1-7 0,-1 0-59 0</inkml:trace>
  <inkml:trace contextRef="#ctx0" brushRef="#br0" timeOffset="83081.5">27088 5733 161 0,'0'0'46'0,"0"0"-3"0,-2 0 36 16,0 0 1-16,0 0-4 0,-1 0 1 0,-1 0-18 15,-5 0 4-15,1 0-9 0,3 0-4 0,1 0-15 16,0 0 4-16,1 0-6 0,-1 0 4 0,2 0-9 16,0 0 1-16,-2 0-4 0,1 0-8 0,-1 0 10 15,2 2-5-15,0 0 8 0,0-1 3 0,1 1-5 16,1 0-2-16,0 0-2 0,1 0-9 0,1 0-1 15,2 0-2-15,11 1 0 0,3 3-6 0,7-1 3 0,-1-1-5 16,-2 0 4-16,4-2-6 0,2 0 2 16,-4-2 0-16,11 1-1 0,-7 1-4 0,-6-2 1 0,1 2 1 15,-12-2 1-15,6 2-2 0,1 0 2 0,-3-2-2 16,2 2 3-16,-4-2 0 0,-4 0 0 0,2 2 3 16,0-1-3-16,-7-1-1 0,2 0 9 0,-3 0-8 15,-1 0 9-15,4 0-5 0,-3 0 5 0,1 0-1 0,0 0 2 16,0 0 0-16,-1 0-3 0,1 0-1 0,-2 0-1 15,0 0-6-15,0 0 5 0,-1-1-4 0,1-1 3 16,0 0-6-16,0 0 2 0,0 0 4 0,0 0-2 16,0-1-1-16,-2-1 1 0,0-2-5 0,1-3 2 15,-1-2 0-15,0 2-1 0,0-1 3 0,0-1-3 16,0 0 1-16,0 4-2 0,0-1 1 0,2 1 0 0,-2-1 3 16,0 3-1-16,0-1-1 0,0 4-1 0,2-1-1 15,0-1 0-15,0 0-1 0,0 0 2 0,0 3 0 16,-2-1 0-16,0 0 1 0,0 0-1 0,1 0 0 0,1 0 1 15,0 2-1-15,0 0-1 0,0 0 0 0,0 2 3 16,0 0-3-16,-1 0 1 0,1 2-6 0,2 1 6 16,3 6 2-16,1 0 0 0,-1 1-1 0,-1-1 1 15,-1 0-2-15,-1-2 2 0,2 0-3 0,-3-1 2 16,1-1-1-16,0 1 3 0,-1-1 2 0,-1-1-4 16,2 1 4-16,-2-3-4 0,0 1-1 0,0-1 8 15,-1 0-5-15,-1-2 8 0,0 0-7 0,0-1 3 0,2 3-4 16,0 0 5-16,0 0-1 0,0-1 0 0,0-1 5 15,1 0-4-15,1 0 0 0,0 0-1 0,0 0-2 16,-1-2 3-16,1 0 3 0,0 0-12 0,-1-2 4 16,1 0-6-16,0 0 10 0,0-2-7 0,-1 1 2 0,-1-1-4 15,0-5 8-15,2-1-5 0,-1 3 0 0,-1 1-1 16,2 1 4-16,-2-3-4 0,0 1 5 0,0 3-6 16,-1 0 1-16,-1 3-1 0,4-1-4 0,0 0 3 15,0 0-2-15,1-2 1 0,3-1 3 0,-1 1 0 16,2-2 4-16,2 3-7 0,2-1 1 0,2 0-2 15,2 2 12-15,3 1-6 0,1 1 6 0,1 0-6 16,0 0 3-16,4-2 6 0,4 0-4 0,2-2 5 16,1 0-5-16,1 1 0 0,-8 1-3 0,-4 0 0 0,-4 2-6 15,-6 0 5-15,1 0-1 0,0 0 4 0,-6 0-6 16,0 0 4-16,1 0 0 0,-1 0 1 0,-3 0-2 0,0 0-9 16,1 0-2-16,-1 0-3 0,0 0-9 0,-1 2-14 15,1 0-5-15,0 0-3 0,-1-2-15 0,1 0-52 16,-2 1-13-16,0-1-21 0,0 2-104 0</inkml:trace>
  <inkml:trace contextRef="#ctx0" brushRef="#br0" timeOffset="83717.73">27584 4873 201 0,'0'-2'47'0,"-2"-1"70"16,0-3-58-16,-5-9-27 0,3 4 7 0,0 2-11 15,0-1 13-15,1 1 8 0,1 4-5 0,0 1 3 16,0 0-25-16,0 1-8 0,0-1 0 0,1 2-2 0,-1 0 2 15,2 2 4-15,0 0-4 0,0 0 4 0,0 2-6 16,0 0 6-16,0 0-3 0,0 16 2 0,2 3-1 16,-1-3-12-16,1 1 10 0,0-1-10 0,-2 1 16 0,0 1-16 15,0-1 6-15,0 3-9 0,2-1 7 0,-2 1 3 16,0-2-6-16,0 1 4 0,0-5-9 0,0 1 3 16,0 0 6-16,0-6-2 0,0 2 5 0,0-2-3 15,0 0-2-15,0-5 0 0,0-1 2 0,0-3 8 16,0 2 2-16,0 0 2 0,0-1 5 0,0 1 0 15,-2-2-2-15,0 0 1 0,0 0 0 0,1 0-15 16,-1-2 5-16,0 0-7 0,0 0 7 0,0-2-12 16,0 0 0-16,1 0-3 0,-1-2 7 0,0 1-2 0,0-5-1 15,0-3-2-15,-2-2-2 0,1 4 3 0,-1-2-1 16,2 1 3-16,0 1-5 0,0 0 5 0,-1-1-1 16,-1 1 1-16,0 2-3 0,1-1-2 0,1 1 5 15,-2-1-3-15,0 1 5 0,1 0-2 0,1 1 1 0,2-1-1 16,0-1 3-16,0-1 7 0,0 0-7 0,2-3 5 15,1 1-13-15,3-2 12 0,1 2-5 0,-5 0 5 16,17-2-12-16,-1 6 5 0,1-5-2 0,-3 3 2 16,1 0 4-16,-2 1-9 0,-2 1 7 0,0 1-8 15,-2 5 2-15,0-1 0 0,-1 0 1 0,-1 0 1 16,-2 0 4-16,1 0-4 0,-1-3-1 0,-3 3 0 16,1-2-10-16,-1 2 8 0,2-1-1 0,-1-1 3 0,1 2-14 15,-2 0-44-15,-1 0-5 0,1 2-14 0,0 0-27 16,1 0-174-16,1 0 9 0</inkml:trace>
  <inkml:trace contextRef="#ctx0" brushRef="#br0" timeOffset="84470.79">27669 4834 108 0,'0'0'62'0,"0"-2"-7"0,0 0 22 15,0 1 5-15,0-1-18 0,0-2 2 0,0 0-1 0,0 2-3 16,0-5 2-16,0-4-6 0,2-2-13 0,2-2-1 15,1 4-5-15,3 0-5 0,-1 2-19 0,-3 5 5 16,9 2-11-16,0-7-1 0,-2 3 1 0,-2 2 2 0,-3 4 1 16,1 0 9-16,-3 0 9 0,0 0 1 0,-1 2 4 15,1 2 6-15,-2 0-9 0,5 11 0 0,-3 1-3 16,-4-1 4-16,0 0-11 0,-4 0 5 0,-1-2-8 16,-3 2-3-16,-1-2-1 0,5-2-3 0,-12-2 1 15,1-2-4-15,4-1-6 0,-4 1 3 0,4-1-4 16,1-2 2-16,1-1 2 0,5-1-2 0,1 0 4 15,3 0-3-15,-2-2-5 0,-2 2 1 0,0 2-1 0,1-1 0 16,-1 1 1-16,2 0 4 0,0-1-1 0,0 1 2 16,1 0 7-16,1 0-6 0,0-1 7 0,0 1-10 0,0 2-2 15,0 1 2-15,1 4-1 0,1-2 8 0,2 3-10 16,2 1 1-16,-1-2-3 0,1 0 5 0,-1 0-5 16,1 0 1-16,-2-2-2 0,-1 1 7 0,1-3-4 15,0 1 4-15,-1-3-7 0,1 1-13 0,2 1-13 16,-1-3-10-16,6 5 0 0,2-1-28 0,0-3-40 15,4-1-51-15,2 0-1 0,-3-4-190 0</inkml:trace>
  <inkml:trace contextRef="#ctx0" brushRef="#br0" timeOffset="84779.57">28080 4975 89 0,'0'0'48'0,"0"0"-11"0,-2 0 47 15,0-2-8-15,0 1-29 0,0-1 1 0,0 0 1 16,-1 2 2-16,-1 0 10 0,0 0-18 0,0 0 2 0,1 0-6 15,-3 0 7-15,-1 2-11 0,-3 1 1 0,1 3-3 16,2 0 5-16,1-5-8 0,2 14 4 0,1-2-5 16,-7-2 6-16,3 1-2 0,3-3 6 0,1-2-3 15,1 1 12-15,0-1-10 0,2-3 6 0,0-2-6 16,0 0 7-16,2 1-11 0,0 1-4 0,-1-2-1 16,1 0-2-16,2 0-7 0,3-2 5 0,3 0-8 0,1 0-3 15,-2-2 6-15,-5 2-8 0,1-2 8 0,-1 0-5 16,-2 2-1-16,7-11 7 0,-3 2-6 0,-2-3 10 15,-4 3-10-15,0-2 2 0,-2 4-6 0,-2-1-5 0,2 3 0 16,-15 1-6-16,-3-11 3 0,-2 4-10 0,3 5-26 16,-1 4-5-16,3 2-11 0,-2 4-38 0,1 4-69 15,-3 5-43-15</inkml:trace>
  <inkml:trace contextRef="#ctx0" brushRef="#br0" timeOffset="85622.48">26943 5850 423 0,'0'0'60'0,"0"0"-1"15,-2-2 27-15,0 0-6 0,1 0-6 0,-1 0 3 16,0 1 0-16,-2-1 0 0,0 0-2 0,1 0-16 16,1 0-24-16,0 0-1 0,0 2-6 0,0 0 4 15,0 0-13-15,1 2 5 0,-1 0-8 0,0 2-2 0,0 7-3 16,0 11 1-16,2 4 0 0,0-2 6 0,0 6-4 15,0-2-1-15,0 3-1 0,2 5-2 0,-2-7 7 16,0 3-2-16,2-2 2 0,-2-4 0 0,0 1 0 16,0-6 4-16,0 5-4 0,0-4-3 0,0-3-1 15,0-3 0-15,0-3 0 0,0-1-2 0,0-3-5 16,0-2-2-16,0 1 0 0,0-1 5 0,0-5-6 16,2 7 4-16,-2-3-5 0,0-2-2 0,0-1 8 0,0 1-9 15,2 0 5-15,-1-1-12 0,1 1-19 16,0 0 2-16,0 0-8 0,0-3-3 0,-2 1-6 0,2 0 6 15,-2 0-6-15,2 0 3 0,-1 0 5 0,-1 0 2 16,0-1 2-16,2 1 12 0,0 0 9 0,0 0-3 16,0-2 7-16,0 0 5 0,0 0-4 0,-1 0 4 0,1 0-4 15,0 0 7-15,0-2 6 0,0 0-2 0,0 0 2 16,0 1-1-16,-2 1-2 0,0 0 4 0,0 0-3 16,0 1 6-16,0 1 4 0,-2 0-7 0,0 4 6 15,-11 16-3-15,-2 2-2 0,-2 0 8 0,14 0-7 16,-16 2 7-16,1 0 2 0,-1 0 0 0,2-1 2 15,-3 1 6-15,-2-4-6 0,5 0-2 0,-2-3-2 0,4-5-2 16,6-1-7-16,2 0 6 0,5-5-6 0,-2 1 3 16,0-3-12-16,4-4 0 0,-1 1-3 0,-1 1 6 15,0 0 3-15,0-1-4 0,0-1 3 0,2 0-7 0,2-2-2 16,0 0 0-16,2-2-3 0,-1 0-1 0,16-3 4 16,-1-19-1-16,3 0 1 0,-1-2-6 0,-1 0 4 15,-1 0 3-15,-3 2 0 0,0 1 5 0,-2-1-2 16,0 4-4-16,2 1 2 0,-4 4 1 0,2 4-5 15,0 0 5-15,-2 4-4 0,2-1 3 0,-2 1-2 16,0-1-2-16,4 5 0 0,2-9-1 0,0 3 8 16,1 2-2-16,1 5 3 0,-2 2 0 0,1 0 2 15,-1 2 4-15,3 3-2 0,-5 1 1 0,0 1-6 16,0 1 3-16,-8-3-3 0,6 5 8 0,-3-7-6 0,3 10-4 16,1-2 0-16,1 2-1 0,2-1 6 0,-8-1 1 15,8 0 1-15,-11-2 0 0,-3 0-10 0,3-1 3 16,-1-1-10-16,1 1-24 0,-4-5-26 0,2 3-6 15,-3-2-3-15,-1-2-22 0,4 1-78 0,0 1-18 0,0 0-30 16,-3-1-160-16</inkml:trace>
  <inkml:trace contextRef="#ctx0" brushRef="#br0" timeOffset="85861.92">26737 6791 272 0,'-2'0'177'15,"0"0"-196"-15,-1 0 206 0,-8 0-98 0,-1 2-3 16,-1 0-17-16,4 0 6 0,5-2-9 0,-3 3 8 0,3 1-12 16,1 0 4-16,-1 3-8 0,-2 10-8 0,4 0-6 15,2 1-2-15,2-1 0 0,2-2-13 0,7 5-5 16,0-5-2-16,2 0 0 0,13 5-14 0,-3-8 6 16,-1 1-12-16,-2 3 11 0,-1-1-13 0,-1 4 2 15,1-1 6-15,-2-3-4 0,-1 2 4 0,-1-4-3 16,0 2-5-16,0 0 1 0,0-4-2 0,-2 4-36 15,0-2 1-15,0-2-17 0,3 2-25 0,-1-4-16 0,0-2-11 16,0-1-3-16,0-2-59 0</inkml:trace>
  <inkml:trace contextRef="#ctx0" brushRef="#br0" timeOffset="86103.13">27419 6682 325 0,'0'0'136'16,"-2"0"17"-16,0 0-13 0,-2 0-46 0,-11-2-16 16,4 2-21-16,-9 0 13 0,1 2-5 0,-3 3 7 15,1 3-9-15,5 1-16 0,-3 4 3 0,2-2-8 0,1 17-1 16,-3 2-21-16,4 3 1 0,0 2-8 0,-1 1-8 16,-1 1 1-16,-2 0-6 0,3 0 5 0,-1 2-12 15,4-2-22-15,0 0 0 0,2-5-8 0,2-2-16 0,3-3-35 16,2-1-22-16,2-5-9 0,1-3-116 0</inkml:trace>
  <inkml:trace contextRef="#ctx0" brushRef="#br0" timeOffset="86337.7">26993 7372 363 0,'0'0'184'0,"0"0"-209"16,-2-2 212-16,1 1-102 0,-1-1-7 0,0 0-13 0,0 0 4 15,0 0-9-15,0 0 0 0,0 0-24 0,1 1 3 16,-1 1-12-16,0 0-5 0,2 0 1 0,0 1-2 16,0 1 2-16,0 0-5 0,-2 20-3 0,2 3-2 15,0-1 1-15,0 2 2 0,0 2-1 0,0-4 0 0,0 2-2 16,0-2-7-16,0-6 5 0,0 1-6 0,2 1 4 16,0-1-9-16,-2-4 5 0,2 0-4 0,-2-8 2 15,1 2-14-15,1 3-50 0,0-3-6 0,2 0-21 16,-2-3-88-16</inkml:trace>
  <inkml:trace contextRef="#ctx0" brushRef="#br0" timeOffset="87749.22">27376 6880 248 0,'0'0'51'0,"-2"0"-1"0,0 0 22 0,0-2-8 16,2 1-6-16,0-1-17 0,0 0-2 0,0 0 0 15,0 0-2-15,0 0-8 0,0 0-10 0,0 1-3 16,0-1-2-16,0 0-12 0,0 0 2 0,0 0-1 0,0 0 1 16,0 0 2-16,0 1-4 0,0-1 2 0,0 0-4 15,0 0 6-15,0 0 7 0,0 2-7 0,0 0 5 16,0 0-7-16,0-2 10 0,0 0 3 0,0 2 0 16,0-1 1-16,0 1 2 0,0 0 0 0,0 0 1 15,0 0-4-15,0 0-4 0,0 0-3 0,0 0 1 0,0 0-4 16,0 0-1-16,0 0 0 0,2 0 0 0,0 0-5 15,0 0 1-15,0 0 0 0,0 1 1 0,-1 1 1 16,1 0 0-16,0 2 0 0,2 13 1 0,0 7 0 0,-1 4 3 16,-1-1-1-16,0 9 1 0,0 3-1 15,-2-8 3-15,0 3-4 0,-2-3 3 0,0-5-10 0,0 0 6 16,0-3 3-16,1-7 1 0,-3 3 3 0,2-6-3 16,0 0-6-16,0-2 4 0,2-5-5 0,0 1 6 15,0-1-2-15,0-5 3 0,0 1-7 0,-2 2 7 16,2 0 1-16,0-1 1 0,0 1-4 0,0-2 11 15,0 0-12-15,0 0 11 0,0-2-16 0,0 0-1 16,2-2 7-16,0 0-5 0,0-4 4 0,5-12-5 0,3-6-1 16,-3 3-2-16,1-1-3 0,-1-2 8 0,0 2-1 15,-1 1 3-15,-2 4-10 0,-1-5 10 0,1 2-8 16,-2-3 9-16,-2-1-7 0,0 6 1 0,0 3 1 16,0 6-1-16,0-6 0 0,0 4 2 0,0-4 1 15,0 0 0-15,-2 4-5 0,0 0 0 0,0 3 4 0,1 1-1 16,-1 1 1-16,2 1-2 0,-2-1 1 0,0-1 0 15,0-1 1-15,2 4-2 0,0 1-4 0,0 1 4 16,-2-4 1-16,2 4-4 0,0-1 7 0,0-1-5 16,0 2 4-16,0-2-2 0,0 3-3 0,0-3 1 15,0 2 1-15,-2-2-6 0,1 1 9 0,-1-1-7 16,0 0 10-16,0 0-5 0,2 1-1 0,0 1 0 16,0 0-4-16,0 0 7 0,0 0-6 0,0 0 5 0,0 1 0 15,0-1-2-15,0 0 4 0,0 0-5 0,0 0-5 16,0 0 6-16,0 0 0 0,0 1 3 0,0-1 0 0,0 0-2 15,0 2-5-15,0 0 3 0,0 0 3 0,0 0-2 16,0-2 4-16,0 2-4 0,0-2 0 0,0 0 0 16,0 0-2-16,0 1 2 0,0-1-1 0,0 0 4 15,0 0-4-15,0 0 3 0,0 0-3 0,0 0-3 16,0 2 7-16,0-1-5 0,0 1 4 0,0 0-1 16,0 0-4-16,0 0 3 0,0 0-2 0,0 0 4 15,0-2-1-15,0 2 3 0,-2 0-4 0,2 0-1 16,0 0 2-16,0 0-1 0,0-2-1 0,0 2 1 15,0 0-1-15,0 0 1 0,0 0 3 0,0-2 0 0,0 0-3 16,0 2 0-16,0 0-7 0,0 0 10 0,0-2-3 16,0 2 5-16,2 0-6 0,-2 0-2 0,2 0 2 15,-2 0-2-15,2 0 9 0,-2 0-8 0,0 0 5 0,0 0-5 16,0 0 9-16,0 0-4 0,0 0-3 0,0 0 0 16,0 0-5-16,0 0 5 0,0 0 0 0,0 0 1 15,0 0 6-15,0 0-7 0,0 0 0 0,0 0-2 16,0 0-2-16,0-2 3 0,0 2 2 0,0 0 0 15,0-1 3-15,0 1-1 0,0 0-5 0,0-2 2 16,0 2 0-16,0 0 1 0,0 0 3 0,0 0-2 16,0 0-2-16,0 0-3 0,0 0 3 0,0 0-2 15,0 0 6-15,0 0-3 0,0 0-1 0,0 0-2 0,0 0-4 16,0 0 4-16,0 0 2 0,0 0 0 0,0 0 3 16,0 0-6-16,0 0 4 0,0 0-3 0,0 0 6 0,0 0-2 15,0 0-2-15,0-2 0 0,0 2 0 0,0-2-2 16,0 2 2-16,2 0-2 0,-1 0 2 0,-1 0 1 15,0 0-1-15,0 0 0 0,0 0 0 0,0-2 4 16,0 2-4-16,0 0 4 0,0 0-7 0,0 0-1 16,0 0 4-16,0 0-1 0,0 0-2 0,0 0 7 15,2 0-6-15,0 0 7 0,0 0-12 0,-2 0 10 16,0 0-6-16,0 0 8 0,0 0-6 0,2 0 2 0,0 0 2 16,0 0-1-16,-1 0-4 0,1 0 2 15,0 0 0-15,0 0 0 0,0 0 0 0,-2 0 2 0,0 0-3 16,0 0 4-16,0 0-2 0,0 0-2 0,0 0 4 15,0 0-4-15,0 0 0 0,0 0 5 0,0 0-6 16,0 0 6-16,0 0-3 0,0 0-5 0,0 0 3 0,0 0-4 16,0 0 6-16,0 0 1 0,0 0-1 0,0 0 0 15,0 0 2-15,0 0-5 0,0 0 2 0,0 0-3 16,0 0 3-16,0 0 1 0,-2 0 1 0,2 0 0 16,-2 0-5-16,0 0 5 0,2 0-5 0,0 0 4 15,0 0-10-15,0 0-4 0,0 0-4 0,0 0 0 16,0 0-11-16,0 0-14 0,0 0 7 0,-2 2-10 15,2 0-1-15,0 0 10 0,0 0-6 0,0-1 7 16,0 1-4-16,0 0 6 0,0 0 1 0,0 0-1 0,0 0-14 16,0 0-206-16</inkml:trace>
  <inkml:trace contextRef="#ctx0" brushRef="#br0" timeOffset="88551.09">27461 6797 74 0,'0'0'15'0,"0"-2"-1"15,0 0 8-15,0 0 6 0,0-2-5 0,0-1 18 16,0-8-2-16,0 0-6 0,2 2 2 0,0 3-3 15,2 1 21-15,-1-1-4 0,-1 5 6 0,0-1-20 0,-2 2 10 16,0 0-9-16,2-1 8 0,0-1-7 0,0 0 24 16,0 2-6-16,-1 1 9 0,1-1-9 0,0 2 2 15,0 2-2-15,-2-1-2 0,0 3-21 0,-2 18 10 16,-2 4-3-16,-1 4 5 0,-3 0-3 0,1 1-6 16,-4 8-2-16,2-5 0 0,-3 3-4 0,5-6-9 15,-2-1 8-15,1-4-9 0,-1 4 6 0,0-4-7 16,1-4-4-16,3 2 1 0,-1-7-10 0,1 0 2 15,-1-1-4-15,2-6 3 0,-1 3-2 0,1-4-4 16,2-2 5-16,2-3-5 0,0 0 0 0,0 0 4 0,0-1-3 16,0 1 5-16,0-2-2 0,0 0 2 0,0 0-2 15,0-2 3-15,2-2-5 0,0 0 0 0,0-2-3 16,9-29 1-16,0 1 0 0,2-7-1 0,-4-2 3 0,1 0-3 16,1-1-1-16,-2-1 2 0,2 0-4 0,2 4 4 15,-2-2 0-15,-1 6-1 0,-1 0 2 0,-2 3-2 16,1 3 1-16,-1 5-1 0,2-1 0 0,-1 5-2 15,-1 0 3-15,-1 7 0 0,-1 0 2 0,1 3-2 16,-2 5 0-16,-3 1-7 0,3 0-1 0,0 1 0 16,0-1 7-16,-1 2-1 0,1 0 1 0,-2 2-1 15,5-2 7-15,-1 2 1 0,-1 0 1 0,1 2-1 0,3 4-2 16,-7 7 5-16,2 11 0 0,-2 4 1 0,16 0-9 16,-7 1 6-16,-1 3-3 0,-5-4 6 0,-1 1-4 0,-2 1-4 15,-2 0 2-15,0-1-2 0,0-4 6 0,0 1-2 16,-2-6 2-16,0 0-2 0,0 1 0 0,2 3-4 15,0-4 0-15,0 1-1 0,0-3 8 0,0-3-6 16,0 0-2-16,0 2-1 0,0 1-3 0,0-5 3 16,0 0 1-16,0 0 1 0,0-5 2 0,0 1 1 15,0-3-1-15,0-1-2 0,0 3-23 0,0-5-42 16,0 1-5-16,0-2-22 0,0 0-119 0,0 0-85 16,0 0-41-16</inkml:trace>
  <inkml:trace contextRef="#ctx0" brushRef="#br0" timeOffset="89063.75">27530 7166 279 0,'-2'0'169'16,"0"0"10"-16,-3 0-66 0,-12-5-28 0,11 3-57 15,-3-2-11-15,5 4 2 0,1 0-9 0,1 0 6 16,-2-2-13-16,2 0-3 0,0 1 6 0,2-1-5 15,0-2 1-15,2 0 7 0,-2 2-2 0,19-7 4 0,5 2-5 16,-4-6 5-16,3 5-4 0,-7 1 3 0,1 1-6 16,-6 4 5-16,0-7-8 0,-1 4 6 0,-3 1-9 0,-3 2 9 15,1 0 0-15,-3 2 4 0,2-2-1 0,-2 2 10 16,0 0 7-16,1-2-2 0,1 2 2 0,0 0 3 16,-1 0-1-16,-1 0 4 0,0 0 3 0,0 0-10 15,0 2-3-15,0 0-1 0,0 0 3 0,-1 2-12 16,1 1 5-16,4 10-7 0,-1 4 6 0,-3-3-9 15,0-1 5-15,-2 2-5 0,0 0 8 0,0-2-5 16,0-1-3-16,-2 1 0 0,0-4-8 0,2 2 8 16,-1 0-3-16,-1 0 2 0,0-1-10 0,2-5 6 0,0 2-3 15,0-1 5-15,0-1-9 0,0-1 3 16,0-3 1-16,0 1 2 0,0-2 8 0,2 2-1 0,0-1-2 16,1 1 0-16,1 0-3 0,2-2 0 0,7 3 2 15,0-1-1-15,1-2 5 0,-1-2-4 0,0 0-2 16,0-2 0-16,-1-2-3 0,-3 1 7 0,0-1-4 15,-1 0 4-15,-3 0-8 0,1 1 6 0,-3-5 1 0,-1-5 0 16,0 0 2-16,9-2 5 0,-1 1 0 0,-5 1 2 16,1 1 4-16,-3-1 1 0,1-3 2 0,-2-3-2 15,-2 2 1-15,0 6-10 0,0 2-3 0,0 3-2 16,-2-3-4-16,0 4 3 0,0-3-4 0,1 4 4 16,-3 1-11-16,0-1-62 0,-1 0 9 0,-7-1-31 0,1 3-24 15,2 2-203-15,2 0-17 0</inkml:trace>
  <inkml:trace contextRef="#ctx0" brushRef="#br0" timeOffset="90773.75">24104 5415 649 0,'0'0'41'16,"0"0"-4"-16,0 0 4 0,2-1 6 0,0-1-16 0,0 0 3 15,0 0 9-15,0 0-3 0,5 0 4 0,15-5-18 16,2-1-18-16,6 1 1 0,-4 1-6 0,-2 1 7 0,4-1-6 15,0 3 2-15,-2 1-4 0,4 2-2 0,-8 2 4 16,-2-1-6-16,-3 3 2 0,2 4-31 0,1 1-63 16,-5-2 5-16,0 3-35 0,-4-3-93 0</inkml:trace>
  <inkml:trace contextRef="#ctx0" brushRef="#br0" timeOffset="90942">24520 5284 350 0,'0'-2'55'16,"-2"0"80"-16,0 0-75 0,1 0-10 0,-1 0-1 16,0 0-1-16,0 1 13 0,0-1 3 0,0 0-7 15,0 0 0-15,1 0-43 0,-1 2 3 0,0 0-9 16,0 2 6-16,0 0-7 0,-3 9-5 0,-10 19 7 16,2 3-7-16,2 4 6 0,3 0-8 0,3 12-2 0,-1-3-6 15,0-1-38-15,1 1-39 0,-1-7-33 0</inkml:trace>
  <inkml:trace contextRef="#ctx0" brushRef="#br0" timeOffset="91210.66">24279 6507 515 0,'0'0'72'0,"0"0"-47"15,-2 0 63-15,0 0-20 0,0 0-51 0,2 0 20 16,0 0 3-16,2 0 4 0,2 0 5 0,5-2-10 16,23-3-6-16,3-1 0 0,0 1-24 0,0-1-3 15,-7 2 3-15,-4 1-2 0,-1-1 4 0,-5 0-11 16,3 2 7-16,-3 0-7 0,-3 2 6 0,0 0-4 16,-4 0 4-16,0 2-4 0,-1 0-1 0,-3-2-33 0,0 2-14 15,-3-2-8-15,0 0-57 0,-2 0-45 0,1 2-33 16</inkml:trace>
  <inkml:trace contextRef="#ctx0" brushRef="#br0" timeOffset="91728.57">23707 5798 114 0,'0'0'33'0,"0"-2"-5"0,0 0 46 15,0 0-7-15,0 0 7 0,0-1-15 0,0-1-4 16,0 0-2-16,0 1-3 0,0-1-7 0,0 0-2 15,0 0 2-15,0 1-5 0,0 1-7 0,0 0-4 16,0 0-2-16,0 0-1 0,0 0-8 0,0 1 1 16,2-1-1-16,0 2 0 0,0 0-1 0,-1 0-1 15,1 2 2-15,0-1-3 0,0 3-6 0,5 17 4 16,1 3-6-16,-3-2 4 0,1 2-7 0,-1 0 2 0,1 4 4 16,0-4-4-16,-3-1-4 0,1 1 0 0,0-4 3 15,-2 1 0-15,-1-5 8 0,1-3-8 0,-2-3-4 16,0-3 1-16,0-1-1 0,0-3 7 0,0 1 5 0,0-2 0 15,2 2-1-15,-2-1 14 0,2 1-5 0,0-2 8 16,0 0-1-16,0-2-6 0,-1-2-3 0,1-2-1 16,8-18-3-16,3-8-9 0,0-1 6 0,-2 1-7 15,2-2 3-15,-2 3 0 0,-2 3-1 0,0 1 1 16,-1 3 1-16,-3 4-6 0,1-1 4 0,-2 4-4 16,-1 2 9-16,-1 4-10 0,0 0 5 0,-2 5-5 0,0 0 4 15,0 2-7-15,2-1-15 0,0-1-3 0,0 0-88 16,-2 2-9-16,0 0-19 0,0 1-13 0,0 1-237 15</inkml:trace>
  <inkml:trace contextRef="#ctx0" brushRef="#br0" timeOffset="92240.95">24011 6036 233 0,'0'0'61'0,"0"0"6"0,0 0-1 16,0 0-19-16,0-2-6 0,0 0-1 0,0 2 19 16,0-2-1-16,0 2 4 0,0 0-18 0,0 0-14 15,0 0 0-15,0 0-4 0,0 0 7 0,0 2 3 16,0 0 2-16,0 0 1 0,0-1 6 0,-1 18-12 16,-1 1-3-16,0 3-4 0,0-5-14 0,0 1-5 0,0-4 6 15,-1 1-8-15,-1 3 0 0,0 1-2 0,2-3-2 16,-1 2 2-16,1-1-2 0,0-5-47 0,0 4-5 15,2-4-19-15,0-4-48 0</inkml:trace>
  <inkml:trace contextRef="#ctx0" brushRef="#br0" timeOffset="92381.46">24145 6026 625 0,'0'-2'40'0,"-2"1"78"0,0-1-100 15,1 0-6-15,-1 0-6 0,0 0 1 0,0 0-7 16,0 0-6-16,0 1-15 0,0-1-2 0,1 0-76 16</inkml:trace>
  <inkml:trace contextRef="#ctx0" brushRef="#br0" timeOffset="92726.73">24323 6095 250 0,'-1'0'56'0,"-1"0"93"0,0 0-115 0,0 0-6 16,-2 0 2-16,2 0 1 0,-1 2 28 0,-5 1 4 0,1 3-8 15,-1-2 4-15,-3 7-24 0,6 0-1 0,-1 4-1 16,-1-6 0-16,3 2-7 0,2-3-6 0,0-6 1 16,-1 3-2-16,-1-1 2 0,0 0-3 0,0-1 3 15,1 1-2-15,1-2 5 0,0 0-2 0,0 0 2 0,0-1-2 16,0 1 3-16,1-2-16 0,-1 0 1 0,2 0-7 15,0-2-4-15,0 1 2 0,0-3 2 0,3-17 2 16,3-1 0-16,0 5-2 0,1 1-3 0,0-1 3 16,1 2-3-16,-3 4-3 0,-1 6-1 0,4-1-1 15,3-1 3-15,0 1 1 0,0 2 2 0,2 2 0 16,4 2 0-16,-6 2 6 0,2 2-4 0,-6 0 4 16,2 1-9-16,3 19 8 0,-7-5-3 0,8 3 7 0,-7-3 1 15,5-3-11-15,-2-3 6 0,-1 2-6 0,3-4 3 16,-4-1 4-16,4-1-8 0,-1-3 3 0,3 1-40 15,3-3-157-15</inkml:trace>
  <inkml:trace contextRef="#ctx0" brushRef="#br0" timeOffset="94312.71">27994 6810 122 0,'0'0'51'0,"0"-2"-2"0,0 0 7 0,0 0 2 15,0 0-15-15,0 0 9 0,0-1 9 0,0-1-10 16,0 0 7-16,0 1-19 0,0-1-10 0,0 0-3 16,0 0-4-16,0 1-9 0,0-1-1 0,0 2 4 0,0 0-2 15,0 0 6-15,0 1-7 0,0-1-1 0,0 0-2 16,0 0 9-16,0 0-3 0,0 0 7 0,0 0-4 15,0 1 16-15,0-1-3 0,0 0-1 0,0 0-3 16,0 0-15-16,0 2 0 0,0 0 1 0,0 0 1 16,0 0 0-16,0 2-10 0,0 0 4 0,0 0-6 0,0 1 1 15,0 12 3-15,-2 8-1 0,0 3 3 0,-1-4-3 16,1 6-6-16,0-8 4 0,2 10-4 0,0-4 8 16,0-4-6-16,0 2 0 0,0-9-1 0,0 0 3 0,0 0 7 15,0 0-11-15,0-6 9 0,0 4-9 0,0-9 8 16,0 1 5-16,0 1-2 0,0-2 10 0,0-1-8 15,0 1 4-15,0 0-5 0,0-1 2 0,0-1-1 16,0 0 0-16,0 0 0 0,-2 0 8 0,0 0-9 16,0 0 3-16,1-1-5 0,-1-1-3 0,0 0-4 15,0 0 2-15,0 0-3 0,0 0 4 0,2-1-7 16,-2-1 3-16,1 0-3 0,1 0 0 0,0 0 1 16,0 0 0-16,0 0 2 0,0 1 0 0,0-1 3 15,-2 0-5-15,2 0 4 0,0 0-4 0,0 0-1 0,0 0 3 16,0 1-2-16,0-1 0 0,0 0 1 0,-2 0 0 15,0 0 2-15,2 0 5 0,0 0-10 0,-2 1 2 16,0-1-5-16,0 0 5 0,1 0 4 0,-1 0-1 16,0 0 0-16,0 0-8 0,0 1 8 0,2-1-6 0,0 0 6 15,0 0-14-15,0 0 8 0,0 0-2 0,0 0 4 16,0 1-1-16,0 1 0 0,0-2 2 0,0 2-1 16,0-2 5-16,0 2-1 0,0 0-3 0,0 0 1 15,0 0-4-15,0 0 4 0,0 0 0 0,0 0 2 16,0 0-1-16,0 0-2 0,0 0 2 0,0 0-2 0,0 0-1 15,-2 0-2-15,2 0 3 0,0 0-3 16,0 0 6-16,0 0-5 0,0 2-2 0,0 0-1 0,0-1 0 16,0 3 2-16,0 9 0 0,2 4 1 0,0-2 5 15,2-4-4-15,-1-2 1 0,1 0-3 0,0-1 2 16,0-3-1-16,-1 1 0 0,-3-4-1 0,10 5 6 0,-5-3-1 16,6 3 3-16,-3-3-3 0,1 2 2 0,2-3 2 15,-2-1 1-15,3 0 0 0,-3-2 0 0,0 0 3 16,0 0-5-16,-1-2 4 0,-3-1-3 0,5 1 2 15,-3-24-2-15,-1 2 0 0,-1-4-2 0,3 0 4 16,-3 2-1-16,1-2 0 0,-1-2-9 0,-1 2 7 16,15-3-1-16,-8 5 4 0,-4 4-10 0,-3 1 2 15,-2 6 2-15,0 0 2 0,-1 4-3 0,1 0 1 0,-2 4-4 16,0 1 2-16,0 2-3 0,0 3-5 0,0-3-6 16,0 0-2-16,0 0-46 0,0 3-28 0,0-1-10 15,0 0-13-15,0 2-119 0</inkml:trace>
  <inkml:trace contextRef="#ctx0" brushRef="#br0" timeOffset="94580.57">28417 7029 544 0,'0'-2'156'0,"-1"0"-168"0,-1 0 168 0,0 0-80 0,0 1-39 15,-2-1 4-15,1 0 4 0,-1 0 0 0,0 2 6 0,0 0-22 16,1 0 0-16,-1 0-7 0,2 2-6 0,0 0 3 16,0 1-7-16,-1 5 6 0,-7 14-1 0,3-1-12 15,3-1 13-15,1-1-14 0,1-6 3 0,0-2 7 16,0 0-6-16,0 0 6 0,2 2-10 0,0-4 2 16,0-1-4-16,0 1 2 0,0-5-7 0,0 1 2 15,0-1-14-15,0-2 5 0,0 3-50 0,0-1-44 16,0 2-11-16,0-3-27 0,0 1-203 0</inkml:trace>
  <inkml:trace contextRef="#ctx0" brushRef="#br0" timeOffset="94702.19">28440 6880 445 0,'0'0'22'0,"0"-2"39"0,0 1-51 0,0-1-10 0,0 0 5 0,0 0-7 15,0 0-12-15</inkml:trace>
  <inkml:trace contextRef="#ctx0" brushRef="#br0" timeOffset="95125.78">28572 6949 638 0,'-2'0'139'0,"0"0"-175"16,0 0 159-16,-2 0-85 0,1 0-25 0,-1 0-5 15,2 0-2-15,-4 0 0 0,3 0 9 0,-1 2 5 16,0 0 2-16,1 0-1 0,-1 1-2 0,-4 10-6 16,1 6 4-16,0 3-4 0,3-3 4 0,0 3-8 15,2-2 4-15,0 1-3 0,1-1 17 0,-1-3-5 16,0 0 7-16,2-6-5 0,-2-2 9 0,0 0-10 16,2-1-2-16,0-6-1 0,0 1 4 0,0 1-9 15,0 0 1-15,0 0-3 0,0-1 2 0,0-1 5 0,0 0-3 16,0 0 2-16,0 0-12 0,0-2-1 0,0 0-4 15,0 0 2-15,2-2-3 0,0-2-1 0,2-1 1 16,10-18-1-16,-1 5-2 0,0-1 2 0,-1 2 0 16,-5 6 2-16,2 0 1 0,-5 6-4 0,0-1 1 0,-1 4-4 15,-1 2-10-15,0 0 17 0,0 0-9 0,2-2 11 16,-1 0-8-16,1 2 3 0,0 2 2 0,-2 2 1 16,3 5 7-16,3 10-7 0,-3-1 2 0,1 3-5 15,-2-3 0-15,-1-1 0 0,1-2 0 0,0-2 0 16,-1-2-2-16,1 0 8 0,0-1-5 0,-2-5 7 15,0 1-10-15,-1-3-38 0,3 3-23 0,7-4-13 16,6 9-146-16</inkml:trace>
  <inkml:trace contextRef="#ctx0" brushRef="#br0" timeOffset="97516.67">27990 5790 47 0,'0'0'29'0,"0"0"-19"0,0 0 49 0,-1 0-18 0,-1-1 29 15,0-1-19-15,0 0-11 0,-2 0 2 0,1 0-7 16,-1 0 3-16,0 0 3 0,0 1-2 0,1-1 2 16,1 2 2-16,-2 0 5 0,-1-2-2 0,1 2 11 0,0 0-4 15,0 0 2-15,1 0-2 0,1 0 4 0,0 0 2 16,0 0-9-16,0 0 5 0,-1-2-13 0,-1 0-11 15,0 0 1-15,0 0-6 0,3 1-3 0,-1-1-3 16,0 0 1-16,0 0-3 0,0 0-8 0,0 0 1 16,0 0 3-16,1 1-3 0,-1-1-7 0,0 0 2 15,0 0-7-15,2 0 4 0,0 0-8 0,0 0 5 16,0 2-1-16,2 0 2 0,0 0 6 0,1 0-11 0,9 0 6 16,8 2-6-16,10 2 7 0,1 0-2 0,1-1-4 15,1 3 3-15,1 0 3 0,1-3-2 0,2 1 4 16,2 0-5-16,0-1 2 0,-2-1 1 0,-2 0-3 15,-3 0 0-15,-2 0-4 0,1-2 7 0,1 0 1 0,3 0 2 16,2 0 3-16,-1 0-6 0,3 0 3 16,5 0-4-16,1-2 2 0,7 2-4 0,3-2 0 0,-3 2 0 15,4-2 6-15,2 0-6 0,1 1 2 0,-3 1-3 16,1-2 1-16,-7 2 2 0,2-2-3 0,2 0 4 16,4-2 1-16,1 2-2 0,8 2 1 0,2-1-1 15,-4 1-6-15,0 0 9 0,-10 0-5 0,-6 0 6 16,-1 0-6-16,-7-2 0 0,-2 0-3 0,-2 0 0 15,-4 0 7-15,1 2-5 0,-1 0 4 0,-1 0-5 0,-1 0 3 16,-1-2 0-16,0 2 1 0,-1 0-2 0,1 0-4 16,0 0 4-16,0 0-2 0,1 0 2 0,-1 0 3 0,-2 0 1 15,0 0-3-15,1 0 2 0,-1 0-5 0,2 0 12 16,0-2-3-16,-1 1 7 0,1-1-5 0,-2-2-5 16,-2 2 6-16,-2-2-7 0,-4 3-4 0,1-3 8 15,-1 0-9-15,1 2 8 0,-1-1-6 0,-3 1 2 16,-2 0 1-16,-2 0 0 0,1 0-3 0,-2 2 2 15,1 0-2-15,0 0 0 0,1 0 0 0,-1 0 2 16,2 0 2-16,-2 0-2 0,2 0-5 0,-2 0 2 16,4 0 0-16,0 0 1 0,-1 0 0 0,1-2 2 0,2 0-2 15,-1 1 4-15,-1-1-2 0,3 0-1 0,-1 0 1 16,1 2-2-16,-3 0 1 0,-4 0 4 0,-2 0-2 16,-7 0 2-16,5 0-8 0,-3 0 4 0,-1 0-2 15,6 0 3-15,-5 0-3 0,-2 0 4 0,-2 0 0 16,1 0 1-16,1 0-4 0,0 0 1 0,-1 0 0 0,1 0 1 15,0 0 5-15,0 0-6 0,-1 0 0 0,1-2-2 16,0 2 0-16,-1-2 0 0,1 0 4 0,0 1-2 16,0 1 8-16,-1 0-6 0,1 0-2 0,0 0-1 15,-2 0 0-15,-1-2 6 0,1 0 0 0,0 2 1 16,0-2-9-16,0 2 7 0,0 0 1 0,0 0 3 16,-1 0-6-16,1 0 5 0,0-2-2 0,0 0 4 0,0 0-8 15,0 1 3-15,0-1-5 0,-1 0 6 0,1 0-3 16,-2 0-3-16,0 0 3 0,0 0-3 0,0 1 4 15,0-1 4-15,0 0-3 0,0 0 3 0,0 0-4 0,0 0 0 16,0 0-2-16,0 1 1 0,0-1-3 0,0 0 6 16,0 0-5-16,0 0 5 0,0 0-9 0,0 0 10 15,0 1 3-15,-2-1 0 0,1 0-8 0,-1 0 0 16,0 0 0-16,0 0 1 0,0 0 5 0,0 1-4 16,0-1 4-16,1 0-3 0,-3 0 14 0,0 0-6 15,0 0-2-15,3 2 0 0,-9-2-2 0,1 2 1 16,0 0 0-16,-1 0 0 0,3 0-6 0,-6 0 0 15,-2 2-1-15,2 2 0 0,2 0-3 0,4-2 2 16,-3 1-2-16,1 3 0 0,2-2 0 0,1-1-4 0,2-1 5 16,1 7-2-16,-1 1 4 0,2-3-3 0,-4 1-2 15,1-1 2-15,-1 2-1 0,3-1-5 0,1-3 7 16,-2 5-5-16,2-5 7 0,2 1-1 0,0-1-2 16,0 1 1-16,0-2-1 0,0-1 5 0,0 3-6 0,0-4 5 15,0 0-4-15,4 1-4 0,5 5 10 0,6 1-7 16,0-3 5-16,0-3 0 0,0 1-2 0,-1-2 2 15,-1-2-4-15,0 0 1 0,0 0 0 0,-1 0 2 16,-1-2 4-16,-2 0-1 0,-2 0-3 0,1 0 2 16,-4 2 0-16,3-3-3 0,-1 1 4 0,-1-2-4 0,-3 4 1 15,2-4 1-15,-1-1 4 0,3-4-3 16,-2-3 3-16,-2 3 0 0,-1 0-6 0,-1 0 4 0,0 1-6 16,0 3 2-16,0-1 0 0,0 2-1 0,-1 1-2 15,1 1 3-15,-10-6-1 0,-5-1 2 0,4 3-4 0,-2 3-1 16,0 1-1-16,-3 2 1 0,1 0 3 0,-4 4 0 15,4-1-1-15,10-1-1 0,-5 4-3 0,9-6 0 16,-5 5 5-16,2 5-1 0,-1-1-1 0,1-2 0 16,0 3 0-16,2-1 0 0,2-4 0 0,0 1 1 15,0-4-1-15,0 0 2 0,4 1 4 0,9 7-6 16,-4-5 2-16,3-1-2 0,-1 0 8 0,-4-4-3 16,2 0 1-16,3 0-2 0,-7 0-1 0,-1 0 7 15,0 0-6-15,-1-2 7 0,1 0-7 0,-2 0 0 0,0 0 3 16,0 0-1-16,-1 1 3 0,-1-1-4 0,0 0-4 15,0 0 1-15,0 0-4 0,0 0 3 0,-1 0-1 16,-1 1 1-16,0-1 1 0,0 0-2 0,0 0-2 16,0 0-1-16,0 0-12 0,1 0-47 0,-1 1-7 0,0-1-27 15,0 2-149-15,0 0-247 0</inkml:trace>
  <inkml:trace contextRef="#ctx0" brushRef="#br0" timeOffset="102032.52">29988 6721 256 0,'0'0'23'16,"0"0"7"-16,-2 0 33 0,1-2 12 0,-1 0 0 0,0 0-7 15,0 0 5-15,0 0-1 0,-2 1 5 16,1-1 0-16,1 2-10 0,-6-2-1 0,7 2-4 0,-1 0-12 15,-2-2-20-15,0 0-6 0,1 0-5 0,1 0-15 0,0 1-2 16,0-1 3-16,2 0-3 0,0 2 2 0,2 0 2 16,0 0 2-16,5 0-2 0,17 0 0 0,2 0 7 15,2 0-8-15,0 0 7 0,3 2-12 0,-1 0 3 16,-2 1 1-16,2 1 1 0,-2 0 4 0,-2-1-7 16,0 3 2-16,5-1-4 0,-7 1 8 0,4 0 1 15,-6-1 1-15,-5-1-1 0,4 1-4 0,-8-1 5 16,-2 0-3-16,4 0 3 0,-4-1 3 0,0 1-7 15,2 2 5-15,-4-3-6 0,-3-1 9 0,-1 0-3 16,-3-2 4-16,2 2-2 0,0 0 17 0,-3 0 4 0,1-1-4 16,0 1 3-16,-2 0-7 0,0 0-10 0,0 0 2 15,-2 0-5-15,-1 1 5 0,-14 9-9 0,-11 4 4 16,-7 1-6-16,-1-2 3 0,-1 0-3 0,-2-2 4 16,6 0-4-16,-1-2 2 0,5 0-3 0,1 0-2 0,2 0 0 15,4 0-2-15,1 1 0 0,4-3 0 0,3 0 1 16,3-3-3-16,1-1 1 0,3 1-3 0,3-4 2 15,0 1-11-15,3-3 6 0,-3 6 1 0,2-2 1 16,-2 1-2-16,1 3 0 0,1-3 2 0,0 1-1 16,0-1 5-16,0 1-5 0,2 1 1 0,0 1-1 15,0-4 1-15,0-1 7 0,0 1-5 0,2 2 5 16,0-3-7-16,3 5 3 0,7-5-1 0,6-1 2 0,2 13-4 16,3-4 4-16,1-1 1 0,2-5 1 0,-2 1 3 15,2-3-6-15,0 3 1 0,-4-2-2 0,2 1 5 0,-5-1-3 16,-8 0 0-16,2-1-1 0,-9-3 0 0,5 4 0 15,6 2 2-15,-11-4 0 0,1-1 10 0,-1 1 0 16,0 2-3-16,-2 0 1 0,-1-1-5 0,-1 1 5 16,0 4-1-16,-3 1 2 0,-8 6-11 0,-6-4 1 15,-13 2 0-15,2-2 0 0,4 2-1 0,2-2 5 16,0-2-4-16,1 1 3 0,4-1-5 0,4 0-4 16,2 1 4-16,6-3-4 0,-1 2 1 0,2 4-5 15,-5 0 0-15,0 4-1 0,0 3 2 0,5-1 5 16,2-1 1-16,2 5 1 0,0-3 6 0,4-1-5 0,1-1-1 15,1 1-1-15,-1-2-2 0,3 1 10 0,-3-5-7 16,3 2 7-16,1 2-8 0,-1-4 3 0,-1 2 2 16,-3-8 0-16,-2-1-2 0,1-1 3 0,-1-1-3 0,2 3 1 15,0 3-23-15,-1-1-46 0,1 0-8 0,-2-3-20 16,2 1-95-16,-4-5-217 0</inkml:trace>
  <inkml:trace contextRef="#ctx0" brushRef="#br0" timeOffset="102613.52">30775 6897 840 0,'-1'0'43'0,"-1"-2"-32"15,0 0 46-15,0 0-17 0,0 1-18 0,-2-1 11 16,1 0 0-16,-1 0 4 0,0 0-8 0,1 0-2 15,-1 0-5-15,2 2 4 0,0 0 4 0,0 2-6 16,0 2 4-16,-11 20-6 0,2 6-6 0,2 1 0 16,4 3 0-16,-1-1 0 0,-1 4-4 0,1-3 3 15,2-3-5-15,1-1 4 0,-1-6-1 0,0-1 0 16,2-3 2-16,0-5-2 0,1-2-4 0,-1-2-1 0,2-4 0 16,0 1-1-16,0-1-3 0,0-3-1 0,0-2 1 15,0 2 1-15,0-1 3 0,0-1-4 0,0 0 1 16,2 0-2-16,-1-2-2 0,1-2-2 0,0-2-2 15,7-11-1-15,8-14 4 0,-2-8 6 0,-2-4-3 0,-2 0 4 16,0-6-7-16,-2 1 1 0,1 5 1 0,-1-5 0 16,-2 9-6-16,-1 3 4 0,0 4-4 0,-1 8 4 15,3 0 0-15,-3 5 2 0,1 4 0 0,-1 2-1 16,-1 4-5-16,0 1-1 0,-2 2 2 0,1 1-1 16,5-3 7-16,-1 2-3 0,1 1 0 0,1 1 0 15,-2 2 4-15,1 0-1 0,-3 0 1 0,-3 0-1 0,0 0 3 16,9 16 6-16,0 5 3 0,-3 1 1 0,-5 2 2 15,-3 0-6-15,-1 2-4 0,-5-1-1 0,-1-1-4 16,-3 2 3-16,1-4 1 0,0-2-1 0,-2 3 1 16,3-10-3-16,-1 5 5 0,3-7-6 0,1 1-2 0,-1 1 5 15,2-4-6-15,1 2 5 0,1-5-14 0,2-1 7 16,0 1 2-16,0-1 2 0,0-3 6 0,0 0-4 16,0 2-1-16,2-1-1 0,0-3-2 0,16 12 9 15,3-3-5-15,-1-2 5 0,4-1-8 0,2-4-1 16,0 0 0-16,-4-2 0 0,6 1 0 0,-5-1 0 15,-7 0-5-15,7 0 1 0,-7 0-36 0,-1 0-34 16,0 0-9-16,-2-1-16 0,-4-1-89 0,10-4-235 0</inkml:trace>
  <inkml:trace contextRef="#ctx0" brushRef="#br0" timeOffset="103409.41">30033 5731 685 0,'0'0'13'16,"0"0"-1"-16,0 0-2 0,0 0 3 0,0 0-8 15,0 0-5-15,-2-2 15 0,0 0-5 0,2 2 11 16,-2 0 8-16,2 0-15 0,0 0 5 0,0 0-10 0,-2 0 3 16,1 0 2-16,-1 0 3 0,0 2-2 0,0 0-5 15,2 0 3-15,-2 0-4 0,2 1 6 0,0 1 3 16,0 0 5-16,-2 0-1 0,2-1 3 0,-2 1 6 16,2 0-6-16,0-1 4 0,0 1-6 0,0-2 0 0,0 0-6 15,0 0 0-15,-1 0-1 0,1-1-2 0,0 1-4 16,0 0 1-16,0 0-1 0,0 2-4 0,0-1 6 15,-2 9 0-15,-2 4 3 0,0 7 5 0,1 4-8 16,-1 3 3-16,-2 7-4 0,1 4-1 0,-3 6 1 16,-1-1-1-16,0 0 0 0,-1 1-1 0,-1 3 1 15,4 0-2-15,-1-7 1 0,1-6 2 0,0-7-3 16,-1-4 6-16,3-2-4 0,1-4 8 0,0 1-3 0,0-1 1 16,1-1-2-16,1-3-6 0,0 3 12 0,2-2-7 15,0-1 8-15,0 3-11 0,2-1-3 0,0-1 3 16,1 2-3-16,3-1 10 0,0 1-7 15,-3-2-2-15,3-1-1 0,-2-3-8 0,1 0 7 0,1 0 1 16,-3-2 3-16,1-3-3 0,0-1-1 0,-2-3-1 0,0 0 1 16,-2-3 1-16,0 1 2 0,1 2-1 0,-1-2 1 15,2 2-9-15,0-1-10 0,0 1-11 0,0-2-5 16,0 0-89-16,0 0-168 0,-1-1-91 0</inkml:trace>
  <inkml:trace contextRef="#ctx0" brushRef="#br0" timeOffset="104237.04">31035 7008 579 0,'0'0'16'0,"0"-1"-1"0,2-1-8 0,0-2 12 15,2-5-12-15,0 1 48 0,-3 5 12 0,3-3 0 16,0-1 2-16,0-1-10 0,-1 1-12 0,-1 3-2 16,0 2-3-16,4 0-11 0,1 0 0 0,2-5-3 15,1 1 1-15,3-1-10 0,0 1-1 0,1 3-1 16,-1 1 0-16,-5 2-3 0,1 0-6 0,-5 0 3 0,1 0-5 16,-1 2 4-16,-2-2 13 0,2 22-2 0,-1 2 5 15,-1 0-6-15,11-3 8 0,-3 7-5 0,-9-6 6 16,-1 0-5-16,-3 4-3 0,-3-7 2 0,-1 1-2 15,-3 1-2-15,3-5-7 0,0-1 1 0,-1-4-4 16,1 0-2-16,3-5 3 0,-2 5-5 0,5-3 3 16,-1-1-13-16,0 0 9 0,2-1 0 0,0 0 5 0,2-1 4 15,0-1-6-15,-1 0 1 0,14-3-1 0,6 1 3 16,5 15-4-16,3-4 0 0,3-4-1 0,-2-5 3 16,1-2-8-16,-7-2 8 0,0 0-8 0,2-2 3 0,-3 0 5 15,-1-2-9-15,-2 3 5 0,-3-1-14 0,-2 0-23 16,0 0-2-16,-4 0-10 0,-2 0-27 0,-3 2-27 15,-1 0-26-15,-3 0-17 0,0 0-247 0</inkml:trace>
  <inkml:trace contextRef="#ctx0" brushRef="#br0" timeOffset="104688.67">29522 8148 568 0,'-2'0'85'0,"0"0"7"0,1-1 13 16,-1-1-36-16,0 0-2 0,0 0-47 0,0 0 0 15,0 0 4-15,2 2-1 0,0 0 23 0,0 0 17 16,2 0-7-16,2 0 10 0,39-7-12 0,3 1-14 15,15 1 4-15,1-3-9 0,-1 3-3 0,6-3-11 16,-8 1 1-16,2-1-5 0,-1 3-2 0,-5 1-10 16,1 2 5-16,-8 2-7 0,-1 0 3 0,-4 0 4 0,-8 2-8 15,-5 0 7-15,-6 2-2 0,-4-2-5 0,-3-1 2 16,-2 1-6-16,-2 0-25 0,-6 0-28 0,-3-2 1 16,-2 0-10-16,0 0-17 0,1 2-45 0,1 0-5 15,-2 0-19-15,0 1-74 0</inkml:trace>
  <inkml:trace contextRef="#ctx0" brushRef="#br0" timeOffset="104905.8">29830 8520 800 0,'0'0'31'16,"0"0"-1"-16,0 0-33 0,0 0 8 0,2 0-24 0,0 0 24 15,2 0 45-15,5 2-1 0,8 0 16 0,0-2 4 16,5 0-3-16,2 0-3 0,0 0 1 0,4-2-1 15,-2 0-31-15,0-2 4 0,0 2-14 0,0-1-12 0,-2-1-1 16,-2 0-3-16,1 0 2 0,-5 1-9 0,-1-1-55 16,0-2-19-16,1-1-20 0,4-2-130 0</inkml:trace>
  <inkml:trace contextRef="#ctx0" brushRef="#br0" timeOffset="105901.95">30790 5777 138 0,'0'0'16'16,"0"0"1"-16,0 0-3 0,0 0 6 0,-2 0-6 15,1 0 40-15,-1 0-8 0,0 0 3 0,0 2-5 16,0 0 7-16,0 0-10 0,0 0 1 0,1 0-4 0,-1 0 5 15,0-1 15-15,0 1 1 0,0 0 3 0,2 0-5 16,0 0 1-16,2 0-8 0,0 0 5 0,0-2-17 16,26 5-7-16,3-1 2 0,8-4-4 0,4-2-2 15,5-2-9-15,10-3 3 0,3-2-4 0,4-3 4 0,6 1-3 16,-3-2-5-16,-3 0 2 0,2 0-11 0,-8 0 7 16,-1 0-3-16,-2 0 3 0,-4 2-8 0,-4 2-2 15,-2 1 4-15,-1 3-4 0,-6-1 3 0,-4 4 2 16,-7 1-6-16,-9-1 5 0,1 0-3 0,-5 2 1 15,2 0 5-15,-4 0-5 0,-4 0-4 0,2 0 10 16,-7 0-3-16,3 0 7 0,-5 0-7 0,4 0-1 16,-5 0 1-16,3 0 0 0,0 0 10 0,0 2-9 0,-1 0 1 15,1-1-2-15,0-1 6 0,-1 0-1 0,-1 0 2 16,0 0-2-16,0 0 2 0,0 0 3 0,0 0-5 16,0 0 5-16,-2 0-10 0,0 0-3 0,0 0 4 15,0-1-3-15,-2-1 6 0,0 0-5 0,-2 0 0 0,-3-2 1 16,-6-1 6-16,0-1-7 0,5 2 7 0,5 3-7 15,-12-5 1-15,7 4 3 0,-8-2-6 0,5 3 5 16,1-1-9-16,-1 0 2 0,7 2 1 0,-5 0 2 16,5 0-4-16,1 0 0 0,-3 0-1 0,1 2 1 15,3-2 2-15,-2 0 3 0,0 2-1 0,1-1 0 16,-1 1-7-16,2 2 11 0,0 0-5 0,0-2 8 16,0 1-6-16,1-1 9 0,1 0 2 0,0 0 2 15,0 0 3-15,0 0-7 0,0-1 0 0,0 1-4 0,0 0-4 16,0 0 11-16,0 0-7 0,0 0 6 0,0 0-13 15,0-1 3-15,0 1-2 0,0 0 1 0,0 0-7 0,0 0-4 16,0 0-3-16,0 0-1 0,0-1-26 0,0 1-20 16,1 0-9-16,1 0-7 0,0 0-54 0,2 0-359 15</inkml:trace>
  <inkml:trace contextRef="#ctx0" brushRef="#br0" timeOffset="107800.25">16059 9190 352 0,'0'0'0'15,"0"-2"85"-15,2 0 15 0,0 1-2 0,2-3 3 16,-3-2-85-16,18-7-15 0,-2 0-1 0,3-2-1 16,-3 1-3-16,1-3 4 0,-1 0-3 0,0 2 5 0,-6 0-2 15,-2 1 7-15,-5 2-1 0,-2 3-2 0,5 0 3 16,-3 1 15-16,-2 3-12 0,0-1 6 0,-2 4-11 16,0 1-16-16,-2-3-1 0,0 4-1 0,-32-13 4 15,-3 7 12-15,-7 6-7 0,-10 6-5 0,-2 3-1 16,-5 2-4-16,-13 2 7 0,3 0 0 0,-1 2 1 0,-4 0 2 15,9 0 4-15,0 0-2 0,-5 1 1 16,-6 5-6-16,-13-3 6 0,-8 3 3 0,-1-1 1 0,1 3 6 16,8-1 15-16,4 0-5 0,6 2 8 0,-3 4 0 15,-5 2 5-15,3-28 3 0,-6 35 1 0,1-6 13 16,7 5-23-16,4-1 5 0,15 4-11 0,6 7 1 0,5-1-6 16,2-6-4-16,2 0 0 0,5-6-8 0,3 3 2 15,3-3-1-15,9 2 1 0,4-1-2 0,9-3 7 16,10 1-7-16,5-3 6 0,-15 1-8 0,12 2 5 15,6-3-2-15,14 3 0 0,2 1-8 0,31-3 3 16,2 0-2-16,6-2 3 0,2-4-2 0,7-4-4 16,11 1 6-16,13-8-4 0,8-4 8 0,10-2-7 15,1-1 0-15,-4 29-3 0,2-22 6 0,-4-11-2 0,7-2 2 16,18 0-3-16,3-2 3 0,0-3 2 0,-4-3-2 16,-9-3 2-16,0 4-4 0,15-1 4 0,1-1-4 15,-3 0 3-15,-2-6 2 0,-11 0-1 0,4 0 4 16,13 0-5-16,-6-1-9 0,2-5 9 0,-8 1-2 0,-14-3 4 15,5 1-3-15,-3-2 1 0,3-6-1 0,4 1 0 16,-9 1 5-16,-10 0-3 0,-9-2 2 0,-14 2-2 16,-5 1-3-16,-3 1 3 0,-2 1-3 0,-6 5 3 15,-9 0 4-15,-11 3-2 0,-11 2 7 0,-9 4-6 16,-8 9 5-16,0-18 3 0,-7-1-2 0,13-5 3 16,-6 0 1-16,-8-5 1 0,-6-7-4 0,-8 5 2 15,-10-6-1-15,10 2 1 0,-24 0 4 0,-8-2-3 16,-3 0 1-16,-6 0-10 0,-4 3-2 0,-2-1-3 0,-1 6-4 15,-4 1-5-15,-11 0 5 0,-8 4-4 0,-11-1-2 0,-13 1 4 16,0 3-5-16,-1 1 6 0,1 3 4 0,0 3-5 16,-7 3 2-16,-14-2-5 0,-2 4 5 0,-3 1-5 15,2 3 0-15,2 3 0 0,0 2 4 0,-17-1 4 16,-4 1-2-16,6-37 1 0,0 28-5 0,6 11 6 16,-8 0-2-16,-5 3 2 0,-1 3-4 0,10 3 2 15,6 2 2-15,-5 2-1 0,-3 0 1 0,0 4 0 16,8 0-6-16,5 0 4 0,-2 3-1 0,-5 2 2 15,-1 1 4-15,5-1-3 0,10 2 4 0,10 0-4 16,1 2 0-16,-5 4-2 0,2 3 2 0,2 1 5 0,5 1-5 16,15-30 5-16,6 38-11 0,9 7 4 0,-2 2-1 15,2 0 1-15,10 4 0 0,-1-6-4 0,15 0 7 16,8-3-8-16,1-8-10 0,14 2 3 0,6-1-6 16,12 1 8-16,10 0 4 0,-18 0 10 0,16 2-2 15,10-1 5-15,10-1 2 0,-6 6-1 0,45 1 2 0,6-4-3 16,7 3-4-16,7-4-1 0,-2-10 0 0,6 2-2 15,0-5 2-15,6-6 1 0,14 0 4 0,15-5-2 16,6-2-3-16,2-4 2 0,-6-6-2 0,0-1 4 16,2-1 9-16,9 1-11 0,10-1 7 0,-2-3-8 15,-3 0 6-15,-6 2 9 0,5 35-11 0,7-30 10 0,6-9-15 16,-2-4 11-16,-5-1-4 0,-2-3 6 0,1-3 0 16,14-2-7-16,-1-5 5 0,-7-7-7 0,0-2-2 15,0-7 5-15,10 1 0 0,1 29 2 0,-3-44 0 0,-12-10-4 16,-3-3-2-16,5 1 1 0,0-1 1 0,1 0 0 15,-11 0 5-15,-12 1-3 0,-5 1 0 0,-6-1 2 16,-4-3-4-16,-7 2 4 0,-12-2-10 0,-16-2 7 16,-15 9 0-16,-15-1 4 0,-11 6-2 0,-11 7 9 15,-8 1-5-15,14 4 7 0,-12 2-11 0,-9-2-7 16,-9 4 0-16,3 0-2 0,-40 1-20 0,-25 1-3 16,-3 3-1-16,-13 0 2 0,-12 2 3 0,-3 2 6 15,-9 6 1-15,-16 5 3 0,-12 0 10 0,-19 8-4 16,-7-1 1-16,0 3-1 0,-10-36 2 0,-14 30-2 0,-4 11 4 15,-13 7-2-15,-4 6-3 0,0 10-5 0,-7 4 0 16,-13 5-1-16,-2 5-4 0,7-35 6 0,-11 48-3 16,11 10 6-16,10 5 6 0,15 7-1 0,10 8 0 15,23 1-2-15,13 1-8 0,18-4-5 0,32-2-19 0,34-3 1 16,25-5-101-16</inkml:trace>
  <inkml:trace contextRef="#ctx0" brushRef="#br0" timeOffset="125536.31">14507 13150 256 0,'0'0'7'0,"0"0"10"0,-2-1 23 0,0-1 9 0,0 0 1 15,0 0-5-15,1 0-16 0,-3 0 1 0,2 2 0 16,-9-5-2-16,2 1 4 0,-4-2-1 0,3 3 2 16,3 1-13-16,-6-2-1 0,4 2-3 0,1 0 5 15,-5-1 8-15,6 1-13 0,-4 0 11 0,-6-2-11 16,8 4 17-16,-10-2-12 0,2 2-1 0,1 0-2 16,-9 2 3-16,3 2 0 0,-2 2-2 0,0-1 1 0,0 3-1 15,0 1-13-15,3 0 7 0,-1 2-9 0,3 0-2 16,1 2 2-16,-1-9-6 0,4 18 4 0,-1-1-7 15,1 3 3-15,0 0 2 0,0 2 1 0,2 4 0 16,0 0 2-16,2 1-5 0,0 6 2 0,2-3 1 0,-1 1-5 16,3-3 5-16,-1-1-4 0,3 4 13 0,-3-3-11 15,-1 5 5-15,4-5-7 0,-3 5 0 0,3-2 5 16,1-2-1-16,-2-1 4 0,1-2-3 0,-1 1 4 16,1 1-7-16,-1-1 7 0,2 5-6 0,1 1 6 15,-1-2-3-15,-18 2 2 0,9 0-12 0,7 1 13 16,4-3-3-16,2 4 7 0,2-4-10 0,0-3 3 15,3 1 3-15,1-7 0 0,0-2 3 0,1 2 3 0,0-4-3 16,3 3 3-16,-1-3-8 0,2 0 7 0,0 0-6 16,0-5 6-16,2 4-11 0,-11-3 11 0,19 1-9 15,-3-3 9-15,5 1-10 0,-3-2 3 0,4-2 4 16,4 0-2-16,0-2 3 0,0-2-8 0,5-1 9 16,1-3-7-16,-1 1 14 0,2-4-2 0,-1 18-4 0,-1-7 3 15,4-5-2-15,0-6 2 0,0-2-4 0,2-4 1 16,-3-2-7-16,-1-1-1 0,-2-2 5 0,1-3-3 15,-4 1 3-15,1-2-8 0,-1-2 4 0,0 1-4 16,1-3 1-16,1 15 4 0,-1-20-1 0,-1-4 2 16,0-4 4-16,1 0-5 0,-1-1 2 0,-2-5-3 15,1 1 3-15,-3 0 1 0,0-2-3 0,-1 5 3 0,-3-3 2 16,4 0-2-16,-6-1 0 0,-1 1-2 0,-2 4-5 16,1-1 3-16,-3-1 4 0,2 1 0 0,-4 0 9 15,-6 1-8-15,2 1 2 0,-1 2-3 0,-4-3-3 0,-3-1 5 16,20-1-1-16,-8-6 3 0,-6 0 2 0,-7-6-2 15,0 1-2-15,-5-3 1 0,-5-1-3 0,-1-2 3 16,-5 0-4-16,-5 0 3 0,-3-1 2 0,20 3 0 16,-27 0 5-16,-6 3-5 0,-8 3-11 0,0 4 1 15,1 5-7-15,-4 1 3 0,1 8-19 0,-3 4-28 16,-6 7-6-16,-3 11-10 0,-10-24-46 0,-24 26-188 16</inkml:trace>
  <inkml:trace contextRef="#ctx0" brushRef="#br0" timeOffset="148720.99">24065 6884 17 0,'0'-2'0'0,"0"0"10"0,0 0 5 0,0 1 12 16,2-3 9-16,-2 2-7 0,4-5 1 0,0-3 7 0,-3 5-4 15,3-3 9-15,0 1 5 0,-2 1 0 0,0 1 5 16,-1-1-1-16,-1 1 8 0,0-1-15 0,0 0 0 15,0-1-6-15,0 1-6 0,0 1-3 0,0-1 0 16,0 3 0-16,-1-3 4 0,-1 2-18 0,0 1 5 16,0-1-10-16,-11 2-2 0,2-2-1 0,-4 2-4 0,0 1 3 15,-2-11 0-15,1 3 10 0,-3 2-3 0,-1-1 5 16,-1 5-4-16,-1-1-1 0,2 2 5 0,-1 0-3 16,3 0 5-16,3 1-7 0,0-1-5 0,0 2 1 15,2 0-1-15,2 0 1 0,3 0-3 0,3 0 1 16,-3 0-3-16,1 0 0 0,1 0 2 0,3 0-3 15,1 0 0-15,-2 0-1 0,0 0 4 0,1 0-2 16,-1 0 8-16,0 0-7 0,1 0-3 0,1 0-1 0,0 0-1 16,0 0 1-16,0 0 5 0,0 0-3 0,1 0 1 15,-1 0-4-15,0 0-1 0,0 0 0 0,0 0 0 16,0 0 2-16,0 0 1 0,1 0-1 0,-1 0-1 0,0 0 4 16,0 0-1-16,2 0 3 0,0 0-8 0,0 2 0 15,0-1-1-15,0 1 3 0,0 0 7 0,0 0-5 16,0 2 2-16,0 1-4 0,0 12-4 0,0 0 3 15,0 5 0-15,0 0 1 0,0 6 2 0,0 4 5 16,0-1-5-16,-2 1 4 0,-2-3-6 0,1 3-3 16,-1 1 3-16,-2-1-1 0,1 3 0 0,-1-1 7 15,3-3-6-15,1-3 6 0,2-4-6 0,0 2 0 16,0-5 7-16,0-1-5 0,0-1 2 0,0-3-5 0,0-1-2 16,0 0 1-16,0-2 8 0,2 0 1 0,-1-2 0 15,1 0-2-15,2 2-5 0,-2-3 3 0,0-1-1 16,0 0 2-16,-1-1 6 0,1-1-2 0,0 0-1 15,0 1-1-15,-2-3-6 0,0 1 4 0,0-2 1 16,2 1 1-16,-2-1-3 0,0 0 3 0,0-1-6 0,0-1 5 16,0 0-1-16,0 2 1 0,0-2 3 0,0 0-4 15,0 1 0-15,-2 1 7 0,-2 0-3 0,-9 5 5 16,0-2-7-16,2-1 0 0,-2 0-5 0,4-5 3 16,-8 3-1-16,8-2 1 0,-4 0 3 0,-2 0-3 15,2 0-4-15,-6-1 5 0,5 1-3 0,-3 0 4 16,4 0-3-16,0 0-2 0,0 0 0 0,4 0-1 0,-1-1 2 15,1 1-4-15,2 0 5 0,-1 0-5 0,-1 2 7 16,5-4-5-16,-1 2 1 0,1-2-2 0,0 1 0 16,0 1 1-16,1 0-4 0,1 0 4 0,0 0-2 0,0 2-1 15,0-3 1-15,0 3-1 0,1 0 0 0,1-2 1 16,0 1 2-16,0-1-1 0,1 0 0 0,1 0 1 16,2 0-6-16,11 7 3 0,13 4-14 0,3-4 12 15,1-3 1-15,-1 0 3 0,-1-3 1 0,4 3 3 16,-1-2-4-16,-3 1 2 0,-1-1-7 0,-3 0 7 15,0 1-3-15,-7-1 4 0,-1 1-8 0,-1 1 5 16,-4 0 2-16,2 1 1 0,-2 2 3 0,-6-3-5 16,1-1-3-16,-3 7-1 0,-3-1 2 0,0 2 1 0,0-2 1 15,7 2 0-15,-3-4 2 0,-1 2 10 0,-3-3-1 16,-2 3 4-16,0 0 0 0,-2-4-7 0,-1 3 6 16,-5 1-6-16,-3 6 8 0,-15-3-11 0,2-2 1 0,-9-3-2 15,3-5 7-15,2 3-6 0,-7 2 3 0,7-1-4 16,-2-1 3-16,1-1 0 0,3 1-2 0,0-1 1 15,0-1-5-15,0 1-1 0,1-1-2 0,3 1 0 16,0-2 5-16,3 1-2 0,3 1 7 0,1-3-6 16,2 7-2-16,3-5 1 0,1-1 1 0,4 3 2 15,-1-1 5-15,4 0-8 0,0 1-1 0,-1-1-2 16,-1-1 3-16,2-1-2 0,0 1 0 0,0 1-4 0,0 0-4 16,2-1 8-16,0 1-2 0,0-3 3 0,0-1-7 15,4 2 3-15,18-2 4 0,4 15-1 0,6-4 2 16,1-4 2-16,3-4-3 0,-7-1 1 0,3-2-3 0,-8-2 4 15,-2 0 1-15,1 0 2 0,-7 0 3 0,-1 0-12 16,-2 0 4-16,-5 0-4 0,-1 0 4 0,1 0 2 16,-5 0-8-16,1 0 4 0,-2 0-13 0,0 0 13 15,1 2-3-15,1 0 4 0,-2 0-6 0,0-1 4 16,0 3 1-16,-2 5 1 0,0 6-2 0,-2 2 5 16,-4 0-5-16,1-2 4 0,-5 1-1 0,1 3 3 15,0-1-3-15,-2 1 3 0,3 0-2 0,-1 3-3 16,2-2 6-16,3 1-5 0,0 1 8 0,0-2-3 0,1 3 0 15,-1 3-3-15,0 2-6 0,2-1 5 0,1 3 1 16,-1 4 2-16,0-5-1 0,2 5-2 0,0-3 1 16,0-7-1-16,0 2 3 0,0-3 2 0,0-5-4 15,0 1 4-15,0-6-4 0,0 0 8 0,0-2-6 0,0-6 6 16,0 3-7-16,0-4-1 0,0-3 8 0,0 1-7 16,0 2 3-16,0-2-3 0,0 0-2 0,0 1 0 15,0 1-4-15,0 0 4 0,0 0-4 0,0-1 2 16,0 1-18-16,0 0-25 0,0-1 2 0,0 1-9 15,0 0-7-15,0 0-116 0,0-1-45 0</inkml:trace>
  <inkml:trace contextRef="#ctx0" brushRef="#br0" timeOffset="149176.96">22935 9164 105 0,'-2'0'2'0,"-2"0"22"0,-9-2-10 0,-7 0-1 0,-1 2 17 15,-5 0-12-15,6 0 14 0,1 2 10 0,1 0-4 16,1 0 9-16,0 0 4 0,0 0 6 0,4-2-1 15,6 0 2-15,3 0-5 0,-1 0-10 0,1 0 5 16,2 0-7-16,0 0 0 0,-1 0-43 0,-1 0 6 0,2 0-16 16,0 0 13-16,0 0 25 0,2 0-5 0,2 0 11 15,0 0-2-15,46 2-2 0,-1-2 1 0,12-2 0 16,1 0 7-16,3-2-4 0,4-1 3 0,-3-1-5 16,1 0-5-16,0 1-5 0,2 1-3 0,-4 0 1 15,2 3-3-15,6-1-3 0,-8 0 0 0,-2 2-1 16,-5-2-10-16,-15 2 9 0,0 0-1 0,-6 0 3 15,-2 0-9-15,-7 0 7 0,-1 0-6 0,-7 0 6 0,-1 0-6 16,-6 0 3-16,-2 0 1 0,-3 0 0 0,-2 0 0 16,-3 0 4-16,3 0-7 0,0 0 5 0,0 0-13 15,-3 0 1-15,1 0-8 0,0 0 3 0,0-2-13 0,-2 0-9 16,0 2 2-16,0 0-7 0,-2 0-16 0,0 0-15 16,0 0-22-16,-1 0-9 0,-7 0-188 0</inkml:trace>
  <inkml:trace contextRef="#ctx0" brushRef="#br0" timeOffset="149537.35">23016 9643 71 0,'0'0'18'0,"-2"0"43"16,1 0-37-16,-1 0-8 0,-2-2 8 0,2 2-10 16,-7-2-2-16,5 2 6 0,0 0-2 0,3 0 3 15,-1 0 0-15,-6 0-1 0,6 0 1 0,-3 0 1 16,1 0 12-16,0 0 3 0,1 0 3 0,1 2-3 16,0 0-4-16,0 0-4 0,0 0 0 0,0 0 0 0,2 0 11 15,0-1-5-15,0 1-3 0,2 0 1 0,0 0 5 16,2 0 2-16,14 2 2 0,8-3-1 0,6-1 3 15,0 0 5-15,3-1-2 0,4-5 0 0,-2 2-23 0,-2 1-7 16,-1-1-5-16,1 2-1 0,-4 0-15 0,-3 2 3 16,2 0-2-16,-11 0 1 0,1 2-10 0,0 2-23 15,-10-2-5-15,-1 1-11 0,-3-1-65 0</inkml:trace>
  <inkml:trace contextRef="#ctx0" brushRef="#br0" timeOffset="149656.85">23007 9888 199 0,'0'0'44'0,"0"0"67"0,0 0-81 0,0 0-21 0,0 0-1 16,0 0-2-16,0 0 25 0,0 0-11 0,2 2 0 15,0 0-6-15,0 0-8 0,1-2 7 0,21 4-7 16,4-3 2-16,6-1-22 0</inkml:trace>
  <inkml:trace contextRef="#ctx0" brushRef="#br0" timeOffset="151387.65">24019 8031 153 0,'0'0'30'0,"0"0"-3"0,0-1 31 15,-2-1-9-15,0 0 4 0,0 0-22 0,0-2 4 16,1 1 3-16,-1-1 0 0,0 0-7 0,0 0-2 15,0 1-7-15,0-1 3 0,0 2-21 0,1 0-4 16,-1 0 0-16,0 1-1 0,0-1 1 0,0 0 5 16,0 2 3-16,0 0-1 0,2 2-1 0,0 0-4 15,0 1-2-15,-1 16 2 0,-1 1-2 0,0 3 1 16,2 1 0-16,0 2 0 0,-2 2 5 0,2-2 0 16,-4 1 2-16,2 1-2 0,1-2-7 0,-1-2 7 0,2 1-4 15,0-3 7-15,0-2-1 0,0-3 3 0,0-2 2 16,0-4-1-16,0 2-3 0,0-7-4 0,0 1 2 15,0-3-1-15,0-2 10 0,0 1 2 0,0 1 0 16,0 0 2-16,0-1 15 0,0 1 0 0,0-2-2 0,0 0-2 16,0 0-24-16,0-2-6 0,0-2-2 0,0 0-1 15,0-2-1-15,0-11 3 0,0-5 2 0,0-4-1 16,0-2-5-16,2 2 7 0,-1-2-3 0,1 0 3 16,0 0-11-16,0 0 9 0,2 2-3 0,-1-1 4 15,3-2-4-15,0 1 8 0,-1-2-4 0,1 0 5 16,-1 6-9-16,1 1 5 0,1 3-2 0,-1 3 4 15,1-2 0-15,-3 8-7 0,2-2 0 0,-5 7-3 0,7-2-1 16,9-5 6-16,1 4 0 0,1 1 1 0,-3 6-3 16,-3 0-5-16,2 4 4 0,0 3-5 0,-2 1-2 15,2-1 3-15,-8 16-3 0,-3 1 5 0,11-2 4 0,-8 0-2 16,-5 0 4-16,-2-1-2 0,-3 1 3 0,-7 2 6 16,-1-1-5-16,7 1 6 0,-22-2 1 0,2 0-4 15,-2-3 6-15,10-2-6 0,-3-4 6 0,4-2 3 16,2-2-3-16,2-5 3 0,2 3-10 0,3-3-5 15,4-2 3-15,0 1-3 0,2-1 9 0,-3 2 2 16,-1 0-11-16,0-1 8 0,2 1-10 0,1-2 3 16,-1 0 0-16,0 0 1 0,2 0 6 0,0-1-10 0,2 1 13 15,0 0-14-15,-1 0 2 0,3 0 1 0,0 0-2 16,5 0 3-16,8-1 6 0,0 1-4 0,-1 2-1 16,1 0-1-16,0-1-3 0,-1 1 7 0,-4-2-2 15,2 2 3-15,-1-1-9 0,0 1 4 0,0 0-1 16,-1 0 3-16,-5-3-1 0,-3-1-3 0,3 4 2 0,-3-2-4 15,-2-2-4-15,0 0-2 0,1 2-12 0,1 0 5 16,0 1-42-16,-2 1-38 0,-1 0-64 0</inkml:trace>
  <inkml:trace contextRef="#ctx0" brushRef="#br0" timeOffset="151793.79">24429 8373 238 0,'0'-2'99'0,"0"0"-87"16,0 1 105-16,0-1-44 0,0 0-52 0,0 0-15 16,0 0-7-16,0 0 0 0,0 0-5 0,0 1 5 15,0-1 2-15,0 0 0 0,0 0-10 0,0 0 9 16,0 0 0-16,0 0 6 0,0 1 21 0,0-1 9 0,0 0 5 15,0 0-2-15,0 0 8 0,0 0-15 0,0 0 9 16,0 2-11-16,0 0-1 0,0 0 1 0,0 0-10 16,0 0 8-16,0 0-10 0,0-1-11 0,0 1 0 15,0 0-5-15,0 0-2 0,0 0-2 0,0 0 3 16,0 0-1-16,0 0 1 0,0 0 0 0,0 0-1 16,0 0 0-16,0 0-2 0,0 1 3 0,2 1 3 0,0 0 0 15,-2 2-4-15,0 5 0 0,2 8-2 0,-2 0 2 16,2 3 8-16,-1-1-8 0,-1 3 4 0,0 4-4 15,0 0 5-15,0 4-5 0,0-6 0 0,0-4 0 16,-1 1 6-16,-1-5-3 0,0 1-3 0,0 0 0 16,-2 1-7-16,1-1 3 0,-1 0-2 0,0-3 2 15,0-1-17-15,1 2-14 0,-1-4-2 0,0-1-6 0,4-7-28 16</inkml:trace>
  <inkml:trace contextRef="#ctx0" brushRef="#br0" timeOffset="152230.04">24658 8122 247 0,'0'0'49'0,"0"0"-2"0,0-1 4 0,-2-1 5 16,0 0-19-16,0 0 10 0,0 0-18 0,0 0-1 16,0 0-5-16,1 1-9 0,-1-1 6 0,0 0-7 15,0 0 7-15,0 0-3 0,0 0 0 0,0 0 5 0,1 1-5 16,-1-1 0-16,0 0-7 0,0 0-3 0,0 2-2 16,2 0-12-16,0 0 11 0,0 0-5 0,0 0 7 15,0 0 2-15,0 0-6 0,0 0 6 0,0 0-6 16,0 2 10-16,0 0-9 0,0 0 6 0,0 1-7 15,0 3 14-15,4 11-13 0,0 1 6 0,-3 3-9 0,1 3-2 16,0 0 5-16,-2 2-3 0,2 0 6 0,-2 0 5 16,0 0-4-16,2 2-3 0,-2-2-1 0,0 0-3 15,0-2 8-15,0 4-3 0,0-2 5 0,0 3-9 0,0-4 3 16,0-3-2-16,0 0 2 0,0-7-3 0,0 2-3 16,0 1 4-16,0-7-3 0,0 2 8 0,0-3-9 15,0-3 0-15,0 0-5 0,0 1-3 0,0-4-10 16,0-1-7-16,2 1-2 0,0-2-42 0,-1 0-170 15</inkml:trace>
  <inkml:trace contextRef="#ctx0" brushRef="#br0" timeOffset="152550.32">24901 8043 634 0,'0'-2'36'0,"0"0"-5"0,-2 0 0 0,0 0 4 0,0 0-18 16,0 0-20-16,1 1-7 0,-1-1 4 0,0 0-4 15,0 2 9-15,0 0-2 0,0 0 0 0,0 2 0 16,1 0 4-16,-1-1-6 0,0 3 3 0,-2 4-4 16,-3 6 7-16,1 3 12 0,1 2-2 0,-1-1 5 15,2 5-2-15,1 1-2 0,-1 5 2 0,2 3-1 0,0 0-2 16,2 3 7-16,0 2-3 0,0 0 3 0,0 0-5 15,0 0-4-15,0 1 1 0,0-3-2 0,2-2-7 16,0-3 4-16,0-4-1 0,0 0 2 0,1-4 0 0,1 4 1 16,0-2-2-16,-2-7 2 0,1 0-5 0,-1-8 0 15,-2-3 4-15,0-1-3 0,0 1-5 0,2-1 2 16,0 1-7-16,0 1 6 0,-2-3-15 0,2 0-17 16,-1-1 0-16,-1 1-9 0,0-2-41 0</inkml:trace>
  <inkml:trace contextRef="#ctx0" brushRef="#br0" timeOffset="153177.46">25205 8171 618 0,'0'0'39'0,"0"0"-3"0,-2 0-7 0,1 0-4 0,-1 0-16 16,0 0-19-16,0 0 13 0,0 2-1 0,-2-1 5 15,1 3-8-15,-1 7-3 0,-5 15 3 0,-10 2-1 16,4 0 15-16,4 0-13 0,2 2 8 0,1-1-9 16,3 1 7-16,1-2 10 0,0 3-1 0,3-1 4 15,-1 0 0-15,-2 0 6 0,2-6 0 0,2-2 3 0,0 0 7 16,0-5-18-16,0 1 2 0,0-1-7 0,0-4 11 16,0-2-15-16,0-3 4 0,0-5-9 0,0 1 3 15,0 0 18-15,0 0 0 0,0-1 6 0,0 1 3 0,0-2-21 16,0 0 3-16,0-2-10 0,0 0 1 0,0-2-6 15,0-2 5-15,-2-7-4 0,-1-13-1 0,-1-2 2 16,-2-4-2-16,1 1 4 0,-1-5 1 0,2 8-8 16,1-4 5-16,-1 3-4 0,0 1 8 0,1 0-11 15,3 1-1-15,0 1-3 0,0 0 9 0,1 4-1 16,3-1 1-16,0 1-1 0,1 3-3 0,3-1 4 16,-3 5-3-16,5 0 3 0,-1 0-5 0,6 5 1 15,5-1 1-15,1 1 2 0,1 1 7 0,0 1-3 16,2 1-3-16,2 3 0 0,0-15-4 0,-7 8-4 0,1 3 8 15,-3 5-6-15,-2 1 4 0,-4 0-7 0,-2 1 3 16,-1 3-3-16,-4-2 1 0,1 5 8 0,6 16-5 16,-3-1 8-16,-6 2 3 0,-2 4-4 0,-4-4 6 15,-2 2-5-15,-3-2 12 0,-2-1 0 0,-2-1-6 0,2-4 4 16,0-1 2-16,9 0-2 0,-9-2 1 0,-1-2-4 16,-1-2-3-16,2-4 2 0,2 1 4 0,2-1-3 15,1 4-2-15,2-5-1 0,1-1-1 0,-1 1 1 16,-2 1-1-16,1 3-1 0,-1 3 0 0,4-6-1 15,0 2 2-15,2-3 4 0,0-4-2 0,0 5 2 16,0-5-9-16,0 0 1 0,2 2 1 0,2-1 1 16,13 9 4-16,3-3-8 0,-1-4 2 0,1-1-3 0,-1 0 0 15,-1-2-12-15,1-2-2 0,-2 0-4 0,-1-2-14 16,1-2-25-16,-2-1-22 0,0-1-11 0,1-1-164 0</inkml:trace>
  <inkml:trace contextRef="#ctx0" brushRef="#br0" timeOffset="153518.18">25502 8590 574 0,'0'-1'31'0,"0"-1"0"0,0 0-8 0,0-2-1 15,2 0-13-15,0 1-6 0,0-1 4 0,2 0 6 16,1 1-2-16,10-7-1 0,-2 5 7 0,0-1-12 15,0 4 10-15,0 2-9 0,-4 0-6 0,1 4 11 0,-5 0-10 16,1 3 20-16,9 19 7 0,-6 0-4 0,-5 2 5 16,-4 0-1-16,-4 0-4 0,-5 3-1 0,-1-5-1 15,1-4 0-15,0-1 8 0,1-10 3 0,5-5 1 16,-1-1 5-16,2-1-10 0,-2 1 1 0,3-1-4 16,-1 0 1-16,2-2-15 0,0 0-2 0,-2 1-4 15,-2 1-4-15,4-2 2 0,0 0 1 0,0 0 1 0,0 5 13 16,0-3-12-16,2-1 9 0,2 1-11 0,5 2 3 15,17 7-2-15,2-2-1 0,0-6 1 0,7-1-5 16,2-4-27-16,6 0-13 0,12-2-26 0,-6 0-260 16</inkml:trace>
  <inkml:trace contextRef="#ctx0" brushRef="#br0" timeOffset="159266.95">21839 14734 107 0,'0'0'27'0,"0"0"17"16,-2 0 44-16,0 0 17 0,0 0-2 0,-1 0-14 15,1 0-26-15,-7 0-4 0,1 0-1 0,1 0-12 0,1 0-7 16,3 0-3-16,-1-2-2 0,0 2-18 0,0 0-10 16,1 0 0-16,1 0-3 0,0 0 4 0,0 0-4 15,0 0 7-15,2 0-6 0,0 2 12 0,2 0-5 16,2 0 2-16,26 5-2 0,10 3 4 0,10-5-1 16,-1-3 2-16,8 0 1 0,-1-2 14 0,3 0-8 15,-1-2-1-15,-2-2-3 0,-2 1-3 0,-2-1-10 16,1 2-1-16,1 0-4 0,-2-1 1 0,0 1-1 0,-4 0 2 15,-1 0-2-15,-4 2 3 0,-10 0-3 0,-3 0 1 16,-12 0-3-16,3 0-14 0,-8 0 4 0,-8 0-7 16,3 0 6-16,-6 0-3 0,1 0-11 0,-1 0-4 15,0 0-4-15,-2 0-33 0,-2 2-262 0</inkml:trace>
  <inkml:trace contextRef="#ctx0" brushRef="#br0" timeOffset="159502.68">21809 15061 504 0,'-1'0'66'0,"-1"0"-2"15,0 0 26-15,0 0-10 0,0 0-12 0,0 0-48 16,0 0-15-16,1 0 2 0,-1 0-3 0,0 0 4 16,2 0 10-16,0 0-4 0,2 2 8 0,1 0 4 0,25 1 1 15,15 1-1-15,9-2 1 0,5 0 4 0,1-4-4 16,-2-5 2-16,-2-1-5 0,-2-3-11 0,3 0-2 15,-3 0-3-15,-2 1 1 0,-1 1-10 0,-5 2-1 16,-3 3-6-16,-2-2 2 0,-4 5-17 0,-1-1-6 16,-6 2-4-16,-8 0-5 0,2 0-41 0</inkml:trace>
  <inkml:trace contextRef="#ctx0" brushRef="#br0" timeOffset="164829.45">31262 5712 256 0,'0'0'-69'0,"0"0"56"0,0 0 16 16,0 0 8-16,-2 0 68 0,0 0-12 0,2 0-8 0,-2-1 0 16,2-1 3-16,-1 0 1 0,-1 0-12 0,0 0 3 15,0 0-9-15,0 0-10 0,0 1-2 0,0-1-7 16,1 0 3-16,-1 0-11 0,0 2 9 0,-2 0 5 0,0 0-1 15,-12 0 4-15,-3 0 12 0,4 0-4 0,-5 2 7 16,3 0-13-16,-1 1 1 0,-3 3-7 0,3 0 4 16,-3 1-11-16,4 0-7 0,4-1 3 0,6-2-5 15,-2 3-7-15,7-3-6 0,0 9 2 0,-7-2-2 16,3 0 2-16,2-2-3 0,3-1 2 0,1 1-2 16,0-3 5-16,0-3 0 0,1 3-6 0,1-2 5 0,21-2-1 15,1-1-7-15,2 16 5 0,0-4-5 0,-6-5 3 16,4-3 3-16,-1-1-1 0,-3-2 3 0,0 0-5 15,1-1 2-15,-3-1-4 0,3 0 2 0,-6 0-2 0,-4 0 5 16,-6 0 2-16,-3 0 0 0,6-1-6 0,-5 1 1 16,1-2 2-16,0 0 2 0,0 0 4 0,-3 0-4 15,-1 0-2-15,0 0 0 0,-1 1-4 0,-1-1 1 16,-6-4-1-16,-14-7 2 0,-4 2 0 0,-4 2 7 16,6 3-4-16,0 2 5 0,-2 3-8 0,4-1 4 15,-1 0 0-15,3 2 0 0,3 0-9 0,6 0 8 16,2 0-3-16,1 0 6 0,5 0-4 0,-1 0-3 15,0 0-1-15,1 0-2 0,1 0-2 0,0 0 3 0,0 0 5 16,0 0-1-16,2 2 8 0,0-2-9 0,2 0-1 16,0 0-2-16,0 0 3 0,1 0 0 0,3 0 1 15,5 0 0-15,-3 0 0 0,-1 0-3 0,-3 0 2 16,1 0-3-16,-1 0 7 0,0 0-6 0,-1 0 2 16,1 0-4-16,0 0 10 0,0 0-8 0,-1 0 2 15,1 0-4-15,-2 0 4 0,0 0 3 0,0 0-3 16,-1 0 2-16,1 0-2 0,0 0-6 0,0 0 0 0,0 0-3 15,0-2 0-15,0 2 6 0,-1-2-2 0,1 0 2 16,-2 0 3-16,0 2-6 0,0-2 6 0,2 1-7 16,-2-1 8-16,0 0-1 0,0 0-3 0,0 0 0 15,0 0 1-15,2 0 3 0,0 1 3 0,-2-1-1 0,0 0 0 16,0 0-6-16,0 0 0 0,0 0-2 0,2 0 3 16,-2 1 5-16,2-1-3 0,-1 0 2 0,1 0-6 15,0 0 6-15,0 0 2 0,0 0 1 0,0 1-4 16,0-1 2-16,-1 0-3 0,1 0 2 0,0 0-3 0,0 0 3 15,0 0-2-15,0 1 3 0,0-1-3 0,-1 0 3 16,-1 0 0-16,2 0 1 0,0 0-4 0,0 0 0 16,0 1 2-16,0-1 0 0,0 0-6 0,-1 0 5 15,1 0 0-15,0 2 4 0,0-2-1 0,0 2 0 16,0 0-4-16,0 0 1 0,-1 0-1 0,1 0 7 16,-2 0-6-16,0 0 8 0,0 0-8 0,0 0 10 15,0 0-1-15,0 0 1 0,0 2-7 0,0 0 4 16,0 0-5-16,0 0 4 0,0 1 2 0,0-1-9 0,0 9 5 15,0 2-6-15,0-1 6 0,2-1-6 0,0 0 2 16,2 4-3-16,-2-2 9 0,-1 2-7 0,3 1 0 16,0 1-2-16,1 3 2 0,1 1 1 0,0 1 0 0,-1 6-1 15,-1-6-5-15,0 8 10 0,-3-2-5 0,1-6 7 16,4 6-9-16,-2-6-4 0,1 0 6 0,-1 1-3 16,0-3 13-16,-3-3-10 0,1 1 0 0,-2-5-3 15,0 4 6-15,0 0 0 0,0-4 1 0,0-2-3 16,0-2 0-16,-2 1 2 0,1-5 3 0,-1 3-2 15,0-5-1-15,2-1 0 0,-4 4 0 0,2-3 2 16,0 1 9-16,1-2-12 0,-7 4 2 0,-1-1-4 16,5-3 1-16,-3 2-3 0,1-2 0 0,2-1-1 0,-3 3 6 15,-2 0-5-15,-2 0 5 0,1-1-5 0,1-1 2 16,-2 2 1-16,-2 0 1 0,-2-1 1 0,0 1-3 0,4-2 2 16,2 0-6-16,-1 0 5 0,3-1-2 0,0 1 4 15,1-2 1-15,0 0 1 0,3 0-3 0,1 0-2 16,0 0 1-16,-2 2-1 0,1 0-2 0,1 0-1 15,0-2 2-15,0 2-3 0,0 0-1 0,2-2 8 16,0 0-4-16,0 1 4 0,2 1-2 0,0 0-3 16,2-2 6-16,14 4-5 0,3-2 2 0,3 0 1 15,0-1-2-15,6 1 0 0,-3-2-4 0,5 0 5 16,5 0-2-16,-11 0 3 0,8 0 2 0,-3 0-6 16,-1 0 2-16,-1 0-5 0,-1 2 2 0,-5 0 6 0,-5 0 1 15,-1 0 1-15,0 0-9 0,-3-1 4 0,3 1 0 16,-6 0 2-16,2 0 0 0,-2 2-2 0,-1-2-1 15,-3-1-1-15,-1 1 3 0,-3 0 1 0,1 0-2 16,0 0 1-16,-2-2 0 0,1 2 2 0,1 0-1 0,0-1 2 16,-2 1 5-16,0 0-4 0,-1 0 2 0,-1 0-3 15,0 2-2-15,-1-3 5 0,-1 3 2 0,-4 0 0 16,-16 9-3-16,-2-2 1 0,-2-2-2 0,-8 1 3 16,3-3-6-16,1 0 8 0,2-1-5 0,0 0 7 15,-3-1-3-15,1 1-4 0,0-3 0 0,10-1-1 16,0 0 5-16,3 0-9 0,6 0 6 0,-4 2-7 0,6-3 1 15,-1 1-1-15,1 0 1 0,7-2-1 0,-2 0 4 16,1 2-5-16,-1 0-3 0,2 0-1 0,0 0 5 16,0-1-2-16,2 1 6 0,0 0-4 0,0 0 2 0,2 0 3 15,0 0-5-15,2 0 3 0,11 5-10 0,13 4 8 16,3-2 0-16,-3-3 3 0,0-2-3 0,2-1-1 16,-3 1 1-16,-3-2 0 0,2 0 1 0,-5 0 2 15,-3 0-2-15,1-1 2 0,-2 1-4 0,-4 0 3 16,-4 0-4-16,0 0 4 0,1 0-8 0,-7-2 8 15,1 0-1-15,-2 0 5 0,0 0-4 0,1 2 0 16,1 1 1-16,-2 1 0 0,-2 0 0 0,0 9-2 16,-2 0 3-16,-3 0-2 0,-5 1 8 0,-1 3-9 15,4-2 4-15,-12 0-5 0,4-2 6 0,-1-4-3 0,1 2-2 16,7 2-1-16,1-2-7 0,3 1 6 0,-5-1-3 16,3-4 4-16,3-1-1 0,-5 7-2 0,4-4 3 15,1 2-1-15,1 0 7 0,2-3-7 0,0 5 1 16,2-4-5-16,3 6-1 0,1 2 4 0,1 3-2 0,3 8 3 15,-5-2 1-15,-1 0 0 0,0 5-2 0,-3-1 2 16,-1 5 1-16,0 1 0 0,-1-5-1 0,-3 3 0 16,-2-1-1-16,-1 1 1 0,-1 3 0 0,1 0 0 15,1 2-4-15,3-4 8 0,1 0-6 0,0 4 6 16,2-2-4-16,0 4-6 0,2 2 7 0,2-2-5 16,-1-4 4-16,1 4 3 0,2 2-1 0,-3-4 1 15,3 1-1-15,-2-4-3 0,-1-3-2 0,1-3 0 0,0-2-2 16,-1-1 8-16,1-2-3 0,0-3 4 0,1 4-9 15,-1-6 5-15,0 3 1 0,0-3 3 0,-1 0-1 16,1-1-1-16,-2-4-1 0,2-2 1 0,-3-2-6 0,-1-5 4 16,2 1 3-16,-2-3 3 0,0-2-2 0,0-1 4 15,2 3-7-15,0 0 6 0,0 0-11 0,-2-1 9 16,0-1-2-16,2 0 5 0,-2 0-6 0,0 0-1 16,0 0-1-16,0-2 0 0,2 0-1 0,-2 0 0 15,0 0-7-15,0 0 3 0,0 0-19 0,0-2-80 16,0 0-5-16,0 0-37 0,0 0-106 0</inkml:trace>
  <inkml:trace contextRef="#ctx0" brushRef="#br0" timeOffset="165249.29">30961 8698 356 0,'0'-2'29'0,"-2"0"8"16,0 0 12-16,1 1-28 0,-3-3 13 0,-2 0-27 16,-5-3 2-16,0-1-3 0,4 5 3 0,-3-3-8 15,1 2 17-15,2 1-9 0,-3-1 14 0,3 2 14 0,3 2 6 16,0 0 5-16,1-2-2 0,-1 0 10 0,0 0-28 15,2 1 7-15,1-1-14 0,-1 0 3 0,2 0 2 16,0 0-4-16,2 0 1 0,-1 1-13 0,7-1 5 16,23-8-1-16,10 1 2 0,0 2-6 0,4-3-3 15,5-1 2-15,-2 2-2 0,2 3 1 0,-1 1 1 16,-9 1-3-16,-6 2 2 0,-4 0-8 0,-4 2 6 16,-2 0-3-16,-4 0 4 0,-1 0-4 0,-6 0 0 15,0 0-1-15,-8 0 0 0,1 0-7 0,-4 0 5 0,1 0-12 16,1 0 7-16,0 0-18 0,-1 0-11 0,1 0-3 15,-2 0-11-15,0 0-70 0,0 0-104 0,0 0-6 16</inkml:trace>
  <inkml:trace contextRef="#ctx0" brushRef="#br0" timeOffset="165549.15">30913 8925 413 0,'0'0'61'0,"0"-2"92"0,0 0-98 0,0 0-32 16,0 0-4-16,0 0-8 0,0 0-23 0,0 2 12 15,2 0-5-15,0 0 8 0,1 0-3 0,16-1 2 16,5-1-4-16,4-2 2 0,-4 2-1 0,-5 2-17 15,-1 0 11-15,-7 0-13 0,0 0 11 0,-3 0 7 16,-6 0-3-16,1 0 6 0,1 0 7 0,0 0-2 16,0 0 0-16,-3 0 0 0,1 0 7 0,0 0 0 15,0 0-2-15,0-2 0 0,0 2-3 0,0 0-14 0,-1-2 7 16,1 1-8-16,0-1 11 0,2 2-9 0,3 0-12 16,14-4-1-16,7 2-34 0</inkml:trace>
  <inkml:trace contextRef="#ctx0" brushRef="#br0" timeOffset="167676.42">31982 6609 61 0,'0'0'17'16,"0"0"-1"-16,0 0 24 0,0-2-4 0,0 1 6 16,0-1 3-16,0 0 0 0,0 0 4 0,0 0-1 15,0 0 9-15,0 0-13 0,0-1 0 0,0-1-9 0,0 0-23 16,0 1 17-16,0 1-8 0,-2-4 10 0,2 2-21 15,0 3 2-15,0-1-1 0,-1-2 2 0,-1 0-1 0,2 2-6 16,-4-1-3-16,0-1 2 0,3 0 4 0,-3 2-9 16,0 1 5-16,0-1-6 0,1 0 1 0,-1 0 6 15,0 0-4-15,1 0 5 0,-1 0 0 0,2 2-6 16,0 0 6-16,0 0-6 0,0 0-1 0,1 0 0 16,-1 0 0-16,0 0 0 0,0 0 8 0,0 2-5 15,0 0-1-15,0 0-1 0,1 0-1 0,-1 0 2 16,0 0-2-16,0-1 1 0,0 1 3 0,0 0-4 15,0-2 12-15,1 0-10 0,-1 0 11 0,0 0-6 0,0 0-6 16,0 0 1-16,0 0-5 0,2 0 9 0,0 0-5 16,0 0 5-16,0 0-11 0,0 0 9 0,0 0-2 15,0 0 3-15,0 0-13 0,0 0 6 0,0 0 2 0,0 0 1 16,0 0 5-16,0 0-3 0,0 0-2 0,0 0 1 16,0 0-2-16,0 0-3 0,0 0 1 0,0 0-2 15,0 0 9-15,0 0-5 0,2 0 1 0,0 0-2 16,0 0 3-16,0 0-2 0,-2 0 4 0,2 0-3 15,-2 0 0-15,1 0 1 0,-1 0-2 0,0-2 0 16,2 0-4-16,-2 1 4 0,2-1 0 0,0 0 1 16,0 2-3-16,0-2 2 0,0 0 2 0,-1 0 1 0,1 0 8 15,0 1-10-15,-2-1 3 0,0 0-5 0,2 0-1 16,0 0-2-16,0 0 5 0,-2 0-1 0,0 1-1 16,0-1 8-16,0 0-11 0,0 0 10 0,2 0-6 0,-2 0 0 15,0 0 0-15,0 1-1 0,1-1-6 0,-1 0 10 16,2 0-3-16,-2 0 4 0,0 0-3 0,0 0-6 15,0 1 6-15,0-1-6 0,0 0 10 0,0 0-2 16,0 0-4-16,0 0 0 0,0 2 0 0,0 0-3 16,0 0 7-16,0 0-6 0,0 0 1 0,0 0 2 15,0 0-5-15,0 2 5 0,0 0-2 0,0 0 4 16,0 2 2-16,0-1-1 0,-2 16-3 0,-1 3-9 16,-3 2 9-16,-3 4-8 0,0 2 15 0,-3 3-2 0,1 3-4 15,2 1 2-15,-2 0-3 0,0 2 0 0,1 2 0 16,1-1-2-16,2-1 0 0,1-3 3 0,2-5 1 15,3-5 2-15,-1 0-1 0,0-7-5 0,0-2 1 16,2-1-2-16,0-6 5 0,0 1 4 0,0-2-6 0,0-5 3 16,0 1-3-16,0-3 9 0,0 2 3 0,0 0 1 15,0-3-5-15,0 1 11 0,0-2-1 0,0 0 3 16,0-2-14-16,0-1 1 0,-2-18-3 0,0-8 4 16,2-3-5-16,0-5 0 0,0 3-4 0,0-1 1 15,2 0-1-15,0 0 0 0,0 3 2 0,2 2-1 16,-1-1-1-16,3 5 3 0,-1 0-2 0,1 2 1 15,1 0-2-15,1 3 0 0,-1 3 4 0,-1 1-4 0,1 2 2 16,1 0-5-16,1 2 2 0,0 0-4 0,-7 4-1 16,13-2 1-16,-2 3-2 0,4 1 2 0,-4 1-1 0,2 4 2 15,1-1-2-15,3 1 2 0,1-13 2 0,-1 6-4 16,-4 3 6-16,-4 4-5 0,-9 2 3 0,1 0 1 16,3 0-3-16,-4 0 5 0,0 0 10 0,-2 2-7 15,9 13 4-15,-4 0-7 0,-1 3-2 0,-4-3 7 16,-4 2-6-16,-1-2 9 0,-3 0 6 0,-1 0-5 15,0-2 2-15,0 0-3 0,-14 0 0 0,7-2-3 16,-3 0 7-16,4 0-7 0,10-2 1 0,-10-3-1 16,4 1-4-16,1-1 3 0,-3-1 0 0,10 1-3 15,1-1 0-15,0-3-1 0,-2 4-1 0,2-4-1 0,-1 1 0 16,-1 1 1-16,2 0 1 0,0 0-3 0,2-3 7 16,0 5-5-16,0-2 3 0,0-1-1 0,2 3-4 15,2 3 3-15,1-1 3 0,-3 5-7 0,11-6 7 16,-5 1-6-16,3 1 9 0,-6-2-7 0,1-1 0 0,1 3-3 15,-1 2 2-15,1-1 6 0,-1 1-2 0,-2-2 5 16,3-5-8-16,-1 1-3 0,1-3-4 0,-1 2 1 16,-3-2-1-16,1 1-24 0,0-1 4 0,1 2-11 15,-1-2-7-15,0 0-34 0,-2-2-51 0,-2 2 1 16,3-1-200-16</inkml:trace>
  <inkml:trace contextRef="#ctx0" brushRef="#br0" timeOffset="167987.59">32250 6815 408 0,'0'-2'96'0,"0"1"-110"16,0-1 112-16,-2-2-57 0,0 0-21 0,0 1-13 15,0-1-4-15,0 0 1 0,1 2-2 0,-1 0-3 16,0 1 0-16,0-1-4 0,0 0 3 0,0 0 9 15,0 0 0-15,1 2 3 0,-1 0-4 0,2 0 0 0,0 0-1 16,0 2 2-16,0 0 6 0,0 0-10 0,0 1 8 16,0 5-10-16,0 10 8 0,0 5 2 0,0-3 1 15,0 6 2-15,0 2-3 0,0-2-7 0,0-2-3 16,-2 0 1-16,0-1 0 0,0 4 3 0,0-2 3 16,-1-1-1-16,1-6 3 0,0-1-9 0,0 0 2 0,0-4-3 15,2 0 4-15,0-2 5 0,0-4-8 0,0 1 4 16,0-3-8-16,0-1 3 0,0 0 3 0,0-2-1 15,0-1-3-15,0 3-9 0,0 0-5 0,0 0-3 16,0-1-34-16,0-1-107 0,-2 0-10 0</inkml:trace>
  <inkml:trace contextRef="#ctx0" brushRef="#br0" timeOffset="168303.14">32391 6760 600 0,'0'-2'17'0,"-2"0"32"0,0 0-38 0,0 0-8 16,0 0-3-16,1 0-1 0,-1 1-11 0,2-1-3 15,0 0 4-15,0 0-2 0,0 0 14 0,0 2 2 0,0 0 7 16,2 0-5-16,-1 0-1 0,1 0 12 0,2 0-7 15,0 0 11-15,11-2 0 0,-1 0-11 0,3 1 2 16,0-1-5-16,0 2-2 0,-3 0-7 0,-2 0 2 16,-1 0-3-16,2 0 8 0,-4 0-16 0,6-2 2 0,-2 2-11 15,-6 0-19-15,3 0-13 0,-3 0-50 0,0-2 17 16,-1 2-110-16</inkml:trace>
  <inkml:trace contextRef="#ctx0" brushRef="#br0" timeOffset="168547.76">32458 6630 383 0,'0'0'40'0,"0"-2"17"16,0 0 24-16,0 0 8 0,0 0-63 0,0-1-13 16,0-1-2-16,0 2-3 0,0 0-12 0,0 0 2 15,0 0 1-15,0 1 0 0,0-1 0 0,0 0 0 16,2 2-4-16,-1 0 4 0,1 0 2 0,0 2 1 15,0 0 4-15,0 1-3 0,0 5 5 0,1 10-2 16,1 3-3-16,-2-1 0 0,0 1-5 0,0-3 3 16,-2 2 3-16,0 3 0 0,0-3-4 0,0 1 5 15,0-3-3-15,0-1 4 0,-2-4-6 0,0 0 8 16,0-2-6-16,0-2 6 0,0 1-13 0,1-3-21 0,1-3-5 16,0 1-11-16,0-1-70 0</inkml:trace>
  <inkml:trace contextRef="#ctx0" brushRef="#br0" timeOffset="169266.75">32779 6516 434 0,'0'0'44'16,"0"-1"12"-16,-2-1 4 0,0 0-39 0,0 0 13 15,0 0-37-15,1 0 0 0,-1 0 3 0,0 1-2 0,0-1 2 16,0 0-2-16,0 0-2 0,0 0 1 0,1 2 3 0,-1 0-4 16,2 0 8-16,0 2-6 0,-2 0 14 0,0 2-5 15,0-1-3-15,-2 8-1 0,-1 6-4 0,-3 0 12 16,1 3 4-16,0-1 2 0,-3 3-2 0,1-1-3 16,-2 1-4-16,0 0 1 0,1-1-5 0,3-1 2 15,0 0 1-15,1-1-1 0,2 3-8 0,1-5 11 16,1 0-6-16,0-4 10 0,2-6-9 0,0 0 6 15,0 1-8-15,0-1 7 0,0-1-4 0,0-2-5 16,0-3 9-16,0 3-9 0,0 0 1 0,0 0 5 16,0-3-6-16,0 1 4 0,0 0-15 0,0-2-20 0,0 0 1 15,0 0-6-15,0-2 6 0,0 0-18 0,0-1 4 16,-4-10-8-16,-1-2 12 0,-5-4 30 0,1 1-5 16,0 1 12-16,-2-2 5 0,1 3 0 0,1-1 11 15,2 2-8-15,-3-1 13 0,5 3 0 0,-1 0-1 0,1-2 1 16,1 2-2-16,2 0-18 0,2 0-1 0,2 2-4 15,0 1 5-15,2 1 4 0,1 0-3 0,1-1 2 16,12 3-5-16,3-2 10 0,8 3 2 0,1 1 3 16,0-1 4-16,-4-1 5 0,-2 1 5 0,0 0-1 15,0 1 11-15,4 3-14 0,-6-2-5 0,-3-9-1 16,-1 4-2-16,-6 5-3 0,-1 2 3 0,0 2-4 0,-4 0 4 16,-3 0-7-16,0 2 5 0,-1 0-6 0,-1 0 12 15,0 2 1-15,0-1-4 0,-2-1 3 0,0 9-5 16,-2-1 0-16,-2 1 3 0,-3 0-4 0,3 0 0 15,-14 0 0-15,-1-1 2 0,4-1 0 0,2-2 6 0,-3 1-14 16,6-1 6-16,-3-1-7 0,2-1 6 0,6-1-8 16,-1-2-2-16,4 2 0 0,0-1 2 0,0 1-2 15,-1 2 4-15,1-3-4 0,2-1 6 0,0 2 0 16,0 0-2-16,0-1 2 0,0 1 1 0,0 0 3 16,0-1 0-16,2 3 0 0,0 0-12 0,-2-5 11 15,5 3-10-15,8-2 11 0,-2 0-13 0,6 0 4 16,-2 1 5-16,-2-1-3 0,-2 0-8 0,-2 0 4 0,-1 4-5 15,5 3 6-15,0-2-15 0,-2-1-22 0,0-1 0 16,-2-1-9-16,1 0-10 0,-3-2-15 0,2-1-56 16,1 1 9-16,-1 0-209 0</inkml:trace>
  <inkml:trace contextRef="#ctx0" brushRef="#br0" timeOffset="169641.28">32979 6787 284 0,'0'-1'118'0,"0"-1"-118"0,0 0 126 0,0-2-57 0,0-1-34 15,2-7-14-15,0 3-5 0,2 0-2 0,1 0-13 16,3-1 9-16,-3 3 3 0,14 0-1 0,3 1-1 16,-3 2 5-16,1 1-10 0,-1 1 6 0,-2-9-15 0,-4 3 4 15,-2 4 6-15,-4 3-1 0,-1 1 10 0,-3 0-7 16,1 0 6-16,0 1-6 0,0 3 13 0,-1 0-8 15,3 7 4-15,-2 4-3 0,-3 1 15 0,-1 1 1 16,-3 4-10-16,-7-1 4 0,-3 6-18 0,-3-2 4 16,10 0-3-16,-14-1 1 0,1-7-9 0,6 5 0 15,2-10 5-15,2-2-5 0,-1 4 5 0,3-11-2 16,1 7-7-16,5 2 4 0,-3-5-5 0,-4 5 6 16,3-2 1-16,3-3 0 0,-2 3-2 0,2 1 7 15,2-7 1-15,0 3 1 0,0-4-1 0,4 3 9 0,2-3-6 16,16 2 6-16,4 0-9 0,0-3-9 0,2 3 5 15,0-2-6-15,0 5 5 0,-4-5-6 0,0 4-7 16,-2-1-1-16,0-1-27 0,1 4-40 0,-7-3-14 16</inkml:trace>
  <inkml:trace contextRef="#ctx0" brushRef="#br0" timeOffset="175538.15">33223 6446 43 0,'0'0'0'0,"0"0"6"16,0-2 65-16,0 0-20 0,0 0 5 0,0 0-26 0,0 1-1 15,0-1 3-15,0 0-3 0,-2 0 1 0,0-2 1 16,0 1-7-16,0-1 5 0,0 0-5 0,1 0 6 0,1 1-8 16,-4-5 7-16,2 3-9 0,-2-3 0 0,1-1-10 15,-1 2 4-15,-2-5-5 0,3 3 2 0,1 4-2 16,-2-7-9-16,0 3 5 0,2 4 2 0,-3-7-6 16,3 7 10-16,-2-3-9 0,2 3 10 0,2 3-9 15,-1-2 1-15,-1 1-2 0,0-1 9 0,-2-2-1 16,0 1-6-16,-3-6 3 0,1 3-6 0,-1-1 2 15,1 1 9-15,-1-1-7 0,3 4 5 0,1-1-3 16,-1 0-4-16,-5 1 1 0,-1-6-7 0,1 5 7 16,-2-1-4-16,2-1 5 0,-3 3-8 0,-1-5 3 0,2-1 3 15,-2 6 0-15,-2-3-4 0,1-1 1 0,-3 2 0 16,0-1 1-16,-1 4-3 0,-1-1 8 0,-1-1-5 16,-1 1 7-16,4-1-9 0,-1 3 1 0,7-1-4 0,-6 2 3 15,-2 0-4-15,6 0 7 0,-9-1-2 0,5-9 3 16,1 1-3-16,-3 2 0 0,6 5 5 0,-5-1-4 15,1 1-2-15,-4 0 1 0,1 2-2 0,2 1 2 16,3 1-1-16,-4 0-4 0,2 0 8 0,1 0-5 16,-3 0 8-16,6 0-4 0,-2 0-5 0,0 0 1 15,1 1 2-15,-3 1 0 0,0 0 5 0,-1 2-5 16,1 0-4-16,-2-1 7 0,1 1-3 0,-3 0 5 0,5-1-11 16,-3 3 4-16,4-2 2 0,-2 1 1 0,-1 1 6 15,1-1-5-15,0 3-5 0,-1-1 1 0,1 1-7 16,4-1 10-16,-4 2-1 0,4-1 2 0,-5 5-7 0,-3-11 5 15,3 16 2-15,-3-5 0 0,3 8 1 0,-4-8-3 16,-3 9 0-16,5-2 0 0,0-3 4 0,3 0-6 16,-2-4 2-16,3 0-2 0,-1 0 3 0,2 0-1 15,2-2-2-15,0 0 1 0,0 0 4 0,4-3-7 16,1 1 5-16,-1 2-5 0,4-2 4 0,-1 1 2 16,-1 3-3-16,5 0 1 0,-2 1-12 0,2 3 16 15,-2 2-7-15,3-3 9 0,-14 5-10 0,4-1 3 16,1 1 1-16,3 1 0 0,1 0-2 0,1 1 1 0,1 1 1 15,0-2 0-15,2 2 0 0,1 2 4 0,-3-2-4 16,0 4 3-16,0 2-5 0,1 1-4 0,-1 5 3 16,0-7-1-16,1 3 16 0,-1-1-11 0,2-6 0 15,0-1-5-15,2 2-8 0,0-8 12 0,0 3-2 0,2 3 4 16,2-7-2-16,1 1 0 0,1 1-2 0,1-3-1 16,1 1-8-16,3 4 14 0,-2-7-3 0,2 3 5 15,-9 2-4-15,13-3 0 0,-2 1 1 0,4 0-2 16,-2-2-8-16,-2 1 7 0,0 1 1 0,-6 0 3 15,4-1-1-15,4 1-2 0,5-2 0 0,1 2 0 16,-1-2 1-16,1-1-1 0,1 1-5 0,0 0 3 16,8 0 4-16,-2-2-4 0,-2 0 5 0,2 2-4 0,-1-2 9 15,-2 0-6-15,2-2 0 0,-1-2-2 0,-1 1-4 16,2 3 3-16,1 0 1 0,0-4 1 0,0 2-4 16,-4-4 6-16,-2-1-6 0,1 1 6 0,1 3-6 0,-2-3 2 15,2-3 1-15,0 1 1 0,-1 10 7 0,5-2-4 16,1-3 2-16,5-5-3 0,-1-3 0 0,4-2 0 15,-3-2 2-15,3-2-2 0,2-1 3 0,2-4-10 16,3-1 6-16,-3-3-5 0,2-2 8 0,-4 1 3 16,-4 1-8-16,-3 0 5 0,-3-2-5 0,-5 2 4 15,1-2-3-15,-3 0 3 0,-2 13-2 0,1-16 8 16,-1 1-4-16,1-2 3 0,-1 3-10 0,-2-1 3 16,5 0 0-16,-1 0 2 0,-2 3 7 0,1-3-8 0,-1 0 3 15,-3 4-6-15,0-5 5 0,-1 3-7 0,-4-4 7 16,-1 1-6-16,4 3 13 0,-4-6-8 0,4-1 0 15,-6 0-3-15,2-8-4 0,-4 0 10 0,3-5-2 16,-7-6 7-16,1 4-3 0,2-7 2 0,-1 1-4 16,1 0 1-16,-2 0-8 0,-1 6 4 0,-1 2-2 0,0 3 2 15,17 3 1-15,-8 1 8 0,-8 2 3 0,-3 0-1 16,0 4-5-16,-1-1-8 0,-5 3 7 0,-1 1-6 16,-3-1 7-16,-1 1-1 0,-2-1-2 0,8-2 3 15,-16 3-1-15,-1-1 3 0,0-4-8 0,1-1 7 16,1-1 0-16,-1-5-1 0,3-1 2 0,1-1-2 15,0 1-2-15,2 1 2 0,1-1-3 0,-5 6 3 16,2-4-8-16,-1 10 4 0,-1-2 4 0,-3 5-3 0,0 2-4 16,-6 2 0-16,-4 8-2 0,-7 3 1 0,-7-20-8 15,-14 14-44-15,-12 17-50 0,-21 21-15 0,-11-21-353 0</inkml:trace>
  <inkml:trace contextRef="#ctx0" brushRef="#br0" timeOffset="176797.27">32764 8134 20 0,'-2'0'0'0,"0"0"7"0,0-2 3 15,1 0 25-15,-1 0 9 0,-2 0 12 0,-7-5 9 0,-2-1-11 16,2 1 2-16,5 3-5 0,2 2-5 0,1 0-7 16,-1-7 6-16,-3 0-6 0,-1-2-8 0,4 5 7 15,1 1-10-15,1 1 7 0,0-2-31 0,2 4 5 16,0 1-8-16,-2-3 8 0,0 0-14 0,2 2 2 15,0 0 0-15,0 1 2 0,2 1 0 0,0 0 6 16,0 1-4-16,0 1 5 0,0 2-13 0,1 7 7 16,3 8-3-16,1 1 3 0,1-1 0 0,-3 3 3 15,3 0-2-15,-3 4 3 0,-1 0-2 0,0 6 4 16,-2 1 3-16,-1 4-2 0,-2 6-1 0,-1 7 7 16,-4 4-7-16,1 6 7 0,1 3-11 0,-5-4-1 0,-3-1 1 15,1-5-1-15,-4-8 5 0,2-6 6 0,0-6-4 16,0-7 3-16,-1 2-7 0,-1-4 12 0,0-1 1 15,0-1 3-15,2-2-6 0,0 1-6 0,0-3-1 0,4-3-1 16,-2 0 5-16,9 0-2 0,-7 0-5 16,1 0 1-16,1 0-8 0,-1-2 3 0,-1 0-6 0,0-2 2 15,1 0-22-15,1-2-27 0,-1 0 0 0,3-3-18 16,-1-2-68-16</inkml:trace>
  <inkml:trace contextRef="#ctx0" brushRef="#br0" timeOffset="177231.84">32162 8947 584 0,'0'0'26'0,"0"-2"2"0,0 0 1 15,-1 0-9-15,-1 0-4 0,0 1-13 0,2-1-10 16,0 0 6-16,0 0-8 0,0 0 9 0,0 2 3 15,0 0-4-15,0 0 3 0,0 0 2 0,0 0-8 16,0 2 5-16,0 0-6 0,0 0 6 0,0 1-2 0,0-1 4 16,0 9-3-16,0 2 13 0,0 4-5 0,2 0-6 15,0 1 2-15,-2 3 4 0,0 1-8 0,0 0 10 16,0 4-10-16,0-1 2 0,-2 2 1 0,2 1-5 16,0 0 4-16,0 2 4 0,0-6 4 0,0 0-4 15,0 4 2-15,0-2-10 0,0 0 3 0,2 2 1 0,-1-12 0 16,1 5-1-16,2 1 3 0,-2-7 1 0,2 5 0 15,-3-7-3-15,3-1-1 0,-2-3 2 0,0-4 0 16,0 3 9-16,0-4-7 0,-2-3 9 0,0 1-4 16,0 0 34-16,0 0 2 0,3 2-2 0,1-1 0 15,0-1-17-15,1 0-4 0,6 0-6 0,1-4 4 16,2-5-12-16,3-4-6 0,0-6 5 0,3-15-6 16,3-5 6-16,1 2-4 0,4-8 0 0,3 10-1 15,3-1 7-15,-1 1-10 0,6-2 3 0,4 1-6 0,5 1 3 16,2 5-15-16,4 2-3 0,-4 6-8 0,4-3-45 15,5 5-116-15</inkml:trace>
  <inkml:trace contextRef="#ctx0" brushRef="#br0" timeOffset="179396.75">25062 7621 32 0,'-2'0'0'0,"1"0"27"16,-3-2 18-16,-9-3 28 0,0-3 12 0,-4-1-21 0,1-2-9 16,-5-2-25-16,-1 0-3 0,0 0-1 0,3 2-18 15,-1 0 10-15,-1-1-8 0,1 3 12 0,-4-2 0 16,1 2-14-16,-3-1 13 0,-2 3-14 0,1 1 14 15,1 3-3-15,-6 1-4 0,0 0 3 0,-1 2 1 16,-4 0-6-16,2 2 5 0,-4 2-6 0,0-1-6 0,0 3 10 16,0-1-12-16,-2 1 11 0,2 1-11 0,0 1 8 15,4-1 0-15,5 1 1 0,2-1-8 0,4-1 1 16,0 1-1-16,1 1 0 0,3 1-6 0,0 0 2 16,-1 2-2-16,3-9 2 0,-1 22 0 0,-1 2-1 15,1 6 5-15,-3 5-2 0,1 4 1 0,1 5 2 16,1 1-5-16,3 1 3 0,1-5-4 0,0-1 0 15,4-3 0-15,-2 0 0 0,3-2 1 0,-4 1 0 0,4 2 1 16,-1 1-1-16,0 8-4 0,5 1 3 16,-5 4-2-16,6-1 2 0,-3 5-1 0,1 0 4 0,-19-5 2 15,13-1 0-15,9-5-5 0,6-5-4 0,4-1 4 16,1-7-3-16,1-5 11 0,1-1-5 0,0-5-1 0,6 1-1 16,-11-2-6-16,22 0 11 0,0 1-6 0,5-3 8 15,1 0-8-15,3-1 1 0,4 1 1 0,4-1 1 16,1 0 6-16,5-3-9 0,1 1 0 0,7 2-4 15,3-1-6-15,-1 3 9 0,4-1-2 0,-9-3 4 16,-4 3 2-16,-5-5-2 0,-4 0 0 0,-2 0-3 16,1-8-4-16,-1-1 10 0,2-3-1 0,0 20 5 0,4-10-6 15,5-10 2-15,0-5 0 0,13-5 1 0,-2-4 4 16,6-4-3-16,4 0-4 0,-8-1 1 0,2-3-5 16,-6-1 5-16,-3-1 3 0,-2 3 0 0,-2-3-4 15,-6 4-4-15,3-1 3 0,-1 1-3 0,0-1 3 16,2 1 0-16,-9 2-3 0,-2-2 2 0,0 2 0 0,-4 1 9 15,-1-3-4-15,-3 0 6 0,-5 0-6 0,0 8 0 16,-2-21 3-16,1-1-2 0,-3-3 3 0,-5-8 9 16,1-3-6-16,-3-7 6 0,-2-4-6 0,0 5 2 15,-6-5 6-15,-1 4-4 0,-4 0 5 0,22 4-9 16,-13-1 2-16,-9 5-3 0,-4 1 3 0,-5 4-3 16,-4 0 0-16,-8 0 0 0,13 0 14 0,-34 0-3 15,-11-6 2-15,-8 1-2 0,-6 1 2 0,-6 4-4 0,1 4-5 16,1 5 0-16,4 2-14 0,4 8 8 15,0 3-5-15,-1 12 4 0,5-23-20 0,1 17 2 0,2 11-5 16,-3 11 2-16,3 7-24 0,-6 8-23 0,3-14-8 16,5 30-12-16,0 5-87 0</inkml:trace>
  <inkml:trace contextRef="#ctx0" brushRef="#br0" timeOffset="179817.81">24728 9443 640 0,'0'-2'32'0,"0"0"-7"16,-2 0 2-16,0 0 8 0,1 0-19 0,-1 0-13 0,0 1-5 15,0 1 2-15,0 0-5 0,0 0 3 0,0 1 2 0,1 1-1 16,1 2 2-16,0 11-1 0,1 11 5 0,1-6 2 16,2 3 0-16,2-3 1 0,-1 0-4 0,1 1 3 15,-3-1-2-15,1 3 4 0,0 3-2 0,-2 0 1 16,0 1 1-16,-2 1 1 0,-4 0-5 0,-2 0 0 15,-3 2 0-15,-2-1 3 0,-4-1 11 0,-2 2-8 0,15-2 9 16,-22-2-5-16,0-2 5 0,0 0-4 0,-2-4 3 16,-2 1-8-16,8-3 1 0,-8-5-1 0,6 4-1 15,1-6-10-15,-7 2 7 0,6 0-7 0,-2-2 2 16,-4 1-33-16,2-1-23 0,2 2-3 0,0 0-10 16,2-2-43-16</inkml:trace>
  <inkml:trace contextRef="#ctx0" brushRef="#br0" timeOffset="180145.63">24156 10007 542 0,'0'-2'22'0,"0"0"44"0,0 0-45 0,-2 1-6 15,1-1 1-15,-1 0-4 0,0 0-8 0,0 0-1 16,2 0-4-16,0 0 1 0,0 2-1 0,0 0-4 15,0 0 6-15,0 2-2 0,-2 0 14 0,0 2-8 0,-3 13 0 16,-3 9-4-16,-1 3 4 0,0 1 3 0,-2 2 2 16,-1-3-1-16,1-1 6 0,0 0-9 0,2-4 2 15,-2 4-4-15,1-2 0 0,3-6 3 0,0 1 0 16,1-6 1-16,0 1 0 0,3-3-4 0,1-3 5 16,0-3-4-16,0 2 3 0,0-1 12 0,0 3-13 15,2-2 12-15,0-1-16 0,0 1 14 0,0-3-4 0,2-1 6 16,2 1-8-16,0-3 3 0,16-1-1 0,8 2 0 15,4-2-5-15,5 20-7 0,4-9 6 0,9-7-6 16,4-6-1-16,1-2-15 0,6-7-6 0,-3-4-5 16,1-4-47-16,6-5-95 0</inkml:trace>
  <inkml:trace contextRef="#ctx0" brushRef="#br0" timeOffset="197515.35">25714 13260 36 0,'0'0'0'0,"-2"0"7"16,0 0 74-16,0 0-18 0,1 2 10 0,-3 0-34 0,0 0 1 16,0-1-11-16,1 1-2 0,-1-2-1 0,-5 4-27 15,-2 0-4-15,-1-1-19 0,1 3 14 0,-2 0-5 16,0-1 67-16,2-1 3 0,0 1 19 0,4-1-4 0,-1 0-26 15,3-2-1-15,-3 1-9 0,5-1-6 0,-3 2 1 16,0 0 0-16,1-1 1 0,1-1 1 0,2-2-2 16,-1 2 2-16,1-2-3 0,-2 4-9 0,0 0-11 15,1-1 3-15,1 1-4 0,0-2 5 0,0 0-7 16,0 0 2-16,2-1-1 0,0 1 9 0,2 0-7 16,0 0 4-16,5 2-4 0,23 5 4 0,3-3-8 15,4-3 2-15,4-1-2 0,8-2 6 0,-3 0-6 16,8 0-3-16,2-4 2 0,-3 3 3 0,5-5 1 15,0 0-5-15,-5 3 2 0,3-3-4 0,0 2 2 0,3 1 3 16,8 1-3-16,4 0 2 0,1 2-1 0,2 0 0 16,-1 0-2-16,-5 2-6 0,-3 2 7 0,-1-1-1 0,-7 3 5 15,-1-4 1-15,-2 0-1 0,1 1 1 16,-3-1 1-16,2 0 3 0,0 0 0 0,-6 0-1 0,1-2 1 16,-9 2 3-16,1-2-5 0,-4 1-1 0,-5-1-2 15,0 0 4-15,-6 0-10 0,-4 0 10 0,-2 0-10 16,-3 0 5-16,-4 0 1 0,-4 0-6 0,-1 0 6 15,-1 0 3-15,-5 0-6 0,0 0 1 0,1 0-5 16,1 0-20-16,0 0-109 0,-2 0-24 0,0 0-46 16,-1 0-236-16</inkml:trace>
  <inkml:trace contextRef="#ctx0" brushRef="#br0" timeOffset="197905.43">26163 12779 899 0,'0'-2'30'15,"0"-1"50"-15,-1-9-55 0,-1-2-19 0,2-3 2 16,2-5-7-16,3-4-4 0,4-4 3 0,6-4-5 0,2 1 4 16,0 1-2-16,1-3 5 0,-1 2 2 0,0 3 1 15,-3 0-4-15,-1 4 13 0,-1 4-6 0,-5 5 8 16,0 3 1-16,-1 2 4 0,-2 3 4 0,-1 2-4 16,-1 1-5-16,-2 4-1 0,0 0 0 0,4-1-1 15,0-1-5-15,-1 2-3 0,1 0 0 0,0 0 0 16,-2 2 15-16,0 2 2 0,-1 2-2 0,12 29 1 15,-3 10-5-15,-7 7-5 0,-3 0 0 0,-1 4-3 0,-5 4-8 16,0 3 7-16,1-3-5 0,3-5 5 0,0-2-11 16,2-3 3-16,0-2 1 0,0-7 1 0,4-2-12 0,1-7-184 15,3 0-156-15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5:53:20.904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11612 4153 33 0,'0'0'12'0,"0"0"0"0,-2 0 24 15,1 0-4-15,-1 0 5 0,0 0-10 0,0 0-10 16,0 0-4-16,0 2 0 0,0 0-3 0,1-1-8 16,-1 1 4-16,0 0-6 0,0 0-1 0,0 0 1 0,0 0 0 15,0 0 3-15,1 1 5 0,1 1 3 0,0 0-4 16,0-1 3-16,0 1-1 0,0 0 10 0,1-1-3 16,1 1 4-16,0 0 1 0,2-2-4 0,5 3 6 15,10 5-5-15,1-3 14 0,2-1-16 0,1-3 10 0,4 1-13 16,3-2-2-16,5 0-1 0,1-2-3 0,8 0 2 15,5 0-9-15,-5-2 3 0,4 0-1 0,1 0 3 16,-5 0 1-16,5 0-3 0,-3 2-3 0,-5-1 1 16,2 1-1-16,1-2 2 0,-3 0-3 0,3 2 1 15,1-2 3-15,7 0 0 0,2 2 4 0,7-2-4 16,4 2-11-16,0-2 6 0,4 2-3 0,0 0 5 0,-3 0 2 16,-1 0 5-16,-3-1-8 0,-1 1 5 0,-2 0-6 15,4 0-2-15,4 0 7 0,6 1-4 0,3 1 4 16,4 0 1-16,-2 2-4 0,-6-2 4 0,0-2-2 15,-5 2-2-15,0 1 0 0,2-1-1 0,3 2-3 0,6-2 12 16,11 1-5-16,-1-1 5 0,-3 0-15 0,-3 0 5 16,-8-2 2-16,-3 0 0 0,-1 0 0 0,3 0 3 15,4 0-2-15,5 0 4 0,11 0 3 0,0-2-11 16,-2 0-1-16,-4 0-2 0,-9-1 9 0,-2 1 0 16,2 0 3-16,4 0-3 0,1 0-3 0,10 2 0 15,-2-2 1-15,-2 2 0 0,-3-1 3 0,-8-1-4 16,-2 2 1-16,-4 0-1 0,1-2 0 0,3 2 0 0,-4-2 1 15,6 0-1-15,-2 0-4 0,-5 0 0 0,1 1 0 16,-14-1 3-16,-1 2 12 0,-5 0-6 0,-7 0 1 16,0 0-3-16,-3 0 0 0,-3 0 6 0,4 0 0 15,-4 0 0-15,-4 0-9 0,-7 2 3 0,-7-2-12 16,-7 0 5-16,-2 0-50 0</inkml:trace>
  <inkml:trace contextRef="#ctx0" brushRef="#br0" timeOffset="1428.32">13241 4543 139 0,'0'-2'38'0,"0"0"-16"0,0-4 32 0,-2-10-5 0,2 8-16 16,-2-1-25-16,0-2 10 0,2 7-16 0,0 0 3 0,0 3 0 15,0-3-5-15,0 0 4 0,0 0-4 0,0 1 8 16,-2-1 8-16,0 2 0 0,0-2 23 0,1 1 1 16,-1-1-4-16,0 0 4 0,0 2 0 0,0 1 4 15,0-3-7-15,0 0 4 0,1 0-13 0,1 3 4 16,0-3-1-16,-2 0-1 0,0 0-11 0,0 1-10 15,0-1 0-15,0 2-3 0,0 0-2 0,1 0 3 16,-1 1-3-16,0-1 3 0,0 2-5 0,0 0 0 16,0 0-1-16,0 0-1 0,1 2-4 0,-1-1 5 15,0 1 6-15,0 2-1 0,0 0 1 0,-7 11-6 0,0 5 0 16,1 2-1-16,3 1-2 0,1-1 1 0,0 4 1 16,0 0 1-16,1 4 3 0,1 1-5 0,0-5 1 15,0 0-3-15,0 0 4 0,0-4-3 0,1 3 2 0,-1-1-2 16,0-2 4-16,2-4 5 0,0 3-7 0,0-4 5 15,0-3-5-15,0 1-3 0,0 0 6 0,0-2-4 16,2 0 6-16,0 2-3 0,-1 0-2 0,3-2 1 16,2 4-4-16,-3-1 9 0,1-1-7 0,2 2 8 15,-3 0-2-15,1-3-3 0,-2 1 6 0,0-4-6 16,0 2-2-16,-2-5 7 0,0-1 0 0,0-1 2 16,0-2-1-16,0-1 4 0,0 1-4 0,0-2 4 15,-2 2-6-15,0-1 1 0,-2 1 1 0,1 0 0 0,-10 5-4 16,-4 2-2-16,-4-2 3 0,-1 1-1 0,0-3 6 15,-6 2-7-15,-4-3-1 0,6 0 0 0,-5-1 5 0,3-1-8 16,8 0 1-16,-3-1-3 0,-1-1 11 0,8 0-8 16,-3 0 2-16,0 0-4 0,8 0 2 0,-2-1 2 15,2 1-5-15,4-2 2 0,3 0-8 0,0 0 6 16,1 2 2-16,-1 0 0 0,2 0-5 0,0 0 6 16,0 0-2-16,0-1 2 0,2 1-3 0,0 2 2 15,0 0-1-15,2-1 2 0,-2-1 3 0,10 9-1 16,10-1-1-16,-3-7-1 0,1 7-6 0,6-3 8 15,4 2-2-15,2 1 3 0,0 1-2 0,-1-4-1 0,-1 1 5 16,0-3-5-16,-2 1 5 0,-4-4-6 0,4 1 2 16,-3 3-3-16,1-2 8 0,-4 3-2 0,-1-3-1 15,-1 3-1-15,1 4-6 0,-4-1 1 0,0-3 4 16,-6 2-1-16,2-3-1 0,-4-1 4 0,-1 5-3 16,-2-5 5-16,-1 1-5 0,1-1 9 0,0-1-6 0,-2 0 8 15,0 0-5-15,-2-3 9 0,1 11-2 0,-1-7 4 16,-1 4-7-16,-3-1-4 0,0-3-2 0,-14 7 0 15,-10-3-2-15,2 4 2 0,0-2 3 0,-2-2-2 16,0 1-1-16,-2-3-4 0,-1-3 0 0,-5 1 0 16,3-1 4-16,-2 2-4 0,9-1 1 0,0 1-1 15,-2-1 1-15,2 1-1 0,-7-1 1 0,10-1 1 16,-1 2 4-16,7-4-4 0,8 3-1 0,-6-3 0 0,8 2-1 16,1-1-2-16,1 1-2 0,3 0 1 0,-2 1-3 15,4-3-1-15,-2 2 2 0,0 0-1 0,2-1 6 0,0-1-9 16,0 2 6-16,0-2-8 0,0 0 10 0,13 7 0 15,12 4-4-15,14 0 4 0,-10-7 4 0,1-5 1 16,5-1-5-16,-9 0 2 0,10 0-3 0,-5-1-3 16,-3-1 5-16,-4 0-5 0,-5 0 7 0,-1 0 1 15,-3 0 0-15,-2 2 1 0,-2 0-4 0,-2 0-3 16,-1 0 3-16,-3 0-2 0,-1 0 1 0,-2 0-7 16,2 2-1-16,-1 0 0 0,1 0 6 0,-2 2 2 15,4 18-1-15,-3 8-1 0,-3-1-10 0,-3 5 9 0,-5 3-5 16,-1 6 7-16,1-1 0 0,1 3 1 0,1-1-3 15,3-5 3-15,-1 2 0 0,2-6-4 0,0-1 5 16,2-6-4-16,0-2 4 0,2 0-3 0,0-4 2 16,2 0-3-16,-1 1-5 0,3-3 9 0,0 0-5 15,1 3 8-15,0-3 0 0,3 2-3 0,-1 1 7 0,-2-1-7 16,1 2 5-16,-1 0-2 0,-1-1-1 0,-1-1 2 16,-1 0 11-16,0-1-12 0,-2-3 9 0,-2-5-11 15,0-2-1-15,0-3-34 0,0-1-15 0,0-3-8 16,0-1-70-16,0-1-76 0</inkml:trace>
  <inkml:trace contextRef="#ctx0" brushRef="#br0" timeOffset="2474.36">11542 5243 23 0,'0'0'28'0,"0"-2"-2"15,0 0 29-15,-2 0-11 0,0 0 5 0,0 0-28 16,0 1-11-16,0-1 10 0,1 0-11 0,-1 2 6 0,0 0 1 16,-2 2 0-16,4 0 0 0,-9 24-7 0,1 9 4 15,-3 4-4-15,2 5 6 0,3 3 2 0,-1-1-3 16,3 2-2-16,-3-7-2 0,-2 0-13 0,-1-4 10 16,1 0-4-16,3 1 9 0,-16 1 0 0,7 0-6 15,6 0 2-15,2 0-4 0,-1-4 0 0,3 4 8 16,1 2 4-16,2-6 1 0,2 4 0 0,0-8 8 15,0-6-2-15,0-5 7 0,0-1-5 0,0 1-8 16,0-1 4-16,0-1-5 0,0-3 1 0,0-6-5 0,0 2-6 16,0-5 6-16,0-2 5 0,0-1 9 0,0 1 0 15,0 0 1-15,-2 0-5 0,0-3-11 0,0 1 2 16,1 0-5-16,-3-2 13 0,0 0-12 0,0-2 5 16,-3-3-7-16,0-16 5 0,-1-14-7 0,-3-2 1 0,7 0-4 15,2 0-4-15,-20-2 2 0,11-2-5 0,7 2 5 16,4-2-1-16,0 0 1 0,0 0 1 0,0 0 0 15,2 2-7-15,4 2 5 0,-1 2-3 0,3-4 4 16,-1 0 8-16,2-2-6 0,3 2-1 0,-1-2-1 16,0 2-1-16,2 6-1 0,0-2 5 0,0 9-3 15,2 0 0-15,0 2 1 0,-12 5-5 0,20 0 4 16,1 1 3-16,-2 5-3 0,0 0 5 0,1 5-7 0,-3 7 2 16,-1-12-3-16,-3 5-4 0,-1 4 3 0,0 4 2 15,-4 2-2-15,0 4 4 0,-1 5-1 0,-5 21 4 0,-1-1-3 16,16 4 4-16,-9-5-5 0,-3 2-1 0,-5 1 8 15,-3-1-6-15,0-5 8 0,-1 3-6 0,-3-6 0 16,-2 0 3-16,1 1-1 0,-3-5 3 0,1 0 6 16,-2-1-9-16,-2 0 7 0,1-5-10 0,-1 3 13 15,7-2-5-15,-10-2 5 0,-3 0-14 0,-2 0 10 16,-3-2 0-16,0 0 2 0,-2-1-9 0,-2-1 3 16,7-2-5-16,0 1 4 0,1-1-9 0,3-3 7 15,-4-2 0-15,8 1 4 0,6 1-5 0,1-2-4 16,0 0 3-16,1 2-2 0,-1-1 2 0,2-1-6 0,0 0 3 15,2 0-3-15,0 0 8 0,0 0-12 0,2-1 2 16,2 1-5-16,5 4 10 0,15 7 2 0,0 0-3 16,-3-2 3-16,3 2-3 0,-2 0 4 0,0 2 0 15,-1-2 1-15,-1-11-9 0,1 7 9 0,-1 2 2 0,2 2 4 16,-1-4 1-16,1-3 9 0,-2-4-6 0,1 11 7 16,-3-4-9-16,-1-3-1 0,0-3 6 0,-6-3-5 15,4 0-1-15,-6 0 4 0,2 0-10 0,-3 0 9 16,-5 0-3-16,3-1-1 0,1-1 2 0,-3 0-3 15,2 0-3-15,-4 2-14 0,1-2-9 0,1 0-7 16,0 0-61-16,-2-1-36 0,-1 1-22 0,1 0-14 0,0 0-171 16</inkml:trace>
  <inkml:trace contextRef="#ctx0" brushRef="#br0" timeOffset="7020.59">12251 5965 107 0,'0'-2'69'0,"0"0"-15"15,-2 0 36-15,0-1 9 0,-1-7-43 0,1 1-12 0,0 4-13 16,0-1-5-16,2 4 0 0,0 0-27 0,-2-1 8 15,0-1-4-15,2 0 7 0,0 2-11 0,0 0 5 16,0 1-3-16,0-1 8 0,0 2 19 0,0 0 12 16,0 0 1-16,0 2 0 0,0-1-8 0,2 3-20 15,2 18 7-15,1 16-11 0,-3 1 9 0,-2 11-8 16,0-2-1-16,-3 0-4 0,-3 4-11 0,-1-5 8 16,-3 1-2-16,1-7 4 0,2-4-3 0,1-4-5 0,0-7-1 15,3-2-4-15,-1-1-18 0</inkml:trace>
  <inkml:trace contextRef="#ctx0" brushRef="#br0" timeOffset="8676.43">13692 4390 303 0,'-2'0'57'0,"0"0"-1"0,0-1 24 0,-2-1-5 16,-3-2-9-16,-6-3-24 0,7 3 8 0,-3-2-13 0,5 4 9 15,3 1-27-15,-3-5 1 0,2 2-8 0,0 1 3 16,2 1-16-16,-4-2 14 0,1 0-4 0,1 1 6 16,0 1-11-16,0 0 0 0,2 0-4 0,0 0 2 15,2 0-1-15,2 0 4 0,9-5 7 0,11-4-4 16,4 2 3-16,3 3-3 0,-1 0 0 0,3 3-1 15,8-1 3-15,-2 0-1 0,2 1-6 0,7-1 4 16,1 2-6-16,3 2 1 0,2 0 1 0,5 2 0 0,0 2-1 16,1 1 0-16,3 3-2 0,-9 1 0 0,0-2 0 15,1 4 0-15,-10-3 2 0,-2-1 0 0,-1 3 0 0,-3-3 2 16,2 0-3-16,-4 1 0 0,0-3-5 0,-1 1 8 16,-1 0-4-16,0-1 4 0,-7 1-4 0,2-1 2 15,-2-1 4-15,-2-2-4 0,-2 0-5 0,-4-2 7 16,1 0-2-16,-7 0 5 0,1-2-7 0,-2-2 9 15,2-3-8-15,-4 1 10 0,4-5-7 0,-6 5 1 16,-3-16 0-16,1 2 0 0,-5-1-7 0,13 1 6 16,-6 1 2-16,-1-1 1 0,-4-1-1 0,-3 3 1 15,-1-1-7-15,0 1 6 0,0 1-3 0,-1 0-3 0,-1 1 4 16,0 1-4-16,0 0 1 0,0 0 1 0,0 2 0 16,0 2 1-16,1 0 5 0,1 3-5 0,0 3 0 15,0 1-2-15,0 0-4 0,0 3 3 0,0-3-3 16,0 0 3-16,0 0-6 0,0 3 9 0,0-1-4 0,0 0 5 15,0 2 0-15,1 0 2 0,1 0 0 0,0 2-1 16,0 0-1-16,0 1-6 0,2 7 5 0,3 10-5 16,-1 0 4-16,-1 3 3 0,1 3-5 0,-3 2 4 15,1 1-9-15,2 3 5 0,-1-3-3 0,3 3 3 16,-1-2-6-16,2 1 10 0,3 1 1 0,-1-4 3 16,0 1 1-16,0-6-12 0,0-1 3 0,-2-3-5 15,1-3 8-15,1 1 3 0,-2-2-6 0,2 2 5 16,-7-6-5-16,9-4-1 0,-2-3 5 0,-2 0-4 0,3-1 8 15,-3-1-6-15,0 2 2 0,2 5-3 0,-2-5 0 16,1-2 6-16,-1-2-2 0,0 0 3 0,2-4-1 16,-1-2 0-16,1 5-1 0,0-24 1 0,-2-2-12 0,1-3 8 15,-3 0-7-15,4 2 7 0,2-3-2 0,-2 1-3 16,2 0 3-16,0-1-2 0,0 3 10 0,0 2-5 16,4 2-2-16,-6 1-1 0,2 5-1 0,2 1-1 15,-2 1-1-15,2 3 0 0,2 1 0 0,-3 3-1 16,1 2 5-16,-5 1-3 0,1 1 1 0,-2 3-5 15,0 0 5-15,1-6-4 0,-3 3 1 0,0 1 1 16,6-1 1-16,0 3 1 0,-3 2 5 0,1 2-10 0,-6-1 4 16,1 3-5-16,1 0 12 0,-1 18-8 0,3 2 2 15,1 0-5-15,-7 0 5 0,3-1 6 0,-2-1-8 16,1 0 6-16,4-1-5 0,1-1 0 0,-3 1 2 16,1-5-1-16,3 3 7 0,-4-6-6 0,2-2 5 15,3 2-5-15,-5-4 1 0,2-1-2 0,-1 1 3 0,-5-7-1 16,5 0 4-16,-1 0-6 0,-1 1 2 0,3 3-2 15,0-2 8-15,-1-3-4 0,1 1 1 0,2-2-2 16,0-2 1-16,2-3 0 0,0-3 0 0,0-1-1 16,2-4-8-16,0-11 8 0,0 2-2 0,2-2 5 15,1 3-3-15,1 1-7 0,-3 1 1 0,1 2-3 0,0 1 6 16,1 1 0-16,3 2 0 0,1 2 0 0,4 1 8 16,-2 3-8-16,0 2 0 0,-3 1-4 0,3 0 3 15,2 2-2-15,-2-14 4 0,2 4-4 0,2 5 3 0,5 1-6 16,3 5 6-16,6 1-4 0,3 1 7 15,-1 1-1-15,-1 2-2 0,2 0 0 0,-3-2-10 0,3 1 13 16,1-1-6-16,3-2 9 0,6 2-2 0,-4-2 0 16,6 0 0-16,3-2-1 0,-3-2-3 0,4 1 4 15,-5-1 2-15,-4 0 1 0,-2 1-6 0,-5-1 0 16,-4 0 0-16,-6 0 0 0,-7 1 0 0,-6 1-1 16,-3 0-2-16,-5 0 1 0,-2 0 4 0,-7 2-12 15,-3 0 5-15,2-2-10 0,-1 1 0 0,-1-1-85 16,0 0-1-16,-2 0-31 0,-2 0-27 0,-1 0-104 0</inkml:trace>
  <inkml:trace contextRef="#ctx0" brushRef="#br0" timeOffset="9426.89">15619 2740 112 0,'0'0'59'0,"0"-2"46"15,0 0 35-15,-2 0 18 0,0 0-98 0,2 1-34 16,0-1-5-16,0 0-8 0,0 0-7 0,0 2-3 16,0 2 0-16,0 0 0 0,2 13 1 0,6 22-2 15,-3 2-1-15,-1-2 0 0,1 7 2 0,1-7-3 0,0-1 0 16,-1-3-2-16,-1-3 1 0,0-2 1 0,-3-8 7 16,1-1-4-16,0-4 0 0,-2-1-1 0,0-2 0 15,0-3 0-15,0 0-2 0,0-1 5 0,0-3-4 16,0-1 7-16,-2 0 1 0,0-1 2 0,1 1-2 15,-1-2 2-15,-2 0-1 0,-2 0 5 0,-7-2 1 16,4 0 0-16,0-2-2 0,0-4-5 0,5 1 3 0,-2-21-3 16,1-6 4-16,3-3-4 0,-2-6-3 0,2-2 0 15,0 4 1-15,-20-2-1 0,9 2-3 0,6 0 0 16,3-1-2-16,4 6 2 0,0 1-1 0,0 7 0 16,2 2-1-16,2 3-2 0,3 3 2 0,0 1-2 15,5 0 5-15,-7 4 0 0,21-2 4 0,9 2-3 16,-1 2 4-16,5 0 2 0,0 4-2 0,-2 1 0 15,8 0-15-15,-1-18 8 0,-3 11-2 0,-4 10 4 0,-3 3-5 16,-5 1 0-16,-1 7-4 0,-7-1 4 0,-5 3-5 16,-3-1 10-16,-5 4 0 0,8 11 4 0,-5-2 2 15,-3 4 5-15,-4 4 1 0,-4 2 1 0,-2 1 3 0,-6-1-13 16,-5-1 3-16,-3 1-7 0,14 1 8 0,-28-1-11 16,-1-3 3-16,-5-3-4 0,-1-3 3 0,-2-5 7 15,4 1-3-15,3-6 5 0,4 3-7 0,1-4-3 16,1-3 2-16,0 2-2 0,1 0 0 0,7-3-4 15,-3 1 2-15,7-4-2 0,1-1 8 0,3 2-6 16,3-3 2-16,1 3-2 0,3-4 3 0,1 0 7 16,0 1-6-16,2-1 5 0,0 0-9 0,-2 2 5 0,2-2 6 15,0 0 0-15,2 1 7 0,0 1-4 0,14 7-7 16,18 0 4-16,3-3-1 0,4-6-8 0,3-2 3 16,1 0-6-16,-2 0-2 0,-2-2 4 0,-4-2 0 15,-4 2 0-15,-1 0-1 0,-4 0-10 0,-6 1 2 16,-4 1-4-16,1-2 3 0,-2 2-15 0,-1 0-17 0,1 0-7 15,-6 0-121-15,0 0-112 0</inkml:trace>
  <inkml:trace contextRef="#ctx0" brushRef="#br0" timeOffset="9811.67">16323 3107 950 0,'2'-3'3'0,"1"-8"-2"16,14-28 10-16,2 3-4 0,-3 8 6 0,-6 4-12 16,21 4 2-16,6 7-3 0,-5-4 2 0,7 8 3 15,-4 2-7-15,-7 5 5 0,2-17-3 0,-8 12 3 16,-3 3 4-16,1 4-4 0,-5 2-8 0,-2 3 6 16,-2 3-4-16,-7 1 5 0,14 23 7 0,-7 1 0 15,-9 0 2-15,-6 1-2 0,-3-3-4 0,-4-6 1 16,0 1-2-16,0-6 2 0,0-1-2 0,-1-5-2 15,3-1 7-15,2-3-5 0,3-3 1 0,-3-1 1 0,-6-1-4 16,9-1 4-16,0 2 2 0,2-3-2 0,-1 3-1 16,3-4-2-16,-2 1-4 0,0 1 6 0,2 0-5 15,0-2 6-15,0 1-7 0,0-1-1 0,0 0 5 16,0 0-3-16,30 17 4 0,1-8 6 0,6-4-9 0,2-3 8 16,-2-4-8-16,-5-2-1 0,-2 0 4 0,-3 0-4 15,-2 0-8-15,-1 1-2 0,-2-1 1 0,-2-2 0 16,1 0-6-16,-4 2-48 0,-3 1-6 0,-6 1-36 15,-3 0-248-15</inkml:trace>
  <inkml:trace contextRef="#ctx0" brushRef="#br0" timeOffset="10562.17">12383 7046 240 0,'0'0'77'0,"-2"0"-9"0,0-2 27 0,0 0 0 15,0 0-23-15,0 0-31 0,-1-2-19 0,-1 1-1 16,0-1-8-16,1 0-9 0,1 2-2 0,0 1 2 16,0-1-2-16,0 0 9 0,0 0-5 0,2 0 4 15,0 0-4-15,0 0 3 0,2 1-4 0,2-1-1 0,14-2 0 16,14 2 7-16,1 0 11 0,8 2 0 0,11 0 3 15,8 0-8-15,10 0 5 0,-3-2-7 0,6-5 7 16,-3-4-2-16,-3 2-12 0,2-3 5 0,-10 3-8 16,-7 0 10-16,-2 1-11 0,-5 1-2 0,-6 3-3 15,0 1 3-15,-4 1-4 0,-2-2 7 0,3 0-7 16,-7 1 6-16,-6-1 1 0,-3 0-3 0,-7 0 1 16,0 1 1-16,-2-1-6 0,-3 2 0 0,-5 0-2 15,1 0 4-15,0 1-1 0,-2-1-3 0,0 0-2 0,-1 0-17 16,1 0-85-16,0 0-7 0,-2 2-39 0,-2 0-150 0</inkml:trace>
  <inkml:trace contextRef="#ctx0" brushRef="#br0" timeOffset="10946.83">12780 7383 907 0,'0'-1'14'0,"0"-1"18"15,0 0-23-15,0 0-6 0,0 0-1 0,2 0-1 16,0 0 7-16,2 1-9 0,10-3-1 0,5 0-7 16,0 2-30-16,-1 0-26 0,1 2-2 0,3 0-6 0,-2 0-6 15,-5 0 2-15,0 2-18 0,-6-2 6 0,-1 0-69 16,1 2 82-16,-2 0 0 0,-3-2 34 0,0 0 52 16,-2 0 1-16,0 0 4 0,1 2 1 0,1 0 37 15,0 0 13-15,-1-1 5 0,1-1-3 0,0 0-18 0,0 0-22 16,-1 0-3-16,1 0-5 0,0 0-10 0,-1 0 4 15,1 0-2-15,4 0 3 0,3 0 0 0,5 0-13 16,3 0 1-16,0 0-5 0,5 0-2 0,0 0-104 16</inkml:trace>
  <inkml:trace contextRef="#ctx0" brushRef="#br0" timeOffset="12025.35">17318 4160 278 0,'-2'0'57'0,"0"0"70"0,0-2-28 16,1 1-53-16,-3-1 4 0,0 0-21 0,0 0-10 0,1 0 4 15,1 0 3-15,0 0-1 0,0 1-1 0,0-1-2 16,0 0-9-16,1 0 5 0,1 0-11 0,0 0 3 16,1 0-1-16,1 1 1 0,2 1-6 0,28-8-4 15,-12 4 3-15,13-1-3 0,1-1 12 0,-1 3-10 16,10-1 3-16,-2 2-5 0,3-2 4 0,-3 1-4 16,2 1 5-16,0-2-5 0,-3 2 11 0,3 0-4 15,2-1-3-15,7 1 1 0,-2 0-1 0,4 0-3 0,-1-2 4 16,-1 2-4-16,-1 1 3 0,-5-3-3 0,-1 0 2 15,-10 2-2-15,2 0-1 0,-4 1 4 0,-5-1-4 16,-2 2 5-16,-3-2-7 0,-5 2 2 0,1-2 0 16,1 0 2-16,-1 2 2 0,-3 0-3 0,1 0 2 15,-4 0-1-15,-4 0 6 0,-1 0-5 0,-3 0 0 0,-1 0-1 16,0 0 2-16,-2 0 4 0,0 0 4 0,1-2 0 16,1 0 15-16,0 1-9 0,-2-1 5 0,-1 0-5 15,1 0 10-15,0 0-12 0,0 0-4 0,0 0-1 16,-2 1-1-16,0-1-7 0,0 0 5 0,-2 0-6 15,0 0 3-15,0 0-4 0,0 0 1 0,-1 1-1 16,1 1 10-16,-9-6-10 0,1 2 0 0,-1 1-2 0,0-1-3 16,-2 0 8-16,2 2-1 0,0 0 3 0,-2 2-9 15,-2 0-1-15,0 2 1 0,-3 2 1 0,3 0 2 16,4-1 4-16,-4 5-6 0,5-3 3 0,1 1-2 0,2 0 0 16,1-5 2-16,4 9-1 0,0-3 2 0,-3 1-1 15,1-1 0-15,0 0 0 0,3 1-8 0,1-1 8 16,1-1-1-16,1-2 5 0,4-1-9 0,20-1 4 15,2 2-1-15,0-2 2 0,3 16 8 0,-1-7-3 16,3-3 0-16,-3-6-2 0,0-2-4 0,-4 0 6 16,0 0-1-16,-4-2 4 0,-4-2 1 0,3 0 2 15,-4 1-1-15,-6-1 3 0,0 0 30 0,-9 4 10 16,1-2-1-16,1 1-3 0,-2-1-30 0,0-2-14 16,0 0 6-16,-2 1-10 0,-2-1-6 0,-2 0-32 0,-18-7-3 15,-13 2-14-15,-4 5-78 0,-8 6-105 0,-3 9-69 16</inkml:trace>
  <inkml:trace contextRef="#ctx0" brushRef="#br0" timeOffset="13127.96">11612 4383 134 0,'0'0'39'0,"0"-2"-3"0,0 0 7 15,0 0-1-15,0 1-12 0,0-1-5 0,0-2-6 16,0 0 2-16,0 1-5 0,0-1 0 0,0 0 7 16,0 0-3-16,0 1 4 0,0 1-2 0,0 0 14 15,-2 0-9-15,1 0 9 0,-1 0-18 0,0 1-7 0,0-1 3 16,-2 0-5-16,1 2-3 0,-16-4 1 0,-3 4-5 15,1 2 4-15,-3 4-7 0,-6 3 5 0,-1 2 4 16,-4 0 0-16,-3 0 1 0,3-1 8 0,2-1-4 16,-3-2 8-16,-3-1 11 0,2-2 4 0,-2-3 1 15,2-1 0-15,2-1-5 0,0-5-14 0,1-1 6 0,-1-3-9 16,2-1 8-16,1 2 0 0,-3-2 1 0,3 1-1 16,-3-1-13-16,0 2-8 0,3 0 0 0,-3 1 1 15,-2 1 9-15,-1 3-8 0,7 2-3 0,-1 0-1 16,4 1-3-16,2-1 6 0,-3 0-3 0,6 0 4 15,7 0-9-15,-1 0 8 0,11 2 1 0,-5 0 4 16,6 0-2-16,1 0-9 0,-3 0 7 0,3 0-7 0,2 0 4 16,-2 0 0-16,1 0-1 0,1 0 1 0,0 0 1 15,0 2-5-15,0 0 2 0,0 2-2 0,2 3 2 16,0 14 0-16,0-5-1 0,4 5 1 0,3-1 4 0,-1-3-3 16,3 0 0-16,1-3-1 0,-9-4 1 0,18-3 4 15,-2 4 1-15,3 2 2 0,2-3 13 0,1-5-16 16,5 1 15-16,-2-6-16 0,-4-4 14 0,4-3-9 15,-4-3-4-15,-5-1 0 0,1-2-4 0,-6 8 3 16,-3-16 1-16,0 4 1 0,-5 1-7 0,-2-3 8 16,9 2-3-16,-4 3 8 0,-1-1 7 0,-4 4 0 15,-2-2-2-15,0 1-1 0,-4 1-11 0,0 4 11 16,-1-1-4-16,-12 5 5 0,-3-12-14 0,-10 2 1 0,-2 5-3 16,-1 7 1-16,1 2-12 0,4 5 5 0,-3 5-2 15,1 6 5-15,2-13 3 0,8 25 3 0,5 3-1 16,4-6 0-16,0-2-7 0,5-5 7 0,-5-3-3 15,2-1 5-15,5-6-5 0,2-3 4 0,2 0 1 0,0-3 2 16,2 1-4-16,2 0 2 0,7 1-2 0,13 1 1 16,0-6-5-16,-3 0-7 0,-3-4 3 0,-3 0-4 15,0 1-12-15,2-1-50 0,-4 2-42 0,1 2-10 16,-1 0-195-16</inkml:trace>
  <inkml:trace contextRef="#ctx0" brushRef="#br0" timeOffset="16663.05">12986 4786 239 0,'0'0'19'0,"0"-2"-2"0,0 0 42 0,0 0 1 16,0-1 5-16,0-3-28 0,2-3-14 0,0 0-4 15,2-1-2-15,-1 3-14 0,3-2-3 0,-1-1-3 16,-1 3 3-16,0-1 6 0,0 1-5 0,3-4-1 0,-1 2-1 16,-1-3 3-16,1-2 4 0,-3 2 12 15,1-1-5-15,2-5 24 0,-1-6 7 0,-1-2-2 0,-2 0 5 16,0 0 3-16,-2 7-12 0,0-1 3 0,0 3-6 15,0-2-1-15,0 5-17 0,0-1 1 0,0 2-7 16,0 3 0-16,-2-1-4 0,2 4 2 0,0 3-1 16,0 0-1-16,0 1 4 0,0-3-5 0,0 1 4 15,0 1-8-15,0 2 12 0,0 0-5 0,0 0 6 0,0-1-12 16,0-1-5-16,0 0 2 0,0 0-2 0,0 1 6 16,0-1-2-16,0 2 1 0,0-2-3 0,0 3 3 15,0-3 0-15,0 0-1 0,0 0 1 0,2 1-3 0,0-1 3 16,-2 0 3-16,1-1-3 0,1-1-4 0,0 1 6 15,-2 1-5-15,0 0 7 0,2 0-1 0,-2 3-3 16,0-1-2-16,2-2 0 0,0 0-1 0,0 1 0 16,-1 1 4-16,1 0-3 0,0 0-2 0,-2 0 4 15,0 0-3-15,0 2 4 0,0 0-2 0,0 0-2 16,0 0 0-16,0 0-1 0,0 0 6 0,0 0-5 16,0 0 2-16,0 0-3 0,0 0 9 0,0 0-2 15,0 0 2-15,0 0-2 0,0 0-2 0,0 0-6 16,2 0 1-16,0 0-3 0,0 0 8 0,0 0 1 0,-1 0 2 15,1 0-3-15,0-2 0 0,0 1-7 0,0-1 3 16,0 0-4-16,0 0 12 0,-1 0-4 0,1 0-3 16,0 0 1-16,0 1 1 0,-2-1-4 0,0 2 5 15,0 0-4-15,0 0 3 0,0 0-5 0,-2 0 2 0,0 0-4 16,0 2 3-16,1-1 4 0,-1 1-2 0,0 0 3 16,0 0-10-16,0 0-29 0,2 2-12 0,0-1-18 15,0 1-164-15</inkml:trace>
  <inkml:trace contextRef="#ctx0" brushRef="#br0" timeOffset="32497.84">25478 2554 36 0,'0'0'0'0,"0"0"5"16,0 0 7-16,0 0 19 0,0 0 10 0,0 0 12 15,0 0 2-15,0 0 6 0,0-2 19 0,-2 0-5 16,1 1 50-16,-1-1-45 0,0 0-3 0,0 0-14 15,0 0-19-15,0-2-5 0,2 1-7 0,0-1 2 16,0 2-11-16,0-2-9 0,0 3 7 0,0-3-9 16,-2 0-2-16,1 0 2 0,-3 1-3 0,2 3 2 0,-11-6-10 15,-2 2 1-15,-3 3-2 0,-3 2 3 0,-3 5 5 16,2 3-5-16,-2 2-2 0,1 4 0 0,-3 2-1 0,2-15 0 16,0 18 4-16,5-1-4 0,6-1 1 0,4 1 3 15,2-2 0-15,5 1 1 0,-11 1 3 0,5-1-8 16,5-1 0-16,3-2 0 0,2-4 12 0,3 2-13 15,4 0 2-15,6 0-7 0,11-4-4 0,0 4 5 16,-2-3 1-16,-1 1 1 0,-3 2 7 0,1-6-8 16,-3 3 4-16,-1-7-5 0,0 5 5 0,-6 3-2 15,0-2 1-15,-4 6 0 0,-1-6 4 0,-2 2-2 16,5 0 0-16,-5-3 1 0,1 5 10 0,-1-2-5 16,-4 0 3-16,0 2-5 0,-4-4-2 0,0-1 5 0,1-1-1 15,-21 1 4-15,-4-1 1 0,-2 2-6 0,-3-3 5 16,-3 1-5-16,-5 1 7 0,1 1-11 0,1-1 4 15,-2-1-6-15,2 0 0 0,2-1 3 0,0 3-4 16,3-3 6-16,8-1-4 0,4 3-3 0,5-6 0 0,4 1-2 16,4 1-2-16,3-2-21 0,3 2-10 0,-1-1-7 15,0 1-72-15,2 0-182 0</inkml:trace>
  <inkml:trace contextRef="#ctx0" brushRef="#br0" timeOffset="33835.5">25540 2981 801 0,'0'0'16'0,"0"0"-1"0,-2-2 12 16,0 0 4-16,0 1-1 0,0-1 30 0,0 0 6 15,0 0 0-15,1 0 0 0,-1 0-9 0,0 0-12 16,0 1 0-16,0 1-5 0,2 0-7 0,0-2-10 15,0 0 0-15,2 0-4 0,0 0-2 0,0 2-14 16,18-7 5-16,1-1-7 0,5-1 5 0,-2 2-4 16,-2-1-4-16,-4 3 1 0,-1-1 3 0,-2-1-8 15,-2 1 6-15,2-1-8 0,-4 1 2 0,-4 2-2 0,-1 3-1 16,-4 1 0-16,3-2-12 0,-1 0-5 0,0 0-5 16,-2 0 1-16,0 0-6 0,-2 0 17 0,0 1-2 0,-2-1 8 15,0 0 3-15,-4 0-7 0,-20-4 1 0,0 5-4 16,4 1-4-16,-4 3 12 0,4 3-3 0,-4 3 8 15,2 0 2-15,1 3-1 0,1 1 5 0,2-1-4 16,-1-6-5-16,1 14 7 0,1 1-2 0,3 5 5 16,1-8 1-16,4 1-1 0,1 0-2 0,1-5 2 15,0 5-11-15,3-8 13 0,4 0-2 0,-7 0 4 16,5-3 0-16,1 1 1 0,-1 0-3 0,4-3 4 16,0 1 4-16,0-3-4 0,0-2 3 0,4 2-6 0,3 1-11 15,17 6 4-15,2-5 1 0,2-4 3 0,-2-2 1 16,4-4-1-16,-1-1-4 0,1-3 2 0,4-3 6 15,-3-2-7-15,2-2 5 0,1 0-4 0,-1 0 9 0,-3 1-9 16,0-1 3-16,-1-2-4 0,-4 2 6 0,2-3-7 16,-2 3 4-16,-9 4-4 0,3 9 4 0,-4-13 4 15,-2 2-8-15,0 4 5 0,-2-4-2 0,0 1 0 16,0 1 6-16,-3-2-3 0,-3 2 5 0,-1 6-3 16,1-5-1-16,-1 1 1 0,2 2 6 0,-4-8-3 15,-1 4 1-15,1 0-1 0,0-1 8 0,2 5-9 16,-2 1 8-16,0 1-8 0,-2 3 7 0,1-2-1 0,-1 2-5 15,0 1 4-15,2-3-2 0,-2 2-9 0,0 0 4 16,4-2-4-16,-2 1 5 0,0-1-6 0,0 0 0 16,-1 2-2-16,1 1 9 0,0-1-6 0,0 0 1 15,0 0-4-15,0 2 2 0,0 0-6 0,-1 0 6 16,-1 2-5-16,0 2 8 0,2 10 1 0,0 16-6 0,-2-4 3 16,-2 4 0-16,2 0-1 0,-2-3 3 0,1-1-2 15,-1 4 0-15,2-8-4 0,-2-3 4 0,2 1-3 16,0-7 16-16,-2 2-14 0,2-2 9 0,0-4-12 15,0 1 6-15,0-3 10 0,0-3-12 0,0 0 9 16,0-1-12-16,0 1 10 0,-2 0-1 0,0-1 3 16,0-1-4-16,1 0-6 0,-1 0 1 0,0 0-4 0,0-2-10 15,0 0 1-15,0-2-2 0,0-2 3 16,-1-9 4-16,-1-13-4 0,0-2-1 0,2-3-1 0,2 1-8 16,0 0 13-16,2 3 0 0,0-1 4 0,0 4 2 15,2 1 3-15,-1 3 0 0,1 3 0 0,0 2 2 0,0 1-1 16,-1 6-1-16,1 1 0 0,0-1 6 0,-2 5-3 15,7-5 1-15,2 1-2 0,4-1 0 0,-2 3 1 16,0-1 2-16,2 2-2 0,-2 3-3 0,0-1 0 16,3 0-3-16,-3 2 4 0,4 0 1 0,-2 0 2 15,0 0 4-15,0 0-2 0,-1 0 11 0,-1 0-7 16,-1 0 1-16,-1 0-3 0,-4 0 2 0,1 0 6 16,-5 0-2-16,1 0 2 0,0 0-10 0,-1 0 5 15,1 0-2-15,0 0 3 0,-2 0-3 0,0 0 0 0,-1 0 1 16,1 0 1-16,0 2-4 0,0 0-2 0,-2 1-7 15,0 7 3-15,0 14-2 0,-2 2-2 0,-3 2 5 16,-3-1-3-16,3-2 4 0,-1-1 0 0,2-8-3 16,1 3 2-16,-1-4-2 0,2-2 0 0,0 2 3 0,2-8-2 15,0 4 3-15,0-3-1 0,0-5-3 0,0 3 1 16,0-2-8-16,2-1 7 0,2 1-7 0,-1 0 6 16,-1-4-19-16,9 3 5 0,-1-1 1 0,-1-2-1 15,4 0-6-15,0-2-2 0,2-3-1 0,-2-1-1 16,-4 1 0-16,2-5-3 0,-5 3-1 0,-1-8 1 15,1-3 1-15,0-3 15 0,-1-3 4 0,4-2 3 16,-1 2 11-16,-3 0 3 0,-1 0 0 0,0 0 0 0,0-1 8 16,-1 3-5-16,-1 4 8 0,11-1-7 0,-5 2 6 15,-3 2 0-15,-1 2 3 0,0 2-1 0,-3 0 5 0,1 4-14 16,0-1 2-16,-2 3-4 0,0 1 3 0,0 2-8 16,0-2 5-16,0 1-6 0,0-1-1 0,0 2-1 15,0 0-2-15,0 0 2 0,0 2 6 0,0 0-13 16,0 2 5-16,0 0-7 0,0 0 7 0,0 2 2 15,0 1-4-15,0 6 4 0,0-3 1 0,2 3 0 16,0-4 0-16,0 1-1 0,0-1-3 0,-1-1-1 16,-1-4 2-16,10 1 0 0,1 7 2 0,2-3-8 15,0-1 5-15,5 1-6 0,3-1 12 0,-1-3-9 0,-3-1 4 16,-8-2-5-16,-1 0 7 0,-1 0 0 0,1 0-2 16,-1 0 2-16,-5 0 1 0,2 0-5 0,-1 0 3 15,1 0-3-15,0 0 3 0,-2 0-8 0,-1 0 0 16,1 0-3-16,0 0 9 0,-2 0-7 0,0-2 1 15,0 1-4-15,0-1-3 0,0 0 4 0,0 0 0 0,0 0 1 16,0 0-9-16,0 0-5 0,0 1-2 0,0-1-2 16,0 0-23-16,0 0-79 0,0 0-121 0</inkml:trace>
  <inkml:trace contextRef="#ctx0" brushRef="#br0" timeOffset="40514.41">26706 2721 256 0,'0'0'36'0,"-2"0"-4"0,0-2 38 0,0 1 17 15,0-1-11-15,0 0 1 0,0 0-24 0,1 0 2 16,-1 0-6-16,0 0-1 0,0 1-16 0,0-1-1 0,0 0-6 16,0 0-2-16,1 0-4 0,-1 2-1 0,0 0 0 15,0 0 6-15,0 0 2 0,0 2-2 0,0 0 0 16,1 2-8-16,-7 9-1 0,-3 11-4 0,2-4 1 15,-1 8-1-15,3-4-4 0,1-2 2 0,3 6-6 16,1-7-6-16,0-1 7 0,0-1-2 0,2-3 5 16,0-1-10-16,0-2 2 0,0-2 1 0,0-3 0 15,0 1-2-15,0-5-8 0,0-1-8 0,2 1-1 0,2 0-41 16,7 3-44-16,7 4-10 0,-1-3-17 0,4-3-82 16</inkml:trace>
  <inkml:trace contextRef="#ctx0" brushRef="#br0" timeOffset="41058.49">26876 2840 209 0,'0'0'162'0,"0"0"-227"0,0 0 194 15,2-2-108-15,0 0 6 0,0 1 22 0,0-3 8 0,0 0 3 16,5-13 17-16,0 3-27 0,-1 2-1 0,1-2-10 16,1-1-9-16,1-2-13 0,-1 2 0 0,-1 0-5 15,0 2 1-15,-1 0-6 0,0 0 0 0,-1 2-2 16,1-2 1-16,-1 0 2 0,-1 2 11 0,-2 4-6 15,0-1 23-15,-2 3 3 0,0-1-6 0,0 2 5 16,0 2-26-16,0 1-2 0,0-3-8 0,-2 0 3 0,0 2-7 16,-2 0-5-16,-1 2 4 0,-8 0-4 0,-4 6 6 15,4 1 0-15,0-3 4 0,0 20-1 0,2 2 4 16,4 0-8-16,1-2 2 0,2 6-2 0,2-6 10 0,-12-1-16 16,4-5 5-16,7-7-10 0,1 4 4 0,2-6-6 15,2-3-6-15,-1-2 6 0,3-1 14 0,9 5 7 16,9-3 2-16,4-5 0 0,2-7-8 0,2-4-4 15,1-6 2-15,1-1-1 0,3 16 9 0,1-22-8 16,1-2 3-16,4 0-5 0,1 3 4 0,-3 3 9 16,0 5-3-16,-3 2 5 0,-7 6-9 0,-1 3 8 15,0 2 4-15,-6-13 0 0,-3 8 1 0,3 3 13 16,-5 4-4-16,0 4 8 0,-4 1 9 0,-8-1-17 0,-3 5 5 16,15 15-11-16,-6 1 0 0,-4-1-3 0,-3 2-6 15,-4-8 3-15,-2-1-4 0,-2-2-11 0,-1-2-3 16,-3 0-10-16,1 0-62 0,1-2-90 0,-21-2-66 15</inkml:trace>
  <inkml:trace contextRef="#ctx0" brushRef="#br0" timeOffset="41215.25">26819 2387 1049 0,'0'0'0'0,"0"0"3"16,0 0-2-16,0 0-1 0,0 0 1 0,2 0 10 15,0 0-8-15,-1 0 0 0,3 0-2 0,2 0 0 16,12 2-14-16,3 2-9 0,5 1-8 0,0 1-74 0</inkml:trace>
  <inkml:trace contextRef="#ctx0" brushRef="#br0" timeOffset="41574.21">28339 2380 1027 0,'-1'0'3'15,"-1"-2"8"-15,-2 0-12 0,0 0 5 0,1 2-1 0,-1 0 4 16,0 0 2-16,0 0 3 0,3 0-5 0,-1 2 3 15,0 0-8-15,2 0 9 0,0 1-4 0,0 3 5 16,5 9-9-16,3 0-3 0,1-1 0 0,-3 1-2 16,10 0 6-16,-1 4-4 0,-4-3 1 0,-5 1-3 15,0 0 1-15,-3 0 9 0,8-1-3 0,-3-3 5 0,-3 2-1 16,-1 0 5-16,-4-4 6 0,-2 2-2 0,-3-2 6 16,-5 2-17-16,-12 0 0 0,-17 0-6 0,0 0-4 15,2-3 3-15,2 1-6 0,9-8 4 0,5 1-16 16,3 9-48-16,3-5-5 0,9-7-18 0,1-1-46 0,1 0-35 15,0 0-61-15</inkml:trace>
  <inkml:trace contextRef="#ctx0" brushRef="#br0" timeOffset="41900.51">28763 2263 289 0,'2'-2'65'0,"0"0"-4"0,5-9 27 15,10-19 0-15,-4 8-11 0,0 0 21 0,-8 9 0 0,3-2 4 16,-3 0-6-16,-3 2-17 0,-2 4-18 0,0-4-1 15,0 9-5-15,0 2-13 0,0-4-11 0,0 3-4 16,0-1-2-16,0 0-20 0,-2 2 1 0,0 1-8 16,0-1 6-16,1 2-4 0,-1 2-3 0,0-1 9 15,-4 11-6-15,-7 15 7 0,2 5-3 0,2 0 0 0,0-3-1 16,1 3 1-16,3-6-2 0,-3 2-1 0,3-2 1 16,-1-4 2-16,2-4-3 0,1 1 3 0,1-4-2 15,0-2 4-15,0-2-2 0,2-2 0 0,0-3-1 16,0-1-4-16,0-1-2 0,2 0 3 0,0 0-1 15,0-1 1-15,1-1-4 0,10 4 0 0,4-1 0 16,4-1 5-16,-5-4 1 0,6 0-2 0,-5 0 0 0,2-2-1 16,-3 2 4-16,3-2-2 0,-2 2 3 0,1-2-9 15,1 1 7-15,-10 1-3 0,4-2 4 0,-4 2-9 16,-1 0-16-16,3-2-3 0,-2 0-10 0,-1 2-54 16,3-2-26-16,0 2-22 0,4-2-17 0,-2 2-249 0</inkml:trace>
  <inkml:trace contextRef="#ctx0" brushRef="#br0" timeOffset="47114.5">9958 4702 342 0,'0'0'2'15,"0"0"9"-15,-2 0 21 0,0-1 7 0,0-1 7 0,0 0-4 16,1 0-7-16,-3 0-2 0,0 0 4 0,0 2 1 16,1 0 0-16,-1 0 1 0,0 0-3 0,2 0-7 15,1 0 2-15,-1 0-10 0,0 0 6 0,0 0-17 0,0 0-5 16,0 0 9-16,0 0-7 0,2 0 22 0,0 0-14 16,0 0 2-16,0 0-6 0,2 2-5 0,0 0 6 15,2 0-1-15,0-2 3 0,9 5 2 0,0-1-9 16,0 0 2-16,3 0-4 0,3-1 7 0,-1-1 2 15,3-2-4-15,-1 0 3 0,1-2-6 0,1-1-11 16,-2-3 8-16,5-1-9 0,-5 1 3 0,0 0-16 16,-1 1-6-16,0-3-2 0,-3 3-21 0,-3-1-133 0,4-1-24 15</inkml:trace>
  <inkml:trace contextRef="#ctx0" brushRef="#br0" timeOffset="47349.18">10019 4602 206 0,'0'0'143'0,"0"0"-178"0,0 0 171 0,0-2-91 15,-2 0-19-15,2 1-2 0,0 1-4 0,0 0 5 16,0 0 6-16,0 0 2 0,0 0 2 0,0 0 1 0,0 0-2 16,0 0-12-16,0 1-1 0,0 3-5 0,0 2-6 15,-2 20 3-15,1 5-4 0,-1 1 4 0,0 1-7 16,-2 6-5-16,0-2 3 0,3 0-4 0,-1 2-4 15,0 0-15-15,0 4 1 0,0 2-8 0,2 1-29 0,0 1-41 16,0-1 2-16,2 0-12 0,2 6 10 0,1-1-39 16</inkml:trace>
  <inkml:trace contextRef="#ctx0" brushRef="#br0" timeOffset="47704.29">9949 6624 465 0,'0'0'39'0,"0"0"85"16,0 0-107-16,0 0-12 0,-2 0 3 0,0 0-3 0,2 0 29 15,0 0 1-15,0 0 13 0,0 0-10 0,2 0 4 16,0 0-5-16,-1 0-2 0,3 0 1 0,5 0-4 16,12-2-12-16,-1-1 1 0,3-1-5 0,1 0-1 0,0 0-4 15,4 1-5-15,-2 1 1 0,0 0-10 0,-2 2 5 16,-2 0 1-16,-1 0 3 0,1 0 3 0,-4 2-7 15,1 0-2-15,-2 0-9 0,-2-1-73 0,3 3-292 16</inkml:trace>
  <inkml:trace contextRef="#ctx0" brushRef="#br0" timeOffset="48353.25">9124 5295 328 0,'0'0'27'0,"0"0"7"0,0 0-11 0,0 0-11 15,0 0-4-15,0 0-9 0,0 0 9 0,0 0-1 16,0 2 8-16,0-1 18 0,0 3-4 0,0 7 2 16,0 19-4-16,0 0-7 0,0 7 3 0,0 4-7 0,0-6 5 15,0 0-3-15,0-3-4 0,0-1 10 0,-2-3-7 16,0 0 14-16,2-6-3 0,0 2 2 0,0-5-1 15,0 1 1-15,0 1-11 0,0-3 3 0,2 1-5 16,0-2 1-16,0-4 3 0,0 0-10 0,0-2 6 16,1 0-10-16,1-2 2 0,0 1-1 0,-2-3 0 15,0-1 1-15,-2-3-1 0,0-1 10 0,1 2-5 0,1 0 31 16,0-3-5-16,2 1 0 0,0 0-2 0,-1-2-4 16,-1 0-12-16,7-5-2 0,1-16-4 0,-1-10-7 15,-2-3 7-15,3-1-4 0,1 0 3 0,-2-3-12 16,0-2 1-16,1 1 7 0,1-4-4 0,-2 0 11 15,-1 10-17-15,1-1 4 0,-4 8-7 0,1 6 7 0,-2 5 0 16,-2 2 0-16,-1 9-1 0,-1 3-4 0,2-3-5 16,2 0-4-16,0 0-3 0,-1 3-42 0,-1-1-46 15,0 2-4-15,0 0-14 0,0 2-38 0,0 1-70 16</inkml:trace>
  <inkml:trace contextRef="#ctx0" brushRef="#br0" timeOffset="48681.38">9549 5594 291 0,'0'0'67'0,"0"0"1"0,-1 0-19 0,-1 0 1 15,0 0-27-15,0 1 14 0,-2 1-1 0,-3 2-3 0,-4 3 3 16,1-5-1-16,3 17-5 0,1-1 3 0,1 1-4 16,-8 0-1-16,2 1-4 0,3 0-2 0,3 3 1 15,3-1-6-15,2 0-1 0,4 1-4 0,1 1 3 16,3-2 0-16,1 4-3 0,0-2 0 0,4 4-1 15,-2-2-3-15,2 2 7 0,0-2-4 0,-2-2 4 16,-1-2-4-16,-1 0 17 0,-2-1 2 0,1-3 3 0,-3-1-4 16,-1-4 7-16,0 2-7 0,-2-4 6 0,0 0-6 15,-2 0 1-15,0-7 5 0,-2 7-4 0,0-1-1 16,-2-1-11-16,-3 6-3 0,1-8-2 0,2 2-13 0,-14-1 6 16,-1-3 1-16,1 1 2 0,-3-2-3 0,3-1-38 15,-1 1-5-15,1 9-14 0,3-5-45 0,4-5-41 16,-1-1-25-16,3-2-12 0,2 0-148 0</inkml:trace>
  <inkml:trace contextRef="#ctx0" brushRef="#br0" timeOffset="48836.44">9354 5872 337 0,'0'0'81'0,"0"-2"164"0,0 0-202 0,0 1 1 0,0-1 8 15,0 0-3-15,2 0 31 0,0 0-15 0,2 0 5 16,0 0-11-16,10-3-5 0,3-1-9 0,4 1-9 15,6-1 1-15,3 1-23 0,2-1 0 0,1 0 0 0,2 1-1 16,-1-1-4-16,1 1-1 0,2-3-5 0,-5 3-1 16,3-3-45-16,0 3-71 0,-5-1-72 0</inkml:trace>
  <inkml:trace contextRef="#ctx0" brushRef="#br0" timeOffset="49363.04">9911 3856 177 0,'0'-2'41'0,"-1"0"3"0,-1 0-14 0,0 0-7 0,-2 0-14 16,0 1-3-16,1-1 4 0,-12-8 15 0,2 3-5 15,-2 0 41-15,6 3 2 0,-4 0-4 0,3 2 1 16,3 0-24-16,-2 1-4 0,5-1-13 0,0 2 8 16,1 0-11-16,-1 0-8 0,2 0 14 0,0 0-13 15,0 0 10-15,0 2 21 0,2-1-11 0,2 1 14 0,0 0-10 16,4 0-10-16,16 9 4 0,8-2-7 0,-6-3 1 16,4-4-9-16,1-2 0 0,1 0-3 15,2 0 0-15,-1-2-7 0,5 0 4 0,-1 0-4 0,-2 0 1 16,1 1 1-16,-1-1 0 0,-3 2 0 0,0 2-2 15,-4 1 6-15,0 3-3 0,-6-1 5 0,-1 1 1 0,-1 0-9 16,-3-1 4-16,-4-1-6 0,2 0-3 0,-4-3-3 16,-3-1-23-16,-1 0 7 0,1 0-83 0,-4 0-172 15</inkml:trace>
  <inkml:trace contextRef="#ctx0" brushRef="#br0" timeOffset="49626.96">10468 3592 356 0,'0'0'46'15,"-1"-2"90"-15,-1 0-116 0,0 2-8 0,2 0 9 0,0 0-4 16,0 0 29-16,0 0 6 0,2 0-6 0,0 0 4 16,1 0-24-16,7 0 0 0,16 0-10 0,1 0 4 15,3 0-14-15,-2 2 0 0,2 2 2 0,-4 0-1 16,-4 1 5-16,0 1-5 0,-3-1-1 0,-4 1-2 15,0 1 3-15,-6 1 1 0,0 1 5 0,-1 11-4 16,-5-5 8-16,-1 0-1 0,7-4 4 0,1 4-2 0,-5 2 11 16,-1 1-23-16,-4 1 3 0,-2-2-10 0,-2 1-15 15,-1-3-45-15,-3 0-11 0,1-2-14 0,-2 0-76 16,5 0-70-16</inkml:trace>
  <inkml:trace contextRef="#ctx0" brushRef="#br0" timeOffset="49911.03">10996 2710 521 0,'-2'0'52'0,"0"0"103"0,0 0-120 0,-1 0 2 0,-3 0 7 0,-1 0-3 16,-3 2 21-16,3 0-8 0,1 0 1 0,3 0-4 16,-1 20-11-16,0 2-6 0,-14 6-8 0,5-1 2 15,3 7-11-15,7-1-10 0,1 0 1 0,2-1-4 16,0-3 1-16,0-1-1 0,0-4 2 0,0-4-3 16,2 2-2-16,-1-5 0 0,1-2-3 0,0-1-1 15,-2-5-26-15,0 1-27 0,2-1-11 0,-2-2-9 16,0 0-78-16,0 1-33 0,0-1 0 0</inkml:trace>
  <inkml:trace contextRef="#ctx0" brushRef="#br0" timeOffset="50098.79">10762 3308 235 0,'0'0'57'0,"0"0"80"0,-2 0-47 0,0 0-22 16,0 0 3-16,0 0-10 0,1 0-6 0,-1 0-9 16,0 0 2-16,2 0-4 0,0 0-8 0,0 0-7 15,0-2-3-15,2 0 1 0,1 0-4 0,5-1-3 16,18-8 3-16,-2-1-3 0,4-1-4 0,2 2-3 15,-3 0-5-15,5 0 3 0,-4 2-1 0,0-1-5 16,-2 3 6-16,-2 1-7 0,0 1-7 0,-4 1 2 16,-1 0-4-16,-4 1 3 0,0-1-10 0,-4 2-57 0,2-2-22 15,-4 1-14-15,-3 1-86 0</inkml:trace>
  <inkml:trace contextRef="#ctx0" brushRef="#br0" timeOffset="50283.29">10847 2766 254 0,'0'-2'142'0,"-2"0"-104"0,1 0 142 0,-1 0-51 16,0-1-79-16,0-1-12 0,0 0 0 0,0 1-3 16,0-1 13-16,1 2-15 0,-1 0 3 0,0 0-9 15,2 0-5-15,0 1-15 0,2-1 7 0,0 0-9 0,3 0 7 16,19-9-18-16,4 2-1 0,6 1-9 0,-1 4-29 16,0 3-37-16,6 1-51 0,-2 0-3 0,4 3-241 15</inkml:trace>
  <inkml:trace contextRef="#ctx0" brushRef="#br0" timeOffset="50547.46">11597 2718 424 0,'0'0'25'0,"0"0"3"0,-1 0 7 15,-1 1-4-15,0 1 1 0,0 0 21 0,0 2 6 16,-5 16 1-16,-6 8 0 0,-2-6-2 0,4 10-8 16,-4-4-4-16,6 2-2 0,-3 1-20 0,3 1 2 15,4 5-8-15,-1 0 6 0,4 0-12 0,0-7 5 16,-16-1 7-16,7 1-4 0,5-4 3 0,4 2-3 0,2-4-2 15,2-2 2-15,4 3 2 0,-1-1-3 0,4 2-1 16,-1-2 0-16,-1-2 4 0,-1-1-6 0,-1-1 4 16,1-1-6-16,0 1 5 0,-1-1-3 0,-1 1-2 15,-2-1 1-15,0-5-2 0,-1 5-3 0,-1-2 6 16,0-6-5-16,0 5 3 0,0-10-5 0,-1 3 2 0,-1-1-2 16,0-3-1-16,0 1-21 0,0-2-19 0,-2-1-1 15,3-3-70-15,-9 4-43 0,3-2 5 0,-2-2-36 16,-1 0-197-16</inkml:trace>
  <inkml:trace contextRef="#ctx0" brushRef="#br0" timeOffset="50697.44">11233 3397 464 0,'0'0'67'0,"0"0"5"16,-1 0-6-16,1 0-11 0,0 0-11 0,0-2 29 16,0 0-3-16,0 1 7 0,1-1-6 0,1 0 6 0,2 0-22 15,18-5 0-15,4-1-7 0,6 1-5 0,-1-1-1 16,-1 3-11-16,5-5 5 0,-1 3-27 0,-3 0 3 15,5-3 0-15,-5 1 0 0,6-2-5 0,1 2-17 16,2-1-21-16,1 1-7 0,9 0-147 0</inkml:trace>
  <inkml:trace contextRef="#ctx0" brushRef="#br0" timeOffset="51477.35">18332 3306 382 0,'-2'0'115'0,"-2"0"-94"0,-13-4 121 0,-1-1-50 16,5 1-64-16,4 2 0 0,-6 0-10 0,4 1 11 0,1-1 12 16,7 2 17-16,-1 0 2 0,2 0-1 0,0 0-34 15,-2 0-9-15,3 0-5 0,-1 0 3 0,2 0 3 16,2-2-10-16,1 2 3 0,12-2-5 0,15-4 5 0,5 1-5 16,-5 1-2-16,1 0 0 0,3 1 1 0,-1-1-6 15,-1 0 6-15,-1 2-8 0,-1 1 6 0,-4 1-1 16,-2 0 5-16,0 0-4 0,-3 1-2 0,-3 1 8 15,-1 0-8-15,-6 0 9 0,2 0-8 0,-5 0 7 16,-3-2-2-16,1 0 3 0,-4 0-13 0,-1 0-48 16,1 0-14-16,2 2-15 0,0-1-78 0,-1 1-19 15,-1-2-51-15</inkml:trace>
  <inkml:trace contextRef="#ctx0" brushRef="#br0" timeOffset="51743.15">18231 3161 342 0,'-1'-2'87'0,"-1"1"-2"0,0-1-17 0,0 0-6 0,0 0-31 16,0 0-2-16,0 0 26 0,1 0 0 0,-1 1 7 15,0-3-9-15,0 2-21 0,0 0-5 0,0 0-5 16,0 0-15-16,1 1-3 0,-1-1 6 0,0 0-4 16,-2 2 4-16,0 0 5 0,-7 4-2 0,-4 3 4 15,-7 6 8-15,2 0-6 0,1-7 1 0,-3 12 0 16,1 1 9-16,1-3 0 0,1-1 4 0,5-2-4 0,1 2-3 15,2-4 6-15,3 0-12 0,3 1 8 0,3-3-14 16,-6 0-5-16,3 0 5 0,-1 3-7 0,2-3 4 16,4-2-7-16,0 3 1 0,2-1-4 0,0-2-5 0,2-1-1 15,11 1-5-15,11-1 3 0,9-4-12 0,-2 0-42 16,4 20-31-16,6-9-18 0,2-6-217 0</inkml:trace>
  <inkml:trace contextRef="#ctx0" brushRef="#br0" timeOffset="52209.49">19117 2565 408 0,'0'-2'88'0,"-2"1"176"15,0-1-238-15,1-2-6 0,-1 0 1 0,0 1 1 16,0-1 30-16,0 0-7 0,0 0 2 0,0 3-7 16,1-1-27-16,-1 0 0 0,2 0-6 0,0 2 4 15,0 0-4-15,0 2 3 0,0 2-2 0,0 16 3 0,0 13-5 16,0 6-2-16,-2 0 2 0,0 0-2 0,0 6 3 16,-2 0 2-16,1-5-4 0,-1-4 4 0,0-7-3 15,1-10-1-15,-1 3 0 0,2-3-1 0,0-8-7 0,0 4 3 16,0-4 1-16,2-6 1 0,0 1-2 0,0-2 11 15,0-1-7-15,0-1 9 0,0 0-15 0,-1 0 6 16,-1-2-1-16,0 0 4 0,0 0 0 0,0-2 1 16,0 0 1-16,0 0-2 0,1-1-2 0,-1-1 0 15,0 0 1-15,0 1 1 0,0-1 8 0,2 2 0 16,0-2-3-16,0 1 1 0,0-1-8 0,0 0-7 16,2 0 8-16,0 1-7 0,2-1 7 0,9-3-1 15,7-3-5-15,-3 5 4 0,3 1-2 0,-1 0 3 16,-3 2-3-16,5 1 2 0,-3-1-5 0,-1 2 1 0,-2-2-2 15,0 0-2-15,0 2-24 0,-4-2-32 0,-2 2-21 16,-2-2-9-16,1 0-114 0,-4 2-19 0,-1 0-22 16</inkml:trace>
  <inkml:trace contextRef="#ctx0" brushRef="#br0" timeOffset="52380.92">19162 2617 207 0,'-2'-2'86'0,"0"1"113"16,0-3-91-16,-5-9-49 0,1 0-4 0,1 2-12 15,1 0 8-15,0-1-7 0,2 3 1 0,2 0-7 16,0 1-9-16,2 1-14 0,2-2 0 0,0 1-7 16,-3-1-14-16,16 2 4 0,2 1-3 0,1 2 2 0,-1 2-21 15,-3-9-90-15,3 0 10 0,-4 6-46 0,0 1-88 16</inkml:trace>
  <inkml:trace contextRef="#ctx0" brushRef="#br0" timeOffset="52585.91">19462 2688 77 0,'0'2'41'0,"0"0"-1"0,0-1 62 15,0 3-4-15,0 4 10 0,4 6-15 0,0-2-18 16,1 2-6-16,-3-8-1 0,0 0-9 0,-2-5-2 16,0 1 5-16,4 2-5 0,9-2-2 0,0 7-14 15,5 2-5-15,-3-5-1 0,0-4-7 0,4 0 7 16,-1-2-1-16,5-2 4 0,-5 0 16 0,-1 0 7 16,-6 0-1-16,-2 0 0 0,1-1-18 0,-5 1 6 0,-1 0-8 15,0 0 5-15,-1-2-19 0,-3 2-8 0,6-11 5 16,-4-1-7-16,-2 1-2 0,-4 1-6 0,-3 1-7 15,-12 4 3-15,-13-1-7 0,1 5-23 0,5-14 1 16,-2 4-9-16,6 7-15 0,-1 5-19 0,1 1-15 0,2 1-4 16,1 5-82-16,1 3-105 0,1 2-67 0</inkml:trace>
  <inkml:trace contextRef="#ctx0" brushRef="#br0" timeOffset="52989.62">18438 4702 542 0,'0'-1'38'16,"0"-1"73"-16,0 0-69 0,0 0 39 0,0 0-5 16,0 0 14-16,0-1-22 0,0-1-4 0,0 0-3 15,0 0-1-15,0 1-9 0,1-1-13 0,1 2 2 0,0 0-6 16,2-1-8-16,16-9-5 0,4 3-8 0,2 2 4 15,2 1-13-15,-2 2 5 0,0 3-5 0,4-1 4 16,-6 2-7-16,2 0-1 0,0 0 3 0,-6 0-3 16,3 2-11-16,-10-2-48 0,-4 0-14 0,2 1-21 15,-3-1-154-15,3 0-87 0</inkml:trace>
  <inkml:trace contextRef="#ctx0" brushRef="#br0" timeOffset="53161.16">18688 4383 612 0,'-2'0'55'0,"0"0"91"0,1 0-104 0,-1 0-9 16,0 0 4-16,0 0-3 0,0 2 15 0,0 0-4 16,0 1-2-16,-5 12-1 0,0 11-12 0,3 4 2 15,2 0-4-15,2-1 3 0,2 5-15 0,2-1-4 16,-1 1-6-16,3 1 2 0,-1 0-8 0,-1-3-23 16,2 1-13-16,-1 1-8 0,1 1-65 0,-2-2-259 15</inkml:trace>
  <inkml:trace contextRef="#ctx0" brushRef="#br0" timeOffset="53411.36">18423 5959 742 0,'-2'0'61'16,"0"0"8"-16,0 2-26 0,-2 0-21 0,1 0-14 15,-1 0-3-15,2-2 40 0,-3 4-7 0,-1-1 17 16,2-1-6-16,-3 7-7 0,3-3-3 0,0 1-3 0,1 3-14 16,3-3 1-16,0 1-4 0,2-3 1 0,-1-1-10 15,16 7 8-15,13 4-1 0,3-6 2 0,4-5-11 16,2-4 0-16,0-4 0 0,4-5-1 0,-2 0-3 16,-2-4-17-16,2-2-10 0,-2 0-5 0,2 0-54 0,-1 0-141 15,-4 2 12-15</inkml:trace>
  <inkml:trace contextRef="#ctx0" brushRef="#br0" timeOffset="53817.18">19138 4938 747 0,'0'0'36'0,"0"-2"1"0,-2 0-7 0,0 1-4 0,0-1-12 16,0 0-9-16,0 0 4 0,2 0-1 0,0 2 2 15,0 0 5-15,0 2-9 0,0 0 4 0,-2 11-6 16,1 18 1-16,1 7-2 0,0 4-1 0,0 3 0 16,0 3-3-16,0 2 6 0,1-5-3 0,3-1 5 15,2-3-9-15,-1-5-1 0,3-1 2 0,-1-2-1 16,-1-7 4-16,-1-5 19 0,1-3-3 0,-2-7 9 0,1 0 13 15,-1-3-3-15,0-3 4 0,-1-3-4 0,10 8-2 16,2-3 5-16,2-5-2 0,0-2 2 0,-1-6-3 16,3-5-4-16,1 6-3 0,-1-31 0 0,1-3-9 15,1 0 8-15,-3-1 2 0,4-1 2 0,-3 2-1 0,-4 3-5 16,0 1 2-16,-8 4-2 0,2 3 1 0,-3 4-10 16,0 1-3-16,-5 7-1 0,1 1-8 0,8 4-11 15,-5 1 2-15,-1 3-8 0,-2-1-16 0,-2 7-76 16,0-3-13-16,0 0-24 0,0 0-74 0,0 3-181 15</inkml:trace>
  <inkml:trace contextRef="#ctx0" brushRef="#br0" timeOffset="54065.7">19864 5534 261 0,'-2'2'81'0,"0"0"140"16,0 2-152-16,-9 14 10 0,0 1 1 0,1-3 6 15,5-3 18-15,1-5-2 0,0-1-11 0,4-3 3 16,0-2-34-16,0 2-8 0,-1-1-1 0,1 1-4 16,0 0-6-16,1-2 5 0,1-1 2 0,2 1-1 15,9-2-6-15,6-2-10 0,1-3-2 0,-3-3-1 16,-2-1 2-16,-4 0-10 0,0 0 1 0,-4-10-5 0,-3 0 2 16,-2-1-3-16,13-4-2 0,-6 2-1 0,-4-6 2 15,-5 5-13-15,0 1 9 0,-5-2-11 0,-3 4-12 16,-6-6-95-16,1 5-15 0,5 5-39 0,-18 3-172 15</inkml:trace>
  <inkml:trace contextRef="#ctx0" brushRef="#br0" timeOffset="56490.42">4599 8356 223 0,'0'-1'0'0,"0"-1"48"16,-1 0 17-16,-1-2 15 0,-2-7-2 0,0-2-42 16,1 2-14-16,-1 0 6 0,0 0 3 0,2 3 2 15,0 1-6-15,1 3 14 0,-1 0-7 0,0 1 10 16,0-1-16-16,0 0 1 0,0 2 3 0,0 0-1 0,1 1 4 15,-1 1-4-15,0 0 1 0,0 1-1 0,0 1 7 16,0 4-9-16,-3 18 1 0,3 8-5 0,2 1-7 0,2 6 9 16,0 2-7-16,1 5 7 0,-1 4-10 15,-2-1-3-15,2 10 2 0,-2-5-3 0,-2 3 1 0,-2 1-1 16,1-4-5-16,-3 3 2 0,-1-5 0 0,-1 2-8 16,-1 2 5-16,-2-2-6 0,-2 2 6 0,-2-3 2 15,0-3 0-15,2 1 0 0,2-7 0 0,0-1 5 16,2-8 2-16,1-1-2 0,1-8-5 0,1-2 11 15,1 0-10-15,1-7 11 0,2-3-6 0,0-6-2 16,2-1 5-16,0-5-6 0,0 6-2 0,0 1 2 16,0-7-2-16,0 1 4 0,0 1 8 0,0 0-8 0,0-2 4 15,0 0-7-15,2-2-6 0,0 0-1 0,0-2-3 16,0-2 2-16,7-11-3 0,8-13 0 0,-3 2 2 16,3-5-2-16,0-3-1 0,-4 1 2 0,0-1-2 15,0 7 4-15,2-3-1 0,-2 6-6 0,2 0 1 0,-2 1-4 16,0 3 7-16,0 1 3 0,-2 4-2 0,0 1 1 15,-2 3-7-15,-5-1 3 0,9 5-1 0,0 1 1 16,-2 5-4-16,2-9 6 0,2 3-5 0,-4 3 5 16,2 4 0-16,-4 0-1 0,0 4 1 0,-1 0 0 15,1 1 0-15,0 16 0 0,-1 5 2 0,-1-4-2 16,3 4 7-16,-3 0-8 0,0-4 7 0,-1 4-6 16,0-2 8-16,-3-2 3 0,1 1-4 0,-2-5 5 15,0 6 0-15,14 1-6 0,-4-1 4 0,-3 0-5 0,-4-4 8 16,-1 3-4-16,-2-3-1 0,-2 0-1 0,0-3-7 15,0-6 4-15,0 2-3 0,0-2 4 0,0-1-5 0,0 1-4 16,0-6 1-16,0 3-5 0,0-3-22 0,0-1-41 16,0-2-9-16,2 2-11 0,0-1-40 0,1-1-121 15,9 2-40-15</inkml:trace>
  <inkml:trace contextRef="#ctx0" brushRef="#br0" timeOffset="56804.37">5316 9656 415 0,'0'0'22'0,"0"0"-3"0,-2 0 9 0,0-2 13 16,0 0-12-16,1 1 16 0,-1-1 10 0,0 0-5 0,0 0 9 16,0 0 0-16,0 0-5 0,1 0 1 0,-1 1-3 15,0-1 1-15,0 0-6 0,0 0-2 0,0 0-3 16,0 0-20-16,1 0 11 0,-1 2-2 0,0 0 5 15,0 2-5-15,0 0-8 0,0 2-1 0,-3 18-2 16,-1 4 3-16,1 0-4 0,-3 2-3 0,1-2-1 16,-1 2-8-16,1 2 3 0,3 1 3 0,-1-3 0 15,1 0 8-15,2 0-7 0,2-2 1 0,0-2-4 0,0 0-3 16,0-2 3-16,0 2-6 0,0 0 4 0,2-3-9 16,0-1-1-16,0-5 5 0,-1 0-3 0,-1-2 10 15,2-2-9-15,0 4-6 0,0-6-3 0,0 6-40 0,2-2-34 16,-3-4-19-16,1-3-9 0,-2-4-101 0</inkml:trace>
  <inkml:trace contextRef="#ctx0" brushRef="#br0" timeOffset="57175.96">5515 9708 551 0,'0'0'172'0,"0"0"-227"0,-2-2 206 16,0 0-113-16,0 1-12 0,0-1 8 0,0 0 0 0,1 0 3 16,-1 0 1-16,0 0-7 0,0 0-5 0,0 1 1 15,0 1-5-15,2 0 2 0,0 0 4 0,0 0-4 16,0 0 0-16,0 0-2 0,0 1-2 0,0 1 0 16,0 0-9-16,0 0 6 0,0 2-9 0,0 3 9 15,2 10-7-15,0 1-2 0,2 5 6 0,-2 1-6 16,1 2-2-16,1 2 2 0,-2 0-1 0,0 3 3 0,0 2-3 15,1 3-5-15,1-1 1 0,-2-2-2 0,2 3-1 16,-1-7 5-16,1 3-5 0,0-6 5 0,1 4-5 16,-1-6 1-16,0-6 5 0,1 5-4 0,-1-10 8 15,0 2-3-15,-1-2-1 0,1-2 1 0,0 0 3 0,0-2 0 16,-1 0 3-16,-1-3-4 0,2 5-2 0,-2-7-5 16,0 0 3-16,-1-1-1 0,1 1 10 0,0 0-23 15,0-1-11-15,0 1-12 0,0-2-96 0,0 0-297 16</inkml:trace>
  <inkml:trace contextRef="#ctx0" brushRef="#br0" timeOffset="58689.59">16219 7703 67 0,'0'-2'0'0,"-2"0"20"16,0-2 186-16,0 1-67 0,0-1 2 0,2 2-95 15,-2-2-8-15,2 3-1 0,-1-3-2 0,-3 0 1 0,0 0-8 16,0 3 0-16,1-1 2 0,-1 2-1 0,0 0 4 15,1 2-8-15,-1-1 0 0,-2 7-2 0,-10 22-5 0,1 9-2 16,5-2 2-16,1 7-3 0,2 5 0 0,3-7-8 16,0 5 2-16,2-5-3 0,1-3 3 0,-1 2 5 15,0 0-4-15,-2 4 5 0,2-1-7 0,1 4 9 16,-1-1-6-16,0 3 6 0,0-4-10 0,2 3 7 16,0-1 4-16,0-7 0 0,0 2 7 0,0-14 0 15,2-1-3-15,0-2 4 0,0-4 0 0,1 1-14 16,-1-7 10-16,2-1-11 0,-2-6 8 0,-1-3-4 15,-1-2 1-15,0-2-1 0,0-1-1 0,2 3 7 16,0 0-8-16,2-2 9 0,0 0-5 0,-1-2-10 0,1 0 8 16,0-2-10-16,5-8 5 0,0-12-8 0,2-8-2 15,1-3 0-15,1 3 7 0,0-3-7 0,1 0 2 16,1 5-4-16,0 2 0 0,2 2 2 0,0 3 0 0,1 3-1 16,1 1 1-16,-1 6-1 0,3 0 1 0,-6 5-1 15,1 2-1-15,1-7-5 0,0 2 1 0,1 3-3 16,-5 4 3-16,2 2 8 0,-4 2-5 0,4 4 5 15,4 3-1-15,-4-7-3 0,-2 20 4 0,-2 2-4 16,0 2 2-16,-2 2 0 0,0 2 0 0,-1 0 0 16,-4-1 4-16,-3-3 3 0,1 4-5 0,17 0 3 15,-6-1-2-15,-6 1 10 0,-3-2 0 0,-2-2 1 16,-2-4-12-16,-2 1 7 0,0-5-8 0,-2-1 9 0,1 0-9 16,-1-4-1-16,0 0 0 0,1-2-2 0,-1 0 2 15,2-2-42-15,2-1 4 0,0-5-22 0,0-1-35 16,0 2-10-16,0 0-6 0,2-3-3 0,0 1-51 0</inkml:trace>
  <inkml:trace contextRef="#ctx0" brushRef="#br0" timeOffset="59061.15">16896 8804 367 0,'0'0'179'0,"-1"0"-217"0,-1 0 201 15,0 0-103-15,-2 0-28 0,0 0 0 0,1 0 4 16,-1 0-4-16,0 0 8 0,2 0 5 0,1 0 0 16,-1 0 0-16,0 0-10 0,0 0 3 0,2-2-5 0,0 0 5 15,2 0 0-15,0 0-13 0,0 1 5 0,1-1-9 16,5 0-9-16,7 0-3 0,-2 2-4 0,-2 0 3 16,0 2 2-16,-2 2 12 0,0 3-3 0,-5 6 5 15,4 13 2-15,-7-2 1 0,1 0-1 0,15 2 0 16,-8-2-2-16,-3 2-1 0,-6 0 1 0,0-1-3 15,-4-1-8-15,-1-2 6 0,-3-2-4 0,3-3 2 16,-3 0-8-16,3-4-2 0,-1-2 4 0,0 0-4 0,3-2-2 16,-1-1-3-16,2-3 2 0,0-1-2 0,0 2 6 15,2-3-5-15,0 3-1 0,0-2 0 0,0-2 4 16,0 1-5-16,0 1 7 0,2 0-5 0,0-1 7 0,2 1-10 16,0-2 4-16,12 5-4 0,5-3 9 0,-3-2-9 15,5-2-4-15,1 0-2 0,-2-2-17 0,2-2-28 16,0-1-2-16,0-1-12 0,8-3-47 0,0-2-124 15,1 0-50-15</inkml:trace>
  <inkml:trace contextRef="#ctx0" brushRef="#br0" timeOffset="59544.96">17494 8915 650 0,'-2'0'57'16,"1"0"107"-16,-3-2-130 0,0 1-12 0,0-1 3 0,1 0-5 16,1 0 2-16,0 0 2 0,0 0-1 0,2 0 3 15,0 1 6-15,2-3 8 0,2 0-1 0,14-9 3 16,8-2-2-16,-2 4-10 0,1 0 0 0,-5 4-5 16,0-1-15-16,-1 3-9 0,0 1 7 0,-3 2-6 15,-1 2 14-15,-2 0-7 0,-2 2 3 0,-1 2-2 16,-1-1 11-16,-4 1 4 0,1 3-3 0,7 12 4 0,-2 0-2 15,-2 3 0-15,-5-2-5 0,-2 3 3 0,-2-1-8 16,-4 2-1-16,-1 2-1 0,-3 0-1 0,-1 0-5 16,-2-2-2-16,2-3 4 0,-3-1-5 0,3-3 3 0,0-1 2 15,1-3-7-15,-1 2 4 0,2-4-9 0,3-3 3 16,-2 1 2-16,3-3 0 0,-1 1 0 0,0-1-3 16,2-3-2-16,1 3 1 0,-1-2 0 0,0-1-1 15,2 1 1-15,0 0-1 0,0-2 9 0,2-1 0 16,1 1 3-16,7 0-3 0,16 0-6 0,2-2-1 15,5-6-2-15,2-3 3 0,2-2 4 0,2-2-4 16,6-2 1-16,0 2-1 0,3 2 0 0,-4 4 1 16,-7 1-1-16,-3 2 1 0,-12 3 1 0,2 1-1 0,-1 0 3 15,-3 0-3-15,6 1 3 0,-9 1 3 0,-2 0-7 16,-4 0 5-16,-4 0-3 0,-1 0 9 0,-1 0-1 16,-3-2 0-16,2 1-8 0,-2-1 3 0,0 0-1 15,-1 0-3-15,3 2-42 0,2 0-107 0,3 2-107 16</inkml:trace>
  <inkml:trace contextRef="#ctx0" brushRef="#br0" timeOffset="64956.56">16742 10792 268 0,'-2'-1'0'0,"-1"-1"19"0,-10 0 164 0,-2-15-66 15,4 2 7-15,0 0-89 0,3 1 0 0,3 1 14 0,1 0-4 16,-5 0 7-16,3 3-11 0,1-1-12 0,1 4-2 16,2 3-4-16,0 0-9 0,0 1-3 0,0-1 0 15,1 2 0-15,1 0-9 0,0 0 24 0,0 2-9 16,0 2 14-16,0 2-11 0,1 16-7 0,5 19 2 0,0 2-4 15,-1 2-6-15,1 3 8 0,-3 4-7 0,-3 2 7 16,0 4-5-16,-1-9 8 0,-3-3 1 0,0-1 2 16,0-6-1-16,1 2-5 0,-1-4 4 0,0-7-5 15,1-6 1-15,1 1 1 0,0-7-4 0,0-5 3 16,0 1-8-16,2-5 5 0,0-3-4 0,0-1 3 16,0-1-9-16,0 2 9 0,0 0-4 0,0-1 7 15,0-1-8-15,0 0 5 0,0 0-1 0,0-2-1 0,2 0-15 16,0-2 8-16,0-2-4 0,3-12 6 0,5-5-2 15,1-1-2-15,2 0 2 0,2-1 0 0,1-3 0 0,-3 8 3 16,-11-1-6-16,13 3 5 0,2 1-5 0,-1 0-1 16,1 4 3-16,0 5-1 0,-2 3 5 0,-2-7-10 15,0 3 6-15,0 1-8 0,-2 4 5 0,2 2 7 16,2 0-3-16,-2 2 4 0,-2 2-9 0,2 3 9 16,-4 1-5-16,2 7 6 0,-3 7-6 0,1 2 1 15,0 6 1-15,-1-6 1 0,-3-2-5 0,1 2 7 16,-3-3-6-16,3-1 6 0,-2 1-7 0,-2-5 9 15,-1 3-2-15,9-6 4 0,-1 2-13 0,-3-2 2 16,-1-2-1-16,-1 0 1 0,0 0-18 0,-3-2-57 0,1 1-12 16,0-5-30-16,0 3-201 0</inkml:trace>
  <inkml:trace contextRef="#ctx0" brushRef="#br0" timeOffset="65262.89">17479 11195 649 0,'-1'0'168'0,"-1"0"-210"0,0 0 188 0,0 0-101 0,0 0-43 16,-2 0 0-16,3 0 1 0,-1 2 2 0,0 0 17 15,0 2 7-15,0 3 3 0,0 14-1 0,2 3 2 0,0 0 0 16,0 2 0-16,0 4 0 0,0-3 2 0,2 5-16 15,0 1 5-15,2 1-10 0,-2 1-3 0,-1-1 7 16,1 1-11-16,-2-2 9 0,0-1-10 0,0-2-4 16,0-1 4-16,-2-1-5 0,1 0 5 0,1-6-14 15,-2 1-9-15,2-1-6 0,0-7-63 0,0-1-101 16,0-4-51-16</inkml:trace>
  <inkml:trace contextRef="#ctx0" brushRef="#br0" timeOffset="65637.39">17686 11361 575 0,'0'0'79'0,"-2"0"151"16,0-2-202-16,0 0-18 0,0 0-6 0,0 0 0 16,0 0 15-16,1 0 7 0,1 1 3 0,0-1-3 15,0 0-12-15,0-2 0 0,1 2 1 0,1 0 1 16,0 1 2-16,2-1-4 0,0 2-3 0,9 0 2 15,-2 0-1-15,0 3 0 0,0 3-3 0,-4-2 3 16,1 22 8-16,-3 5-5 0,-1-1 8 0,-2 5-8 0,18 1 12 16,-7 1-8-16,-5 4 2 0,-6-4-5 0,-2 0 3 15,-4-4-10-15,0-1 6 0,-1-4-7 0,-1-2 9 16,1-2-3-16,1-9-5 0,2 1 3 0,0-1-6 0,0-4-3 16,2 0 4-16,0-5-4 0,0-2 8 0,0-2-6 15,0-1-2-15,2 3 0 0,0 0 7 0,0-2-3 16,2 0 5-16,5-2-5 0,9 0 0 0,5-4 0 15,-1-2-5-15,4-3 3 0,0 0-3 0,0-1-2 16,4 1 2-16,-6 2-2 0,2-3 5 0,-2 3-5 16,0 0 5-16,-5 1-5 0,-5 4 1 0,-1 0 0 15,-3 0 0-15,1 1 0 0,2-1-1 0,0 0 4 16,-2 2-4-16,0 0 0 0,2-2-33 0,-2 0-132 0,0 0-68 16</inkml:trace>
  <inkml:trace contextRef="#ctx0" brushRef="#br0" timeOffset="66307.97">18738 8446 700 0,'-2'0'40'0,"1"0"60"0,-1 0-69 0,0 0-11 16,0 0 5-16,0 0-3 0,0 0 15 0,0 0 12 16,1 0-8-16,-1 0 9 0,2 0-10 0,2 1 0 15,-1 1-1-15,11 0-2 0,17 2-7 0,8-2-4 0,1-2-4 16,2 0 0-16,1 0-15 0,0 0 3 0,-2 0-1 16,-5 0 0-16,-1 0-7 0,-9 0 0 0,-2 0 1 15,-3 0-1-15,0 2 2 0,-6-2-22 0,1 1-15 16,-4-1-4-16,-3 0-61 0,1 0-33 0,-5 0-73 15</inkml:trace>
  <inkml:trace contextRef="#ctx0" brushRef="#br0" timeOffset="66480.38">18772 8702 590 0,'0'0'107'15,"0"0"19"-15,0 0-58 0,0 0-37 0,0 0-24 0,2 0 1 16,-1 2 25-16,3-1-9 0,13 3 16 0,14 0 0 15,-1-2 1-15,-2-2-1 0,11-4-2 0,-9 0-15 0,7 1-10 16,0-3 0-16,-4 0-5 0,1-1-8 0,-6 1-74 16,1 1-28-16,-3 1-23 0,2 0-140 0</inkml:trace>
  <inkml:trace contextRef="#ctx0" brushRef="#br0" timeOffset="67193.28">5895 9337 784 0,'-1'0'39'0,"-1"0"-3"0,0 0 17 0,0 0-2 0,0 0-7 15,0 0-15-15,0-2 9 0,1 0 0 0,1 0 2 16,0 0-4-16,1 0 8 0,1 1-7 0,8-3 6 16,17-7-17-16,-1 3-7 0,4-1-1 0,-4 2-4 15,6 1-10-15,-5 0 0 0,-1 3 1 0,-1-1-2 0,-3 2 1 16,0 0-3-16,2 2 5 0,-3 0-5 0,1 0 1 15,0 0-12-15,-1 0-12 0,-3 0-3 0,1 0-73 16,-4 0-82-16,0 0-81 0</inkml:trace>
  <inkml:trace contextRef="#ctx0" brushRef="#br0" timeOffset="67366.03">6109 9556 497 0,'-2'0'168'0,"0"0"38"0,0 0-87 16,0 0-88-16,1 0-17 0,1 0-9 0,0 0 24 16,1 0 3-16,1 0 6 0,2 0-4 0,15 0 6 0,8-2-14 15,5-2 10-15,5-5-25 0,4-2-9 0,5-4 2 16,8-2-10-16,4-3-69 0,16-2-240 0</inkml:trace>
  <inkml:trace contextRef="#ctx0" brushRef="#br0" timeOffset="76500.75">7097 8072 256 0,'0'-2'-51'0,"0"1"33"0,0-1 9 0,0 0 3 0,0-2 48 15,0 0-4-15,0-1-3 0,0-4 2 0,0-1 2 16,0 1 1-16,0 0-8 0,0-1-3 0,-2-1 1 16,0-5-1-16,2 6 0 0,0-3 1 0,-2 0-2 0,2 6-5 15,-2-4 0-15,2 2-2 0,-2-3 1 0,2 3-7 16,-1-2-3-16,1 4 2 0,0 5-4 0,0-2-2 16,0 0 4-16,0 1 1 0,0-1 1 0,0 0-4 15,-2 0-5-15,0 1-1 0,2-1 1 0,0 2-1 0,-2 0 6 16,0 0-6-16,0 1 5 0,0-1 0 0,1 2-4 15,-1 0 3-15,0 0-4 0,0 2-4 0,0-1 4 16,2 1 2-16,0 2 0 0,-2 7-6 0,0 8 3 16,1 1-3-16,-1 4 3 0,0-3-3 0,0-3 6 15,2 3-5-15,0-3 6 0,0 4-10 0,0 3 6 16,0-1-1-16,0 2 4 0,0-2-2 0,0 0-2 16,0 2 1-16,2 2-2 0,0 0 1 0,0 1-1 15,-1 1-1-15,3 0 0 0,-2 0-2 0,0-1 2 16,0 3 2-16,0-2 1 0,-2 1-2 0,0-1 3 0,0 0-1 15,0-1 1-15,0-1-4 0,0-4 1 0,0-1 2 16,-2-3-2-16,2-3-1 0,0-1 6 0,0-6 2 16,0-3 1-16,0-3 3 0,0-1 2 0,0 1-3 15,0 0 4-15,0-2-9 0,0 1 5 0,0-1-5 0,0 0 5 16,0 0-2-16,0 0 2 0,2 0-1 0,-1 0 0 16,1-2-14-16,0 0 5 0,0 0-1 0,0 0 4 15,0-2 4-15,0 0-1 0,1-2-2 0,3-3 0 16,5-8-1-16,2-4-6 0,0-3 6 0,0 0-5 15,2-4 15-15,0-2-10 0,-2 2 4 0,2-4-4 16,-1 2 6-16,1 1 0 0,0-1-6 0,0 0 4 0,2 0 0 16,-3 0-3-16,5-2 4 0,-2 3-4 0,1-3 3 15,1 0-2-15,-4 4 5 0,1-2-4 0,-1 0 1 16,-2 4 4-16,2-4-9 0,-2 1 8 0,-2 2-4 16,-1 1-2-16,-3 2 2 0,-1 5-3 0,1 3 2 0,-1 1-4 15,-1 3 2-15,-1 1-2 0,-2 3 4 0,0 3-5 16,-1-1 4-16,1 0-5 0,0 1 0 0,0-1-3 15,0 2 0-15,0 0-2 0,0 0 3 0,-1 2 2 16,1 0 0-16,-2 0 0 0,0 2-5 0,0 0-9 16,0 0-12-16,0 2 0 0,0 7-44 0,2 5-70 15,0 5 11-15,2-3-32 0,-1 1-4 0,1-2-30 16</inkml:trace>
  <inkml:trace contextRef="#ctx0" brushRef="#br0" timeOffset="76927.25">7873 8277 151 0,'0'0'64'0,"0"-2"-18"0,0 0 61 0,2 0-11 15,-1-2-23-15,1 1-14 0,-2-1-1 0,0-4-4 16,0 3-7-16,0 1-17 0,0 2 2 0,0 0-9 0,0-1-12 15,0-1 6-15,0 2-2 0,-2 0 3 0,1 0 3 16,-1 1 11-16,-2 1-9 0,-5 0 9 0,-6 3-21 16,0 3 8-16,0 1-7 0,4 1 5 0,-2-6-12 0,2 18 3 15,2-1 1-15,1 1-1 0,1 2-13 0,-1 4 7 16,3 0-3-16,1 2 6 0,0 4 1 0,3-3-4 16,-1 1 6-16,-17 2-6 0,8-3 0 0,5-1 5 15,5 2-5-15,1-4 7 0,0-4 2 0,1 2-5 16,3 0 2-16,0-1-3 0,3 5-8 0,-1-2 7 15,-1-2 0-15,3 0 5 0,-3-6-1 0,1 3-5 16,0-1-2-16,-1-1 1 0,-1 1 7 0,0-1-9 16,-3-1 8-16,-1-1-7 0,0 0 8 0,0-2-3 15,-1-2 0-15,-1-2-2 0,0-2 0 0,-2 0 1 0,0-1 0 16,1-3 0-16,1-1 2 0,0 2 1 0,-11-3-2 16,4 1 0-16,-2-2-10 0,-2 7 12 0,0-1-6 15,0-1 9-15,3-3-13 0,3-2 2 0,-1 0-8 16,1-1 5-16,-2-1-26 0,-1 0-50 0,3 0-1 0,1 0-24 15,-1 0-53-15,5 0-85 0</inkml:trace>
  <inkml:trace contextRef="#ctx0" brushRef="#br0" timeOffset="77278.13">7418 8821 479 0,'-2'0'30'0,"0"0"32"0,0 0-32 0,0-2-9 16,-1 0-10-16,-1 0 4 0,0 2-7 0,2 0 6 15,1 0 4-15,-1 0-2 0,0 0 1 0,2 0 1 16,2 0-6-16,0 0 5 0,1 0-3 0,18-2 17 15,5-2-5-15,3-1 7 0,3-1-1 0,1-1 6 16,1-1-1-16,-1-3 0 0,1 0-8 0,-1 0-6 0,2 0-2 16,1 0-3-16,-1 0-4 0,-3-1-8 0,-3 3 4 15,1 2-5-15,-6-1-2 0,-2 5-2 0,-1-1 1 16,-5 0-2-16,1 0 2 0,-2 1 2 0,-6 1-4 16,2 0 1-16,-3 2-28 0,-3 0-40 0,-1 0-55 0,2 0-8 15,-4 0-320-15</inkml:trace>
  <inkml:trace contextRef="#ctx0" brushRef="#br0" timeOffset="78040.72">7078 9476 217 0,'0'0'44'0,"-2"0"0"0,0 0 24 0,-1 0-7 16,-12 2-1-16,-2 2 8 0,4-3 11 0,0 3 3 15,4-2 1-15,0 0 4 0,1 0-18 0,3-2-2 0,1 0-6 16,0 0-24-16,0 2-7 0,1-2-11 0,-1 0 3 15,0 0-21-15,2 0 8 0,1 0-2 0,-1 1 3 16,0 1-5-16,0 0-1 0,2 0 6 0,0 0-4 16,0 0 8-16,2-2-2 0,0 0 1 0,0 0-1 15,-1 0-7-15,20 0 2 0,1 0 1 0,6 0 2 16,2 0 7-16,1-2-14 0,6 0 5 0,4-2-6 16,4 2 6-16,7 1 0 0,-6-3-7 0,8-2 4 15,-4-1-2-15,4 1 1 0,4 1-1 0,-8-1-2 0,-2 1-3 16,-3-3 11-16,-6 1-1 0,0-1 3 0,-2-1-16 15,-2 2 8-15,-2 1-3 0,-1 2 7 0,-1 1-5 16,-3-1 4-16,4 2-1 0,-6 0 1 0,-2 0-6 0,-2 0 3 16,-5 1 0-16,5-3 3 0,-9 2 1 0,2 0 0 15,-4 0-3-15,-5 2 0 0,3 0-7 0,-7 0 5 16,2 0 2-16,-1 0 2 0,1 0-4 0,-2 0-20 16,2 0-23-16,-2 0-5 0,-1 0-124 0,-1 0-46 15,0 0-13-15</inkml:trace>
  <inkml:trace contextRef="#ctx0" brushRef="#br0" timeOffset="78585.58">7516 9872 683 0,'0'0'56'16,"0"-2"17"-16,0 0-13 0,-2 0-43 0,1-2 7 15,-1 1-20-15,0-1-3 0,0 0 7 0,0 0-5 16,0 1 6-16,0-1-9 0,1 0 0 0,-1 2-1 16,0 1 9-16,0-1-4 0,0 0 2 0,-2 2-1 0,1 0 16 15,-1 2 1-15,-9 7 6 0,7-2-4 0,1 19-4 16,-3 4-1-16,3 2-6 0,-3-1 5 0,3 3-7 16,-1-3-2-16,4 1-2 0,-1-1-1 0,-16 1-3 15,6-1 0-15,6 5 6 0,3-8-3 0,2-1 1 0,2-2 1 16,0-3-4-16,0 2 4 0,0-5-2 0,2 3-2 15,-2-4 1-15,0-3-1 0,0 2-5 0,0-2 9 16,0-2-8-16,0-2 9 0,0-2-6 0,0-3 2 16,-2-1-3-16,0 1 1 0,0 0-2 0,1-3 3 15,-1 1 2-15,-2-2-1 0,-5 5 2 0,-2 1-7 16,-2-3 3-16,0 1-4 0,-2-2 13 0,0-1-12 16,0 1 2-16,-2-2-4 0,4 0 7 0,-5-1-6 15,3-1 3-15,2 0-6 0,-2 0 5 0,4 0 4 0,0 0 0 16,5 0 0-16,-1 0-5 0,3 0 6 0,2 0-4 15,-1 0 6-15,-1-1 3 0,0-1-1 0,2 0 0 16,0 0-1-16,1 0-5 0,1 0 5 0,0 1-1 16,1-1 2-16,3-2-10 0,13-7 4 0,13-4-3 0,1 4 6 15,10 2 5-15,-2 1-6 0,2 3 1 0,0-1-3 16,-6 2-4-16,6 1 1 0,-4-1 1 0,2 2-1 16,-8 0 0-16,1 0 4 0,-4 2-6 0,-2-2 4 15,-4 1-1-15,-1-1-3 0,-5 0 1 0,-1 2-5 16,0-2-14-16,-8 2-13 0,1 0 4 0,-4 0-7 15,-1 0-8-15,1 0-34 0,0-2-20 0,-1 0-5 16,-1 0-82-16,0 1-49 0</inkml:trace>
  <inkml:trace contextRef="#ctx0" brushRef="#br0" timeOffset="78769.98">7182 9987 724 0,'0'0'133'0,"-2"-2"36"0,0 0-53 16,1-2-79-16,-1 0 1 0,0-3-19 0,0 0-6 16,2 3-3-16,0 0 1 0,2-1-9 0,0 1-5 0,22-4 2 15,11 1-3-15,-2 0 6 0,10-1-2 0,0 1 0 16,1 1-1-16,3 1 4 0,-8 1-4 0,-6 2-2 16,-1-16-4-16,-4 6-25 0,-4 7-40 0,-6 5-23 15,-1 0-15-15,0 2-186 0</inkml:trace>
  <inkml:trace contextRef="#ctx0" brushRef="#br0" timeOffset="79234.78">8084 10065 605 0,'-1'-2'89'0,"-1"0"189"0,-2 0-268 16,-7-5 1-16,-4-3-9 0,4 5 8 0,-4-3-8 0,2 3-3 16,0 1 3-16,-2 0-4 0,4 2 5 0,2 1-3 15,-1 1 5-15,1 0-4 0,2 0 2 0,1 0-1 16,2 0-5-16,1 0 3 0,1 0 11 0,-2 3-7 16,0 1 6-16,-1 3-6 0,-1 5 14 0,-1 4-8 15,3-1 3-15,0 2-5 0,3 0 2 0,1 1 1 16,0-3-3-16,1 7 2 0,3 1-7 0,0-1-2 15,3 8-1-15,1-3 0 0,1 5 4 0,0 3-2 16,1 1 1-16,-1 1-2 0,-2-4 5 0,4 1-6 0,-1-3 3 16,-1-3-3-16,2 0-2 0,0 0 0 0,-1-4 3 15,-1-2 0-15,2 2 6 0,-2-3-1 0,1-1-1 16,-3-1 3-16,-1-3 6 0,-3 1 3 0,-1-4-1 16,0 0 2-16,-2-2-7 0,0 0 19 0,0-3-2 15,0-1 7-15,-2 1 2 0,0-5-4 0,0 1-7 0,2-2 2 16,-13 2-13-16,-1 7-7 0,1-4 5 0,-2 1-6 15,-4-1-3-15,2-1-4 0,-1-1 0 0,-4-1 0 16,3-2 1-16,2-2-15 0,1 0-5 0,4 0-6 16,-1-2-35-16,4-2-43 0,4 2 2 0,-1-1-18 15,1-1-29-15,3-5-66 0</inkml:trace>
  <inkml:trace contextRef="#ctx0" brushRef="#br0" timeOffset="79413.62">7815 10538 679 0,'0'-2'312'0,"0"0"-424"15,0-1 382-15,0-3-212 0,0-3-3 0,0-2-26 16,2 0-8-16,2 1-3 0,5-3-15 0,10 0 9 16,16-3-6-16,8-1 6 0,-1-2-8 0,10 3-6 15,2 3 4-15,-7-2-6 0,3 2-5 0,-6 2-38 16,-5-6-3-16,4 9-19 0,-6 1-68 0</inkml:trace>
  <inkml:trace contextRef="#ctx0" brushRef="#br0" timeOffset="80185.14">8740 8284 242 0,'0'-2'67'0,"0"0"109"0,-2-1-101 0,0-5-35 15,0-1 6-15,2 3-16 0,0 3-6 0,0-1-15 16,0 2-3-16,0-2-3 0,0 1-3 0,0-1 5 0,0 2 1 16,0 0 1-16,0 0-1 0,0 0 11 0,0 1 1 15,0-1 4-15,0 0 1 0,0 0 19 0,0 2-13 16,0 0 14-16,0 0-25 0,0 0 3 0,0 0 0 15,0 0 0-15,0 0-16 0,0 2 4 0,0 0-3 16,0 0 5-16,0 1 4 0,0 1-13 0,0 9 6 0,0 4-7 16,0 1 13-16,-2 3-11 0,1-1 4 0,-1 2-5 15,0 3 8-15,0 2-10 0,0 3 5 0,0 2-6 16,0-1 5-16,2 5-2 0,0-7-2 0,0 5 0 16,0 3-1-16,0-4 3 0,0 10-1 0,2-8 4 15,2 2-1-15,0 0-6 0,-1-1 2 0,1 5-4 16,0-2 9-16,0 1-10 0,1 3 5 0,-1 2-7 0,-2 3 14 15,0 4-5-15,1 6 1 0,-1-1-3 0,-2-1 0 16,0-4-2-16,2 0 2 0,2-6-4 0,1 2 2 16,1-3 6-16,-1-6-4 0,1-4 4 0,-2 1-8 0,-1-5 6 15,3-3-2-15,0-2 3 0,-3 0-4 0,1 0 3 16,-2 0 0-16,0 0 2 0,1 2-3 0,-1-2 2 16,2 2-2-16,-2-1 0 0,-2 3-5 0,0 2 4 15,0-1 2-15,-4 3 0 0,0 1-2 0,-1-3 0 16,-1 1-2-16,3-3 4 0,-3-2 2 0,0-1-5 15,1-1 4-15,1-3-5 0,0-3 3 0,1-3 1 16,-1-4 1-16,2-2 0 0,0-2-3 0,0 1 8 16,1-1-11-16,-1-2 10 0,2 1-4 0,0 1-1 0,0-3 2 15,0-1-4-15,0-1-6 0,0 1 6 0,0-1 0 16,0 4 3-16,0-5-4 0,0 1 7 0,0 3-5 16,0-3 7-16,0 2-8 0,0-3-5 0,0-1 5 15,0 0-3-15,0 0 8 0,0 2-16 0,0-1 1 0,0 1-9 16,0 0-13-16,0-2-201 0</inkml:trace>
  <inkml:trace contextRef="#ctx0" brushRef="#br0" timeOffset="83081.23">9135 10256 112 0,'0'0'19'0,"0"-2"-1"0,0 0 33 0,0 0-7 16,0-1 7-16,0-1-24 0,0-2-10 0,0 1-4 15,0-3-1-15,0 1 1 0,0 1 1 0,0-1 3 0,0 3-4 16,0-1-3-16,0 1 24 0,0 0-5 0,0 0 10 15,0 3-8-15,0-1 11 0,0-2 0 0,0 0 1 16,0 1-14-16,0 1-11 0,-2 0 1 0,1 0-3 16,-1 0 2-16,2 0-10 0,-2 0-2 0,2 2-2 15,0 0 5-15,0 2-10 0,0 0 5 0,0 2-6 0,-2 14 13 16,2 7-6-16,0 2-1 0,0 1-1 0,0-2 5 16,0 2-8-16,2 2 4 0,0 0-5 0,0-1 7 15,-1 1-5-15,1-4 5 0,0 0-5 0,2-4 3 16,0 2-2-16,-3-3 1 0,1 1-2 0,0 0 3 15,0-1-1-15,2-3-1 0,-2 1 0 0,-1-1 7 0,1 1-9 16,0 0 8-16,-2-5-8 0,2 3 2 0,0-2 2 16,0 2-1-16,0-2 1 0,-2-1-2 0,0-1-3 15,0-1 3-15,0-3-1 0,0 0 5 0,0-3 1 16,0-3-7-16,0 1 6 0,0-2 0 0,0 2-1 16,0-1 5-16,0 1-4 0,0 0 10 0,0-2 9 15,1 0-1-15,1-1 2 0,0 1-7 0,0-2-2 16,0 0-2-16,0-2 2 0,0 1 2 0,1-3-10 0,7-11 6 15,1-4-7-15,2-3 4 0,-2-2-3 0,0 2-6 16,0-2 2-16,-2 1-5 0,1-1 3 0,-1 0 4 16,-2 4 0-16,3-5 6 0,-3 3-9 0,1 0 0 15,-1-2-3-15,0 1 1 0,-1 1 3 0,0-2 4 16,-1 4-3-16,1-3-4 0,-1-1 3 0,-1 4 1 0,0 3 0 16,-1 4-2-16,-1 2-1 0,0 4-3 0,-2 1 2 15,2 0-2-15,0 3 3 0,0-1-4 0,0 0 2 16,-2 1-7-16,0 1 0 0,0 0 0 0,0 0-1 15,0 0-9-15,0 2-26 0,0 0-1 0,0 0-18 16,0 2-100-16,0 0-175 0</inkml:trace>
  <inkml:trace contextRef="#ctx0" brushRef="#br0" timeOffset="83546.27">9514 10687 327 0,'0'0'76'0,"0"-2"2"0,0 0-12 15,-2 0-10-15,0 0-23 0,1 0-18 0,-1 0-6 16,0 1-2-16,0-1 2 0,0 0 9 0,0 0-8 16,0 0 6-16,1 0-7 0,-1 0 1 0,0 1 5 15,0 1 1-15,0 0 4 0,-2 0 3 0,-1 1-4 0,-4 5-2 16,-1 1 2-16,1 18 8 0,-2-3-7 0,2 2 5 15,1-2-6-15,1 1-3 0,3-1 3 0,0 0-10 16,-9-3 9-16,2 1-12 0,4-1 10 0,3-4-4 0,0 3 4 16,4-9-1-16,0 1-6 0,0-3 7 0,0-1-7 15,2 3 8-15,2 2-2 0,0-2-1 0,-1-3 0 16,1 0 1-16,11 5-4 0,0-4 3 0,3-1-4 16,-1-3-3-16,0-3 5 0,1 0 0 0,1-1-1 15,-4-1-11-15,1-4 5 0,-4 2 1 0,-1-1 3 16,-4 1-2-16,-1 2 4 0,-1-16-5 0,6 1 5 15,1-2-11-15,-5-1 9 0,-3 0-3 0,-2 1 7 0,-2 2-2 16,-2 1-4-16,-2 1 6 0,-2 0-5 0,1 2 4 16,-1 4-4-16,3-1-4 0,-18 5 2 0,8-1 4 15,-4 4-13-15,3-9 6 0,-1 4-7 0,-2 1 13 0,0 2-9 16,1 3 1-16,-1 1-4 0,4 0 3 0,2 1-1 16,1 1-5-16,3 0 0 0,1 0-14 0,1 2-17 15,1-2-14-15,0 1-7 0,1 1-105 0,-1 0-86 16,2-1-35-16</inkml:trace>
  <inkml:trace contextRef="#ctx0" brushRef="#br0" timeOffset="83875.03">9906 10586 205 0,'-2'0'172'15,"0"0"-13"-15,-7-2-43 0,-13-1 15 0,5 1-87 16,-2 0-28-16,4 2-2 0,8 0-2 0,1 0 2 16,-1 0 7-16,3 0-1 0,2 0 7 0,-1 0-5 0,-1 2-3 15,2 0 0-15,0 0-1 0,2-1 2 0,0 1-4 16,0 0 9-16,2 0-5 0,0 0 8 0,0-2 3 15,18 4-8-15,1-3 2 0,-5-1-4 0,3 2-11 16,-2-2-4-16,3 0 0 0,-1 0-1 0,-3 0 1 0,-1 0-7 16,-4 0-2-16,-1 0-3 0,1 0-8 0,-4 0-12 15,-1 0-11-15,-1 0-6 0,1 0-92 0,-4 0-95 16,0 0 1-16</inkml:trace>
  <inkml:trace contextRef="#ctx0" brushRef="#br0" timeOffset="84059.78">9709 10798 363 0,'-2'0'222'0,"0"0"-228"0,1 0 241 15,-1 0-112-15,0 0-72 0,0 0-26 0,0 0-1 16,0 0-8-16,2 0-8 0,0 0 4 0,0 0 0 0,2 0 0 16,2 0 0-16,7 0-9 0,15 0-4 0,0 0 0 15,5-2-1-15,3 0-6 0,1-1-4 0,-1-1-7 16,-5-2-54-16,-1 1-198 0</inkml:trace>
  <inkml:trace contextRef="#ctx0" brushRef="#br0" timeOffset="84556.08">10598 10440 780 0,'-1'-2'33'0,"-1"0"-3"0,0-2 13 16,-2-5 4-16,0 2-10 0,1 1-4 0,-1 0-6 16,4 5-2-16,-6-7 1 0,3 4-4 0,-5-1-2 15,3 1 0-15,-1 0 0 0,4 4 4 0,-5-3-4 16,-4-1 0-16,3 4-1 0,-7-2 4 0,6 2-6 16,-6 2 4-16,4 2-6 0,-2 1 0 0,4 3 1 15,0-3-5-15,1 14 3 0,6 1-6 0,0-1 6 0,-1-1-4 16,-1-1 3-16,-7-2-5 0,2 0 0 0,-1 0 1 15,3 1-3-15,1-1-1 0,1 4-1 0,3-3 3 16,0-1-3-16,2 0 2 0,0 0-5 0,0-2 1 16,4 4-2-16,0-4 1 0,-1 0 4 0,5 2-1 0,-1-2 0 15,0-2-4-15,1 0 3 0,-6 0 2 0,14-2 1 16,-1-1 5-16,4-1-2 0,3 1-1 0,-3-5-1 16,10 1-3-16,-4 13 3 0,-3-8 1 0,2-3 0 15,-2-5 2-15,1-1-7 0,-3-1 5 0,0-3-5 16,-1-2 4-16,0 1-1 0,1-3 2 0,-3 1 0 15,1-4-6-15,-3 1 7 0,0-1-9 0,0 9 9 0,-2-14 2 16,-4 1-9-16,-1-2 9 0,-1 0-8 0,-1-1 5 16,-3-1 2-16,1-1-2 0,11-2 3 0,-6 1 4 15,-1 1 2-15,-3-3 3 0,-3 1-1 0,-2 0 6 0,0-4 5 16,-4 4-1-16,-1-1 1 0,-5-1-8 0,1 4-4 16,-2-1-5-16,7 3 2 0,-14 1-9 0,-3 10-10 15,1-3-6-15,-4 7-4 0,-2-12-35 0,-4 6-141 16,-7 9-15-16,-11 13-72 0,-14-4-335 0</inkml:trace>
  <inkml:trace contextRef="#ctx0" brushRef="#br0" timeOffset="90622.69">9232 9082 169 0,'0'0'33'0,"0"0"5"15,0-1 41-15,0-1 0 0,0 0-19 0,0 0-21 16,0 0-38-16,2 0 12 0,0 0-11 0,1 1 20 0,3-1 6 16,14-4 1-16,6-1 2 0,0 1 3 0,4 1-1 15,-2-1-5-15,0 0 2 0,0 1-22 0,-2 1 4 16,1 0-4-16,-2 1 5 0,-1-1 2 0,-4 2-7 15,1 0 2-15,-1 0-5 0,-1 1-3 0,-1-1-4 16,-7 2 1-16,-1 0-2 0,-1 0 0 0,-7 0 1 16,11 0 1-16,-11 0-1 0,1 0-4 0,1 0-36 15,0 0-3-15,-2 0-11 0,-1 0-31 0,1 0-14 0,0 0-43 16</inkml:trace>
  <inkml:trace contextRef="#ctx0" brushRef="#br0" timeOffset="90838.68">9269 9222 208 0,'0'0'63'15,"0"0"-10"-15,-2 0 18 0,0 0 6 0,0 0-27 16,1 0-36-16,-1 0 2 0,0 0-1 0,0 0 3 16,0 2 5-16,0-1 10 0,2 1 2 0,0 0 3 0,0 0 1 15,2 0-2-15,0 0 0 0,4 0 0 0,20 7 4 16,1-4-14-16,7-3 2 0,1-2-6 0,2-2 10 15,6-3-11-15,-2-1-4 0,7-1-4 0,0-1-12 16,4 3-4-16,2 1 3 0,-6 0-7 0,4 1-20 16,-11-1-210-16</inkml:trace>
  <inkml:trace contextRef="#ctx0" brushRef="#br0" timeOffset="101446.9">20758 7220 428 0,'0'-2'57'0,"-1"0"-9"0,-1 1 43 15,0-3-8-15,0 0-8 0,0 2-63 0,0 0-7 16,0 1-1-16,2-1-2 0,0 0-2 0,0 0 1 0,0 2 0 16,2 0-1-16,0 0 1 0,0 0 3 0,2 2 6 15,-1-2-4-15,12 2 13 0,0 0 3 0,0-1-8 16,2 1 6-16,-1 0-11 0,-1 0-13 0,0 0 7 16,-4-2-9-16,0 2 5 0,-3-2-22 0,-3 0-9 15,1 0-6-15,-4 0-46 0,0 0 8 0,1 2 5 0,1-1 4 16,-2 1 45-16,0 0 4 0,0-2-1 0,-2 0 3 15,0 0 4-15,0 2 3 0,-2 0 6 0,-2 0-4 16,-7 1 3-16,-9 5 0 0,1-3-4 0,-1 3 4 16,-1-1 2-16,1 1 0 0,1-3 3 0,-3 1-1 15,5-2 0-15,-3-1 4 0,3 1 4 0,8-2-2 16,1 0 0-16,6-2 16 0,-1 0-4 0,-1 2 13 16,0-1 22-16,2-1 51 0,-1 2-22 0,-1 0 22 0,2-2-67 15,0 0-4-15,2 0 6 0,0 0-5 0,2 0 2 16,2 0-9-16,1 0-6 0,16-4 1 0,3-1-15 15,-2 1-6-15,2-1 4 0,-1 1-5 0,-1 0-5 0,-2 2-37 16,3 2-26-16,-5 0-7 0,3 0-117 0</inkml:trace>
  <inkml:trace contextRef="#ctx0" brushRef="#br0" timeOffset="112415.93">10775 8358 8 0,'0'0'0'0,"0"0"15"16,0-2 5-16,0 1 25 0,0-1 18 0,0 0-5 0,0-2 8 15,0 0-18-15,0 1-14 0,0-1 5 0,0 0-30 16,0 2 29-16,0 1-11 0,0-3 15 0,0 2-26 16,0 0-2-16,0-2 10 0,-2 1-6 0,0-1 8 0,2 0 7 15,0 2-14-15,-2 1 11 0,0-1-20 0,2 0 14 16,0 0-3-16,-1 0 6 0,1 2-10 0,-2 0-1 15,0 2-1-15,0 0 0 0,0 2-3 0,0 1-3 16,-3 19 5-16,-1-1-5 0,-1 3-3 0,-1 1 9 16,3-1-7-16,-3 6 8 0,1 0-5 0,-1-1 1 15,1 6-1-15,1-5 1 0,-1 5-12 0,1-4 3 16,3-1 2-16,-1-1 2 0,0-1 10 0,1-6-10 0,-1 0 3 16,0-1-5-16,0-5 1 0,1 1 1 0,-1-4-3 15,0-4 1-15,2 0-13 0,1-4 15 0,-1 1-7 16,0-3 10-16,2-1-10 0,0 0 6 0,0-2-2 15,-2 1 3-15,0 1-3 0,2 0-2 0,0 0 1 16,0-3-1-16,0 1-2 0,-2 0 5 0,2 0-3 0,0 0 3 16,0-2-8-16,0 0 3 0,0-2 0 0,0 0 1 15,0-2 0-15,2-18 3 0,2-2 2 0,1-4-2 16,1-5-4-16,0-4 0 0,-1-2 1 0,3 1 2 16,-3-1 4-16,3-3-5 0,-3 1-5 0,1-2 1 15,1 4-2-15,-1 6 1 0,-1-1 4 0,1 7-1 16,1-1 4-16,-1 2-6 0,-1 3 3 0,3 1-3 15,-1 0 8-15,1 1-6 0,-1 3 0 0,1-1 0 0,-3 3 1 16,1 3-5-16,-1 0 3 0,3 0-3 0,-3 3 7 16,1 1-4-16,1 0 1 0,-1 1-2 0,-2-1 1 0,9 3 1 15,-2 1-4-15,0 1 4 0,2 0 9 0,0 1-8 16,0 1 6-16,4-9-7 0,-4 3 1 0,1 1-1 16,1 3 0-16,-2 2 0 0,2 2 13 0,-2 0-6 15,-2 2-1-15,2 2-3 0,0 1 3 0,-2 1-8 16,0 1 11-16,-5-3-9 0,-2 2 11 0,3 5-9 15,-3 0 1-15,1 0-3 0,3-2 0 0,-1 3 9 16,-1-3-3-16,-1 0 5 0,-1 0-8 0,0 1 11 16,0-1-10-16,-3 0 11 0,-1-1-4 0,0 1-2 0,0 0 7 15,0 1-6-15,-1-1 5 0,-3 2-9 0,0 0-1 16,-1 0-1-16,-1 0 1 0,-1 1 0 0,-1-1-1 16,6 0-1-16,-14 2-3 0,-1 0 5 0,-2 0-1 15,-1 2 2-15,0 1-7 0,1-3 7 0,-3 4-2 16,1-4 5-16,-1 4-9 0,0 0 4 0,1-4-2 15,1 0 3-15,-1-6 2 0,5 2-8 0,1-3 6 0,0-2-7 16,4 1 2-16,2 1 0 0,-1 1 0 0,1 1 2 16,2-3 7-16,3-3-3 0,0 0-2 0,0 0 0 15,1 0-11-15,-1-1 5 0,0 1-3 0,2 0 4 16,1 0-6-16,-1 0 7 0,0 0 0 0,2 0 2 16,0-1 4-16,0 1-5 0,2 0 1 0,0 0-2 15,-1 2 0-15,-1-2-2 0,4 10 1 0,7-4-2 0,0 1 2 16,2 2 7-16,2-1-5 0,2 3 5 0,2-2-9 15,-3 0 2-15,-1 0 1 0,0 0-1 0,2 2 0 16,-2-7 0-16,-1-1 2 0,-1 5 1 0,2-5 6 0,-2 6-7 16,0-1 0-16,-3-1-1 0,1-2-8 0,-4-1 8 15,2 1 1-15,1-1 4 0,1-1-1 0,-4-3-2 16,1 0-1-16,-3 0 0 0,-1 4-5 0,3-5-8 16,-1 1-8-16,-1 0-1 0,5 6-38 0,-8-8-97 15,1 1-6-15,3 3-39 0,-2 0-105 0</inkml:trace>
  <inkml:trace contextRef="#ctx0" brushRef="#br0" timeOffset="112774.94">11464 8798 585 0,'0'-2'52'16,"0"1"6"-16,-2-1-12 0,2-2-15 0,-4-7-11 15,0 2-18-15,3 3 3 0,1 2-6 0,0 2 4 16,-2-1-7-16,0-1 3 0,0 0 1 0,0 2 0 0,0 1 2 16,0-1 12-16,1 0-4 0,-1 0 9 0,0 2 4 15,0 0 3-15,0 0 7 0,-2 2-2 0,1 0 16 0,-10 7-1 16,-2-7-4-16,7 15 3 0,1-1-9 0,1-1-15 15,3 4 2-15,1-4-5 0,-2 1 0 0,0-1-11 16,-1 0 1-16,-6 2-5 0,1-1 5 0,3 1-4 16,1 2 6-16,5-4-6 0,-1 1-3 0,2-1 0 15,0-2-1-15,0 0 2 0,0-2-2 0,0 0-3 16,0-1-3-16,0-3-1 0,0 1-15 0,0-3-23 16,2 1-9-16,-2-4-8 0,0 1-65 0,0-1-103 15,0 0-8-15</inkml:trace>
  <inkml:trace contextRef="#ctx0" brushRef="#br0" timeOffset="113257.21">11857 8158 479 0,'0'0'20'0,"0"-2"-2"16,0 0-7-16,0-2 3 0,0 1-12 0,0-1-2 15,0-4-5-15,0-1 4 0,0 7-4 0,0-3 0 0,0 1 18 16,0 0 9-16,0 1 4 0,0-1 16 0,-2 0-8 16,1 0-11-16,-1 3 7 0,0-1 0 0,0 0-2 15,0 0 3-15,0 0-6 0,0 0-15 0,1 0 5 16,-1 1-1-16,0 1 3 0,0 0-5 0,0 0 6 15,0 1-8-15,0 1 7 0,1 0-8 0,-1 2 5 16,-4 7 0-16,-1 9 0 0,-1 3-4 0,1 3-6 16,1 2 2-16,1 1-4 0,1 3-2 0,-2 3 0 15,3 2 5-15,-3 6-2 0,2 2 2 0,-1 3 1 16,-1 0-2-16,3 0 2 0,-3-3 0 0,0-2 0 16,1-3-1-16,-1-4 2 0,1 1-2 0,1-9-5 0,0 0 6 15,2-4-5-15,1-2 5 0,-1-2 3 0,0-1-7 16,0-2 5-16,0-2-15 0,0 1 13 0,2-3-6 15,-2-2 8-15,1 1-7 0,-1-3-1 0,2-2 3 0,0 1-2 16,-2-1-1-16,2-1 0 0,-2-1-5 0,2-1 3 16,0 0-13-16,0-1-11 0,0-1-2 0,-2 2-5 15,0 0-20-15,0-1-75 0,1-1 7 0,-1 0-32 16,2 0-29-16</inkml:trace>
  <inkml:trace contextRef="#ctx0" brushRef="#br0" timeOffset="113662.05">12279 8050 536 0,'-2'-2'42'0,"0"0"46"0,2 0-31 0,-2-3-29 15,0-1-5-15,-1 1-6 0,1 1-5 0,2 2-7 16,0 0 0-16,-4-1-4 0,0-1-4 0,1 2-2 15,1 0 5-15,-2 0-1 0,2 0 8 0,0 2-5 16,1 0 4-16,-1 0-4 0,0 2 10 0,0 0-3 16,0 2 3-16,0 0-3 0,-3 7 3 0,-3 4-2 0,1 3 0 15,1 3 1-15,3-3-3 0,-1 3-2 0,-2-1-1 16,1 2 0-16,-3 4-9 0,1 0 10 0,-1 2-6 16,-1 2 6-16,0 0-9 0,0 5 4 0,-1 2 1 0,1 4 1 15,0 3 4-15,1 1-5 0,1 3 4 0,-1 2-5 16,-1-3 0-16,2-1 9 0,1-5-10 0,1-4 7 15,1-5-12-15,0-4 9 0,0-4-2 0,1-4 5 16,-1-3 2-16,0 0-9 0,2-1 6 0,1-3-7 16,-1 0 8-16,0 0-6 0,0-2-1 0,0-1-2 15,0-3 1-15,0 1 2 0,1-1 2 0,1-3 0 16,-2-1-4-16,0 1-5 0,2-2-4 0,0 0 0 16,0 0-21-16,-2 1-6 0,0 1-4 0,0 0-4 0,0-2-43 15,2 0-79-15</inkml:trace>
  <inkml:trace contextRef="#ctx0" brushRef="#br0" timeOffset="114458.25">12633 8111 715 0,'-1'0'31'0,"-1"-2"2"0,0 1-4 0,0-1-8 16,-2 0-7-16,1 0-17 0,-1 0 5 0,-2 0-3 16,3 2 3-16,-5-2-1 0,3 2 0 0,-3 0 2 15,-1 2-2-15,1 0-4 0,-1 4 7 0,2-1 1 0,-3 6 4 16,3 10 7-16,-2 1-8 0,-1 0 8 0,3 3-7 16,0 1 8-16,-1 1-6 0,1 5-4 0,1 3 2 15,-1-1 8-15,1 3-11 0,-1 2 2 0,1 0-7 16,1 4 4-16,1-4 0 0,-18-2 1 0,9-2 0 15,5-2-2-15,3-3-3 0,1-2-1 0,2-4 0 16,2-7 0-16,0 3 2 0,0-5 6 0,0-2-3 16,0 0-1-16,0-6-5 0,0-1 1 0,0 0-2 0,0-1 7 15,0-3-9-15,0 0 4 0,0 2-6 0,0-1 3 16,0 1-3-16,0-2-12 0,0 0 7 0,0 0-13 16,0-2-2-16,0 0 5 0,0-2-4 0,0-2 17 15,0-11 3-15,2-13 0 0,0-3 1 0,-2-8-5 0,0 2 10 16,0-6-1-16,0 0 4 0,2 1-4 0,-1-3 1 15,3 0 2-15,0 3-1 0,0 1 0 0,-1 6 6 16,3 1-8-16,-1 4 7 0,1 1-5 0,0 3-1 16,1 0 8-16,0 3-7 0,1 3 0 0,-1 1 1 15,1 3-1-15,1-1 1 0,-2 4 5 0,5-4-7 16,-9 2-3-16,16 1 0 0,1 1 2 0,4 3 7 16,-1 3 1-16,1 1 1 0,-4 1-8 0,1 3 6 15,-3-11 2-15,3 4 0 0,3 3 3 0,-6 6-2 0,-1 2-5 16,-6 0 3-16,0 3-8 0,-3-1 4 0,-1 2 2 15,-3 3 0-15,5 8 1 0,-5-1 7 0,7 1-8 16,0 2 7-16,-3-3-14 0,-5 3 16 0,-1-1-3 16,-2 3 7-16,-2-1-11 0,-3 1 9 0,-3-3-4 0,-1 1 5 15,-4-1-7-15,9 1-8 0,-16 1 6 0,1-1-7 16,3 1 10-16,-7-3-3 0,1 2-3 0,0-1 1 16,1 3-11-16,1-3 8 0,1 3-3 0,-1-5 7 15,0-1-8-15,3-2 1 0,2-2 3 0,4 6 0 16,0-6 3-16,3 0-7 0,-1 1-2 0,5-9-2 15,1 3-5-15,1 1 7 0,-4 1-4 0,-1 3 5 0,1 0-9 16,2 0 15-16,3-2-3 0,-1 2 6 0,2 4-8 16,0-5-2-16,3 3 3 0,3 0-2 0,0-2 4 15,5 4-2-15,-6 1 2 0,16-5-2 0,-3 1 1 0,6-1 6 16,-3-2-8-16,1 2 7 0,4-3 3 0,-7-1-7 16,3 0 4-16,-3-3-7 0,-5 2 0 0,3-4 0 15,-2 3 3-15,0 1-2 0,-6-3 5 0,0 3 2 16,3-4-5-16,-7 0 2 0,3 1-18 0,-1-1-2 15,-1 0-11-15,3 0 0 0,-4 2-53 0,-1-2-160 16,-2-2-31-16</inkml:trace>
  <inkml:trace contextRef="#ctx0" brushRef="#br0" timeOffset="114954.11">13060 8728 753 0,'-1'-2'68'0,"1"-2"139"16,-8-14-195-16,3 5-4 0,-1 1-7 0,4 7 2 16,-2-4-27-16,4 5-4 0,0 2 2 0,0-2 1 0,2 1 24 15,0-1-3-15,2 0 2 0,0 0-2 0,5-1 4 16,8-4 9-16,-3 3 1 0,1 2 3 0,0 1 1 15,-2 3-8-15,0 0 0 0,-5 0-2 0,1 3 2 16,-2 1 8-16,-1 0-5 0,-2 14 4 0,-1 3-13 0,10-3 11 16,0 6-2-16,-7-9 4 0,-1 2-9 0,-1 2 10 15,-4-3-4-15,0 1 6 0,0 2-3 0,-4-1 0 16,1-1-3-16,-5 1 2 0,-1 1-1 0,-2 1 1 16,-2-1-4-16,11 0 2 0,-15 1-5 0,-1-5 3 15,-3 3 0-15,5-3-1 0,-3 0-11 0,0 0 8 16,3-2-4-16,-3-2 7 0,2-2-2 0,4-1-4 15,0-3 2-15,10 1-3 0,-3-2-4 0,4-2 7 0,2-1-3 16,-7 5 5-16,3-2-7 0,0-1 2 0,3-1-1 16,1 0 1-16,0 0-5 0,1 0 6 0,3 0-1 15,15 0 4-15,10-2-2 0,-4-2-2 0,4-2 0 16,1-2 0-16,2 1 7 0,1-1-5 0,-1 1 2 16,-3-1-4-16,-1 2 0 0,-6 1 9 0,1 1-6 0,-1 0 7 15,-3 2-10-15,-1 0 2 0,-3 0 1 0,-2 0 0 16,-4 0 4-16,-5 0-3 0,2 0 1 0,-1 0-2 15,3 0 1-15,-7 0-1 0,3 0-8 0,0 0-3 16,0 0-76-16</inkml:trace>
  <inkml:trace contextRef="#ctx0" brushRef="#br0" timeOffset="132647.89">20820 6878 256 0,'0'0'-45'0,"0"0"37"16,0-1-4-16,0-1 8 0,0 0 38 0,0 0-7 15,0 0-13-15,0 0 1 0,0 0-4 0,0 1-1 16,0-3 0-16,0 0 7 0,0 0-3 0,0 1 12 0,0-1 8 16,0 0-5-16,0 1 7 0,0-1-12 0,0 0 4 15,0-1-3-15,0-1 5 0,0-1 5 0,0 1-12 16,0 0-3-16,0 1-3 0,0 1-10 0,0-1 7 16,0-1 0-16,0 4 1 0,0-3-5 0,0 1 4 15,0 0 1-15,0 0 1 0,-2 1-1 0,0 1-9 16,0 0 3-16,0 0-3 0,0 0 3 0,1 0-3 15,-1 1 1-15,0-1-1 0,0 0 1 0,0 2-7 16,0 0 2-16,0 0-3 0,1 0 1 0,-1 0 5 0,0 2-5 16,0 0 6-16,0-1-9 0,2 1 5 0,0 2-1 15,0 0 3-15,0-1-2 0,-2 10-3 0,0 4 5 16,2 0-4-16,0 1 2 0,0 3 1 0,0 1-6 0,0 2 3 16,-1 0-4-16,1-1 5 0,-2 1 0 0,2 2 3 15,0-2-2-15,-2 4-3 0,2-2 1 0,0 0-2 16,-2-2 3-16,0-2 0 0,0-3-1 0,0-1 0 15,2-3-7-15,0-2 7 0,0 2 5 0,0-4 0 16,0 2-1-16,0-2-2 0,0 2-4 0,-1-1 2 16,-1-1-7-16,0 0 11 0,0 0-2 0,0 0 6 15,0 0-10-15,0 0 6 0,1 2-4 0,-3-2 5 16,0 1-10-16,-1-1 3 0,1-2-1 0,0-2 3 0,-1 3 11 16,-1-3-6-16,0 1-1 0,-5-3-1 0,0 3 1 15,-6-1 2-15,-1-1 1 0,-3-1 0 0,-1-1-5 16,4 0-5-16,-1-3 4 0,2 3-2 0,1 0 9 0,-5-2-7 15,3 1 1-15,1 1-2 0,2-2 0 0,4 2 6 16,2-1-3-16,-1-1 3 0,3 0-2 0,3 0-4 16,-1 2-1-16,3-4-1 0,0 0 1 0,-2 3-1 15,1 1 3-15,-1 0-1 0,2-2 1 0,0 0 10 16,0-1-6-16,0 1 6 0,1 0-6 0,1 0-5 16,0 0 6-16,1 0-6 0,1 0 12 0,2-2-9 15,11 0-1-15,7 0-2 0,4 0-2 0,4-2 4 0,0 0-2 16,1-2 2-16,-1 2 1 0,-4-1-9 15,2-1 8-15,-1 2-8 0,-2 0 7 0,-3 0-1 0,0-1 2 16,0 1-2-16,1 0 8 0,-3 0-9 0,1 0 1 16,-3 0-1-16,-1 2 5 0,-2-2-4 0,-2 2 0 0,0 0 0 15,-2-1-1-15,-4 1 4 0,1 0-3 0,-3 0 3 16,1 0-7-16,-2 0 8 0,-1 0-5 0,1-2 7 16,0 0-1-16,-1 0-15 0,1 0-11 0,-2 0-7 15,0 0-70-15,0 1-51 0,0-1-27 0</inkml:trace>
  <inkml:trace contextRef="#ctx0" brushRef="#br0" timeOffset="132897.57">20653 6765 897 0,'0'-2'7'0,"0"-1"0"0,0-3 5 0,1-5-7 16,1 5 0-16,0 3-1 0,6-1 3 0,19 2-3 15,1-16-4-15,6 5 0 0,3 3-2 0,0 5 2 16,2 3 0-16,-2 2 1 0,0 0 1 0,-5 2-7 0,-1 1 2 16,-3 1-7-16,-2 2-2 0,0-1-33 0,-5 1 0 15,1-1-16-15,-2 1-48 0,5 1-16 0</inkml:trace>
  <inkml:trace contextRef="#ctx0" brushRef="#br0" timeOffset="133270.71">21432 7306 618 0,'0'0'11'0,"-1"-2"13"0,-1 0-13 15,0 0-5-15,0 2-5 0,-2 0 1 0,-1 0-2 16,-12 2 0-16,-3 5 2 0,3 1-1 0,-4 5 6 16,-1 2-9-16,2-8 5 0,-8 13-6 0,6 3 6 0,7-3-3 15,4 0 0-15,5-3 0 0,0 0 3 0,5-2 4 16,-1-2 2-16,-6-2 1 0,3-2 10 0,-1 0 22 16,4-3-8-16,0 1 11 0,2-1-13 0,0-2 2 15,2 1-4-15,0-1 2 0,0-2-9 0,22 2 2 16,-3 10-7-16,-1-4 4 0,8-5-13 0,-2-3 4 15,4-2 3-15,1-4-1 0,-3-1 8 0,-4-1-9 16,-2-3 0-16,-3 0-3 0,-4-1 1 0,-2 1 6 16,-2 2 6-16,-2-10-1 0,-1-2 12 0,-3 1-15 0,-1-1 0 15,-2 3-5-15,9-1 2 0,-2 0-6 0,-5 2 6 16,-2 2-5-16,-2 0-1 0,0 4-8 0,0 2-3 16,-2-1-4-16,0 5-34 0,-2-1-48 0,1 2-9 15,-21-9-12-15,-12 2-25 0,-8 9-207 0</inkml:trace>
  <inkml:trace contextRef="#ctx0" brushRef="#br0" timeOffset="133722.84">20357 7952 259 0,'-1'0'145'0,"-1"-2"-194"15,-2 0 169-15,-9-2-93 0,-7 1-8 0,1 1-15 16,0 2 9-16,3 0-11 0,-1 3 6 0,4 1-3 16,0 2 0-16,4-3 0 0,-1 1 3 0,3 0-4 15,3-2 2-15,1 0 1 0,-1-1 19 0,0 1 6 16,0 0 8-16,3 2-2 0,-1-2 32 0,0 1-25 0,0-1-1 15,2 0-10-15,0 0-10 0,2 0 7 0,0 0 0 16,13 5 0-16,22 4-1 0,4-3 4 0,14-3 1 16,1-3 0-16,0-2 5 0,16-4-14 0,-1 1 5 15,5-5-8-15,4 1 8 0,-8 1-15 0,4-1 1 16,2 3-6-16,-4 0-11 0,3 3 4 0,-5-3-2 0,-2 2 5 16,-1 2-8-16,-8 2 1 0,-7 0 3 0,-11 0 0 15,2-2 0-15,-10 0 4 0,-4 0-8 0,1 0 6 16,-6 0-5-16,-2 0 2 0,-3 0-2 0,-3 0 2 15,-5 0 7-15,-4 0-7 0,-1 0 9 0,-3 0-9 16,1 0-1-16,-4 0 7 0,2 0-8 0,-1 0 7 16,1 0-9-16,0 0-64 0,-2 0-4 0,-1 0-24 15,1 0-50-15,-2 0-69 0,0 0-66 0</inkml:trace>
  <inkml:trace contextRef="#ctx0" brushRef="#br0" timeOffset="134209.07">20770 8327 416 0,'0'-2'128'0,"0"0"34"0,0 0-54 16,0 0-72-16,-2-7-5 0,0 0-25 0,2 1 6 15,0 3-8-15,0 1 7 0,0 2-12 0,0 0 1 0,0 0 0 16,0-1 1-16,0-1 2 0,0 0-8 0,0 2 3 15,0 1-4-15,0-1 9 0,0 0-3 0,0 0 2 16,0 0-2-16,0 0 1 0,0 2 1 0,0 0 4 0,0 0-3 16,0 2 0-16,0 0 0 0,0 2-4 0,0 3 3 15,2 12-1-15,0-1-1 0,1 3-1 0,-1 3 0 16,0-2 3-16,0 2-1 0,0 6 1 0,0-4-2 16,-1 7 5-16,3-1-5 0,-2 1 4 0,2 1-5 15,-1-4 6-15,1-5-5 0,2 3-3 0,-1-2 0 16,1-3 4-16,-1-5 1 0,1-1 1 0,-2-6-3 15,1 2 1-15,1-2 2 0,-2-3 8 0,-1-3-3 0,1 1 16 16,0-1 3-16,5 3 0 0,0-3 1 0,-1-1 6 16,1 0 0-16,2-1 5 0,0-1-2 0,2-2 6 15,0-2-25-15,2-3 8 0,2-4-12 0,-2 5 1 0,1-22 0 16,1-6-4-16,4-1 3 0,-5-4-2 0,-1-4-3 16,2 0 2-16,-2 0-2 0,1 0 5 0,5 8-11 15,-8-2 4-15,4 7-6 0,-6 6 2 0,-2 1 2 16,0 4-5-16,-5 4 4 0,1 0-7 0,-3 6 3 15,0-2-1-15,2 3 1 0,-2 2-3 0,-2 3-23 16,2 1-13-16,1-2-6 0,-1 2-56 0,2-4-86 16,0 2 14-16,-1 0-45 0,1 0-50 0</inkml:trace>
  <inkml:trace contextRef="#ctx0" brushRef="#br0" timeOffset="134521.96">21497 8702 411 0,'0'0'52'0,"0"0"-56"0,0 0 57 0,0 0-27 16,0 2-8-16,-1-1 10 0,-1 1-10 0,0 2 8 15,2-2-7-15,-6 9 7 0,1 0 7 0,1-3-4 16,0-1-5-16,-1 4 42 0,1-3-17 0,2-1 22 16,2-3-41-16,0 1-11 0,0 3 5 0,0-5-4 0,0 3 19 15,0-4-2-15,2 2-5 0,2-1 3 0,9 5-9 16,7-1 0-16,4-3-1 0,-1-4-1 0,1 0-6 15,-6-2-5-15,-1-2-1 0,-2 1-2 0,-4-1-2 0,0-2 10 16,-2 1 0-16,-5-1 2 0,2-12-6 0,-4-3 0 16,11 3 5-16,-4 1-2 0,-4-4 2 0,-3-5 0 15,-4 2-2-15,-3 2 1 0,-3 2-6 0,1 7-16 16,1 2-1-16,-20-1-6 0,2 5-19 0,4 3-10 16,-1 2-4-16,5-9-1 0,-7 0-15 0,9 7-29 15,1 3-9-15,3 1-8 0,5 0-44 0</inkml:trace>
  <inkml:trace contextRef="#ctx0" brushRef="#br0" timeOffset="135225.17">22903 6598 487 0,'0'-2'32'0,"-2"0"-8"0,0 1 37 16,0-3 3-16,-5-7-5 0,0 0-22 0,1 1-24 16,0 3 3-16,3 1-10 0,1 3 5 0,-4-1 2 15,1 2 1-15,1 0 0 0,2 2-7 0,-2-2 13 16,1-1-5-16,1 3 8 0,-7-8 2 0,3 4-6 16,0 3 2-16,-1-3-5 0,5 4-8 0,-5-2 8 0,1 0-8 15,4 2 8-15,-3 0 0 0,3 0 0 16,-6 0 4-16,7 0-5 0,-7 0-14 0,4 0 11 0,1 2-6 15,-1 0 8-15,2 0-6 0,0 1-4 0,0 1 0 16,1 4-2-16,-1 6 1 0,2 1 0 0,0 4-2 16,0-1 1-16,2 3-4 0,1 1 1 0,5 4 1 0,-1 2 0 15,2 0-7-15,-3 1 8 0,1 5-2 0,-3 3 5 16,0 6-5-16,0 3 4 0,-3-1 0 0,3 3 3 16,0-5-6-16,0-1-1 0,-1 1-3 0,-1-8 2 15,0 4 1-15,0-3 1 0,2 3-1 0,-1 0 1 16,-1 0 6-16,0 7-6 0,2 2 4 0,-1 8-6 15,1 3-3-15,-2 5 9 0,0 6-10 0,-2-3 10 0,0 2-7 16,-2-4 1-16,0-10 7 0,0-6-4 0,2-10 4 16,0-6-4-16,0-1-2 0,0-6 1 0,0 0 0 15,2 1 1-15,2-2 1 0,0-1 1 0,1 0-2 16,1-4 1-16,1 1-4 0,1-5 2 0,1 3-1 16,-2-4-1-16,1 0 2 0,-1 0-1 0,-3-6 0 0,1 2 7 15,-1-4 2-15,0 1 3 0,0-1 4 0,-4-5-9 16,1 4 4-16,-1-4-5 0,0-1-2 0,2 3 1 15,0 0-3-15,0 0 3 0,2-1 5 0,-2 1-13 16,-1 0 6-16,1-2-6 0,0-1 5 0,0 1-1 16,0 0 1-16,0 0 0 0,0-2 0 0,-1 0-10 15,-1 0-14-15,0 0-3 0,0 0-78 0</inkml:trace>
  <inkml:trace contextRef="#ctx0" brushRef="#br0" timeOffset="136052.93">23107 8264 130 0,'0'-2'8'16,"2"0"17"-16,0-2-21 0,0 0 5 0,3-3-4 15,5-4 4-15,-7 2 2 0,8-1 8 0,1 1 2 0,-7 2 1 16,4-1 5-16,-3 3 11 0,0-1 2 0,-1-1 2 15,-1 3 6-15,1 0-4 0,-1 0-2 0,-2-1 0 16,2-1-12-16,-2 1-5 0,-1-1 3 0,3 2-2 16,0 3 6-16,-2 1-10 0,0-2-3 0,-2 0-3 15,1 0-12-15,1 2 3 0,0 0 2 0,0 0 1 16,0 0 5-16,2-2-2 0,-3 2 0 0,3 0 0 0,0 0 1 16,0 0 6-16,-3 2-7 0,1 2 7 0,4 7-10 15,1 13-3-15,-3 2 6 0,-2 2-6 0,-2 0-5 16,0 0 1-16,-2 1-4 0,0 1 2 0,0-2 6 15,0 3-7-15,2-1 5 0,0 0-5 0,0 3 0 0,2-5 6 16,0 4-7-16,0-6 5 0,0 2-7 0,0-4 4 16,0-2-1-16,-1 0 3 0,-1-5-6 0,0-6 7 15,0 0-5-15,0-7 4 0,0 0-3 0,0-1 2 16,0 1 3-16,0 0-1 0,0-2 0 0,-1-1 6 16,-1 1-4-16,0 0 3 0,0 0-9 0,-2 0 9 15,-3-2 1-15,-4 0 1 0,0 0-7 0,1 0 0 16,1 0 0-16,0 0 1 0,1 0 1 0,1-2-2 15,3 2 1-15,-1-2-1 0,1 2 11 0,0 0 8 0,2 0 4 16,-1-2 0-16,-1 0 7 0,0 1-25 0,2-1 4 16,0 0-11-16,1 0 4 0,1-2 0 0,0 1-1 15,0-1 1-15,5-4 0 0,10 3-6 0,11-3 5 0,0 1-6 16,2 1 1-16,-4 3 6 0,2-1-9 0,-2 0 7 16,2 1-9-16,2-1-1 0,-6 0 6 0,-1-5-5 15,3 5 6-15,-7-5-10 0,-1 2 2 0,-1-3-6 16,-7-3 0-16,-5 0-26 0,3 0-16 0,3 0-6 15,2-2-64-15,-3 1-70 0,-1-7-31 0</inkml:trace>
  <inkml:trace contextRef="#ctx0" brushRef="#br0" timeOffset="136226.96">23052 8158 772 0,'0'-2'57'0,"0"0"93"0,0-2-91 0,0-1-39 15,1-6 3-15,1 1-15 0,2 3-7 0,0-1 3 16,25 5-3-16,7-1 3 0,4 2 0 0,5-22-3 16,3 11-1-16,4 6 0 0,2 5-8 0,2 0-52 15,-6 2-27-15,2 0-27 0,-4 4-269 0</inkml:trace>
  <inkml:trace contextRef="#ctx0" brushRef="#br0" timeOffset="136554.07">23874 8316 654 0,'0'0'27'0,"-2"0"42"16,0 0-41-16,0 0-6 0,-1 0-4 0,-1 0 1 16,0 1-2-16,1 1-4 0,-1 0-4 0,2-2 0 15,0 8-4-15,-2 10-7 0,-9 1 3 0,2 1-6 16,2 2 7-16,3 6-2 0,3-2 1 0,3 6-1 0,0-2 13 15,2 5 11-15,1-4-6 0,5 8 6 0,1-3-13 16,-2-5-4-16,3 4 4 0,-3-9-4 0,2 2 1 16,1 2-9-16,-3-4 2 0,2 4-3 0,-1-6 8 15,-1 4-2-15,-1 0 1 0,-2 1-2 0,-3 1 0 0,-1 0 2 16,0-1-2-16,0 1 2 0,-1 0-1 0,-1-2 2 16,0-4 2-16,0-4-1 0,0-5-5 0,2-6 9 15,0-1-8-15,0-4 9 0,-2-1-12 0,0 1 1 16,1 0-3-16,-1-2 1 0,0-1-13 0,0 1-19 15,0 0-22-15,-2-2-6 0,-5 0-132 0</inkml:trace>
  <inkml:trace contextRef="#ctx0" brushRef="#br0" timeOffset="136795.85">23644 8850 990 0,'0'-2'32'16,"0"1"-7"-16,0-3-2 0,0-2 17 0,-2-9-25 15,2 10-9-15,0-3 0 0,2 3-1 0,0 1 3 16,7-5 4-16,17 1-5 0,7 5 4 0,3-3-2 16,3 1 10-16,-4 1-18 0,0 0 3 0,0-1-5 0,-5-14 4 15,-4 8-20-15,0 3-12 0,-5 5-8 0,-5 1-88 16,1 2-112-16</inkml:trace>
  <inkml:trace contextRef="#ctx0" brushRef="#br0" timeOffset="137083.94">24453 8342 1004 0,'0'0'29'0,"0"-2"-3"0,-2 0 0 0,1 0-3 0,1 0-11 16,0 0-21-16,0 0 1 0,0 1 1 0,0-1 0 16,0 2 3-16,1 0 10 0,1 0-4 0,0 0 4 15,0 0-11-15,17 2 24 0,1-1-5 0,2 1 12 16,1 0-9-16,-5-2-13 0,1 0 2 0,-3 0-5 15,-1 0 0-15,-2 0 1 0,-2 0 0 0,-3 0 0 16,-1 0-6-16,-3 0 0 0,0 0-9 0,-1 0-5 16,-1 0-117-16,2 0-36 0,0 0-26 0</inkml:trace>
  <inkml:trace contextRef="#ctx0" brushRef="#br0" timeOffset="137310.1">24186 8694 1046 0,'0'0'37'0,"0"-2"0"0,-2 1 21 16,0-1-13-16,2 0-1 0,0 0-39 0,0 0 7 15,2 0-10-15,0 0 9 0,15-3-8 0,22-6 11 16,3 3 0-16,-3 1 3 0,2-2-9 0,4 1-6 16,-4 3-5-16,-4 1 0 0,-4 2-19 0,-7 2-44 0,-4 0-6 15,1 0-16-15,-3 0-52 0,1-2-1 0,-1 0-15 16,-3 1 7-16,3-3-34 0,-1 0 61 0,1 0 14 15</inkml:trace>
  <inkml:trace contextRef="#ctx0" brushRef="#br0" timeOffset="137701.1">25150 8392 274 0,'0'0'82'0,"0"-2"-21"0,0 0 79 0,0 0-14 15,-2 0-43-15,0-1-5 0,0-1-8 0,0 0 4 16,2 0 1-16,-2-1-16 0,0 1-2 0,1 0-8 15,-1 1-25-15,0-1 4 0,2 2-1 0,-2-2 1 0,0 1-9 16,0-1-9-16,0 2 0 0,-1 0-4 0,-1 0-2 16,0 1-2-16,2 1 2 0,-3 0-2 0,1 0 4 15,-5 1-6-15,1 3-1 0,1 2-1 0,0 3-2 0,-1 13 3 16,1-1 0-16,-1 3 1 0,5 2 0 0,-14-2 0 16,6 6 1-16,5-2 0 0,6-2 0 0,0 1 3 15,2-6-5-15,2 1 3 0,3 0-3 0,2-3 3 16,4 1 6-16,-7-5 0 0,22 4 16 0,0-8-6 15,9 2 0-15,-2-8-3 0,0-1 0 0,-1 0-4 16,3-2-3-16,-2 1 1 0,-1 18-5 0,-3-10-4 16,1-4 7-16,-2-3-6 0,-3-2 16 0,-1 0-14 15,0-2 6-15,0-2-7 0,-1-2 8 0,-1-1 1 0,-2-3-3 16,-5-1 3-16,-3-2 3 0,-1-6-1 0,-7-11 0 16,0-5-1-16,-3-4-1 0,21-6 3 0,-12 0 2 15,-11-1-1-15,-6 1 4 0,-6 6-7 0,-6 4 2 16,13 3-4-16,-27 4-4 0,-8 5-35 0,-8 5-22 15,-8 6-11-15,-10 7-121 0</inkml:trace>
  <inkml:trace contextRef="#ctx0" brushRef="#br0" timeOffset="146389.69">24869 6977 17 0,'0'0'0'0,"0"-2"3"16,-2 0 36-16,1 0-12 0,-1 0 4 0,0 1-13 0,0-1 0 16,0 0 0-16,-2 0 7 0,1 0-4 0,-1 0 13 15,0 0 9-15,1 1 4 0,-1-1 3 0,0 0 10 0,2 2 4 16,-1-2-13-16,1 2 8 0,-2-2-35 0,2 2-3 15,0 0-2-15,0 0 0 0,1-4-4 0,-3 1-10 16,0-1 5-16,0 0-6 0,1 2 13 0,1 1-16 16,0-1 4-16,0 0-6 0,0 0 8 0,0 0 9 15,1 0 0-15,-1 0 2 0,2 1-9 0,0-1 3 16,2 0-3-16,-1 2 4 0,3 0 0 0,13-2 1 16,13 0-6-16,3 0 3 0,6 2-6 0,0-2-1 15,-2 1 8-15,6-1-6 0,1-4 1 0,3 4-1 16,-3-1-5-16,-1-1 5 0,-6 0-4 0,-3 0-2 0,-1 1 6 15,-3-1-4-15,-4 2 8 0,-2-2-6 0,0 1-4 16,-5 1 0-16,-1 0-1 0,-3 0 1 0,-2 0 5 16,-4 0-2-16,-1 2 6 0,-3 0-6 0,1-1 0 15,-2 1-2-15,-3 0-1 0,1 0 0 0,0 0 0 0,2-2-2 16,0 0-8-16,-1 0-47 0,-1 0 5 0,0 0-26 16,0 2-57-16,0 0-70 0</inkml:trace>
  <inkml:trace contextRef="#ctx0" brushRef="#br0" timeOffset="146684.75">24867 7281 440 0,'0'0'39'0,"0"0"-7"0,-1-1-9 15,-1-1 12-15,0 2-26 0,0 0 0 0,0 0-7 16,0 0 5-16,0 0-7 0,1 0-4 0,-1 0 18 16,0 0-8-16,0 0 13 0,2 0-2 0,0 0 40 15,0 0-14-15,2 0 18 0,0 0-34 0,3 0 1 16,25 0-4-16,3 0 1 0,1 0-10 0,5-2 0 0,-4 0-1 16,6-2 0-16,3-1-6 0,3-1-6 0,-6 2 2 15,-4 1-4-15,-4 1 0 0,-5-2-37 0,2 2-42 16,-4 0-22-16,-4 2-348 0</inkml:trace>
  <inkml:trace contextRef="#ctx0" brushRef="#br0" timeOffset="150628.07">27253 6219 76 0,'0'-2'30'0,"0"1"37"0,0-1-21 0,0-13-1 16,0 0-8-16,2 0 3 0,0-2-11 0,0 3-10 15,2-5 5-15,-1-1-7 0,1-1 14 0,2-3-12 16,1 4 3-16,0 1-6 0,1-1 12 0,-1-1-3 16,1 3 10-16,-1-1-8 0,2 1 10 0,1-5-15 15,-3 5-1-15,1-1-2 0,-1 2 4 0,-1 3-1 0,-1 1-4 16,-1 3 2-16,0 1 6 0,-3 2-5 0,1 1 9 16,-2 2-10-16,2-1-2 0,-2 3-3 0,0 0-6 15,0-2 2-15,0 1-17 0,0-1 1 0,0 2-3 16,0 0 3-16,0 0 8 0,0 0-4 0,-2 2 5 0,0 0-5 15,1 2-2-15,-1 0 4 0,0 2-3 0,0 0 5 16,-9 16-1-16,2 2-4 0,1 1 2 0,3 3-2 16,1 0 4-16,0 1 1 0,2 5 0 0,2-2 0 15,0-1-7-15,2 3 8 0,2 0-6 0,1-3 6 16,5 5-4-16,-1-3-1 0,-3-7 3 0,1 6-2 16,0-6 2-16,-1-3-1 0,1 1 3 0,-1-4-4 15,-2-3-5-15,-1 4 12 0,-1-4-9 0,0 0 9 16,0 1-10-16,-2-5 5 0,0-1 1 0,0-3 1 0,0-1-4 15,0-1 6-15,-2 1 0 0,0-2 4 0,-1 1-2 16,-10-1-5-16,-12-2-3 0,1 3 1 0,2-3 5 0,0 2 3 16,1 0-2-16,3 9 2 0,-5-2 3 0,7-6-10 15,1-1 8-15,-4 2-10 0,6-5 10 0,4 1-5 16,-2 0 3-16,3-2-5 0,3 0 1 0,1 0-1 16,2 0-3-16,-1 0 0 0,-1 0 2 0,0 0-8 15,2 0 6-15,0 2-6 0,1 0 6 0,1 0 5 16,0 0-4-16,1-1 4 0,3 1-11 0,15 2 4 15,12 2-2-15,8-3 4 0,0-1 0 0,2 0 2 16,2 0 1-16,-2-2 1 0,0 0-4 0,3 2 0 16,-7-2-1-16,-5 0 1 0,1 2-9 0,-5-2 5 0,0 0-1 15,-4 0 2-15,-4 1-8 0,-1 1-29 0,-4 0-13 16,-4 0-14-16,-4-2-134 0</inkml:trace>
  <inkml:trace contextRef="#ctx0" brushRef="#br0" timeOffset="151023.04">26442 6971 332 0,'-2'-2'266'0,"0"1"-341"0,-2-3 308 0,3 0-166 0,-11-7-54 16,1 9-2-16,0-2-6 0,6 1 2 0,-3-3-10 0,4 4 4 15,1 0-2-15,1 2 3 0,-2-1-2 0,0 1-5 16,3 0 5-16,-1 0-4 0,0 0 4 0,0 1 6 16,2 1 2-16,2 0 3 0,0 0 5 0,3 0-9 15,34 11 0-15,6-4-2 0,9-3 1 0,5-3 3 16,2-1-1-16,8-2 2 0,0-2-6 0,0-1 3 16,3-7-3-16,6 5 4 0,4-1 8 0,9-1-13 15,7 1 8-15,10-3-9 0,-1 2 12 0,-3 1-10 16,-3 0 2-16,-5 5-4 0,6-1 0 0,-3 2-6 15,1 0 4-15,-7 0-4 0,-6 0 10 0,-5 0-4 0,-8 0 0 16,-2 0-1-16,-10 0 8 0,-1 2-11 0,-5 1 5 16,-4-3-5-16,-2 0 2 0,-2 0 9 0,-7 0-6 15,-4-2 7-15,-5 1-5 0,-10-1-6 0,-2 0 4 16,-3 0-5-16,-8 0 3 0,1 2 7 0,-5 0-4 0,-1-2 6 16,0 0 3-16,-1 1-32 0,-1-1-15 0,0 0-10 15,-2 0-77-15,-4 0-79 0,-29-3-30 0</inkml:trace>
  <inkml:trace contextRef="#ctx0" brushRef="#br0" timeOffset="151745.2">26689 7409 657 0,'0'0'43'0,"-2"-1"7"0,0-1-13 16,0 0-23-16,0 0-2 0,2 0-11 0,0 0-3 15,0 0 3-15,0 1-2 0,0-1 11 0,0 0-10 16,2 0 0-16,0 2-2 0,0 0 9 0,0 0-7 0,0 2 7 16,0 0-7-16,-1 1 1 0,3 10 4 0,4 10 0 15,-3-1 0-15,1 2-3 0,-1 0 14 0,-1 2-9 16,-2 2 11-16,-2 0-12 0,0 4-1 0,-2-1 6 15,0 4-6-15,0 3 3 0,2-7 3 0,0-1-8 16,0-6 6-16,0-5-15 0,0 1 12 0,0 0-3 0,0-1 5 16,0-2-14-16,2-1 8 0,-2-6 0 0,2-1 6 15,-2-2-1-15,0-3-5 0,0 4-2 0,0-7 0 16,0 3 3-16,0-2 1 0,2 2 3 0,0-1-3 16,0 1-3-16,-2-2 1 0,0 0 0 0,0 0-1 15,0-2-6-15,0 0 7 0,-2-2-6 0,-2-7 6 16,-7-21-7-16,2 0 7 0,-1-5-1 0,1-2 3 15,2 0-8-15,-1-4 4 0,4 2 0 0,1 2 2 0,1-1 7 16,2 5-10-16,0 3 8 0,0 1-8 0,2 3 7 16,1 3 2-16,1 3-4 0,4 1 4 0,-1 4-8 0,2 2-1 15,2 0 1-15,15 2-1 0,-1 0-5 0,2 4 7 16,-1-3-1-16,0 5 5 0,2-3 1 0,0 5-1 16,4 1-8-16,-1 0 3 0,-1-16 0 0,-4 8-4 15,-2 5 9-15,-2 5-7 0,-1 2 2 0,-6 1 18 16,-2 3-9-16,-8-2 12 0,-1 1-9 0,11 15 1 15,-4 5-4-15,-6-1 3 0,-3 4-8 0,-4-1-4 16,-5 1 5-16,-6 4-5 0,-4-2 1 0,12-1 5 16,-23 1-6-16,-2-8 5 0,2-3 0 0,6-4 2 15,-2-2-3-15,2-2 2 0,-1-2-1 0,1-1-4 0,2-3 5 16,1-3-6-16,4 2 3 0,6-2-3 0,2 1 4 16,5 1-4-16,-2 2 0 0,2-1 4 0,2-3-2 15,-4 2 2-15,1 1-9 0,-1 1 6 0,0-1-8 16,2-1 7-16,1 2-4 0,1-3-2 0,0 5 7 0,1-1-3 15,1-3 4-15,6 2 2 0,18-5-2 0,5 1 4 16,1 0 1-16,3 19-7 0,2-8 5 0,2-6-5 16,-2-3 0-16,-1-1 5 0,-7 1-12 0,-5 2 7 15,1-1-17-15,-7 3-16 0,1-1-3 0,-8-1-12 16,-4-3-84-16</inkml:trace>
  <inkml:trace contextRef="#ctx0" brushRef="#br0" timeOffset="152024.26">27396 7916 755 0,'0'-1'43'0,"0"-1"-7"0,-2-2-7 15,1-5 16-15,-1-2-31 0,0-1 0 0,2 9-3 16,-2-5-9-16,0 5 4 0,2-1-8 0,0 2 3 15,0 0 2-15,0 2 0 0,0 0 0 0,2 2 11 0,0 0-1 16,0 5 3-16,9 23 1 0,-4-8 4 0,3 4-1 16,-5-2 0-16,-1-1-10 0,1 1-8 0,-1-2 3 15,0-3-4-15,-2-1 5 0,0-3-3 0,-1 0-3 16,1 0 2-16,0-2 1 0,0-2-6 0,0 0 3 0,-2-2-6 16,0-3 5-16,0-1-35 0,0 1-5 0,0-4-13 15,2 2-53-15,1-1-16 0,1 1-107 0</inkml:trace>
  <inkml:trace contextRef="#ctx0" brushRef="#br0" timeOffset="152286.7">27875 7827 1066 0,'0'-2'16'0,"0"1"-2"0,0-7-10 15,0-5 2-15,0 8-9 0,2 1 2 0,0 0-3 16,2 0 4-16,11-3-4 0,12 0 4 0,7 3-4 16,3 4 4-16,6 2-5 0,-6 0 3 0,4 1 8 15,3-1-3-15,-9-2 5 0,12 0-14 0,-8-4 8 16,-6 3 0-16,-1-1 4 0,-8 0 0 0,-2 2-6 16,-1 0-2-16,-6 0 0 0,-2 0-6 0,-4 0-8 0,-4 0-4 15,-1 0-4-15,0 0-33 0,0 0-23 0,-1 0-14 16,-1 0-5-16,0 0-89 0</inkml:trace>
  <inkml:trace contextRef="#ctx0" brushRef="#br0" timeOffset="152556.24">28052 7595 681 0,'0'-2'33'0,"0"0"51"16,0 1-41-16,0-3-20 0,-2 0 7 0,0 0-11 0,2 3-7 15,0-1-6-15,0 0-6 0,0 0 3 0,0 2-2 16,2 0-1-16,0 2 6 0,1 0-5 0,5 9 5 16,9 17 4-16,-1 7-2 0,-3 0 4 0,-2 2-4 15,-1 2 5-15,-3-1-6 0,-1-1 5 0,-4-4-16 16,-1 1 5-16,1-5-1 0,0-3 4 0,0-3-4 0,2-1 0 16,-1-6-3-16,1-1 1 0,2 0-12 0,-3-4-24 15,1-3-9-15,0-1-7 0,-1 1-36 0,-1-5-32 16,0 1-50-16</inkml:trace>
  <inkml:trace contextRef="#ctx0" brushRef="#br0" timeOffset="153168.32">28843 7441 865 0,'0'-2'15'15,"-2"0"10"-15,0-1 16 0,0-1-6 0,0 0-4 0,0 2-2 16,0 0-27-16,1 1-4 0,-1 1 1 0,0 0-1 16,0 1-2-16,0 3 6 0,0 5-2 0,-5 19 4 15,1 2-3-15,1 3 3 0,1 1-2 0,0 3 2 16,3 2-4-16,-1 0 2 0,0 4 0 0,0-6 1 16,0-2 6-16,2-1-3 0,0-1 1 0,-2-1-1 0,2-5 1 15,0-2-9-15,0-5 2 0,0-3-2 0,0-1 4 16,0-3-1-16,0-3 0 0,0-1 0 0,0-2 1 15,0-3 3-15,0-2-8 0,0 0 6 0,0 1-3 0,0 1 0 16,0 0 2-16,0-2-4 0,0 0-13 0,0-2 5 16,-2 0-2-16,1-2 4 0,-1-2-6 0,-11-18 11 15,-2-8-6-15,2-3 9 0,2-1-8 0,1-5-11 16,1-2 7-16,4-1-6 0,1-5 20 0,2 3-6 16,2 1 1-16,2 2-5 0,3 4-4 0,3 2 7 15,3-1 2-15,0 9 2 0,2-1 1 0,0 5 0 16,-11 1 2-16,20 4 2 0,-1 3 3 0,1 5-5 15,-5 3-1-15,-1 1-1 0,1 3-4 0,2 1 16 16,1-13-4-16,0 6 11 0,3 3 5 0,-1 4 5 16,-5 2-2-16,-2 2 1 0,3 2-12 0,-3 2 11 0,2 1-9 15,-2 0 8-15,-6 1-23 0,-2-1 4 0,-5 14-1 16,0-1 1-16,13 2-7 0,-8 1 7 0,-3 4-7 16,-6-1 5-16,-5 4-3 0,-6 0 1 0,-6 0 6 0,10-4-4 15,-19-2 2-15,0-2 2 0,0-3-4 0,8-5 3 16,-1-1-3-16,8-7 0 0,2 1 1 0,-4-5-2 15,8 4-10-15,1-4 7 0,5 1 1 0,-3 3 4 16,0 0-4-16,-1 3-4 0,1 0-1 0,2-5-1 16,0 1 1-16,2-3 2 0,-2 4-6 0,2 1 6 0,0-3 0 15,2 3 5-15,-2-5 0 0,2 2 2 0,22-2-9 16,0 0 5-16,-3 11 0 0,7 0 2 0,-6-8-4 16,0-1-2-16,10 0-7 0,-8-1-1 0,2-1-43 15,-8 0-32-15,-1 0-5 0,-4 0-7 0,0 0-10 16</inkml:trace>
  <inkml:trace contextRef="#ctx0" brushRef="#br0" timeOffset="153524.97">29229 7911 798 0,'0'-2'25'0,"0"-7"32"0,0-10-25 0,2 1-4 0,1 6-10 15,3-1 2-15,3-3-22 0,-1 3 4 0,-5-2 3 16,16 4 1-16,1 3 4 0,-1 1-3 0,1-1 4 16,3 7-4-16,-3-1 6 0,2-13-12 0,-3 7 8 0,-1 5-7 15,3 3 19-15,-4 3 14 0,-8 1-7 0,4 5 10 16,-4 3 2-16,-7 14-35 0,2 5 13 0,12-1-19 16,-10 1 7-16,-6 1-1 0,-7 0-5 0,-3-8 4 15,-1-4 7-15,7-3-6 0,-18-4 5 0,0-4-6 16,5 2 0-16,2-5 6 0,4-1-6 0,4-3 4 15,1 2-11-15,3-2 6 0,1 1-3 0,2-1 2 16,0 0-11-16,0 0-2 0,-2 2-2 0,2-2 0 16,-2 1 2-16,0 1 8 0,2 0 3 0,2-1 1 0,0 1 3 15,2-2 2-15,23 9-6 0,3-5 3 0,3-4-13 16,6-2 8-16,2 0 4 0,-5-2 1 0,-5 0-2 0,-1-2-1 16,-2 0-4-16,1 1 4 0,-1-1 0 0,2 0-55 15,-2 1-4-15,-4 1-23 0,-2 2-69 0</inkml:trace>
  <inkml:trace contextRef="#ctx0" brushRef="#br0" timeOffset="156149.1">18599 10911 256 0,'0'0'-15'0,"0"0"14"15,0 0 14-15,0 0 6 0,0 0 16 0,0-2-2 0,-2 1-13 16,0-1-1-16,1 0 2 0,-1 0 6 0,0 2 2 16,0 0 4-16,0 0 0 0,0 0 16 0,0 0-10 15,1 0 1-15,-1 0-3 0,0 0 8 0,0 0-7 16,0 0 2-16,0 0-6 0,0 0-8 0,2 0 0 16,0 0-6-16,0 0 4 0,0 0-4 0,0 0 4 15,2 0 4-15,0 0-3 0,2-2 3 0,3 0-13 16,16-3 4-16,1-1-7 0,3 1-4 0,3 1 4 15,0 0-9-15,3 0 7 0,4-1-11 0,-1 1 0 0,3 0 6 16,-2 1-3-16,-7-1 1 0,5 0-2 0,-4 1 0 16,-5-1 1-16,0 2-2 0,-7 0 5 0,-6 2-5 15,0 0 4-15,-4 0-5 0,1 0-8 0,-5 0 0 16,-1 0-2-16,0 0-2 0,-1 0-20 0,1 0-10 16,-2 0-9-16,0 0-83 0,0 0-111 0</inkml:trace>
  <inkml:trace contextRef="#ctx0" brushRef="#br0" timeOffset="156369.89">18434 11309 935 0,'-2'0'25'0,"0"-2"47"0,0 0-61 0,0 0-13 16,2 0-2-16,0 0-3 0,0 0 7 0,2 2-2 15,0 0 6-15,2 0-4 0,24-5 2 0,3 1 13 16,1 0-7-16,5 1 8 0,0-3-10 0,6 1-2 16,5-1-2-16,10-1 0 0,1-1-6 0,0 3-101 15,1-1-58-15</inkml:trace>
  <inkml:trace contextRef="#ctx0" brushRef="#br0" timeOffset="161759.95">20862 9927 57 0,'0'0'9'0,"0"0"-1"0,0 0-2 0,0-2 3 16,0 0-6-16,0 1-2 0,0-1 7 0,0 0 2 15,0 0 4-15,0 0 22 0,0 0 0 0,0-1-1 0,0-1 2 16,0 0 5-16,0 1-9 0,0-1 4 0,0-4-7 15,0 1-1-15,0 1-15 0,0 1 2 0,0 1-6 16,0 0 7-16,0 1-6 0,0 1-2 0,0-2 0 16,0 0 0-16,0 1-1 0,0-1 3 0,0 0-3 15,0 1 3-15,0-1 4 0,0 0 1 0,0 0 0 16,0 1-2-16,0 1 5 0,0 0-1 0,0 0 3 16,0 0-6-16,0-1 0 0,0 1 0 0,0 0 0 0,0 0-2 15,0 0-7-15,0 0 1 0,2 0-1 0,0 1 8 16,0-1-7-16,0 0 3 0,0 0-3 0,0 0 10 15,-2 2-7-15,1 0 0 0,1 0-1 0,0 0 8 0,0 0-7 16,-2 0 3-16,0 0-5 0,0 2-1 0,0 0 0 16,0 0 6-16,0 0-3 0,0 1 10 0,0-1-12 15,0 15-4-15,0 1 0 0,-2 5 5 0,0 3-5 16,-1 0 1-16,-1 1-4 0,0 5-4 0,0-4 7 16,-1 7-4-16,1-1 4 0,2-5-11 0,0 5 5 15,1-6 3-15,-1-2 0 0,2 0 5 0,-2 0-6 16,2-2 0-16,-2-2 0 0,2-2 9 0,0-3-8 15,0 2 4-15,0-3-5 0,0 3-3 0,0-8 8 16,0-2-9-16,0 1 9 0,0-3-3 0,0 2-5 16,0-1 6-16,0-1-6 0,-2 1 7 0,0-3 0 0,0 5-2 15,2-7 1-15,-1 3 2 0,-1-2 2 0,0-1-6 16,0 1 4-16,0 0-5 0,2-2 2 0,-2 1 7 16,0-3-5-16,-5 2-8 0,1 2 9 0,-1 1-7 0,5-5 7 15,-3 4-10-15,-1 0 6 0,0-2 4 0,-3 1 1 16,7-3 2-16,-3 2-8 0,1-2-2 0,-3 2-1 15,-1-2 0-15,3 0 3 0,-3 0 2 0,3 0 1 16,-5 0 1-16,1 0-4 0,-2 0 0 0,2 0 0 16,-3 0-1-16,-2 0 1 0,2 0-1 0,3 0 1 15,-2 0 1-15,7 0 1 0,1 0-1 0,-3 0 1 16,2 0 2-16,1 0-1 0,-1 0-1 0,0 0 0 0,2 0-1 16,0 0-7-16,1 0 4 0,-1 0-6 0,0 0 6 0,2 0-5 15,0 0 7-15,2 0-4 0,0 0 10 0,1 0-5 16,10 0 2-16,8-2-2 0,-1 2-4 0,-3 0 1 15,3 0 1-15,-1 0 1 0,-4 0 0 0,0-2 1 16,1 2-1-16,-1-1 1 0,-2 1 0 0,0 0 0 16,-2 0-1-16,2 0 1 0,-2 0 5 0,1 0-5 15,-1 0-3-15,-2 0 0 0,0 0-2 0,-1 0 3 16,1 0 1-16,-2 0 0 0,3 0 4 0,-1 0-3 16,0 0 5-16,-1 0-4 0,-1 0-1 0,-1 0 1 15,-1 0-6-15,3 0 4 0,-3 0-5 0,1 0 5 16,-2 0 4-16,1 0-1 0,-3 0 6 0,2 0-9 0,-1 0 5 15,1 0-6-15,0 0 10 0,0 0-4 0,-3 0-4 16,1 0 0-16,0 0-8 0,0-2 4 0,0 0 0 16,0 0 1-16,0 0 0 0,-1 0 1 0,1 0-3 0,0 1 2 15,0-1-7-15,-2 0-27 0,0 0-5 0,0 0-15 16,0 0-86-16</inkml:trace>
  <inkml:trace contextRef="#ctx0" brushRef="#br0" timeOffset="162787.46">20625 9853 92 0,'0'0'16'0,"-2"0"19"16,0 0 13-16,0 0-14 0,0 0 7 0,0-2-10 16,1 0 4-16,-1 0-12 0,0 1-5 0,-2-1-1 15,0 0 1-15,1 0 3 0,-1 0 5 0,0 0-4 0,1 0 2 16,1 2-2-16,-2-1 1 0,0-1 0 0,1 0 6 15,1 2-10-15,-2-2 4 0,2 2-6 0,-3-4 3 0,1 2-9 16,2 2 0-16,-4-1-2 0,5 1-4 0,-3-2 1 16,0 0 1-16,2 0 0 0,1 0-4 0,-1 0 0 15,0 0-8-15,0 1 4 0,0-1-9 0,0 0 10 16,2 0 0-16,0 0 4 0,0 0-4 0,0 0 0 16,0 2 1-16,0 0-1 0,0 0 0 0,0 0 2 15,0-1-2-15,2 1 0 0,0 0-4 0,0-2 4 16,0 2 0-16,0 0 1 0,-1 0 3 0,1 0-4 15,0 0 0-15,0 0-1 0,0 0 6 0,0 0-7 16,-1 0 2-16,1 0-5 0,0 0 6 0,0 0 6 16,0 0-5-16,0 0 2 0,0 0-10 0,-1 0 8 0,1 0-2 15,0 0 2-15,0 0-9 0,0 0 4 0,0 0 2 16,0 0 1-16,-1 0 3 0,1 0-2 0,0 0-3 16,0 0 1-16,0 0 0 0,0 0 2 0,0 0 1 0,-1 0 1 15,1 0-3-15,0 0-2 0,0 0 0 0,0 0-1 16,0 0 4-16,0 0-1 0,-1 0 2 15,1 0-2-15,0 0 8 0,0 0-9 0,0 0 1 0,0 0-3 16,0 0 0-16,-1 0 4 0,1 0-3 0,0 0 4 16,0 0 1-16,0 0-6 0,0 0 8 0,-2 0-6 15,0 0 7-15,0 0-2 0,0 0-7 0,0 0 3 16,2 0-1-16,-2 0 1 0,0 0 4 0,0 0-2 0,0 0-6 16,0 0 4-16,0 0-1 0,0 0 2 0,0 0 1 15,0-2 0-15,0 0-2 0,0 2 0 0,0 0-8 0,0 0 10 16,0 0-2-16,0 0 3 0,0 0-5 0,0 0 4 15,0 0 6-15,0 0-1 0,0 0 5 0,0 0-4 16,0 0-6-16,0 0 3 0,0 0 1 0,0 0 2 16,0 0 5-16,0 0-3 0,0 0-3 0,0 0-2 15,0 0-1-15,-2 0 2 0,0 0 3 0,0 0-3 16,0 0 1-16,0 0-2 0,0 0 5 0,1 0 2 16,-1 0-6-16,0 0 3 0,0 0-10 0,0 0 9 15,0-2-2-15,0 2 4 0,1 0-9 0,-1 0 1 16,2 0 5-16,0 0-4 0,0 0 2 0,0 0 6 0,0 0-8 15,2 0 7-15,-1 0-2 0,1 0-5 0,17 0 4 16,5 0-5-16,-4 0 7 0,5 0-8 0,4 0 6 16,3 0-7-16,1-2-2 0,1 2 9 0,-3-2-7 15,3 2 9-15,-1 0-8 0,-1 0-2 0,1 0 4 16,1 0-3-16,-7 0 5 0,3 0-2 0,-2 0-4 16,-2 0 1-16,0 0 1 0,-2-1-1 0,-4 1 3 0,-3 0-3 15,0 0-4-15,-10 0 0 0,4 0-6 0,-3 0 2 16,-4 0-16-16,3 0-114 0,-3 0-7 0</inkml:trace>
  <inkml:trace contextRef="#ctx0" brushRef="#br0" timeOffset="163459.32">21267 10408 185 0,'0'0'27'0,"0"0"33"16,0 0-24-16,0-2-11 0,0 2-1 0,0-2-3 15,0 1-1-15,0-1-12 0,0 0 6 0,0 0-8 0,0 0 2 16,0 2 37-16,0 0-12 0,0 0 21 0,0 0-13 15,0 2-7-15,0 0 2 0,0 0-3 0,0 0 4 16,0 1-12-16,0 1 0 0,-2 11-5 0,0-2-6 0,1-4-4 16,-1 0 1-16,0 1-1 0,0-3 6 0,0 2-12 15,0 1 9-15,2-3-9 0,0 4 17 0,0-3 3 16,0 1-6-16,0 2 3 0,2-2-18 0,2 2 7 16,0-1-2-16,1 1 3 0,1 0-12 0,-3-4 5 15,1 5-4-15,15-5 5 0,3 0-12 0,-3 1 13 16,-1-3-2-16,-3-1 7 0,4 0-2 0,-3-2 2 15,3 11 2-15,1-2 1 0,-3-6 11 0,-4-1 5 16,0-2 2-16,-2-2 0 0,0 0-2 0,2-2-8 0,0 0-3 16,-2-1 0-16,-1-1-5 0,-3 0 8 0,-1 0 0 15,-1 3 2-15,-1-14-8 0,-2 2 4 0,9-2-3 16,-2 0 4-16,-5 4-7 0,0-4 6 0,-2 2-5 16,-2 2 5-16,0-4-7 0,-2 4-3 0,-2 0 3 15,0 3-2-15,-1-1 3 0,3 5-5 0,-9-1-6 0,-6 1 1 16,2-7-5-16,-3 0-28 0,-5 3 1 0,3 5-14 15,-8 1-39-15,-4 2-64 0,1 5-12 0,-6 8-31 16,-2 2-173-16</inkml:trace>
  <inkml:trace contextRef="#ctx0" brushRef="#br0" timeOffset="164708.32">20144 11186 39 0,'0'0'7'0,"0"0"15"0,0 0-2 0,0 0 10 15,0 0-3-15,0 0-6 0,0 0 7 0,0 0-9 16,0 0-4-16,0 0 5 0,-2 0-6 0,0 0 4 16,0 0-3-16,0 0-4 0,2 0 3 0,-1 0-4 15,-1 0-4-15,0 0 3 0,0 0 5 0,2 0-1 16,-2 0 9-16,0 0-10 0,0 0-1 0,2 0 0 0,-1 0 0 15,-1 0 8-15,0 0-1 0,0 0 1 0,0 0-12 0,0 0 4 16,0 0-3-16,1 0 6 0,-1 0 10 16,0 0-12-16,0 0 6 0,0 0-8 0,0 0 14 0,0 0-10 15,2 0 4-15,-1 0-6 0,1 0 4 0,-2 0-3 16,2 0-3-16,-2 0 0 0,0 0-12 0,2 0 13 16,-2 0-9-16,0 0 11 0,0 0-6 0,1 0 3 15,-1 0 3-15,0 0-3 0,0 0 0 0,0 0-2 16,0 0 4-16,0 0-5 0,1 0 0 0,-1 0 6 15,0 0 3-15,0 0 2 0,0 0 9 0,0 0-1 16,0 0-2-16,1 0 2 0,-1 0-7 0,0 0-1 0,0-2-5 16,0 0 3-16,0 0-7 0,0 2 0 0,1 0 2 15,-1 0-2-15,0 0 2 0,0 0-3 0,0 0 0 16,0 0 0-16,0 0-2 0,1 0-3 0,-1 0 1 16,0 0-2-16,0 0 5 0,0 0 1 0,0 0 0 15,0 0 0-15,1 0-3 0,-1 0-2 0,0 0 4 0,0 0-3 16,0 0-6-16,0 0 2 0,2 0-2 0,0 0 4 15,0 0 6-15,0 0-6 0,2 0-2 0,0 0 0 16,2 0-4-16,3 0 5 0,14 0-1 0,1 0 3 16,6 0 8-16,3-1-9 0,3-1 4 0,8-2-6 15,7 2 1-15,6 0 0 0,1 1-2 0,4-1 1 16,-5-2 0-16,1 2-2 0,0 0 6 0,-8 2-7 16,-2 0 3-16,-1 0 2 0,-2 0-5 0,-1 0 4 0,-1 0 0 15,0 0-6-15,0 2 6 0,0 0-5 0,-2 0 15 16,5 0-11-16,-3 0 2 0,0-1-4 0,3 3 2 15,-5 0-3-15,2-1 3 0,-5-1-2 0,-5-2 8 0,3 0-3 16,-10 0-3-16,5-2 0 0,-4 2-4 0,-5 0 4 16,-1-1 5-16,-3-1-1 0,3 0 2 0,-2 2-11 15,-3 0 5-15,1 0-6 0,-4 0 5 0,-1 0 4 16,-3 0-4-16,-1 0 6 0,-1 0-1 0,-3 0-2 16,2 0 4-16,-2 0-3 0,1 0 3 0,1 0-3 15,0 0-2-15,0 0 0 0,-1 0 1 0,-1 0-2 16,0 0 1-16,0 0-2 0,0 0-3 0,0 0 9 0,-1 0-5 15,1 0 5-15,0 0-7 0,0 0-10 0,0 0 1 16,0 0-15-16,0 0-108 0</inkml:trace>
  <inkml:trace contextRef="#ctx0" brushRef="#br0" timeOffset="166725.93">20727 9630 317 0,'-2'-2'22'0,"0"0"-8"0,2 1 34 15,-7-22 2-15,-1 3-1 0,1-1-9 0,3 10-16 16,-1-2 4-16,-1 2-10 0,2 4-3 0,2 1-5 16,1 1 5-16,1 3-4 0,-2-4 7 0,0 2-8 15,0-1 3-15,0 1-4 0,0 0 5 0,0 1 12 16,1-1-1-16,-1 0 6 0,0 2 4 0,0 1-26 0,0-1 6 15,0 0-11-15,0 2 17 0,2 0-11 0,0 2 4 16,0 0-7-16,-1 1-1 0,-3 18 2 0,0 5 0 16,0 2 2-16,1 3 1 0,1-5-8 0,-2-4 1 15,0 3-2-15,3-5 1 0,-1 4 1 0,0 0-2 16,0 0 2-16,0 1 2 0,0 1-1 0,0 1 3 0,2 3-4 16,0 4 2-16,2-1-7 0,2 6 1 0,0 2-1 15,-1 1 12-15,-1 3-10 0,2 1 6 0,0 3-8 16,-1-3 1-16,1-1 8 0,0-4-6 0,-2-6 7 15,0 2-9-15,-1-7 11 0,-1-2-7 0,0-4 7 16,2-2-12-16,-2-5 9 0,2 3-8 0,-2-3 9 16,0-1-8-16,2 3-1 0,0-4 4 0,0-2-4 15,0 0 4-15,-1 0-1 0,1-2 3 0,0 2-2 16,0-4 8-16,0 1 3 0,-2-3 7 0,0-3-2 0,0-1 23 16,0-1-15-16,2 2 1 0,0 0-7 0,-2-1-8 0,1 1 6 15,1-2-7-15,0 0 6 0,0 0-5 0,0 0-6 16,0-1 4-16,0-1-6 0,-1 0 6 0,1 0-10 15,2-1 4-15,0-1-6 0,-1 0 6 0,1-2-3 16,0 0-2-16,0-1 1 0,3-8 4 0,-1 0-3 16,3-2 0-16,-4 0-2 0,3 0-5 0,-3-3 5 15,-1-1 0-15,2-3 4 0,-1-2-5 0,-1 0 3 16,2-6 3-16,1-2-2 0,-1-1-2 0,-1-4 5 16,3-4-9-16,-3-7 6 0,4-2 1 0,-1-4-2 0,1 0 2 15,2 2-3-15,0 0-2 0,1 5 0 0,-1 5 7 16,0 1-5-16,0 8 5 0,-2 3 1 0,1 2-7 15,-1 4 5-15,0 2 0 0,-1 3-8 0,-1 0 4 16,2 5-6-16,1-5 1 0,-3 8 3 0,0-2-3 0,1 0 2 16,-1 7-23-16,1-7-34 0,-1 2-3 0,1 4-11 15,-3-1-27-15,1 6-124 0,1-3-43 0</inkml:trace>
  <inkml:trace contextRef="#ctx0" brushRef="#br0" timeOffset="169906.59">21460 10287 37 0,'0'-1'27'0,"0"-1"19"0,0 0 22 15,0-4 8-15,4-14-6 0,-2 7-12 0,2-8 0 16,-3 5-7-16,1 1-18 0,2-4 2 0,-2 6-3 0,0 2 3 16,0-2 4-16,-1 4-12 0,-1 0 3 0,0-1-6 15,0 5 7-15,0-1 17 0,0 2-4 0,0 3 6 16,0-1-12-16,0-2-8 0,0 0-1 0,0 1-2 15,0 1-6-15,-1 0-13 0,-1 0 3 0,0 0-6 16,0 2 4-16,0 0-8 0,-2 0 2 0,1 2-3 16,-1 2 6-16,-2 11-6 0,5 9 3 0,-16 2-3 0,4-2 0 15,4 2 5-15,1 4-5 0,4-4 4 0,3 1-4 16,1 1-3-16,0 0 5 0,1 6-4 0,3-3 2 0,2 1 5 16,1-1-4-16,1-3 4 0,-3-2-9 15,3 0 4-15,-1 4 0 0,-1-4 2 0,-1 2 6 0,1 1-11 16,-3-3 3-16,-1-3-4 0,-2 1 12 0,0-6 1 15,0 1-1-15,0-2 1 0,0-1 4 0,-2-5-5 16,-1 2 8-16,-1-3-6 0,-2 1 13 0,1 0-9 16,1-4-3-16,0-1-1 0,-1 1-10 0,-3-1 6 15,1 1-2-15,-6-1 1 0,0 0-9 0,0-5 4 16,-2 3 0-16,8 2 1 0,-1-1-9 0,5-3 1 16,-3 2-10-16,-1 0 1 0,-3-1-72 0,-1 1-158 0,0 0-29 15</inkml:trace>
  <inkml:trace contextRef="#ctx0" brushRef="#br0" timeOffset="170154.64">21182 10594 1090 0,'-2'-2'19'0,"0"0"33"15,0 0-44-15,0 0-9 0,1 0-7 0,-1 1 0 0,2 1-6 16,0 0-1-16,2 0 2 0,5 0-2 0,26 5 2 16,3 1 15-16,-1-1 1 0,9 1 5 0,-1-4-5 0,-2-2 13 15,0 0-9-15,-2-4 10 0,0 0-8 0,-4-1-12 16,2 1 7-16,-3 0-9 0,-5 2 8 0,-3 2-17 16,-3 0 3-16,-7 0-12 0,1 0-22 0,-4 0-53 15,0 0-19-15</inkml:trace>
  <inkml:trace contextRef="#ctx0" brushRef="#br0" timeOffset="171013.95">20732 11474 84 0,'0'0'37'16,"0"0"-6"-16,0-2 48 0,0 0 8 0,0 0-2 15,0 0 4-15,0-1-25 0,0-1-7 0,0 0-4 16,0-3-18-16,0 3-10 0,0-1 5 0,0-1-7 0,0 2 4 16,0 1-12-16,0 1 1 0,2-2-5 0,0 0 3 15,0 1 9-15,0 1 6 0,0 0 0 0,0 0 11 16,-1 2-20-16,1 0 2 0,0 2-9 0,2 0 1 16,0 1-2-16,7 16 3 0,0 7-2 0,-2 4 5 15,-1 1-3-15,-3 3-2 0,1-1-1 0,-3 2-11 0,1 1 4 16,0 1-2-16,0 4 2 0,-3-4-6 0,1 0 2 15,0-2-1-15,2-1 3 0,0-1 3 0,-1 0 0 16,1-1-2-16,0-2-1 0,1-2-2 0,-1-2 0 16,0-4 4-16,1 0-3 0,-1-1-2 0,0-5-1 15,-1-1 0-15,1-2 1 0,0 0 9 0,-2-4-2 16,0-1-4-16,-1-4 2 0,1 1-3 0,-2-3-4 16,0 0 5-16,4 2-3 0,0-1 33 0,-1-1 4 0,1 0 2 15,4-2-5-15,6 0-12 0,3-4-10 0,2-5 3 16,5 0-6-16,0-28-7 0,4-4 4 0,3-9-5 15,1-2 6-15,0-8-5 0,1-1 2 0,-2 0-1 16,-3 3 0-16,2 6-1 0,0 8-2 0,-8 1 3 16,-2 9-3-16,-3 5 4 0,-8 5 0 0,1 3-4 0,-3 6 3 15,-1 0-3-15,-1 8-4 0,-3-2 2 0,2 5-4 16,-2 0-9-16,1 1-26 0,1-1-23 0,0 0-8 16,0 2-130-16</inkml:trace>
  <inkml:trace contextRef="#ctx0" brushRef="#br0" timeOffset="171338.05">21579 12101 988 0,'-2'0'10'0,"0"0"-2"0,1 0-5 15,-1 0 6-15,-2 2-9 0,0 0 4 0,-1 2-2 16,-3 9-1-16,3 4 1 0,-1-1-2 0,4 3 3 16,-9-2-3-16,2-1 3 0,1 1-3 0,5-4 14 15,1-2 0-15,2 0 4 0,0-3-1 0,2 1 7 0,-2-5 2 16,2-1 4-16,-1 1 17 0,3 0 11 0,7 1 1 16,12 3 4-16,-1-6-3 0,0-2-18 0,6-6-1 15,-4-1-7-15,2-4-16 0,-4-1-4 0,1-1-5 0,-7 2 3 16,-3 6-6-16,-1-14-3 0,-7-3 0 0,-3 0-2 15,15-4-3-15,-6 0 0 0,-6-4-4 0,-5-2 1 16,-3 1-26-16,-8-8-67 0,-4 7-22 0,13-1-23 16,-28 5-139-16</inkml:trace>
  <inkml:trace contextRef="#ctx0" brushRef="#br0" timeOffset="171867.09">21683 9990 57 0,'0'-2'22'0,"0"1"-20"0,0-1 33 16,0-2-12-16,0-11 37 0,0 0 19 0,0 2 4 16,-2 0 4-16,0 0 3 0,1 0-10 0,-1 0-4 15,2 4 0-15,-2-2 3 0,2 5 0 0,0 1-3 16,0 1-1-16,0 0-20 0,0 1-19 0,0 1 0 0,-2-2-10 16,0 0-24-16,0 3 0 0,0-1-8 0,-1 2 5 15,-3 0 0-15,-9 5 5 0,0 6-1 0,-3 10 1 16,5 14-6-16,0 2 3 0,-2 6 5 0,2 5-1 15,0-1 2-15,2 3 0 0,2 0-5 0,-1-6 3 16,1 1-5-16,2 0 5 0,-1-6 1 0,6 1 0 16,0-1-2-16,-18-5 1 0,7-3-2 0,6-1 1 0,5-2-7 15,2 2 6-15,3 1-4 0,1 1 5 0,2-1-1 16,-1 1-3-16,3 3 3 0,-1-3-3 0,1 1 4 16,-1 1-5-16,-1-1 5 0,-1-1-4 0,1-1 5 0,-1 1 1 15,-1-8-5-15,-2-2 3 0,0 0-5 0,0-5 6 16,-2 0 2-16,0-2 3 0,0-4 5 0,0-2 6 15,0-1-1-15,0-1 3 0,-2-1 9 0,0-3-19 16,0 1 3-16,-4 0-9 0,-8 5 4 0,-7 0-11 16,-1-5 6-16,1-4-9 0,1-2 0 0,1-3-3 15,8 1-12-15,-2-4 4 0,-2 1-31 0,4-17-62 16,2-4 3-16,5 4-25 0,2 0-2 0,1 0-130 16</inkml:trace>
  <inkml:trace contextRef="#ctx0" brushRef="#br0" timeOffset="172134.37">21252 10690 1114 0,'0'-2'20'0,"-2"1"35"15,1-1-34-15,-1 0-21 0,0-2 0 0,2 0-8 16,0 1 1-16,2-1 6 0,1 0 5 0,12-5-1 15,21-10 9-15,-1 5 1 0,4 1 0 0,2 1 1 0,0 1 2 16,3-2 4-16,3 2-4 0,3 0 3 0,2 2-18 16,-6 1 2-16,-1 3-5 0,-4 1 2 0,-6 2-6 15,-2 0-10-15,-5 2-7 0,-8 0-5 0,3 0-53 0,-12 0-85 16,-2 0-77-16</inkml:trace>
  <inkml:trace contextRef="#ctx0" brushRef="#br0" timeOffset="172957.11">20734 9706 418 0,'-2'-2'38'0,"1"-1"42"0,-1-3-10 0,-8-9-30 16,-1-1 2-16,4 3-11 0,-2-2-3 0,1 2-7 0,4 3 7 15,-1-1-7-15,1 2 11 0,2 2 13 0,2 3-11 16,-2-4 11-16,2 5-28 0,0-1-5 0,0-3-4 16,0 3 0-16,0 0-5 0,0 0-3 0,0 3 0 15,0-1 0-15,2 2 9 0,0 0 2 0,0 2 4 16,0-1-3-16,0 3-4 0,3 11 4 0,1 5-5 0,-1 3 5 16,1 1-12-16,-2-2 4 0,-2 0 3 0,-1-1 0 15,1 1 2-15,0 0-1 0,0 6-4 0,0 0 2 16,0 4-9-16,1 1 0 0,-1 1 2 0,2 4 1 15,0 1 9-15,1 6-8 0,3 5 2 0,-3 2-3 16,1 4 0-16,-1-2-2 0,-1-4 2 0,0-2-2 16,0 0 1-16,-3-5 1 0,1-4 0 0,0-2 2 15,0-9 2-15,0 2 2 0,-2-6-1 0,2-2 2 0,0 0 2 16,-2-1-8-16,1 1 1 0,1-3-3 0,0-1-1 16,0-1 13-16,0-4-9 0,0 0 11 0,0 0-4 0,-1-4 14 15,1-1 3-15,0-3 1 0,-2-1-11 0,2 0 7 16,0-1-5-16,0 1 7 0,0 0-6 0,-1-2 7 15,1 0-5-15,0-2 5 0,0 0-16 0,0-2-3 16,0 0 3-16,5-9-4 0,8-19 5 0,0-3-1 16,-2-1 0-16,2-3-1 0,-2-2-8 0,2-6 7 15,1-5-4-15,3-9 4 0,-1-6-6 0,3-7 5 16,-1-1-5-16,4 3 3 0,6 1-10 0,-4 9 3 16,-22 5 3-16,27 6 0 0,-1 5 1 0,0 7 0 15,-8 3-2-15,-2 7 1 0,1 2-1 0,-3 1-1 0,1 0-3 16,-4 2 2-16,-4 1 1 0,2 7-12 0,0 2 6 15,-4 1-9-15,-1 2-3 0,-5 2-66 0,-1-1-31 16,0 6-24-16,2 0-218 0</inkml:trace>
  <inkml:trace contextRef="#ctx0" brushRef="#br0" timeOffset="173760.95">23139 9782 346 0,'0'-1'9'0,"0"-1"49"16,0 0-3-16,-2 0 22 0,0 0-22 0,0-2-14 15,0 1 4-15,0-1-10 0,1 0-11 0,-1 2 1 16,0 1-9-16,0-1 5 0,0 0-20 0,0 0 10 16,0 0-7-16,1 0 7 0,-1 0-8 0,2 2 0 15,0 0 3-15,0 0-3 0,0 2-1 0,0 0-1 16,0 0 0-16,0 0-1 0,0 2 11 0,0 1-7 15,-2 14 3-15,0 1-5 0,0 4 4 0,0 6-7 16,0 2 2-16,2 6-3 0,-1 5 5 0,-1 5 1 16,-2 8 1-16,-2 7 0 0,1 6 6 0,1 0-7 0,-1-1 0 15,-1-4-3-15,1-5-8 0,-1-5 7 0,0-2-3 16,1 2 5-16,-3 1-2 0,3 5 2 0,-1 3 0 16,1 4 1-16,1 5 4 0,0 1-6 0,1 1 2 0,1-5-3 15,0-10 2-15,2-2 1 0,0-6 5 0,0-3-4 16,0 2 3-16,0-4-5 0,0 5-3 0,0-1 0 15,4 2 1-15,1 2 4 0,1-4 3 0,1-2 0 16,1-2 7-16,-3-5-1 0,1-2-1 0,-1-5-1 16,-1-3 2-16,0-5-6 0,1-2 3 0,-3-7-3 15,0-2 6-15,0 0-10 0,0-4 4 0,0-4-6 0,-2-1 7 16,1-2-9-16,1-1-3 0,0 1-4 0,-2 0-6 16,0-1-44-16,0-1-7 0,0 0-25 0,0 0-133 15</inkml:trace>
  <inkml:trace contextRef="#ctx0" brushRef="#br0" timeOffset="174208.98">23835 11349 949 0,'0'-1'25'0,"0"-1"-5"0,-2 0-1 0,0 0 9 15,0-2-16-15,1 1-8 0,-1-1-2 0,0 2 1 16,0 0-1-16,0 0 3 0,0 0-8 0,0 2-1 16,2 0-2-16,0 2-1 0,0 0 6 0,0 2 1 0,-1 9 2 15,-3 9 11-15,0 4 1 0,0 0-2 0,1 0 0 16,-3 2-6-16,1-2-5 0,-1 0 4 0,-1-2-3 16,-1 0 3-16,1-1-1 0,-1-1 0 0,1 0 1 15,-1-1 6-15,-1-1-10 0,2-1 6 0,-1-5-6 16,1 1 8-16,1-4 1 0,-1 2-3 0,1-3 2 15,1-3-5-15,-3 4 3 0,5-3-4 0,-3 1 3 16,4-4 0-16,0 1 0 0,1 0 3 0,-1-1-3 16,0 3-4-16,2-3 3 0,0-1-4 0,0 0 3 0,0-1-4 15,0-1 8-15,0 0-5 0,0 0 5 0,2 2-8 0,1-1 12 16,9 5 0-16,6 1 4 0,1-3 4 0,-1-6-1 16,1 0-5-16,1 0 3 0,1-2-11 0,-3-2 0 15,1 0-1-15,-4 1-1 0,-4-1-9 0,-2 0 2 16,-2 0-3-16,1 1 1 0,-3-1-20 0,-1 2-8 15,-2-3-5-15,7-8-1 0,-3 3-16 0,1-6-38 16,-3 1-11-16,-2-4-10 0,-2-3-49 0,-4 3 13 16,-3-3 8-16,-4 0 2 0,-2 0 34 0</inkml:trace>
  <inkml:trace contextRef="#ctx0" brushRef="#br0" timeOffset="174369.79">23525 11349 189 0,'-2'-1'95'0,"0"-1"-28"0,-3-6 95 15,-10-18-19-15,-2 0-37 0,6 6-43 0,4-1 3 16,3 5-18-16,2 5-11 0,2 3-18 0,0 1-2 0,0 5-3 15,2-2-2-15,0 0 0 0,26 3 4 0,7-5-3 16,6 2 3-16,5-1-14 0,-1-19-4 0,-4 11-7 16,-4 5-46-16,-6 6-34 0,1 2-4 0,-3 4-11 15,-1 2-25-15</inkml:trace>
  <inkml:trace contextRef="#ctx0" brushRef="#br0" timeOffset="174682.87">24273 11470 460 0,'-2'0'77'0,"1"0"0"0,-5 0 16 15,-22 0-16-15,6 0-12 0,3 2-33 0,-1 2-1 16,7-1-9-16,2 1 3 0,1 2-19 0,5-3-2 16,-1 10 7-16,3 8-5 0,-14 3 5 0,6 2 7 15,3 4-7-15,5 1 10 0,1 8 8 0,2 2 3 16,0 4-3-16,3 5 1 0,3 0-15 0,1-2 3 15,5 2-2-15,-1-5 2 0,2-6-7 0,2 2 2 0,-2-8 2 16,1-3-1-16,1-2 0 0,-2-2-8 0,2-2-1 16,-4-2 0-16,-1-1 6 0,-3-3-9 0,0 1 11 15,-1-4-10-15,0-1 12 0,-3-2-5 0,-1-3 0 16,0-2 1-16,-2-1 8 0,0-2-12 0,0 1-3 16,0-1-3-16,-2 0-8 0,-2-3-3 0,-18 3 1 0,-6 15-6 15,8-10-32-15,-2-3-121 0,-4-3-5 0,5-3-42 16,1-2-73-16</inkml:trace>
  <inkml:trace contextRef="#ctx0" brushRef="#br0" timeOffset="174838.03">23984 12025 917 0,'0'-2'51'0,"0"1"-1"15,0-1 16-15,0 0-8 0,1-2-7 0,-1 2-12 16,2-9-9-16,24 0-5 0,4 2-1 0,3-2-13 0,5 3-7 15,-3-3 2-15,-2 5-6 0,-1 1-3 0,-10 1-5 16,2-11 2-16,-9 8-6 0,-2 1-26 0,0 3-29 16,-7 1-6-16,5-2-12 0,2 2-82 0</inkml:trace>
  <inkml:trace contextRef="#ctx0" brushRef="#br0" timeOffset="175135.18">24533 11650 1159 0,'-2'0'10'15,"0"-2"2"-15,1 1 14 0,-1-1-13 0,0 0 8 16,0 0-15-16,0 0-4 0,0 0 1 0,2 0-2 15,0 1 3-15,2-1-1 0,0 0 3 0,2 0-2 16,-1 2 8-16,16-6-4 0,1 1-2 0,-3 1-1 16,2 0-7-16,-3 3 0 0,-3-1 1 0,-1 0-1 0,-3 0 2 15,-4 2-6-15,-1 0-5 0,0 0 0 0,-2 0-13 16,1 0-55-16,1 0-15 0,0 0-17 0,-2 0-82 16</inkml:trace>
  <inkml:trace contextRef="#ctx0" brushRef="#br0" timeOffset="175274.94">24477 11843 150 0,'0'0'66'0,"0"2"-5"0,-1 0 36 16,-1 0-1-16,0 2-12 0,0-1-12 0,2-1-3 15,0 4-6-15,0-1 0 0,0-3-26 0,0 2-5 0,2 0 5 16,0-1-3-16,1-1 15 0,9 2-25 0,15 0 2 16,1-6-12-16,-2-6-12 0,-2-1-148 0,2-2-10 15</inkml:trace>
  <inkml:trace contextRef="#ctx0" brushRef="#br0" timeOffset="175725.02">25348 11513 710 0,'-2'0'85'15,"1"-2"2"-15,-1 0 13 0,-2-2-11 0,0 1-15 16,-3 1-8-16,-4-6-17 0,0 1 1 0,1 0-6 15,3 3 0-15,1 2-10 0,1-2 2 0,-1 1-6 0,1-1 3 16,-5-2-10-16,5 4 6 0,1 1-8 0,-2-1-6 16,3 2-9-16,-7 0 2 0,5 0-3 0,-3 2 4 0,7-2-5 15,-1 0-1-15,-2 7-1 0,2 10-2 0,-3 1 8 16,-8 3-5-16,1-1 5 0,3 1-15 0,2 3 13 16,1-2-6-16,1 4 9 0,3-2-11 0,2 2 0 15,0 0 0-15,0-2 0 0,2-1 2 0,-1-3 3 16,1 2-2-16,2-3 3 0,3 1 0 0,3 1-3 15,-1-5-1-15,0-1-1 0,-7-2-4 0,17-2 7 16,3-1-4-16,-2-3 5 0,1 0-2 0,-3-5-4 0,3 2 4 16,-1-2-3-16,3 13 9 0,1-6-3 0,0-3-2 15,-2-6 0-15,0-2 3 0,-1-2-5 0,-1-3 6 16,1-1-6-16,-1 1 8 0,-5-1-3 0,2-1 3 16,-2 0-5-16,-4 7-2 0,0-13 10 0,0 0-4 0,-2-7 8 15,-1 0 3-15,-7-4 4 0,18-2-4 0,-8 0 0 16,-5 0-18-16,-4 0 5 0,-2-1 2 0,-2-1 0 15,-4 2 2-15,-1 0-10 0,-3 4 4 0,-1 2-5 16,-2-1 6-16,12 7 3 0,-22-3-4 0,3 6 3 16,1 2-7-16,-3 2-21 0,2 5-23 0,-5 0 2 15,-1 2-82-15,2-12-102 0,-4 2-19 0</inkml:trace>
  <inkml:trace contextRef="#ctx0" brushRef="#br0" timeOffset="176971.99">25757 10447 277 0,'0'0'185'0,"-2"-2"-209"15,0 0 208-15,0 2-104 0,-16-9-35 0,1 2-7 16,2 1-2-16,8 4-1 0,-1 0-7 0,4 2-16 15,1 0 7-15,-1 0-8 0,2 0 29 0,0 0-28 16,0 0 6-16,2 2-13 0,2 0 16 0,2 0 0 16,26 4 5-16,9-3-3 0,5-1 15 0,3-2-4 15,1-2-6-15,4-1 0 0,-4-3-19 0,1 0-1 16,-7 1-2-16,-6-1-1 0,-3 1-5 0,-7 1 2 16,-2 0-3-16,0 1 1 0,-3 1-4 0,-5 0 1 15,-1 0-5-15,-6 2 1 0,1 0-19 0,-5 0 9 0,-1 0-7 16,0 0 2-16,-1 0-41 0,-1 0-14 0,0 0 5 15,-2 0-6-15,0 0 25 0,-2 0-7 0,-7 2 4 16,-19 7-5-16,-1 0 7 0,-3 1-31 0,2-1-4 16,-7 4-14-16,0-2-59 0</inkml:trace>
  <inkml:trace contextRef="#ctx0" brushRef="#br0" timeOffset="177082.81">25595 10562 324 0,'0'0'69'16,"-2"0"-4"-16,1 0 37 0,-1 0-13 0,0 0-6 15,0 0-42-15,0 0 35 0,0 0-16 0,0 0 17 16,2 0-53-16,0 0-6 0,2 0-3 0,2 0 1 15,26 2 1-15,14-2-6 0,6 0 2 0,8-2-3 0,3-2 1 16,4-1-10-16,-2-3 2 0,0 3-5 0,-3-1-16 16,-12 3-81-16,-1 1-110 0</inkml:trace>
  <inkml:trace contextRef="#ctx0" brushRef="#br0" timeOffset="192265.1">19704 3937 256 0,'0'0'-31'15,"0"0"30"-15,0-1 6 0,-2-1-1 0,0 0 19 0,0 0-19 16,0 0-38-16,1 0-4 0,-1 0-7 16,0 1-16-16</inkml:trace>
  <inkml:trace contextRef="#ctx0" brushRef="#br0" timeOffset="193161.11">19591 3841 31 0,'0'0'12'0,"0"-2"19"0,-2 0 13 0,2 0-13 15,-11-18 7-15,1 1-11 0,3 4-2 0,-1 1 5 16,1-1-7-16,-4-4 3 0,3 6-22 0,1 2-1 16,0 2-3-16,1 1 0 0,-1 1-5 0,-10-1 5 15,2 3 0-15,-5-1 3 0,1 3 8 0,2-5-2 16,-1 4 7-16,-1-9-5 0,-1 0 3 0,-1 4 14 16,1 0-8-16,-2 1 11 0,3 1-4 0,1 0-20 15,-5-1 9-15,1 1-13 0,-6-1 15 0,4 3-14 16,-6-1 4-16,1 1-7 0,1 1 7 0,-4 4-7 15,4 0 1-15,2 0-2 0,-3 2 5 0,-1 1-2 0,2 1 2 16,2 2-2-16,2-1 8 0,2 3 1 0,-4 3 2 16,1-2-1-16,1 2 3 0,4 0-6 0,-1 1-6 15,1 2 2-15,1-10-1 0,-1 20-5 0,0 2 0 0,-1-3-3 16,1 3 6-16,-2-8 0 0,3 8 2 0,0-4-5 16,3-3-9-16,1 0 12 0,-4-6-1 0,1 3 6 15,-1-1-4-15,1 0-4 0,-3-2-2 0,3 0 1 16,-5 0 9-16,-1 0 3 0,2 2-1 0,-4-2-1 15,5 2-9-15,-3 1 4 0,-4-1 5 0,1 0-4 16,-3 0-8-16,4 2 7 0,2 3-9 0,0 1 9 16,-1 1-6-16,1 2 6 0,-2 0-3 0,2 4 3 15,2 2-14-15,0 5 7 0,1 4 3 0,1 2 0 0,-1 5 4 16,-1 2-3-16,2 6 1 0,-3 0-1 0,1-4-1 16,2 0-4-16,-3-9 0 0,5 0-2 0,-1-6 1 15,1-3 4-15,3-2-1 0,0-4 2 0,0 0 4 0,6-2-2 16,1 4-2-16,1-1 0 0,1 3 3 0,3 0-9 15,-1 3 5-15,-16 3-8 0,8 1 17 0,5 0-12 16,5 2 3-16,2 2-5 0,0 1 14 0,2 10-6 16,2-3-1-16,3-3-3 0,1-1-6 0,-1-6-1 15,2 0 7-15,1-4-6 0,1-2 6 0,0 1 3 16,0 1-1-16,0 2 2 0,0 0-3 0,-1 0-2 16,-1-1 3-16,-2-3 0 0,1-1 0 0,-1 3 0 15,2 0-2-15,1 2 2 0,-1 1 8 0,0-3-4 0,-1-4 4 16,1-3-4-16,0-2-3 0,1 0-4 0,3 0-1 15,0-2-1-15,1-1 0 0,-4-5 0 0,18-1-2 16,1 0 1-16,3-3-3 0,3 3 9 0,2-2 0 16,2-2 2-16,4 0-2 0,-4 2 1 0,5-2-1 0,-3 2 0 15,-2 0-2-15,0-2 0 0,-9 1 2 0,2 1 0 16,-3-2 0-16,-5 2-5 0,6 0 5 0,2-2-3 16,-1 0 10-16,3-6-8 0,1 1 3 0,2-4-2 15,2-3 5-15,6 24-1 0,8-12-2 0,5-8 2 16,1-3-8-16,6-4 4 0,-5-2-5 0,-1-3 6 15,-1 0 1-15,-6-1 3 0,0 1-3 0,-4-3 3 0,2 1-5 16,2 0 0-16,0 0-3 0,2 1 0 0,5 1 5 16,1-1-2-16,-1 1 5 0,-1-1-5 0,-4 1 0 15,-6 0 0-15,-3-1-4 0,-5-1 4 0,-6 1-9 16,-5-1 10-16,1-2-1 0,0-4 2 0,3-3-7 0,3 16 5 16,1-28 0-16,4-7 2 0,1 0-2 0,1-10 1 15,7 1-1-15,-5-4 2 0,1-2-2 0,-5 0 3 16,-6 2-1-16,4 3 1 0,-5 5-7 0,1 1 5 15,-9-2 0-15,-2 2 3 0,-2 0-4 0,-7 0 8 16,4-3-6-16,-8-6 8 0,-4-13-8 0,3-2 10 16,-5-11 0-16,27-6 3 0,-19 6-6 0,-10-2 5 15,-3 11-3-15,-1 7 4 0,-3 3 2 0,-2 7 1 0,-1-2-3 16,-6-2 2-16,-2-5-8 0,-2-16 7 0,1-3 2 16,-1-9 0-16,-5 3-7 0,-3 8-8 0,-1 6 2 15,0 12-5-15,25 6-3 0,-35 9-18 0,-3 6-8 16,-3 8-3-16,-7 3-50 0,3 5-178 0</inkml:trace>
  <inkml:trace contextRef="#ctx0" brushRef="#br0" timeOffset="193943.57">11961 4392 8 0,'-2'0'0'15,"1"0"2"-15,-1 2 3 0,-2 0-3 0,-3 2 3 16,-12 9-5-16,-1 2 7 0,-1-10-8 0,1 16 7 16,1 3-5-16,2 2 2 0,4 2 5 0,-1 5-6 15,1 2-5-15,-2 2 4 0,2 2-5 0,2-1 5 16,-1-3-4-16,7 2 1 0,-1 0 0 0,4 0-2 0,-20 4-7 15</inkml:trace>
  <inkml:trace contextRef="#ctx0" brushRef="#br0" timeOffset="194210.19">12955 4853 51 0,'0'-13'24'0,"-2"-26"22"0,-9-35 17 0,-8-6 10 15,-7 5-16-15,22 12-32 0,-35 11-2 0,-7 15-15 16,5 11-41-16</inkml:trace>
  <inkml:trace contextRef="#ctx0" brushRef="#br0" timeOffset="197399.28">27730 9459 93 0,'0'0'0'0,"0"0"31"0,0 0 21 16,-1 0 25-16,-1 0 9 0,0 0-20 0,-2 2-12 15,2-2-22-15,-13 30 1 0,1 7-5 0,-5 4-6 16,0-2-5-16,3-4-2 0,-5 2-1 0,5-7-9 0,1 3 22 16,0-3-3-16,-2-2 10 0,1 0 12 0,1-4-9 15,-2 0 6-15,4-3-8 0,6-3 1 0,-1-1-14 16,-1-1 1-16,7-3-5 0,-4 0-2 0,3-1-10 15,-3-5 0-15,-1 0-3 0,1-3 10 0,2-2 6 16,1 0 2-16,1-2 1 0,-2 2-2 0,0 0-12 16,1-2 4-16,-1 0-7 0,2-2 3 0,0-2 0 15,-5-18-7-15,3-6 6 0,4 0-5 0,2-2 3 0,4 1 0 16,1 1 0-16,4 0-5 0,2-2-3 0,4-1 3 16,1-6-4-16,1-4 8 0,1 0-1 0,1-2 1 15,-1 2-2-15,1-1-4 0,1-3 3 0,-4 6-1 16,-1 7 3-16,0 5 4 0,-4 8 8 0,-6 4-5 0,12 2 5 15,1 4-7-15,-1 1 1 0,-1 5-1 0,5 1 1 16,-5-11-7-16,1 5 0 0,-2 7 3 0,-3 1-2 16,-1 3-1-16,-5 1 1 0,1 11-3 0,-3 16 2 15,-3 1-2-15,-1 3 4 0,17-5 3 0,-10-4-2 16,-5 4-3-16,-4-4 0 0,-2-2-1 0,-5 4 2 16,-3-4 3-16,-3 2-3 0,-2-4 3 0,14-3-3 15,-20-1 6-15,3-5-8 0,-1 0 0 0,2-3-1 0,1-1 0 16,4-2 1-16,1-1 4 0,4-2-2 0,-1 1-5 15,5-3 5-15,1 2-4 0,0-2 4 0,2-1-11 16,-4 5 5-16,2-2-1 0,-1 1 4 0,1 1 0 0,0 1 12 16,2-1-7-16,0 1 8 0,0 1-10 0,2 1 3 15,2-2 3-15,3 3-2 0,4-1-5 0,10-2-1 16,3 1 0-16,2-1 0 0,0 1 1 0,-2-1 0 16,4 1-9-16,1-3 3 0,-1 1-29 0,0-1-16 15,-4 1-10-15,2-1-6 0,6 1-75 0,-6-4-154 16</inkml:trace>
  <inkml:trace contextRef="#ctx0" brushRef="#br0" timeOffset="197695.02">28568 9693 976 0,'0'0'13'16,"0"0"-1"-16,0-2 1 0,-2 2-4 0,0 0-2 16,0 0-4-16,0 0-6 0,1 2 5 0,-1 2-5 15,0 2 6-15,-7 14-1 0,1 2 3 0,1 2-1 16,-1 2 13-16,3-1-3 0,-1-1-2 0,1 0 0 0,1-4-5 16,0 2-3-16,0-1 3 0,1-3-3 0,-1 5 4 15,0-5-8-15,1 3 0 0,-1-1-4 0,0-3-10 16,-1 1-30-16,1-5-7 0,2-1-10 0,-2 2-45 0,2-2-126 15</inkml:trace>
  <inkml:trace contextRef="#ctx0" brushRef="#br0" timeOffset="198098.93">27433 10520 779 0,'-1'-2'17'0,"-3"0"-4"0,-30-7-10 0,-3 1 14 0,0 4-17 15,-6 3 4-15,12 1 0 0,5 0-4 0,5 0 1 16,5 1-4-16,3 1 1 0,0 0 6 0,5 0-2 16,1 0 15-16,5-2 4 0,0 0-4 0,-2 2 2 15,1 0-8-15,1-1 1 0,0 1 4 0,0 0-2 16,2 0 7-16,0 2-8 0,2-1 1 0,2-1-2 15,27 17 2-15,16-1 2 0,5-7-3 0,9-3 3 16,11-4 7-16,3-3-7 0,4-1 4 0,1 0-6 0,2-3 7 16,7-1-7-16,13-2-1 0,10 1-2 0,3-1-5 15,5 1-4-15,-6-3 4 0,-5 3-4 0,1 3 8 0,-1 0-10 16,3 2 0-16,-5 0-3 0,-3 2 8 0,-16-2-3 16,-8 2-1-16,-14 0-1 0,-6 1 7 0,-10 3-3 15,-4-1 0-15,-7 1-3 0,-3 0-4 0,-10-1 3 16,-8-1 2-16,-1 0 1 0,-8-3 3 0,-1 1-10 15,-7-2-1-15,3 2-5 0,-2 0-15 0,0 0-29 16,-2 0-1-16,-2 0-11 0,-22 7-23 0,-19 2-28 16,0-2-37-16</inkml:trace>
  <inkml:trace contextRef="#ctx0" brushRef="#br0" timeOffset="198696.83">27537 11177 796 0,'-1'-2'24'0,"-1"0"37"16,0 0-43-16,2 0-18 0,0 1 3 0,0-1-5 15,0 0-3-15,0 2 9 0,0 0-5 0,0 2 7 0,0 1 3 16,-4 21-3-16,-3 6 8 0,-3 2-6 0,-1-3 14 15,-2-1-7-15,-3 2 2 0,-1 2-2 0,0-3 10 16,0 1-4-16,1 0-3 0,-1-2 0 0,2 1-6 0,2-1-4 16,2-2 7-16,2 0-6 0,-2-2 6 0,3-3-11 15,-1 1 5-15,3-7-6 0,1 2 5 0,1-3-6 16,2-2-1-16,0-3-1 0,2-4-4 0,0-1 6 16,0-2 4-16,0 2 1 0,0-1 0 0,0-1-4 15,0 0-9-15,0-2 4 0,2 0-8 0,0-2-2 16,0-1 8-16,9-23-7 0,0-6 4 0,-2 2 2 15,-1 1-5-15,-3-3 6 0,1 0-2 0,0 1 7 16,-3 1 0-16,1-1 1 0,-2 1-5 0,0-4 2 0,3 8-1 16,1-3 2-16,-1 3 8 0,5-4-8 0,-1-3 4 15,2 1-5-15,2 6 1 0,0 6-1 0,-9-3-1 16,20 12 1-16,-13-4 2 0,10 6 2 0,1 2 0 16,2-1 1-16,0 3 0 0,-2-10-4 0,-1 7 9 0,-3 5-8 15,-1 3 11-15,-2 3-5 0,-2 5-1 0,-6-1 1 16,-1 21 1-16,-4 0 0 0,16 0 3 0,-7 0-1 15,-5-1 7-15,-6-2-12 0,-2-3 4 0,-3 0-5 16,-3 0 10-16,1-3-6 0,-4 0-1 0,-1-3-2 16,11-1-1-16,-18 0 5 0,2-4-4 0,2 0 4 15,1 2-10-15,1-2 5 0,1 2-1 0,7 0 4 16,-1 0-1-16,4 2-3 0,-7-2-3 0,0 2 1 0,1 2-6 16,5-2 11-16,-1 1-2 0,2-1 6 0,2-2-3 15,0 0-3-15,2 0 2 0,4 2-4 0,-1-4 2 16,-3-1-10-16,17-3 3 0,-3-1-8 0,7-3-6 0,-1 1-35 15,2 0-3-15,0 12-14 0,-2-4-38 0,-1-7-38 16,-3-3-19-16,3-2-12 0,-4 0-123 0</inkml:trace>
  <inkml:trace contextRef="#ctx0" brushRef="#br0" timeOffset="198923.87">28059 11570 525 0,'0'0'36'0,"0"0"43"0,0 0-40 0,0 0 4 0,0 0-6 16,0 2 6-16,0 0-11 0,-2 2 2 0,0 3-11 16,-3 19 7-16,-1-2-16 0,1 8 9 0,-1 0 2 15,1-1 2-15,-1 1 6 0,0-3-12 0,1 1 5 16,-1-2-9-16,3 2 2 0,1-4-14 0,0 1 4 0,0-2-5 16,0-1 6-16,0-4-20 0,0-5-2 0,2 0-9 15,0-4-25-15,0-4-57 0,0-1-4 0,0-2-22 16,0-1-59-16</inkml:trace>
  <inkml:trace contextRef="#ctx0" brushRef="#br0" timeOffset="199100.83">28551 11546 979 0,'0'0'28'0,"0"0"-1"0,2-2-5 16,0 1 8-16,0-1-15 0,0 2 20 0,25-6-11 15,5 1-3-15,7 1-4 0,2 0-9 0,5 0-4 16,-3 3-2-16,-2-1-1 0,-6 0-20 0,-3 2-5 16,-3 0-9-16,-3 0 2 0,0 0-26 0,-7 0-40 15,-6 0 3-15,-6 0-19 0,-1 0-40 0</inkml:trace>
  <inkml:trace contextRef="#ctx0" brushRef="#br0" timeOffset="199392.76">28783 11320 691 0,'0'-2'53'0,"0"0"97"16,0-2-122-16,0 1 11 0,0-1-12 0,0 0 11 16,0 0-28-16,0 1-3 0,0 1 9 0,0 0-5 15,0 0 19-15,0 2 2 0,0 2-7 0,0 0 5 16,0 3-10-16,0 20-6 0,0 1 3 0,-2 1-4 0,1 3 0 15,-3 0 1-15,0 1-7 0,0 3 3 0,-1 1-9 16,-3 2 5-16,1 2-4 0,-4 0 3 0,2 0-7 16,-3 2-5-16,1 2 5 0,0-4-6 0,2 2-13 0,1-4-10 15,3 0-10-15,1-6 0 0,0-1-44 0,3-11-41 16,1-3-26-16,0-6-8 0,0-1-113 0</inkml:trace>
  <inkml:trace contextRef="#ctx0" brushRef="#br0" timeOffset="199925.06">29372 11242 949 0,'0'-2'37'0,"0"0"1"0,-2-2 4 0,-2-7-1 15,2 2-11-15,1 5-6 0,-1 0-20 0,2 3 0 0,0-1-4 16,0 0 1-16,0 2 0 0,0 2 1 0,0 1 0 15,0 23 12-15,0 2-4 0,0 4 3 0,0-2-2 16,0 1 8-16,0 1-8 0,0-3 4 0,0 1-6 16,0-2 1-16,-2 2-4 0,0-2 1 0,0-2-1 15,-2 0 6-15,1-2-14 0,-1-2 3 0,0-2-5 16,1 1 10-16,1-8-10 0,0-4-6 0,2-5-2 16,0-2-10-16,-2 1 15 0,0 1-6 0,0-2 6 0,0 0-18 15,-1-2-3-15,-1-2 5 0,2 0-6 0,0-2 2 16,-11-23 14-16,4-3-4 0,5 0 7 0,2-3-3 0,2 3 9 15,2-2-4-15,4 1 3 0,1-4-11 0,3-1 12 16,1-1-4-16,0-4 7 0,2 0-7 0,2-3 7 16,0 1-1-16,1 1 3 0,3-1 6 0,-1 4-5 15,1 0 3-15,-1 5-2 0,-14 10 9 0,28 2 9 16,-1 5-4-16,1 2 7 0,-4 4 3 0,1 6 6 16,5 1-1-16,-8-13 0 0,5 6-9 0,-3 6-2 15,-11 5-2-15,0 3-1 0,-2 5-4 0,-10-1 2 16,-1 21 1-16,-2 11-2 0,16-4-8 0,-8 6-6 15,-10 2 1-15,-8-6 0 0,-5 2 10 0,-4-9-6 0,14 5 5 16,-25-7-5-16,2-2-1 0,2-6 8 0,0-1-5 16,1-6 5-16,3 2-10 0,5-2 2 0,2 0-2 15,7-2 3-15,-5 0-2 0,6 0-2 0,3-2 2 16,-2-1-1-16,-1 1 5 0,3-3 1 0,0 1-4 0,2-1 2 16,0-1-6-16,2 3 0 0,0-5-3 0,7 1 0 15,13-2-9-15,6 16 0 0,0-6-2 0,5-3-2 16,-1-5-24-16,-1-3-41 0,1-1-8 0,-6 0-13 15,0 0-47-15,-4 0-132 0</inkml:trace>
  <inkml:trace contextRef="#ctx0" brushRef="#br0" timeOffset="200342.09">29925 11466 982 0,'0'0'23'0,"0"-1"4"0,0-1 11 16,0 0-9-16,0 0 2 0,0-2-14 0,0 1 1 16,0-1-7-16,2 0 4 0,0 0-9 0,-2 3 7 15,15-3 4-15,5-2-2 0,-1 3-2 0,1-1 8 16,1 2-9-16,-1-13 9 0,-1 6-2 0,1 3 2 16,-2 4 4-16,1 2-4 0,-2 4-11 0,-4 0 6 15,-2 1-8-15,-6-1 7 0,5 9-11 0,3 11 2 0,-6 2 2 16,-7 4-1-16,-5 3-4 0,-7 1-1 0,-6 3-2 15,14-4 1-15,-24-1 5 0,-1-6-2 0,1-4 6 16,-2-3-6-16,2-2-1 0,4-4 7 0,-2-2-5 0,2 4 7 16,2-3-2-16,1 0-9 0,8 2-1 15,8-8-2-15,3 5 2 0,-7 2-3 0,7-9 5 0,-2 3-4 16,2-1 11-16,2-1-11 0,0 3 0 0,0-4-3 16,0-3 8-16,21 14-6 0,6-2 6 0,7-5-7 15,1-5 10-15,0-3-6 0,4 0-2 0,0 0-1 16,-3-1 5-16,3-3-1 0,0 0 3 0,5 0-3 15,1 1 7-15,-3 1-3 0,1-4-3 0,0 1-2 16,3-5-34-16,-3 3-60 0,5 0-41 0,-1 1-39 0,-3 0-455 16</inkml:trace>
  <inkml:trace contextRef="#ctx0" brushRef="#br0" timeOffset="201721.99">15248 11051 551 0,'-2'0'0'0,"0"-2"30"16,-2 2 11-16,-18-8 13 0,3 3 5 0,5 1-25 15,1 2-6-15,5 2-7 0,-1-2-7 0,5 2 4 16,0 0-1-16,1 0 6 0,1 0 2 0,0 0-1 16,2 0-9-16,2 0 4 0,2 0 1 0,25-2 1 0,10-1 4 15,-3 1-2-15,3-2-3 0,1-1 2 0,1-1-8 16,0-1-6-16,6-3 0 0,-1 1-2 0,4 0 0 0,2 1-3 15,-4 5-1-15,2-1-2 0,-5 0-14 16,-4 4 3-16,-6 0 1 0,-5 0 1 0,-6 2-10 0,-5 0-22 16,-8 0-14-16,5 1-3 0,-8-1-50 0,-4 0-24 15,-1 2-16-15</inkml:trace>
  <inkml:trace contextRef="#ctx0" brushRef="#br0" timeOffset="201908.32">15560 11221 173 0,'-4'0'47'0,"-28"8"67"0,-3 3-31 0,2 2-29 16,-1 2 9-16,-1 0-16 0,3-1-2 0,1-1 0 15,5-1 1-15,4-3 1 0,-1 0-1 0,10-3-15 16,2-1 0-16,9-5-3 0,-1 2 19 0,1 0-16 0,0 0 3 16,2 0-8-16,2 0-3 0,1-1-1 0,23 9-5 15,15-7 2-15,4-3-5 0,1-5-4 0,3-4 4 16,4-1-6-16,5-1-5 0,-2 2-11 0,-1 3-6 0,-1 1-3 16,-9 1-26-16,1 2-31 0,-9 2-14 0,-3 0-9 15,-6 2-80-15</inkml:trace>
  <inkml:trace contextRef="#ctx0" brushRef="#br0" timeOffset="202362.67">14056 10973 664 0,'0'-2'32'0,"0"0"1"0,0-2 22 0,0 2-17 15,0-3 5-15,0 1-33 0,-2 0 0 0,2 1 1 16,0 1-1-16,0 0-6 0,-2 2 15 0,0 2-10 16,2 3 11-16,-7 45-13 0,1 4 5 0,-1 8 2 0,-1-3-1 15,1-2-9-15,-1 3 5 0,1-8-3 0,-4 4 6 16,-2 3 2-16,0 2 6 0,-2 6-8 0,-2 6 6 16,1 6-9-16,-3 1 6 0,0 0 1 0,3-4 0 15,-3-5 3-15,1-12-9 0,-1-5 6 0,0-8-7 16,3-3 10-16,1 2-16 0,0-1 6 0,2-3-9 0,2-2 1 15,2 0 5-15,3-4 0 0,2-5 1 16,1-2-5-16,1-4-7 0,0-5-8 0,2-5-1 0,0-6-34 16,0-4-41-16,0-1 5 0,0 1-18 0,0-2-12 15,2 0-49-15,0-2-30 0</inkml:trace>
  <inkml:trace contextRef="#ctx0" brushRef="#br0" timeOffset="202865.01">14093 11162 975 0,'0'-6'12'0,"-6"-27"23"0,3 11-25 0,1 3-7 0,2 4 0 15,0 0-3-15,2 4-1 0,3-2-1 0,-1-2 2 16,24 2 0-16,1-1 5 0,7-3-1 0,-5 2-5 0,4 4 1 15,4 0-2-15,-1 0 8 0,-5 3 3 0,-1 3 0 16,-6 1-11-16,-4-11 7 0,-2 6-3 0,-5 7 6 16,-2 2 9-16,-2 0-1 0,-3 2 3 0,-6-2-2 15,1 20 3-15,-1 12-10 0,19 5 3 0,-12 6-6 16,-7-3 0-16,-6 5 3 0,-7-6-4 0,-6-4 2 16,15 0-12-16,-33-5 10 0,-2-4-4 0,11-2 7 0,-13-5-2 15,13-2 0-15,2-3 0 0,-2-6 1 0,9-1 5 16,-3-3-5-16,1-2-1 0,2 0-2 0,6 0-5 15,4 3-2-15,3-1 3 0,0 0-1 0,2-3 6 0,1 1-7 16,-1 0 1-16,2 0-2 0,2 0 7 0,-1 0 0 16,1-2-5-16,28 2 4 0,5-2-3 0,2-2-2 15,2 0 0-15,0 0-3 0,0 0 2 0,-1 0 2 16,-5 2 5-16,-5 2-4 0,0 2-2 0,-10 0 1 16,3 1-1-16,-5 1 2 0,-3-1 1 0,-1 1 0 15,-5-2 2-15,-5-4-1 0,0 5 4 0,5 6 3 16,-1 0-2-16,-3 2 2 0,-3 0 10 0,-1 0-4 15,-5 0 3-15,-1-1-3 0,-18-1 4 0,-15-2-6 16,-7-3 6-16,-1-3-5 0,-8 25 14 0,6-17-15 0,2-7-2 16,1-4-5-16,8-2-9 0,2-2-31 0,2-1-24 15,7-1-28-15,8 3-324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00:33.12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20534 7101 256 0,'0'0'-14'15,"0"0"14"-15,-2-2 20 0,-2 1 2 0,-3-3 25 16,-6-5-3-16,-4-3-19 0,-1 1 10 0,-3 0-8 0,-1 0 23 15,3 2-16-15,3 1 4 0,-1 3-8 0,-2-3 3 16,3 3-1-16,1-1 4 0,-2-1-3 0,6 1 5 16,2 2 6-16,-1-1-6 0,3 1 4 0,1 2-12 0,3 0-5 15,-1 1-6-15,0-1 1 0,0 0-18 0,1 0-2 16,1 0 0-16,0 0-1 0,0 0 3 0,0 1 3 16,2-1 4-16,0 2-1 0,2 0 4 0,0 0-5 15,7 0 2-15,30-2-4 0,11 0-3 0,4 2 3 16,11-2-5-16,6-2 5 0,-3-3 6 0,7-4-1 15,1 0 1-15,0 0-3 0,2-2 1 0,9 1-9 16,2 1 7-16,6 2-7 0,2 2 7 0,-10 1-6 16,-5 0 3-16,-6 1-4 0,-6 1 0 0,-3 2 3 0,-2 0-3 15,0 2 4-15,-6 0-5 0,1 2 6 0,-1 0-5 16,-5 0 6-16,-4 4-6 0,-7-3 3 0,-4-1 8 16,-7 0-4-16,-3 0 3 0,-5 0 1 0,1 0-3 15,-7-1 4-15,-1 1 0 0,-2-2-6 0,-2 0 7 0,-4 0-6 16,0 0 4-16,-5 0 2 0,0 0-9 0,-1 0 8 15,-1 0-3-15,2 0-1 0,0 0 6 0,-1-2-6 16,1 1-7-16,-2-1-13 0,0 0-13 0,0 0-1 16,0-2-48-16,-2 1-21 0,0-1-5 0,-2 0-4 15,0 2-17-15,-4 0-40 0,-20-7-5 0</inkml:trace>
  <inkml:trace contextRef="#ctx0" brushRef="#br0" timeOffset="372.61">21002 7207 113 0,'-2'0'48'0,"-6"-2"57"0,-18-7-32 0,2 0-10 15,0-1-1-15,4 3-4 0,-1 1-12 0,5 3-12 16,1 1-5-16,0 0-1 0,0-2-14 0,2 2 1 16,-2-1 7-16,0-1-3 0,2 2 14 0,0-2 3 15,2 3-5-15,-2-1 8 0,4 0 8 0,3 2-10 16,3 0-2-16,-1-2-7 0,0 0-29 0,0 0 1 15,1 2-5-15,1 0 4 0,0 0 1 0,0 0 10 16,2 0-2-16,0 0 5 0,2 0 7 0,2 0-8 0,12 0 7 16,20 0-9-16,1 0-1 0,4 0 4 0,9 0-2 15,4 0 1-15,11-3-10 0,11-1 3 0,6 2-2 16,7-2 3-16,0 1 1 0,-2-5 1 0,0-1-3 0,1 1 3 16,-1 1-3-16,8 1-2 0,-1-3 4 0,5 2-2 15,-3-3 11-15,-10 3-9 0,-3 0 4 0,-12-3-5 16,-6 3 6-16,-8-2 7 0,-1 1-3 0,-2 3 4 15,-4-1-10-15,-2 2 7 0,-5-1-2 0,-10-1 3 16,1 1-9-16,-10 1 2 0,-4 2-6 0,3 0 4 16,-7 0-3-16,-6 2-6 0,3-2-5 0,-10 2-3 0,1 0-27 15,2 0-231-15,-5 0-10 0</inkml:trace>
  <inkml:trace contextRef="#ctx0" brushRef="#br0" timeOffset="1956.46">11230 7267 89 0,'0'-2'0'0,"0"-2"22"0,-6-15 21 0,-7-14 42 16,-2 1 7-16,0 3-9 0,-1-1-12 0,1 4-46 15,2 4 5-15,-2-4-10 0,4 9-2 0,9-3 0 16,-17-1-9-16,1 8 6 0,-3-7-8 0,1 7-1 16,-2 0 9-16,-2-6-6 0,0 4 11 0,-1-1-1 15,-2 1-1-15,-3 5 1 0,-2-3 1 0,1 8-1 0,-6-3-1 16,-2 3-1-16,-6 1-7 0,-9 2 2 0,-3 0-1 15,-8-27 0-15,5 18-5 0,3 9-5 0,-1 4 7 16,4 3-5-16,-3 6 5 0,7 2-5 0,-1 4 1 16,3 2-1-16,0 3-2 0,-6 4 4 0,-5-24-5 0,3 31 6 15,-7 1 10-15,2 3-11 0,3-2 1 0,0 0-5 16,6 1 4-16,4-1-5 0,4-4 6 0,1 5-6 16,0-3 10-16,4 4-9 0,0-1 4 0,-2 1-5 15,0-2 4-15,-1 4 4 0,-5 0-8 0,3 2 7 16,-1 0-10-16,8 1 6 0,2 5-2 0,1 1 2 15,7 6-3-15,-3-4 2 0,4 2 1 0,4-2 0 0,-3-2-3 16,9 1-2-16,1-7 3 0,2 1-3 0,2-4-4 16,3 0 6-16,3 0-6 0,-18-2 6 0,10 2 6 0,6-2-15 15,7 2 9-15,2 2-10 0,5 0 10 0,4 0-6 16,6 0 2-16,4-2-1 0,-14 0 10 0,34 0-5 16,2 0 1-16,10 0-3 0,5-4 1 0,1 0 1 15,5-5-4-15,-5-2 4 0,0 0-1 0,4-4 1 16,1-2 0-16,6-2 0 0,4-3-3 0,12 0 1 15,1-4 4-15,4-2-3 0,-6 0 1 0,-10-2 5 16,-1-1-1-16,-9-1 3 0,7 1-9 0,5-3 0 16,6 1 1-16,3-4 0 0,-1 0 0 0,2 29 1 15,-9-22 0-15,0-10 0 0,-7-9 4 0,-3-3 2 16,3-5-2-16,5-5 3 0,9-4 5 0,6-3-3 0,-1-4-3 16,-5 27 1-16,-7-39-2 0,-9-5-4 0,-1-4 5 15,-6-1-5-15,1 0 2 0,-2-3 4 0,2 0-5 16,0 1 5-16,-1 0 1 0,-1 1-4 0,-5 1 7 15,-8-3-6-15,-4-4 8 0,-10-8 3 0,-4-5-3 0,-12-11 3 16,-9-6 3-16,-3 2-3 0,27 0 7 0,-25 11-5 16,-10 8 17-16,-11 7 1 0,-6 5-2 0,18 3 0 15,-42-6-16-15,-13-6-5 0,-7-2-1 0,-6-3 0 16,-5 5 0-16,-2 14-10 0,-8 3 1 0,-1 18-3 16,-15 6 1-16,-19 10-6 0,-20 8 1 0,-16-27-5 15,-2 35 0-15,-20 25-9 0,-10 14 1 0,-12-9-5 16,2 61-11-16,-7 11-31 0,3 8 0 0,10-4-29 0,6 2-190 15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00:50.66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27599 5464 1 0,'0'-2'0'0,"0"0"12"0,0-2 4 16,1-12 11-16,1 1 3 0,4-8-8 0,-2-1 0 15,-1 2-16-15,1 0 9 0,0-1-8 0,-1 5 24 16,1-1-3-16,0 1 4 0,0-1-2 0,-3 6 8 0,1-2-15 16,0 2-3-16,0 6-3 0,0-4-5 0,-2 5-5 15,0 1 5-15,0 1-5 0,0 2 3 0,0 0 2 16,2-2-7-16,-2 1 5 0,0-1-7 0,0 0-2 16,0 2 6-16,0 1-4 0,0-1 3 0,0 2-3 15,-2 0 0-15,0 2-1 0,-2 1-5 0,-9 16 1 16,-3 14 1-16,-7 1 1 0,7 7 6 0,-7-1-5 15,-3-2-3-15,4 6 0 0,-2-3-3 0,5 0 5 0,6 0 1 16,-3-4 1-16,1-2 4 0,-7-2-9 0,-1-1 5 16,3 0-6-16,5-1 4 0,0 1-3 0,6-3-1 15,1 1 1-15,3-4 6 0,1 0-2 0,0-2 1 16,-10-3 0-16,2-1 15 0,7-5-10 0,1-2 5 16,0-2-8-16,3-3 6 0,1-5 8 0,0 3 2 0,0-2 2 15,0-1 12-15,0 1 1 0,0 0-4 0,0-2 2 16,1-2-10-16,1 0-11 0,0-2 8 0,2-2-10 15,13-20 2-15,-16-2-6 0,12-6-6 0,2 3 4 16,-2-3 4-16,6-1-5 0,-2 1 5 0,1-1-7 16,4-3 3-16,3-5-5 0,-1-5 3 0,5-4-2 15,-4-6 6-15,-3-5-3 0,4-4-6 0,-4 0 3 16,-2 6-1-16,-3 7 1 0,0 5 4 0,-4 10-4 16,-2 4-6-16,-2 3 11 0,-3 8-5 0,1 3 9 0,-1 4-13 15,-1 4 8-15,1 5-3 0,-2 1 6 0,-2 1-8 0,1 0-1 16,1 1 2-16,0-1 0 0,-1 2 0 0,-1 0 0 15,0 0-2-15,0 2 1 0,0 0 1 0,0 2-2 16,0 2 2-16,-2 9-2 0,0 15 7 0,0 3-7 16,0 3-2-16,0 5-2 0,0 0 5 0,1-2-5 15,3 8 5-15,2-5-6 0,1 1 2 0,2 0 5 16,3-4-6-16,-1-3 5 0,0-7-5 0,2 1 3 16,-2-4 1-16,4 4-1 0,2 0 1 0,-4-6 0 15,1 1 2-15,1-3-1 0,-2-1 1 0,-9-1 5 0,13 1-5 16,-2-2 6-16,-1-3-3 0,1 3-8 0,-4-4 9 15,2 0-7-15,2 0 9 0,-4-4-4 0,-1-1-2 16,-7-3-1-16,1 1-1 0,0-4 11 0,-2 2-5 16,1-3 6-16,-1-1-7 0,2 4 2 0,0 0 5 15,-2 0-3-15,-1-3-4 0,1 1-19 0,0 0-12 0,0 0-6 16,-2 0-66-16</inkml:trace>
  <inkml:trace contextRef="#ctx0" brushRef="#br0" timeOffset="496.57">27337 5714 418 0,'0'0'27'0,"0"0"2"16,0 0-2-16,0 0-5 0,2-2-5 0,0 2-5 0,-1 0-11 16,1 0 5-16,0 0-5 0,26-5 9 0,9-1-11 15,2 3 1-15,-2 1-3 0,2 0 10 0,-7 0-2 16,-1 0 2-16,-1-2-3 0,2 1 0 0,-3 1 0 15,3-2-3-15,-1 0 2 0,1 3 5 0,-4-1-2 16,2 0-2-16,-4 2-1 0,-2 0-11 0,-2 0 10 16,2 0 0-16,-7 0 3 0,1 0-5 0,-3 0-1 15,0 0 2-15,-2 0-1 0,-2 2 5 0,-3-2 4 16,-5 0-7-16,-1 0 5 0,2 2-9 0,0-1 6 0,-1 1 6 16,-1 0-1-16,0 0 0 0,0 0-4 0,0 0 0 15,-2 1-1-15,0 1-6 0,-2 5 6 0,-4 6-3 16,-3 4 6-16,-2-1-1 0,-2 3-5 0,2-3-1 15,2 1 0-15,1-2-7 0,3-2 6 0,1-1 1 16,2-2 0-16,0-1 9 0,2-2-5 0,0 2 5 0,2-3-3 16,0-5 16-16,2 1 3 0,10 5-2 0,12 4 2 15,0-5-8-15,4-5 0 0,-2-3 4 0,0-3-1 16,2-3 11-16,-5 1-21 0,1-3 5 0,-3 1-10 16,-3-1 6-16,-3 1-6 0,-10 3 5 0,3-1-4 15,-3 1 10-15,-3-9-9 0,-2-4 3 0,-1 2-4 0,11-1 8 16,-7 3-8-16,-3-2-2 0,-2 2-1 0,-2 3 5 15,-2 1-10-15,-1 2 5 0,-19-1-5 0,-12 3 9 16,3 3-10-16,0 0-2 0,-1-18-5 0,3 8-15 16,-5 7-10-16,3 3-13 0,5 2 2 0,2 0-35 0,4 2-25 15,7 0 2-15,4 0-11 0,5-2-14 0</inkml:trace>
  <inkml:trace contextRef="#ctx0" brushRef="#br0" timeOffset="823.94">28427 5668 64 0,'0'0'16'0,"2"0"-2"0,-1 0 21 16,1 0-3-16,2-2 2 0,2 2-9 0,3-2 4 0,0 0-2 15,-3 2 3-15,1 0 4 0,-1 0-7 0,-3 0 0 16,3 0-3-16,-2 0-12 0,-2 0-7 0,1 0 9 16,-1 0-9-16,0 0 7 0,2 2 1 0,-1 0-9 15,-1 2 9-15,2 5-1 0,3 13-5 0,-5 2 5 0,-2 2-7 16,-3 4 1-16,-3 0-3 0,-3 1-1 0,-4 5 1 15,0-3 5-15,0 2-6 0,2 1-1 16,1-5-1-16,3-1 0 0,1-6 2 0,3-5 0 0,-1-1-1 16,4-7-2-16,0 0 23 0,0-1 3 0,0-3 8 15,2 4 16-15,-2-9-9 0,2 2 2 0,9 3-3 16,11 4 8-16,2-3-12 0,2-6-1 0,4-2-5 16,1 0-14-16,3-4 2 0,1-2 1 0,2 1 2 0,0-3-1 15,6 1-6-15,5 0-1 0,-1-3-1 0,8 3-6 16,-4-1 5-16,-1-1-8 0,-4 2 6 0,-5 1-16 15,-4 1-57-15,0-1-22 0,-5 0-29 0,-1 1-235 0</inkml:trace>
  <inkml:trace contextRef="#ctx0" brushRef="#br0" timeOffset="-9511.24">29318 5449 84 0,'0'-2'13'16,"0"0"-3"-16,0 0 15 0,0 0 10 0,0-1-5 16,0-1 12-16,0 0 1 0,0 2-5 0,0-1 5 15,0-1 5-15,0 0-2 0,-2 1 0 0,2-1-3 0,0 2-10 16,-2-2 0-16,0 1-2 0,1-1 0 0,-1 0-6 15,0 0-6-15,0 1 7 0,2 1-8 0,0 0-1 16,0 0 0-16,0 0-5 0,0 0 5 0,0 1-5 16,2-1 6-16,0 0-2 0,0 2 2 0,3 0-1 0,17-2 2 15,4 2 0-15,6 0-1 0,1 0-3 0,4 0-13 16,2 2 5-16,-1 0-7 0,-1 0 9 0,-2-1-7 16,0 1-1-16,-3 2-1 0,3 0 3 0,-7-1-2 15,-2-1 5-15,-4 2-6 0,-5-2 0 0,3 0-2 16,1 1-2-16,-8-1 1 0,0 0 8 0,-6 0-3 15,-1 0 3-15,1 0-5 0,-1-2-6 0,-2 0 2 16,-1 0-8-16,1 2 5 0,0-1-11 0,-1 1-17 16,-1 0 0-16,0 0-10 0,0 0-38 0,0 0-75 0,-2 0 0 15</inkml:trace>
  <inkml:trace contextRef="#ctx0" brushRef="#br0" timeOffset="-9277.19">29292 5636 331 0,'0'0'36'0,"0"0"58"15,0 0-45-15,0 0-21 0,0 0 6 0,0 0-11 16,0 0 13-16,0 0-15 0,0 0 1 0,0 0-6 16,0 0 3-16,0 0 2 0,2 0 3 0,0 0 1 0,0 0 15 15,1 0-5-15,1 0-2 0,15 2-2 0,-1-2-5 16,4 0-14-16,4 0 3 0,2 0-7 0,2 0-4 0,1 0-1 15,3 0-3-15,9 0 2 0,-1 0 5 0,1 0-20 16,-4 0 0-16,-2 0-14 0,2 2-47 0,-4-2-240 16</inkml:trace>
  <inkml:trace contextRef="#ctx0" brushRef="#br0" timeOffset="23380.02">29216 5341 20 0,'0'0'12'0,"0"0"-2"16,0 0 20-16,-2 0 6 0,0 0 3 0,0 0 3 0,0 0-15 15,1 0 11-15,-1 0-12 0,-2-2 2 0,0 0 3 16,1 1-10-16,1 1 9 0,-9-4-5 0,1 2 4 15,3 0-3-15,-2 0 2 0,1 0-10 0,-1 1 4 16,0-1-6-16,-1 0 4 0,-1 0-14 0,6 2 12 16,-5-2 3-16,3 2 0 0,1 0-2 0,4 0-1 15,-1-2-2-15,-1 0 2 0,2 1-4 0,0-1 7 16,0 0-4-16,1 2 5 0,1 0-8 0,0 0 9 0,1-2-4 16,5 0 6-16,22-5-9 0,2-1-3 0,-1 3 3 15,-1-1-3-15,2 1-3 0,0-3-2 0,-1 3 0 16,3-3 1-16,1 1 1 0,-1-1-7 0,1 1 2 15,2 3-3-15,-1 2 5 0,1-1 2 0,2-1-2 16,-3 2 2-16,-1 0-7 0,-7 2-1 0,0 0 0 16,4-2 1-16,-4 2 11 0,-2 0-13 0,-2 0 5 0,-9 0-6 15,0 0 7-15,-7 0-3 0,1 0 5 0,-3 0-4 16,0 0 7-16,-1 0-14 0,1 0 4 0,0 0-5 16,-2 0 4-16,0 0 2 0,-1 2-6 0,1 0 3 15,-2 0-22-15,0 0-9 0,0 0-7 0,-2 1 0 16,1 1-19-16,-3 0-11 0,0-1 0 0,-14 9-4 15,5-3-4-15,1 2-19 0,3-4 7 0,2 1-8 16,-4-3 30-16,-4 7 29 0,-6-1 4 0,1-2 7 0,1-3 1 16</inkml:trace>
  <inkml:trace contextRef="#ctx0" brushRef="#br0" timeOffset="23723.12">29325 5621 98 0,'0'0'30'15,"-1"0"30"-15,-1 0-7 0,-2 0-12 0,2 0 0 16,-15 2-2-16,3 0 8 0,-1 0-11 0,0 0-3 0,2 0-5 15,2 0-11-15,1-1 4 0,3 1-2 0,3-2 1 16,-1 2-11-16,3-2 9 0,-2 2-5 0,0 0 4 16,3 0-6-16,-1 0 15 0,0-1 3 0,2 1 3 15,0-2 0-15,2 0-6 0,0 0-4 0,3 0 2 16,21 0-7-16,0 0 0 0,2-3-3 0,5 1 2 16,1-2-8-16,5 2 8 0,2 0-4 0,1 0 3 0,7 1-9 15,-3-1-3-15,4 2 7 0,0-2-5 0,-9 2 12 16,-2-2-12-16,-4 0 3 0,-5 2-6 0,4 0 5 15,-5 0-7-15,-5 0 4 0,-3 0-3 0,-4 0 6 0,-4 0-13 16,0 0-4-16,-6 0-5 0,0 0-36 0,1 0-66 16,-3 0-12-16</inkml:trace>
  <inkml:trace contextRef="#ctx0" brushRef="#br0" timeOffset="32991.03">5700 4422 85 0,'0'-2'0'0,"0"-2"9"16,0-14 97-16,0 1-12 0,0 0 16 0,0 6-32 15,0 0-2-15,0 4-37 0,0 1-4 0,0 2-9 16,0 3-28-16,-1-3 8 0,-1 0-3 0,-2 2 7 0,-2-1 3 15,-14-5 10-15,-2 4 5 0,-2 4 2 0,-2 0 11 16,-2 4 2-16,2 0-1 0,-2 3 0 0,2 1-14 16,4-1-14-16,-4 1-2 0,3-1-2 0,-1 2 2 15,2 1-3-15,-2 1 0 0,1 2-2 0,1 0-1 16,2 0-6-16,3-2 4 0,6-9-4 0,4 13 9 0,-5-1-4 16,5 1 2-16,1-2-2 0,1 2 7 0,1 2 5 15,4-4-1-15,2 5 1 0,2-5 1 0,5 2-4 16,-3 0 6-16,16 0-7 0,6 0-4 0,-4-2-2 15,2 2-3-15,-2-4 3 0,2 2-2 0,-2 4 0 16,0-4 1-16,0 0 0 0,-1 0-6 0,-3 0 6 16,0 0-6-16,-3 3 4 0,2 1-3 0,-4-4 4 15,-2 2-2-15,-2-2 0 0,-4 2-4 0,-5-2-2 16,2 1 7-16,5-1-5 0,-3 0 1 0,-3-1 0 0,-1 2 0 16,-2-2 2-16,-2-1 3 0,0-2 1 0,-1-2-2 15,-1 1 1-15,-20-1-3 0,0-1 4 0,-2-2-2 16,-4 1 1-16,0-1-10 0,1-2 10 0,-1 0-5 0,-2 16 7 15,-1-5-2-15,-1-5-6 0,-3-5 2 0,10-3-4 16,1 0 3-16,5 0 6 0,3-2-6 0,3 1 3 16,2-1-5-16,0-2-2 0,5 2 4 0,3 0-5 15,3 2-4-15,-2-2-21 0,2 1-7 0,0-1-7 16,2 0-43-16,0 0-88 0,2-2-57 0</inkml:trace>
  <inkml:trace contextRef="#ctx0" brushRef="#br0" timeOffset="33862.13">6001 4897 484 0,'0'0'62'0,"-2"-2"15"0,0 1-11 15,1-1-37-15,-1 0 4 0,2 0-21 0,0 0-2 16,0 0-3-16,0 0 1 0,0 1-11 0,0-1 4 15,0 0 0-15,0 0 3 0,0 0-3 0,0 0 0 16,0 0 2-16,2 1-1 0,-1-1 8 0,3-2 6 16,-2 4-4-16,15-9 6 0,-2-2 7 0,1-4-7 0,1 0 10 15,-2-2-11-15,0-1-1 0,-2 3-4 0,-2-2-9 16,-2 0 4-16,0-3-8 0,1 5 1 0,-3-2 6 16,-1 4-2-16,-3 2 2 0,7-2-5 0,-5 4-2 15,1-2 1-15,-1 0 4 0,-5 7-1 0,0-2 5 0,0 3-4 16,0-1 0-16,-1 0 0 0,-1 1-2 0,0 1 1 15,-7-2-2-15,-12 0 5 0,-1 4-2 0,0 4 2 16,-1 5-4-16,3 2 8 0,-8 6-7 0,2 0 6 16,6-13-9-16,-3 14 0 0,12 1 0 0,-6 1 0 15,6-3-6-15,0-2 8 0,2-2-2 0,3 0 5 16,-3 2 7-16,5-4-5 0,-3 4 3 0,-2-4-5 16,3 0-3-16,2 0 6 0,3 0-1 0,1-4 4 0,1 3 10 15,3-3-13-15,2-1 3 0,22-1-7 0,3-1 7 16,2-2-8-16,3 0 4 0,1 20-6 0,-6-11 3 0,-1-5-4 15,-2-3-1-15,-2-3-2 0,2 0-3 0,-2-1-4 16,0-1-1-16,0-2-1 0,0-2-7 0,0-1 12 16,0-2-5-16,0-1 7 0,0 1-2 0,0-2-2 15,2 0 7-15,-2 0-4 0,-4 0 7 0,2-1 1 16,-7 3-6-16,-2 0 4 0,1-2-8 0,-6 3 13 16,-1 1-6-16,-2 3 6 0,-1-5-11 0,-1 2 6 15,-3 3 0-15,-2 2 2 0,4-2 0 0,0 1-2 16,-2 1 1-16,-1 0-2 0,1 0 3 0,0 2-1 0,0 0 3 15,-2 2-3-15,0 0 5 0,0 1-5 0,0 3 5 16,-6 13-5-16,1-1 3 0,1-5 3 0,0 4-7 16,3-4 6-16,-1 0-6 0,2-2 5 0,0 0 1 15,0-2 0-15,2-1-6 0,-1-3 0 0,1 1 7 0,-2-2-2 16,0-3 6-16,2 3-4 0,2 0-7 0,0 0 5 16,-1-3-3-16,3 1-1 0,7 2 6 0,4-4-5 15,3 0 4-15,2-4-7 0,2-3 1 0,6-4-2 16,-8 0 3-16,1-2-2 0,3-2-4 0,-4 0 1 15,0 0 2-15,-1 13 1 0,-1-20 1 0,-1 0 0 16,3 1-2-16,-2 5 5 0,-1 3-3 0,-2-4 3 16,-4 2-3-16,-2 2-3 0,0 6 2 0,0 5-2 0,0-8 7 15,-1 5-6-15,-1-1 2 0,-4 3-2 0,3-1 5 16,-3 2 0-16,-1 2 3 0,2 0-2 0,-1 0 4 16,1 0-3-16,-1 0-3 0,3 2 1 0,1 2-1 0,2 1-2 15,4 3 5-15,2 3-5 0,-2-2 11 0,3 2-7 16,-5-2-3-16,0 1 0 0,6 3-5 0,-8-6 2 15,7 4 2-15,-5-3 0 0,2 1-1 0,2 0-10 16,-6-3-6-16,4 3-2 0,-8-5-21 0,-1 0-31 16,-2-3-1-16,-1 1-14 0,1 6-37 0,2-1-75 15</inkml:trace>
  <inkml:trace contextRef="#ctx0" brushRef="#br0" timeOffset="34298.12">7407 4528 742 0,'0'-2'18'15,"0"0"0"-15,0-3 0 0,0-14-1 0,0 10-6 16,0 5-3-16,2 0-8 0,-1 1-4 0,1 1-1 16,0 0 0-16,0 2-5 0,0 0 8 0,2 2-7 15,-1 1 15-15,1 5-5 0,13 9-1 0,-2-4 0 16,9-4 9-16,2-7 1 0,0 1 13 0,5 16-8 0,-3-10 20 15,0-3-14-15,2-6-4 0,-1-4-3 0,-1 0-9 16,0-1-2-16,-2-1 2 0,-4 1-4 0,-1-3 1 16,-3 1 3-16,1-1-3 0,-2 3 3 0,-4-1-6 0,-6 3 3 15,-1 1-2-15,-3 0 3 0,1 0-8 0,0 0 6 16,-1 0-1-16,-1 0 4 0,0 2-8 0,-2 0 4 16,0 0-3-16,0 2 5 0,-2 0 9 0,0 2-15 15,-1 7 7-15,-3 8-8 0,1-1 11 0,3-3 8 16,2-2 1-16,2 0 3 0,3 4 6 0,3-4 7 15,-3-6-3-15,17-1 5 0,4-4-7 0,8 16-3 16,1-7 2-16,-1-3-3 0,1-6 4 0,0-2-13 16,-3-2 5-16,-3 0-8 0,-6 0 8 0,-1 0-8 0,-5 0-2 15,-10 2-2-15,8-2-4 0,-9 2 4 0,-3 0-3 16,1 0 1-16,0 2-12 0,-2 0-6 0,-1 0-4 16,-1 2-2-16,-3 5-25 0,-12 11-36 0,0-3 3 15,-13 2-16-15,0-3-24 0,10-1-66 0,8-2-48 16</inkml:trace>
  <inkml:trace contextRef="#ctx0" brushRef="#br0" timeOffset="34679.14">8693 4738 744 0,'0'0'24'0,"0"-2"-6"0,0 0 18 0,0 0 9 16,2 0-12-16,0 0-16 0,0 1-6 0,4-1-3 0,25-4 1 16,1 4 2-16,1 0 1 0,6 1-6 0,0-1 4 15,4-2-9-15,9 2-2 0,-4 0 1 0,0-3-3 16,1-3-4-16,-5 1-7 0,-5-4-5 0,-2 1-3 15,-1 1-31-15,1-2-45 0,-2 0-30 0</inkml:trace>
  <inkml:trace contextRef="#ctx0" brushRef="#br0" timeOffset="35061.25">10138 4181 775 0,'-2'-2'25'0,"0"0"-5"0,-1 0 39 16,-18-11-1-16,-5-2 0 0,-2 2-32 0,-3 4-18 16,-5 2 1-16,5 3-8 0,-1 2-2 0,1 2 2 15,5 4 0-15,-4 3 3 0,2 2-3 0,4 1-5 16,2 1 0-16,7-2-1 0,2 0 13 0,7-5-11 16,-1 5 3-16,0 2-5 0,-1 4 10 0,6-2-4 15,2 4 4-15,6 2-5 0,1-5 2 0,-5 5 5 0,24 0-1 16,4 5 2-16,1 0-2 0,-1 2 2 0,3 2-2 15,-7-2 2-15,0 3 3 0,-3 1-2 0,-5 2 1 16,-1 1-1-16,0-1 0 0,-4-6-1 0,-2-4 3 16,-4-3-2-16,-3-3 7 0,-2 1-13 0,7-6 4 0,-3-2-6 15,-3 1 6-15,-1-3 10 0,-2 1-11 0,0-3 9 16,0-1-12-16,-2 0-2 0,2-3 4 0,-11 3-5 16,-9 2 2-16,-2-3-4 0,1-1-5 0,-1 0-2 15,3 0-28-15,3 2-16 0,-3-2-5 0,6 7-5 16,0-2-31-16,0 1-24 0,4-5-4 0,1-1-12 0,3 0-78 15</inkml:trace>
  <inkml:trace contextRef="#ctx0" brushRef="#br0" timeOffset="36238.52">10207 4238 510 0,'0'-2'62'0,"0"0"6"0,0 1 4 16,0-1-22-16,3-11-4 0,-1 3-12 0,0 5-17 15,0 1 1-15,-2 2-8 0,4-1-5 0,-1-1-1 16,1 2 1-16,0 0 0 0,0 0 3 0,-1 2 3 16,1 0-5-16,0 2 4 0,-2 2-1 0,5 11 4 0,2 11-2 15,-3 3 1-15,-4 3-6 0,0 3 3 0,-2 4 1 16,0 2 0-16,-2-4 0 0,0 2-8 0,0-3 2 16,0-1-4-16,0 2 7 0,0-7 0 0,2-4-4 15,0-6 3-15,-1-1 1 0,1-6 4 0,0 2 0 0,0-8-1 16,0-1-8-16,0-1 7 0,0-1 5 0,0 0-1 15,0-3-4-15,0 1-4 0,0 0-4 0,1 2 4 16,1 0 4-16,0-1-6 0,0-1 6 0,0 0-6 16,0 0 0-16,0-2-3 0,1 0-1 0,3 0 1 15,7-6 0-15,2-1 5 0,0-2-5 0,-6 1 2 16,13-18-8-16,0-7 4 0,4 1 2 0,0-1 0 16,-2 1 1-16,-1 1 2 0,-3 1-5 0,-1 9 3 15,-4-1 1-15,1 9-4 0,-3 2 4 0,4 4-3 0,-2 3 6 16,-6-4-5-16,-1 5 4 0,-5 1-4 0,1 0 8 0,0 2-1 15,-2 2-7-15,-1 0 4 0,3 7-8 0,4 19 9 16,-7 0 1-16,-1 0 0 0,0-2-7 0,0 0 1 16,-1 1 0-16,1-6 0 0,0-4 6 0,1-4 1 15,1-4-1-15,2 0 1 0,-2-5-1 0,0 0-4 16,13 1 3-16,5-3-3 0,-1 11 8 0,1-4-9 16,0-3 4-16,1-4-5 0,3-2 1 0,-2-2 2 15,1 0-4-15,-1-4 2 0,0-1-4 0,0-2 3 16,3-2 2-16,-3-1 0 0,0 1-4 0,0-2 2 15,1-2 0-15,-3 14 1 0,0-14-7 0,-1 2 9 0,-6-2-7 16,-4-2 7-16,1 0-2 0,-7 1-1 0,3 6 1 16,-2 3-1-16,-3 1-4 0,1 5 4 0,2-5 1 15,0 2 1-15,-2 1-3 0,-1 1-1 0,1 0 0 16,-2 0 0-16,0 2-2 0,0 2 1 0,-2 0 4 16,1 1-1-16,-11 20 0 0,3-5 3 0,0 3-6 0,3-8 6 15,-1 2-6-15,1 1 0 0,1 1 3 0,3-2 0 16,2-4 6-16,0-5-4 0,0-1-5 0,0-1 3 15,2 3 3-15,1 1-1 0,1-3 4 0,11 1-6 16,5-2 0-16,3-1 1 0,-3 12-1 0,-1-6 1 16,5-1 2-16,4-4-3 0,1-4 0 0,5 0-2 0,-6-4 6 15,-2-2-4-15,3-3 2 0,-3-2-3 0,0-2 2 16,0-4-1-16,0 0-1 0,-5 12-2 0,1-17-1 16,-5 5 10-16,-4-4-5 0,-2 10 6 0,0-2-8 0,-5 6 1 15,-1 5-2-15,-1-2 1 0,0 1-5 0,-1 1 7 16,1 0 1-16,-2 2 0 0,0 0-5 0,0 2 3 15,-2 1 1-15,0 7 1 0,-2 14 4 0,0-7-4 16,0 1-1-16,0-3-1 0,2-8-6 0,0 1 14 16,0-6-5-16,0 3 8 0,0-1-4 0,0-2-1 15,4 0 0-15,22 13 0 0,2-6-2 0,3-5-4 16,1-4-1-16,5 0-1 0,0-4-3 0,4 0 5 16,2-3 3-16,-2 1-1 0,-1 2 3 0,1 1-6 15,0 1 1-15,-2 2-2 0,-4 0 3 0,1 4 0 0,-8 1-1 16,-2 3 0-16,-2-1-7 0,-2 2 5 0,-3-1 2 15,-3-1 0-15,1-1 1 0,0-1 6 0,-3-1-5 16,-1-2 6-16,2-2-8 0,-4 0 4 0,2-2-5 16,2-5 5-16,-2-3-5 0,0-12 6 0,2-11 0 0,0-6 1 15,0-4-9-15,-2-7 3 0,0 0-2 0,-2 1 3 16,-2 5 8-16,2 1-14 0,-1 4 6 0,-3-2-9 16,2 4 6-16,1 2-4 0,1-2 2 0,2 5-1 15,-2-1 4-15,-2-3-1 0,1 3 2 0,-3-2-1 16,4-1-2-16,-3-4 6 0,-1-1-5 0,-1 2 5 15,-3 3-10-15,-1 9 5 0,15 2 2 0,-10 7 0 16,-1-1 0-16,-4 12-4 0,-2 3-1 0,2 0 1 0,-2 3 7 16,0-1-9-16,0 2 6 0,0 2-7 0,-2 1 7 15,-13 33-2-15,-2 3 0 0,2 1 0 0,2 3-1 16,2 2 0-16,4-6-1 0,3-2 1 0,2-2 3 0,0-1 4 16,2 3-3-16,4-2 3 0,2 2-9 0,5 2 11 15,0-4-6-15,2 2 9 0,2 1-9 0,0-3 1 16,1 0 5-16,1-3-2 0,2 1 4 0,-18-5-8 15,25-4 2-15,0-3-2 0,-3-8 5 0,-1 0 3 16,-3-8-3-16,3 3 2 0,0-5-7 0,0 12 0 16,2-4 0-16,-3-5-1 0,-1-4-20 0,-5-2-12 15,0-2-15-15,-4-2 3 0,-2 0-37 0,-3 1-67 0,-4-5-2 16,0-8-27-16,14-9-46 0</inkml:trace>
  <inkml:trace contextRef="#ctx0" brushRef="#br0" timeOffset="36448.07">12359 4123 821 0,'0'0'26'15,"0"0"2"-15,0-2 13 0,0 0-10 0,0 1 2 16,1-1-12-16,1 0-4 0,2 0 1 0,9-2-3 16,11-3-5-16,6-1 0 0,3 1 4 0,8 1-2 15,6-1 9-15,1 1-15 0,6 3-1 0,-2-1-3 0,7 0 0 16,2 1-10-16,-3 1-12 0,-1 0-3 0,-8 2-70 15,-5 0-247-15</inkml:trace>
  <inkml:trace contextRef="#ctx0" brushRef="#br0" timeOffset="62951.35">30757 4171 9 0,'0'0'0'0,"0"0"8"15,0-1 86-15,0-1-14 0,0 0 6 0,0 0-33 16,0 0-4-16,0 0-23 0,0 0 2 0,0 1-6 0,0-1-7 16,0 0 1-16,0 0 1 0,0 0 0 0,0 0 3 15,0 0-6-15,0 1 1 0,0-1-2 0,0 0 6 16,0 0 0-16,0 0-1 0,0 0 0 0,0 0 2 0,0 1-9 15,0-1 1-15,0 0-3 0,0 0 5 0,0 0 0 16,0 0 2-16,0 0-2 0,0 1-5 0,0-1-6 16,0 0 0-16,0 0-1 0,0 0 7 0,0 0-6 15,0 0 3-15,0 1-3 0,0-1 4 0,0 0 4 16,0 0-4-16,0 0 4 0,0 0-4 0,0 0 1 16,0 1 1-16,0-1-1 0,0 0-6 0,0 0 6 15,0 0-5-15,0 0 5 0,0 0-6 0,0 1-2 16,0-1 0-16,0 0 0 0,0 0 0 0,0 0-1 15,0 0 2-15,0 2-2 0,0 0 4 0,0 0-2 0,0 0-1 16,0 0 0-16,0 0-2 0,0 0 6 0,0 0-4 16,0 0 5-16,0 0-5 0,0 0 3 0,0 0-3 15,0 0 2-15,0 0-1 0,0 0-3 0,0 0 1 0,0 0-3 16,0 0 8-16,0 2-8 0,0-2 5 0,0 0-5 16,0 0 9-16,0 2-7 0,0-2 6 0,0 2-7 15,0-2 4-15,0 2 0 0,0-2-1 0,0 0 0 16,0 2 0-16,0-2 0 0,0 1 0 0,0 1 0 15,0 0 0-15,0 0 1 0,0 0 1 0,0 0 1 16,0 0 5-16,0-1-7 0,0 1-1 0,0 0-3 16,0 0-1-16,0 0 4 0,0 0 0 0,-2 0 1 15,2-1-1-15,-2 1 4 0,2 0-2 0,-2 0 4 0,2 0-6 16,-2 2-3-16,1-1 1 0,1 1-3 0,-2 7 6 16,0 0 4-16,-2 2-4 0,2 0 3 0,-1 0-3 0,-1 4-5 15,0-2 4-15,0 1-5 0,1 5 5 0,-1-1 2 16,0 6-2-16,1 6 2 0,-1 1 5 0,0 3-8 15,1-3 3-15,-1 2-4 0,0-3 0 0,0 5-1 16,1-2 5-16,-1-5-2 0,0 2 5 0,1-10-2 16,-1-4-6-16,0 1 2 0,2-4-4 0,0-2 9 15,2-2 1-15,0-2 2 0,0 1-10 0,0-1 5 16,0 0-4-16,0-1 5 0,0 1-9 0,0-4 10 16,0 1-4-16,0 3 7 0,0-3-7 0,2 1 0 15,2 2 0-15,-2-3-3 0,2 1-3 0,-3-1 8 0,1-2-3 16,-2-2 5-16,2 1 0 0,-2-1-5 0,4 2 3 15,0 0-4-15,-1-1 6 0,1 1-4 0,0-2 1 16,-2-2-1-16,5 4 7 0,0-3-4 0,1 1 1 16,-1-2-4-16,4 0 0 0,-1 0 0 0,1 0 2 0,0-2 0 15,0 1 0-15,0-1-2 0,0-2-2 0,-1 0 0 16,1-1 6-16,-2 1-2 0,2-2-2 0,-2 1 0 16,3-3-2-16,-3 3-1 0,0-3 4 0,2-1-2 15,-3 7 5-15,3-11-2 0,-2-1 0 0,-1 1-2 16,3-4 1-16,-2-4-5 0,4-3 9 0,-2-5-7 15,4 1 7-15,0-2-7 0,0-5 0 0,0 1-2 16,-1-3 12-16,-2 4-7 0,1 1 3 0,0 1-4 0,-4 1 0 16,0 2 0-16,-1 2 3 0,1 0-1 0,-4 4 7 15,1 1-8-15,1 3-1 0,-1 1 1 0,-2 0 14 0,-2 2-9 16,-1 2 7-16,7 2-8 0,-3 2 3 0,-3 4-8 16,0-1 0-16,0 0-1 0,0 3-3 0,0-1 0 15,0 0 4-15,-2 1-3 0,0-1 3 0,0 2-10 16,0 0-1-16,0 0-2 0,0 0 5 0,-2 1-25 15,0 1 1-15,0 0-12 0,0 0-40 0,0 1-74 16,0 1-29-16</inkml:trace>
  <inkml:trace contextRef="#ctx0" brushRef="#br0" timeOffset="63478.67">31251 4888 127 0,'0'0'41'0,"0"0"-3"0,0 0 40 0,-2-2-4 0,0 0-17 16,0 0-15-16,0 2 0 0,1-1-5 0,-1 1-6 15,-2 0-5-15,0 0-1 0,-3 0-1 0,-2 0-4 0,-6 0 1 16,0 0 0-16,6 0 0 0,-4 1-2 0,3 1 0 16,-5 2-3-16,6 0 0 0,0-1-13 0,0 3 10 15,5-4 0-15,0 0 2 0,0 1-3 0,3 1 7 16,-7 7-9-16,4-1 8 0,1 1-4 0,1-2-2 16,2 2 3-16,0 0-4 0,0 2-3 0,2-2 3 15,1 1 1-15,3-1 1 0,1 0-2 0,1-2 9 16,1-1-3-16,13-1 3 0,-7-1-11 0,2-5 7 15,0 1-7-15,3 13 8 0,2-4-3 0,4-3-11 0,-3-5 9 16,-7-3-11-16,5 0 5 0,-3 0-1 0,-1-1 0 16,0-3 0-16,-2-2 0 0,-4 1-1 0,4-3-3 15,-2 1 2-15,-4 5 0 0,0-15 0 0,0 1-1 16,-3-1 1-16,-2 2 4 0,-1 0-5 0,9 0 3 16,-3 0-4-16,-4 1 7 0,-1 1-7 0,-2 0 3 0,-2 1-4 15,0 1 0-15,-2 4-3 0,0 1 1 0,-1-1-3 16,-1 1-10-16,-2 3 1 0,-12-1-2 0,3-7 1 15,-4 1-12-15,-1 3-9 0,-2 3-4 0,-3 1 0 16,5 1-15-16,3 2-17 0,3 0-6 0,4 0-5 16,3 0-25-16,-2 2-55 0</inkml:trace>
  <inkml:trace contextRef="#ctx0" brushRef="#br0" timeOffset="63901.21">31797 4036 121 0,'0'0'51'0,"0"-2"51"16,0 0-26-16,0 0-28 0,0 0 2 0,0 1-9 15,0-1 1-15,0 0-6 0,2 0-4 0,-2 0 1 16,1 0-7-16,1 0-2 0,0 1-2 0,0-1 1 15,0 0 0-15,0 0 2 0,-2 0 1 0,0 2-1 0,0 0-6 16,0 0 2-16,0 2-1 0,0 0 0 0,-2 0-1 16,0 1-8-16,-5 10 1 0,-5 6-3 0,1 0-3 15,-2-1-9-15,0 1 2 0,0-1-3 0,11 3 12 16,-7-3-16-16,-2 3-3 0,2-1-10 0,-1 2-41 0,1 1-103 16,0 1-34-16</inkml:trace>
  <inkml:trace contextRef="#ctx0" brushRef="#br0" timeOffset="64473.35">30514 5614 261 0,'0'0'62'0,"0"0"-7"0,0 0 30 16,0-2 0-16,-2 0-14 0,0 0-11 0,0 1-19 15,0-1 1-15,0 0-9 0,1 0-6 0,-1 0-9 16,0 0 5-16,0 0-6 0,0 1 2 0,2-1 1 15,0 0-3-15,0 0 0 0,0 0-16 0,0 0 8 16,0 0 1-16,2-1 4 0,0-1 8 0,2 0-9 0,5-3 5 16,13-6-6-16,2 2 0 0,4 1-3 0,0 1-2 15,4 2 2-15,3-1 5 0,0 3 0 0,8-1-7 16,-1 1 3-16,7 1-9 0,1 0 3 0,6 0 3 0,1 3-1 16,6 1 3-16,4-2-3 0,-2 2 6 0,-4-2-5 15,1-2-3-15,-5 2 3 0,-5 2-2 0,4-2 3 16,-13 2-6-16,-4 0 4 0,-2 0-6 0,-6 0 5 15,-1 0-5-15,-2 2 4 0,-2 0-2 0,-6 0 2 16,3 0 1-16,-7 0-5 0,1 0 5 0,-6-1-6 16,-7-1-1-16,-2 0-23 0,1 2-8 0,1 0-6 15,0 0-37-15,0 0-116 0,-3 0-63 0</inkml:trace>
  <inkml:trace contextRef="#ctx0" brushRef="#br0" timeOffset="66629.47">30800 5855 16 0,'0'0'19'0,"0"0"-2"0,0 0 18 0,0 0 6 0,0 0-4 15,0 0 6-15,0-1-18 0,0-1-7 0,0 0-1 16,0 0-8-16,0 0 5 0,0 0 1 0,0 0-1 16,0 1-7-16,0-1 7 0,0 0-4 0,0 0 5 15,0 0-5-15,0 0 9 0,0 0-1 0,0 1 4 0,0-1 12 16,0 0 3-16,0 0 1 0,0 0-1 0,0 0-11 16,0 0 8-16,0 1-3 0,0-1 3 0,0 0-16 15,0 0 8-15,0 0-5 0,0 0 5 0,0 0-16 0,0 1 3 16,0-1-4-16,0 0 3 0,0 0-8 0,0 0 4 15,0 0-5-15,0 2 4 0,0 0-7 0,0 0 4 16,0 0 0-16,0 0 4 0,0 0 4 0,0 0-11 16,0 0 4-16,1 0-6 0,1 0 9 0,0 0-3 15,0 2 2-15,0 0-3 0,0 0 0 0,0 0-4 16,-1 0 1-16,1 1-1 0,0 1 12 0,-2-2-4 16,4 11-3-16,0 2-1 0,-3 1-2 0,1 1 6 15,0 4-2-15,-2-3 3 0,0 3-8 0,0 1 3 16,0 0-3-16,-2 6 3 0,0 0-1 0,1-2-3 0,-1 3 3 15,0-4-3-15,0-5-3 0,0 2 7 0,2 1-4 16,0 1 6-16,-2 5-4 0,2-4-3 0,-2-3 1 16,1 2-2-16,-1-5-1 0,0 3 3 0,0-4 3 15,0 1 0-15,2-2 4 0,-2-1-6 0,0 1-2 0,1-2-1 16,-1 0 6-16,0 0-4 0,2-2 1 0,0 0-2 16,0-2 1-16,0 0 0 0,0 0 2 0,0-3-1 15,0 1 0-15,0-2-4 0,0-1 1 0,0-1-2 16,0-1 9-16,0-2-3 0,0 0-2 0,0 0 0 15,2 1 0-15,0 1 0 0,-1 0 2 0,1 0-2 16,0-3 0-16,0 1-1 0,0 0 5 0,0 0-4 16,1-2 10-16,1 0-10 0,0 0 0 0,-2 0-4 0,9-4 3 15,-2 1 4-15,4-5 1 0,2-1 2 0,2 3-7 16,-1-12 2-16,1-1 0 0,4-3 3 0,-3 1 1 0,4-1-1 16,-1-2-3-16,1-4 3 0,-1-5 0 0,1-3-7 15,2-4 2-15,2-1-4 0,2-2 6 0,-4 0-1 16,-2 1 4-16,1 1-3 0,-3 0 3 0,0 6-4 15,-1 3-3-15,1 4-1 0,-1 2 3 0,-4 2-1 16,3 2 5-16,-7 0-3 0,4 3 3 0,-2 2 2 16,-3 4-5-16,-1 2 2 0,-4 2-6 0,-1 3 1 15,2 4 1-15,-6 1-1 0,2 1-10 0,1-4-18 16,1 0 2-16,0 2-8 0,-2 0-4 0,-1 1-29 0,1 1-9 16,-2 0-10-16,0 1-64 0</inkml:trace>
  <inkml:trace contextRef="#ctx0" brushRef="#br0" timeOffset="67060.98">31682 6431 669 0,'0'-2'26'0,"0"0"44"0,0 0-51 15,0 1 6-15,0-1-6 0,0 0 6 0,0 0-6 16,0 0-13-16,0 0 7 0,0 0-9 0,-2 1 14 16,0-1-6-16,-2 0-1 0,-5 0 0 0,-17 2 8 0,0 0-2 15,-2 6 3-15,-4 1-3 0,1 2-1 0,-3 2-4 16,-3 1 0-16,6-1-3 0,1-2-1 0,8 0-2 16,-2 2 3-16,5-1-3 0,1-1 1 0,1 0-8 15,9-5 0-15,1 2-3 0,7-5 8 0,-9 11 1 16,1-1-1-16,5-2 1 0,1 2-3 0,2 0 0 15,0-3 4-15,2 1-2 0,3 0 5 0,-1 1-2 16,27-1-2-16,-3 0 0 0,0-1-9 0,-2-1 7 16,0 0 0-16,-4 1 3 0,-1 1-1 0,-1 0 5 0,-3 1-6 15,0-3 5-15,-3 2-8 0,-4 4 1 0,-3-3 5 16,-1 3-2-16,-1-2 2 0,-3-2 6 0,0 0-3 16,2-3 6-16,-1-1 5 0,-3-3-9 0,2 2 4 15,-2 0-6-15,-2-1-3 0,1-3-10 0,-35 17-3 0,-8-6-6 16,-5-7-31-16,-3-4-111 0,-3 0-37 0</inkml:trace>
  <inkml:trace contextRef="#ctx0" brushRef="#br0" timeOffset="69041.09">27996 7250 154 0,'0'0'57'0,"-2"0"54"0,0 0-18 16,-1 0-45-16,-1 0 0 0,0 0-14 0,-7 0-12 15,4 0-1-15,-3 0-1 0,3 0 3 0,-1 0 7 0,3 0-9 16,-1 0-2-16,3 0-3 0,1 0-6 0,-2 0 14 16,2 0-7-16,-2 0 7 0,3 0-15 0,-3 0 0 15,0 0 2-15,0 0-1 0,3 0 7 0,-1 0-7 16,0 0 6-16,0 0-7 0,0 0-2 0,2 0 2 16,0 0 0-16,0 0 0 0,2 0-4 0,2 0 2 15,12 2 0-15,16 1 1 0,7 1 0 0,9 0-8 16,-1-2 0-16,8 0-2 0,5-1 14 0,7-1 4 15,1 0-1-15,7 0 2 0,-3 0-10 0,4-1 4 0,10-1-1 16,6 0 1-16,14 2-2 0,9 0-1 0,-1 0 3 16,3 0-3-16,-10 0-8 0,8 2 6 0,8 3-5 15,3-1 7-15,6 2-10 0,-11-5 4 0,-2 1-2 0,-6-2 3 16,2 2 3-16,4-2-4 0,0 0 5 0,-8 0-6 16,-7-2 1-16,-11-3 5 0,-6 1-7 0,6-2 7 15,2 1-1-15,5-1-6 0,-2-1 9 0,-7 1-9 16,-7-3 4-16,-4 2-2 0,-6-1-3 0,-2-1 3 15,3 5 11-15,-1-1-12 0,-5 1 2 0,-8 0-4 16,-4 0 2-16,-5 1-2 0,-3-1 1 0,-5 2-1 0,-9 0 9 16,-5 0-4-16,-4 1-3 0,-5-1-1 0,1-2 5 15,-5 2-6-15,-3-2 9 0,-1 1-8 0,-5 1 6 16,-1-2 7-16,-3 2-8 0,0 0 6 0,-2-1-9 16,-1-10 5-16,11-4 1 0,-1-2 1 0,-2-7-3 0,-2 0-5 15,-3 0 5-15,0-5-4 0,-2 3 3 0,1-9-2 16,1 3-3-16,2-1 1 0,3-6 6 0,0 4-6 15,2 0 5-15,2-2-6 0,2 4-11 0,2-4 13 16,-4 5-3-16,4-3 6 0,-2 0-4 0,-1-4-5 16,1-5 3-16,2-6-4 0,-4-9 6 0,0-8 1 15,-2-4 0-15,0-3 0 0,-2 6 3 0,-3 3-3 16,1 4-1-16,-1 7 1 0,-2 2 0 0,-1-1-1 16,-1 1-1-16,0-8-1 0,0-6 1 0,0-7 2 0,-2-8-2 15,-2 1 2-15,-2 4 0 0,-1 6 1 0,-1 11 3 16,1 7-5-16,-1 5 0 0,2 9-1 0,-1 1 4 15,-1 1-3-15,-1 1 1 0,-1-3-4 0,-1-5 2 16,0-5-3-16,1 0 2 0,1-8-5 0,1 6 1 0,1-2-1 16,-3-1 4-16,3 10 1 0,-1 2-3 0,1 10 2 15,-1 1-4-15,1 4 3 0,-3 2-2 0,1 2 3 16,-1 4 2-16,1 1 0 0,1 5 1 0,1 1-2 16,-3-2 1-16,1 4-10 0,1 1 8 0,-1 1-8 15,3 0 10-15,-13 1-1 0,1 1-3 0,-3 1 2 16,2 3-6-16,-1 1 6 0,-6 0-6 0,0 0 6 15,-6-2 0-15,6 2 2 0,-2-14 0 0,-2 3 0 0,-4 3-8 16,-1 3 11-16,-4 0-2 0,1 1 6 0,1 0-2 16,-8-1-5-16,-1 0-2 0,1-1 0 0,2 1 0 15,1-3 3-15,1-1 3 0,-2 0-2 0,-2-2-2 16,0 0 0-16,-5 0 3 0,2 0-1 0,-8-2-4 0,-6-1 5 16,-5-1-4-16,-5-4 6 0,1 1-4 0,2 3 0 15,6-1 0-15,0 1-1 0,5 0-4 0,6 2 5 16,-4 2-5-16,0 2 4 0,-2 0-1 0,-10 2-14 15,1 1 8-15,-10 1-10 0,-3 0 0 0,0 1-6 16,-1 2 3-16,2-3-2 0,5 5 12 0,0-2-4 16,-4 2 6-16,-6 2-5 0,-9 0 13 0,-8 0 1 15,1 0-6-15,1 2 4 0,8-2-7 0,8 2 0 0,-3 2 2 16,-3 0-1-16,-12 1 8 0,-5 3-2 0,-3-3 1 16,3 4-3-16,11-1 4 0,8 3-1 0,3 2 2 15,4 2-1-15,-6 2 12 0,-3-3-6 0,2-1-1 16,-1 0-3-16,8 0-3 0,11-3 6 0,10-1 4 15,7-2 0-15,5 1-7 0,8-1 6 0,4 1-6 0,5 1 7 16,0-2 1-16,6 1-1 0,-1-1-2 0,1-1-1 16,5-2-2-16,1-3 2 0,4 1-1 0,5-2 1 15,1 0-5-15,-1 0 0 0,1 0 1 0,3 0-1 16,1 0 9-16,-2 2-11 0,0 0 6 0,1 0-7 16,-1-2 4-16,0 0-4 0,1 0 1 0,-1 2-2 15,0 0 8-15,0-2-9 0,1 1 2 0,1 1-4 0,-2 0 6 16,0 0 0-16,1 0 2 0,-1 2-2 0,0-3 1 15,-9 11-2-15,2 1-3 0,-2-2 2 0,4 4-7 16,-4 3 8-16,2-3-1 0,-4 5 2 0,2 1-1 0,0 1-2 16,-6 2 2-16,5 2-2 0,-3 4-1 0,-4 5 5 15,7 0-5-15,-1 6 5 0,-2 8-1 0,0 8-3 16,-1 8 1-16,5 6-4 0,0 1-1 0,0-1 8 16,0-4-1-16,0-6 3 0,0-5-2 0,0-3-2 15,0 5 4-15,0 7-4 0,0 2 0 0,-2 13 1 16,2 1-1-16,0 5-1 0,0-3-3 0,0-7 4 15,2-7 0-15,1-8 2 0,-3-1-3 0,0-5-2 16,2 3 3-16,-2 1 0 0,4 3 3 0,2 3-3 16,-1 2 0-16,4-2-1 0,3 1 1 0,-27-4 0 0,15-7-1 15,9-8 2-15,4-8-1 0,0-10 10 0,2-4-1 16,2-3 4-16,1-4 2 0,1 1-1 0,-1-4-2 16,3 0 0-16,1 0-6 0,0-2-4 0,-5 0 4 15,15 1-5-15,1 1 5 0,2 2-74 0,-3 2-38 0</inkml:trace>
  <inkml:trace contextRef="#ctx0" brushRef="#br0" timeOffset="74024.55">11079 5142 256 0,'0'0'4'15,"0"0"14"-15,0-1 14 0,0-1 4 0,0 0-1 16,0 0-13-16,0 0-18 0,0 0 6 0,0-1-7 15,0-1 0-15,0 0 1 0,0 0-2 0,-2 1 3 0,2-1 8 16,0 0 20-16,0 1 1 0,0-1 7 0,0 0 8 16,0 2-1-16,0-3-6 0,0 1 3 0,0-2-3 15,0 3-14-15,0-1 5 0,0 0-9 0,0 1-2 16,0-1-9-16,0 0 0 0,0 2-3 0,0 0-9 0,0 1 9 16,0-1-1-16,0 0 4 0,0 2 3 0,2 0-5 15,0 0 1-15,0 2-1 0,0 0 1 0,-2-1-6 16,0 3 1-16,2 5-3 0,0 8 3 0,-1 0-2 15,1 1 0-15,0 3-1 0,-2-1 5 0,0 3-8 16,0-1-1-16,2 6-2 0,-2-2 0 0,2 2 8 16,2-1-5-16,-3 1 5 0,1 4-14 0,0-2 10 15,0 1 3-15,0-7 0 0,0-2-8 0,0 1 5 16,1-1-2-16,1-2 4 0,2 1 0 0,-1-4-5 0,-1-3 1 16,1 1-2-16,1-2 10 0,0-2-6 0,-1 2 2 15,-1-3-4-15,0-1-5 0,-1-2 10 0,1 3-8 16,0-1 9-16,-1-2-6 0,-1-1 0 0,0 0 2 0,0-3-2 15,0 1-3-15,0 0 2 0,-2-2 1 0,3 1 0 16,1 1-1-16,0 0 10 0,0-2-8 0,-1-1 9 16,5 3-15-16,-1-2 10 0,-3-2 2 0,0 0 2 15,3 0 0-15,-3 0-4 0,3-4-3 0,8-5 1 16,-6 5 1-16,2-16-3 0,4-1 6 0,-5-1-5 16,1-6-2-16,4 4 3 0,-4-6-3 0,2-3 3 0,2 3-1 15,-2-5 0-15,-4-2-2 0,-4 0 2 0,3-4 4 16,1 6-6-16,-1 1 3 0,1 5-5 0,-2 3 2 15,1 1 3-15,-3 3-6 0,1 5 5 0,-2 3-6 16,1 2 1-16,-1 3 3 0,-2 4-1 0,1-1 1 16,-1 4 3-16,2 0-4 0,-2 2 3 0,2-3-10 0,-1-1 2 15,1 2 4-15,0 0-2 0,-2 0-12 0,-1 0-14 16,1 2-8-16,0 0-3 0,0 2-38 0,0 0-70 16,0 2-65-16</inkml:trace>
  <inkml:trace contextRef="#ctx0" brushRef="#br0" timeOffset="74567.68">11707 5621 299 0,'0'0'46'0,"0"0"6"0,0 0 21 0,0 0-24 0,0 0 9 15,0 0-15-15,0 0-5 0,0 0-3 0,0 0-2 16,0 0-12-16,0 0 1 0,0 0-3 0,0 2 1 15,0 0-3-15,0 0 0 0,0 0 2 0,0 0-2 16,-2 0 3-16,0-1 1 0,0 1 0 0,0 2 0 16,1 0-5-16,-1-1-6 0,0 1 3 0,0 0-5 15,2-2-2-15,-4 7-2 0,1-2 1 0,-1 5 0 0,0-3 1 16,2 0-5-16,-1 2 2 0,-1 0-2 0,2 1-1 16,-2 1 4-16,2 0-6 0,1 0 5 0,-1 0-2 15,2-2 7-15,0-2 0 0,0 0 2 0,0-1 2 0,0-1 0 16,2 1 1-16,-1-3-1 0,1 1-4 0,0-3 4 15,-2-1-8-15,15 2 6 0,-2-2-6 0,2 9 1 16,-2-4 1-16,2 1-2 0,1-3-4 0,1-3 4 16,0 0-1-16,0-2 3 0,-1 0-9 0,3-2 4 15,-1 0 1-15,-1 1 2 0,-2-3-1 0,2 0 1 16,-6 0-6-16,4 1 3 0,1-3 1 0,-3 2 3 16,0-1 3-16,-1-1-3 0,-5 3-3 0,2-3-4 15,-3 2 5-15,1 2-4 0,1-11 2 0,1 0 2 0,0 0-3 16,-3 2 5-16,-1-2 1 0,-1 0 0 0,0 4-5 15,5-4 4-15,-3 4-5 0,-1-2 2 0,-1-1-1 16,-2 3 1-16,0-2 2 0,-2 0-5 0,0 2 5 16,0 1-6-16,-2-1 1 0,2 3 6 0,-4-5-4 15,0 2 6-15,-3-4-5 0,-2-2-5 0,-1 2 4 0,9 4-4 16,-11 3 11-16,5 2-10 0,-6-1 1 0,-2 3-3 16,6-5 9-16,-8-5-7 0,4 7 6 0,2 1-7 15,-6 2 1-15,2 2 1 0,-1 0-7 0,-1 2 5 16,0 2-11-16,-1 1-24 0,1 3-5 0,-3 3-13 15,-3 4-67-15,1-10-195 0</inkml:trace>
  <inkml:trace contextRef="#ctx0" brushRef="#br0" timeOffset="77045.77">6090 5438 68 0,'0'-2'38'0,"0"0"-3"16,0 0 30-16,0 0-2 0,0 0-46 0,0-1-2 15,0-1-5-15,0-2 3 0,0 1-6 0,0 3-5 16,2-7 4-16,-2 3-5 0,2-1 3 0,-2 3 10 15,0 2-4-15,2-3 7 0,0-3 11 0,0-1 5 16,-1 0-2-16,-1 5 2 0,0-2-4 0,2 1-12 16,-2 1 13-16,0 0-13 0,2 1 9 0,0-1 1 15,0 0-8-15,0 0 6 0,0 1-9 0,-1-1-4 16,1 0 2-16,0 2-4 0,0 1 1 0,0-1 5 0,0 0-5 16,0 0 5-16,-1 0-10 0,1 2 5 0,0 0 5 15,0 0-2-15,0 2-2 0,0 0-2 0,0 0-1 16,-2 0 1-16,3 12 1 0,-1 1 2 0,0 4-7 0,-2-2 5 15,0 3-5-15,0 8-1 0,0-10 3 16,-2 3-3-16,0-3-9 0,0-5 4 0,1 6 0 0,-1-4 3 16,0 1-1-16,0-3-2 0,0-1 0 0,2 1 0 15,0-2 1-15,0-2 6 0,0 2-7 0,0 0 3 16,0-1-3-16,0 1 0 0,0 0 3 0,0 2-1 16,0 2 7-16,0 0-6 0,0-1 1 0,0 5-4 15,0 1-3-15,0 1 3 0,0 1 4 0,0 0 0 0,0-1-1 16,0-1-3-16,0-1-2 0,0-2 1 0,-2 3 2 0,2-3 5 15,0-2-5-15,0-1 4 0,0 1-5 0,0-4 0 16,0 2 0-16,0 0 0 0,0-3 0 0,2 5 0 16,-2-8 2-16,2 2-2 0,0 1 3 0,-2-5-1 15,4 6-2-15,-3-3 0 0,1 1-7 0,-2-5 5 16,0-3 4-16,2 5-1 0,0-2 7 0,0-1-6 16,-2-1-1-16,0 0-1 0,4 2 1 0,-1 0 0 15,1-1 2-15,0-1-2 0,-1 0-4 0,1 0 4 16,0 0-5-16,0 0 5 0,1-2-1 0,3 0 3 15,-1 0-1-15,2 0 0 0,-1-2-2 0,-1 0 0 0,2-2 3 16,-1 0-2-16,-1-1 5 0,1-1-7 0,-1-1 3 16,2-2-3-16,-1-2 1 0,-1-2 0 0,3 1-2 15,-1-2 2-15,-2-3 7 0,3 4-5 0,-3-6 0 16,4 3-2-16,-2-1-3 0,3 0 4 0,-3-1-1 16,2-3 4-16,2 1 0 0,-2-3 3 0,6 3-1 0,-4 0 0 15,2-1-5-15,0 1-4 0,-4-1 3 0,-2 3-2 16,-2-3 2-16,1 1 2 0,1 1-1 0,8 1 3 15,-10-5 0-15,-1 1-1 0,7 2-1 0,2-4 0 16,-8 9-4-16,0-2 2 0,-1 2-2 0,0 0 2 16,-1-5 6-16,-1 1-3 0,-2 1-2 0,0 3-1 15,-2 2-1-15,0 4 2 0,1-1 1 0,-1 5-1 0,0-3-6 16,0 5 1-16,0 1 3 0,0 0-2 0,0 0 3 16,0-2 0-16,0 1-3 0,0 1 2 0,0 0-11 15,0 2-13-15,0 0-6 0,0 2-4 0,-1 0-42 0,-1 1-58 16,-2 7-32-16</inkml:trace>
  <inkml:trace contextRef="#ctx0" brushRef="#br0" timeOffset="77579.09">6725 5837 307 0,'0'0'21'0,"0"0"2"0,0-2 2 0,0 0-8 0,2 0 0 16,0 0-2-16,0 1-8 0,0-1 4 0,1 0-4 16,1 0 9-16,0 0 3 0,0 0 6 0,-1 0 0 15,1 1 20-15,-2-1 5 0,0 0-1 0,0 0 1 16,-2 0-8-16,0 0-13 0,-2 0 3 0,0 1-8 15,-2 1-5-15,-7 0-5 0,-9 0 1 0,-1 1-1 0,4 3 3 16,-9 5-12-16,4 1 4 0,2-1-6 0,-4 4 2 16,14-7-2-16,-3-1-2 0,4 10 1 0,2 4-2 15,-3-8 6-15,5 4-5 0,1-2 5 0,0-2-8 16,-5 0 6-16,2 2-1 0,1-2 3 0,2-4-2 16,3 3 3-16,1-5 2 0,0 6 0 0,1-3 4 0,3 1-8 15,0-3 3-15,3-1-3 0,17 6-1 0,1-3 2 16,-5 1-5-16,8 2 4 0,-6-3-9 0,2 5 3 15,0-2-1-15,-3 2 2 0,-3-4 2 0,-1 0 3 16,-2 6 0-16,-4-4 1 0,0 4 0 0,-3 0-6 16,-7-6 0-16,5 4-1 0,3-2 7 0,-5-3 1 15,2 1 7-15,-3 0-5 0,-1-1 3 0,0 1 5 16,-2-3-6-16,0-3 6 0,-2 1-12 0,-2 0 5 16,-10 5-3-16,-12 4 3 0,1-4-6 0,-4-1 10 0,3-3-5 15,-6-1 7-15,4-2 3 0,2 0-17 0,-5-2 13 16,9 0-14-16,-1 0 6 0,1 0-7 0,7 0-2 15,0-2-1-15,0 0 0 0,2 2-81 0,-1 0-40 0</inkml:trace>
  <inkml:trace contextRef="#ctx0" brushRef="#br0" timeOffset="91321.83">26136 8457 9 0,'0'-2'0'0,"0"-2"9"0,0-14 94 16,0-7-29-16,0 1-2 0,0 2-42 0,1-4-8 15,1 2 0-15,0-2 5 0,-2 2-2 0,2 0 11 0,0-1-3 16,0 3 3-16,0-2-2 0,-2 2 8 0,0 1 3 16,1 1-5-16,-1 1 3 0,0-1 2 0,0 3-13 15,2-1 5-15,-2 1-9 0,0 6-7 0,0 1-1 16,0 5 1-16,0 1-2 0,0 1-11 0,0-1-7 16,0 0-4-16,0 2 2 0,2 0-2 0,0 1 2 15,0 1 3-15,0 0-1 0,0 1 5 0,-2 1-4 0,3 22 2 16,-1 2-2-16,0-3 8 0,-2 4-6 0,0 3-2 15,0 0-1-15,0 0-5 0,-2 3 4 0,-2 4-1 16,3-2 3-16,-1 1 0 0,0 1 1 0,0-2 1 16,2 2-1-16,2-3-6 0,0 3 4 0,1-2-3 15,3-1 4-15,0-3 6 0,-1-5-11 0,1 2 7 0,-1-4-7 16,1 8 8-16,-1-8-7 0,-1-2 4 0,2 2-4 16,-3-7 4-16,1 0-1 0,-2-4-1 0,0-2 0 15,0-2 8-15,0-3-7 0,-1-1 3 0,1 1-4 16,0-3 9-16,0 1-3 0,-2-2-1 0,4 2-1 15,-2-4 5-15,7 5-1 0,4-1 4 0,0-2-4 16,0-2 1-16,2-6-6 0,-4-1 9 0,5-1-7 0,-1-21 4 16,4-7-1-16,-1-1-5 0,-3-7 5 0,4-3 5 15,-2 7-10-15,-4-3 5 0,7 2-8 0,-9 2 2 16,0 0 0-16,2 4 0 0,-5 1 2 0,1 3 8 0,2 1-1 16,-3 2-4-16,-5 4 1 0,5 4-6 0,5 1 11 15,-6 6-2-15,-1 2 3 0,-4 2-13 0,-1 1 0 16,-1 4-1-16,0 1 0 0,0-1-2 0,0 0-9 15,0 2-1-15,0 1-2 0,0-1-5 0,0 2-42 16,-1 0-22-16,-1 2-15 0,0-1-135 0,-2 5-11 16</inkml:trace>
  <inkml:trace contextRef="#ctx0" brushRef="#br0" timeOffset="91678.81">26574 8774 317 0,'0'0'82'0,"0"0"-74"0,0 0 80 16,0 0-34-16,0 0-53 0,0 0 9 0,0 0 3 0,0 2 1 16,0 0-4-16,0 2-2 0,0-1-1 0,-2 7 1 15,-4 6-7-15,3-1 4 0,-3 2-3 0,0-2 4 16,1 0 1-16,1-4 14 0,0 0 7 0,1-2 3 16,1-1 26-16,0-1-21 0,2 0 5 0,0-1-10 15,0 0 1-15,0-3-2 0,0 1-6 0,0-2 3 16,0 0-10-16,0 0 1 0,4 1-2 0,-1 1 1 0,7 2-1 15,8 1-1-15,-1-3 5 0,0-4-4 0,3 0 8 16,1-2-1-16,1-4-4 0,-4-1 3 0,-5 1 2 16,2-3-12-16,-2 0 11 0,2 3-12 0,-2-9 8 0,-7-1-5 15,-1-3-2-15,-3 0 0 0,11 1 1 0,-4-1-6 16,-5 4-4-16,-4 8 0 0,0-4-3 0,0 7-7 16,0-1 4-16,0 3-8 0,0-2-18 0,-2 2-67 15,0 0-4-15,-1 2-24 0,-14 0-36 0,-13 8-149 16</inkml:trace>
  <inkml:trace contextRef="#ctx0" brushRef="#br0" timeOffset="92068.66">25861 9560 353 0,'-2'0'65'0,"0"-2"-72"0,0 0 67 0,-2 0-33 15,-1 0-18-15,-14-7-4 0,14 7 2 0,-5-2-3 16,1 1-2-16,2 1 0 0,-3 2 1 0,5 0 0 0,1 0 0 16,-1 0 1-16,-1 0-1 0,2 0 1 0,1 0 1 15,-1 0 31-15,2 2-4 0,0-1 14 0,0 1 7 16,0 0-4-16,1 0-2 0,1 0-3 0,1 0-29 15,3 0-1-15,17 1-3 0,23 3 2 0,-3-2-2 0,15-3-1 16,-4-1-2-16,0 0 1 0,3-1-2 0,-3-3 2 16,6 0-3-16,0 2 2 0,1 2-1 0,8 0-1 15,-2 0 5-15,2-2-5 0,-2 2-6 0,-6 4 1 16,-7 0 1-16,-2 3 1 0,-9-1 0 0,-11-2-3 16,-2-1-1-16,-12-3 1 0,-1 2 3 0,-2 0-5 15,-4 0-3-15,-1 0 0 0,-4-2-3 0,-1 2-27 16,1-1-3-16,-2 1-13 0,0 0-56 0,-1 2-75 15,-1 0-14-15</inkml:trace>
  <inkml:trace contextRef="#ctx0" brushRef="#br0" timeOffset="92857.77">25928 9927 257 0,'0'0'117'0,"0"0"-104"0,0-2 123 0,0 0-52 16,0 1-45-16,0-1-2 0,0 0-10 0,0 0 2 16,0 0-20-16,0 0-1 0,0 0 0 0,1 2-3 0,1 0-12 15,0 0 12-15,-2 2-7 0,2 0 9 0,-2 2-7 16,2 13 8-16,-2 7 0 0,0 4 0 0,-2-1-8 16,-2 5 2-16,2 1 5 0,-1 1-2 0,-3-1 1 0,2-1 0 15,1-1-2-15,-1-3 2 0,0 0 0 0,2 2 7 16,1-4 1-16,1-2 1 0,0 2-3 0,0-4-6 15,1-1-1-15,1-1 0 0,2 1 9 0,0-5-7 16,1 3 4-16,1-4-6 0,-1-2 3 0,1-2-1 16,-2-2 2-16,-1-2-2 0,1 1-2 0,-2-4 12 15,-2-3 1-15,9 1 6 0,4 8 15 0,0-3-14 16,4-1 1-16,3-3-6 0,1-3-8 0,-4-2 1 16,3-3-2-16,-5-3 2 0,3-3-2 0,-3 0-5 15,2-2 0-15,-4-13-1 0,0-7-4 0,-2-1 3 0,0-1 0 16,-1-4 1-16,-3 2 0 0,0-4 4 0,1 0-3 15,1-1 4-15,-1-3 4 0,-1 2-8 0,0 4 2 16,1 4-4-16,-1 2 10 0,-1 7-4 0,-4 1 2 16,-1 3-3-16,11 5 9 0,-3 3-8 0,-4 1 7 0,-3 5-8 15,-2 5 1-15,0-1-6 0,0 0-3 0,0 0-1 16,0 1-10-16,0 1-15 0,0 0 7 0,-2 0-8 16,1 2 2-16,-1 0-44 0,0 2-7 0,-2 0-15 15,4 0-47-15,-13 18 8 0,4-1 1 0,2-1 5 16,1-1 16-16,2-2 7 0,2-2 19 0,2-2-2 15,0 2 83-15,0-6 8 0,2 3 1 0,2-3 2 0,-2-3-1 16,9-1 4-16,7 1-8 0,3-2 5 0,-1 2-13 16,3-2 2-16,-1 1 6 0,-4 1-3 0,1 9-3 15,-2-4 10-15,-1 1 2 0,-3-5 9 0,0 1 50 0,-1-3-7 16,-11-3 3-16,5 2-8 0,-2 2-30 0,-2 0-9 16,9 12-1-16,-4 3 0 0,-3 5 15 0,-4 0-16 15,-8 4 8-15,-5 4-12 0,-1-4 3 0,-3-1-3 16,0 3-6-16,2-4 3 0,2-4-6 0,0 3-4 15,6-11 5-15,-1 3-5 0,1 0 1 0,3-4 7 16,1 2 3-16,1-4 1 0,2 2-6 0,0-2 0 16,2 0-6-16,-1-2 5 0,5 2-2 0,-2 1 0 15,16-1 1-15,6-2 0 0,-5-2 2 0,1 1 2 16,2-3-1-16,-4 1 1 0,-1 0 4 0,-4-3-2 0,-4 1 1 16,0 0-2-16,-3-1-6 0,1-1 4 0,-4 2 2 15,-1 0 2-15,0-1 19 0,-2 1-8 0,0 0 1 16,-2 0-6-16,-2-1-8 0,-17 8-6 0,-24 6-3 0,-3-4 1 15,3-4-2-15,4-1 0 0,2-3 0 0,4 1 0 16,1-2-3-16,6-2-14 0,0-1-1 0,8 1-7 16,1-2-33-16,8 0-84 0,3 0-13 0</inkml:trace>
  <inkml:trace contextRef="#ctx0" brushRef="#br0" timeOffset="93152.3">27160 9456 665 0,'0'-2'75'0,"-1"0"-1"0,-1 0-11 15,0-2-8-15,0 1-26 0,0-3-23 0,0 0 1 0,0 3-1 16,1-1 1-16,1 0 0 0,0 2-6 0,0 1 3 16,1-1-4-16,1 0-4 0,2 0 5 0,16-7-1 15,6-1 3-15,2 3-5 0,-2 1-3 0,-2 1 2 16,1 1-1-16,-1 2 4 0,-2 0-20 0,0 1-13 16,-5 1-7-16,2 0-84 0</inkml:trace>
  <inkml:trace contextRef="#ctx0" brushRef="#br0" timeOffset="93304.53">27136 9684 294 0,'0'0'172'0,"0"0"-149"0,-2-2 173 0,1 0-71 16,-1 0-93-16,0 1 3 0,0-1-3 0,2 0 1 0,0 0-14 16,0 0-13-16,2 0 4 0,2 0-6 0,14-5 9 15,16-4-4-15,-1 0-6 0,0-2 2 0,6 0-3 0,2-2-8 16,-2 2 2-16,-2 0-10 0,2 0-34 0,-5 0-56 15,-1 2 4-15,-1 1-22 0,-6 3-34 0</inkml:trace>
  <inkml:trace contextRef="#ctx0" brushRef="#br0" timeOffset="93831.98">28544 8295 102 0,'0'-2'34'0,"0"0"13"0,0-1 31 0,-4-10 4 16,-2-6-15-16,3 2 3 0,-1 4-5 0,0 0 2 15,1 2-15-15,-1 2-9 0,0 0 0 0,2 1-3 0,0 3-14 16,1 1-4-16,-1 0-6 0,2 2 3 0,0 1-15 16,-2-3 2-16,0 0-1 0,0 2 2 0,0 0-7 15,0 1 1-15,1-1-4 0,1 2 3 0,0 2 0 16,0-1 2-16,0 1 1 0,0 24 0 0,1 6-4 0,-1 3-4 16,2 2 4-16,-2 4-2 0,0 4 10 0,0 5-7 15,0 2-2-15,0 0-1 0,0 2 8 0,0-6-5 16,0-5 3-16,0-4-4 0,0-10 4 0,0-6-2 15,0-1 5-15,0-7-5 0,2 0 8 0,-2-4-10 16,0-4 2-16,0-1-1 0,0-3 14 0,0-1-3 16,2 2 3-16,0 0 0 0,0-1 25 0,0-1-4 15,1 0 2-15,1-2-5 0,3 0-7 0,8-5-7 0,2-7 0 16,0-4-3-16,1-21 0 0,-1-4 2 0,3 0-3 16,-1-6 1-16,1 3-14 0,-1-6 8 0,0 3 1 15,3 7 2-15,-4-1 4 0,-1 5-3 0,5 7-5 16,-5 3 2-16,-4 3-11 0,-2 3 5 0,-7 5 1 15,-2 2 1-15,7 4-12 0,-7 3-2 0,0 3-5 0,0 3 3 16,1-4-10-16,1 0-54 0,0 2-18 0,-1 0-19 16,-1 1-116-16,0 1-59 0</inkml:trace>
  <inkml:trace contextRef="#ctx0" brushRef="#br0" timeOffset="94208.32">29132 8722 225 0,'0'0'147'16,"0"0"-147"-16,0-2 152 0,0 0-69 0,0 2-58 0,0 0-10 15,0 0-1-15,-2 0-3 0,1 0 2 0,-1 2 1 16,0 0 2-16,-2 2-3 0,-5 1-7 0,-4 12 14 16,-2 4-13-16,-5-5 13 0,3-1-15 0,0 0 17 15,0-8 3-15,10 6 2 0,-4-1-2 0,7-1 1 16,0 2 4-16,-1-6-1 0,1 2 10 0,2-1-2 15,0-1-5-15,-1-1 2 0,-1-1-17 0,2-1 3 16,0 2-2-16,2-3 0 0,0-1-9 0,0 2 11 0,2 0-5 16,0-1 8-16,0-3-6 0,22 10 6 0,2-5-1 15,-9-5 2-15,7 0 4 0,-2-3-7 0,-3-3-2 16,-1-3-3-16,-3-1-5 0,-2 1-1 0,-4 0 2 16,-1-13-3-16,-3-3 0 0,-3-1-3 0,0 2 0 15,15-2-1-15,-6-2-3 0,-5 1 3 0,-6-1-1 0,-2 5 0 16,-4 1-5-16,1 5-10 0,-5 3-11 0,1 1 0 15,-6 5-53-15,-9 6-48 0,2-12-3 0,-2 4-23 16,1 8-88-16</inkml:trace>
  <inkml:trace contextRef="#ctx0" brushRef="#br0" timeOffset="96295.15">17474 8564 65 0,'0'0'0'0,"-2"-1"6"0,0-1 64 0,0 0-10 16,0 0 4-16,-1 0-28 0,-3-2-1 0,-3-3-12 16,-10 5 2-16,8-5-3 0,-2-1-15 0,2 1 5 15,2 1-3-15,-2-1 6 0,-4 3 6 0,4 0 5 16,-2 3-8-16,0-1 5 0,2 0-16 0,-2 0 6 16,0-7 6-16,1 3-2 0,-1 1-2 0,0 1-7 0,0 2-3 15,-1 2 1-15,1 2-1 0,-4 5 5 0,0 4-5 16,0-7 3-16,1 24-10 0,-1-2 2 0,0 2 5 15,1 7-3-15,-1-9-4 0,4 2 8 0,0 2-4 16,0-6 6-16,2 4-12 0,1-4 4 0,1-4-5 16,2-1 6-16,-1 1 2 0,3-1-3 0,-1-3 6 0,2 5-4 15,1-1 8-15,-1 3-11 0,2 1 1 0,0 0-2 16,0 0 9-16,1 4-7 0,-18 0 0 0,8 1-2 16,2 3 5-16,3 0-3 0,2-1 3 0,2 1-3 15,2-1-3-15,0-1 5 0,0 0-4 0,2 1 5 16,0 1 3-16,2-1 1 0,1-1-3 0,1-6 0 0,1 2-12 15,3 0 8-15,1-2 3 0,0 0 1 0,2-1 4 16,-2-7-8-16,-5-1-3 0,14 2-1 0,2-2-2 16,1 0 3-16,3 3 7 0,-2-5-4 0,2-2 0 15,5 2 0-15,-1-3-5 0,0-5 5 0,5 1-1 0,-1-2 1 16,-1-1 1-16,6-1 1 0,-9 0 6 0,1 17-10 16,-1-8 2-16,-6-6-3 0,2-1 10 0,-4-2-4 15,-1-2 1-15,-1 0-2 0,-1 0-1 0,-3-2 0 16,3 0 6-16,-2-2-5 0,-2 1 1 0,-1-3 6 15,1-1-7-15,-2-3 8 0,0 7 0 0,0-16-3 16,-2-1 3-16,1-1-4 0,-3-5 7 0,-2-2 5 16,-1-3 5-16,-1-3-1 0,1-3 1 0,-2-2 1 15,-1 2-4-15,-1 0 3 0,0-2-7 0,19 6-3 16,-8-5-1-16,-6 5-1 0,-3 2-7 0,-2-3 1 0,-2 3-5 16,0 3 4-16,-2-2-4 0,0 2 5 0,-2 0-3 15,0 2 4-15,-1-2-3 0,-1 1-5 0,-1-5 8 16,-1 2-6-16,-1 1 5 0,0-5-1 0,0 3-4 0,-1-1 4 15,1-1 7-15,0 1 2 0,1 6-1 0,-1-2 1 16,2 2 2-16,-1 6-7 0,1 1 7 0,1 4-8 16,1 2 4-16,-1 2-7 0,2 4 1 0,-3-2-2 15,5 5 1-15,-7-5 2 0,-4-1-5 0,-4 1 5 16,-2 2-7-16,-1 3-1 0,0 2 3 0,-1 2-1 16,-1 2 0-16,3 3-1 0,1 3-5 0,-3 3 1 15,5-7-3-15,1 25-51 0,0 3-29 0,0 1-26 0,4 4-267 16</inkml:trace>
  <inkml:trace contextRef="#ctx0" brushRef="#br0" timeOffset="97802.64">28124 9489 256 0,'-2'0'35'0,"0"0"2"16,1 0 31-16,-1 0 7 0,0-2-15 0,0 0-13 15,-2 0-14-15,1 1-3 0,-1-1 0 0,2 0-6 0,0 0 14 16,0 2-5-16,0 0 5 0,2 0-27 0,0 0 1 15,2 0-2-15,0 0 2 0,7 0 4 0,25 2 8 16,5 0-1-16,5-2 3 0,1 0 2 0,-1-2-6 16,3-2 1-16,1-3-3 0,-1 1-1 0,3-1-6 15,0-3 0-15,4 3-4 0,1-2-9 0,3 1 7 16,0 3 0-16,-1 1 1 0,-3 2-11 0,-6 0 8 16,-5 0-5-16,-6 2 7 0,-4 0-11 0,-7 0 7 15,-3 0-4-15,-5 0 4 0,-5 0-13 0,0 0-1 0,-5 0-3 16,-3 0-3-16,-1 0-60 0,-2 0-65 0,0 0-18 15,1 2-15-15,1 0-89 0</inkml:trace>
  <inkml:trace contextRef="#ctx0" brushRef="#br0" timeOffset="98226.16">28555 9704 491 0,'0'0'58'0,"-2"-1"90"15,0-1-94-15,0 0-24 0,0 0-1 0,1 0-6 16,-1 0-1-16,0 0-17 0,0 1 5 0,2-1-9 0,0 0 8 16,0 0-9-16,0 0 0 0,0 2-2 0,0 0-2 15,0 0 9-15,0 2-5 0,0 0 5 0,0 2-10 0,0 10 6 16,0 9 5-16,0-1 1 0,-2 6 5 0,0 2 0 16,2 1-4-16,-2 6 3 0,1 2 3 0,-3 6-6 15,0-1 2-15,0 10-5 0,1 2 1 0,-1 1-3 16,2-3 1-16,0-9-1 0,0-1-1 0,2-12 6 15,0 0 5-15,0-6-1 0,0-8 4 0,0-1-3 16,0 0 1-16,0-6 0 0,2-2 6 0,-2-3-6 16,0-3 3-16,2 3-3 0,-2-4 7 0,2 1 16 15,0 1-1-15,0-2 7 0,1 0 2 0,-1-2-18 16,13 2 1-16,4-4-6 0,1-6-1 0,1-5-9 16,3-3 0-16,0-23-2 0,2-6-1 0,2-5-7 0,0 4 5 15,1-5-5-15,-1-2 7 0,-6 4-4 0,-1-3-3 16,-5 10 1-16,-1 3-3 0,2 5 0 0,-6 4 4 15,4 6-2-15,-6 2 2 0,-3 5-7 0,1 1 1 0,-3 3-3 16,-2 2 5-16,3 3-6 0,-1 3-2 0,-4 3-6 16,2-2-32-16,0 0-76 0,0 1-6 0,0 1-26 15,-1 0-39-15,1 0-76 0,-2 2 48 0</inkml:trace>
  <inkml:trace contextRef="#ctx0" brushRef="#br0" timeOffset="98535.33">29234 10104 470 0,'0'0'66'0,"0"0"0"0,0-2-12 16,0 0-8-16,-1 0-22 0,-1 0-9 0,0 0-7 16,0 0 2-16,2 1-4 0,0 1-2 0,0 0-1 15,0 0 0-15,-2 0 1 0,0 1-2 0,0 3 5 16,1 4 0-16,-5 16 1 0,0 2 4 0,-1 2 24 15,0-1-2-15,1 3 9 0,-1 4-5 0,-1 1-7 0,1 2-8 16,1-5 2-16,-1 1-14 0,-1-7 1 0,1-4 2 16,-1 2-3-16,1-3-5 0,0 3 9 0,1-6-5 15,0-1 6-15,5 0-7 0,-1-2-3 0,0 0 4 16,2-4-3-16,0 0 7 0,0-4-1 0,0 1-6 16,0-3 4-16,0 1-7 0,0-4-3 0,2 3 6 0,-2-1-7 15,0-2 0-15,2 2-2 0,-2-3-14 0,1 3-2 16,1-2-88-16</inkml:trace>
  <inkml:trace contextRef="#ctx0" brushRef="#br0" timeOffset="101342">29439 9309 553 0,'0'0'31'15,"0"-2"-4"-15,0 0 13 0,0 0 5 0,0 0-11 16,0-1-13-16,0-1 3 0,0 0-7 0,0 1 5 16,0-1-15-16,1 0 7 0,1 0-3 0,0 1 3 15,0-1-7-15,0 2 17 0,0 0-6 0,0 0 11 16,-1 1-1-16,1-1-3 0,0 0 3 0,0 0-5 0,0 0-9 15,0 0-7-15,0 2-2 0,-1 0-1 0,1 0-11 16,-2 0-23-16,0 2-16 0,0 0-11 0,0 0-148 16</inkml:trace>
  <inkml:trace contextRef="#ctx0" brushRef="#br0" timeOffset="104087.26">30770 8226 243 0,'0'-1'69'16,"0"-1"-64"-16,0 0 76 0,0-2-31 0,2-3-9 15,0-4-12-15,1-1 8 0,-1 3-10 0,2-2 4 0,-2 7-13 16,1-7-1-16,1 4-3 0,0-1-3 0,-2 3 8 16,0 1-2-16,-2 2 5 0,0 0 8 0,0 0 1 15,1-1 1-15,1-1-2 0,0 0-1 0,0 1-9 16,0-1 3-16,0 2-5 0,0 0-3 0,-1 0 3 15,1 2-5-15,0 0 5 0,0 2-6 0,0 0-1 16,0 2-4-16,5 20 0 0,-3 2-7 0,-2 4 5 16,-2 1-2-16,0-1 2 0,-2 3-7 0,0 1 5 15,0-1 2-15,2 4 0 0,0 0-2 0,0-1-1 0,0 1 1 16,0-2-2-16,2-1 3 0,0-1-6 0,0-3 2 16,0-1-1-16,-1-5 1 0,3-1 4 0,-2-3-1 15,0-3 2-15,2 0 2 0,-3-6-2 0,3 2-2 16,0-2 0-16,-2-6-2 0,0 1-1 0,-1-2 3 15,1-1-1-15,0 1 2 0,0-2 7 0,0 0 0 0,2 0 2 16,1-2 3-16,10-4-2 0,4-9 2 0,1-7 0 16,-1-21 2-16,3 0-3 0,6-4 0 0,0-5-1 15,1 0-3-15,3 2-5 0,-1 3 1 0,-3 3-3 16,0 1 2-16,-2 5-1 0,-7 1-1 0,3 7 0 16,-2 2 5-16,-5 4-9 0,-4 5 6 0,1 4-6 15,-5 0 3-15,-3 4 1 0,-1 2-2 0,-1 5 1 16,0-2-3-16,0 4-2 0,4-4-1 0,-3 1-3 0,1-1-22 15,0 2-15-15,-2 0-8 0,-1 2-1 0,-1 0-41 16,0 2-82-16,-1 0-12 0,-1 2-25 0,-4 22-51 0</inkml:trace>
  <inkml:trace contextRef="#ctx0" brushRef="#br0" timeOffset="104335.65">31371 8717 204 0,'0'-2'49'0,"0"0"68"0,0 0-48 0,0 0-6 0,0 0-9 16,0 0 1-16,0 2-32 0,0 0-5 0,0 0 8 15,0 2-6-15,0 0 11 0,-1 4-15 0,-9 20-1 16,3-4-5-16,-2-2-5 0,-2 3 7 0,-1-3-7 16,1-1 8-16,2 1-3 0,2-5-2 0,-3 2 3 0,3-2-4 15,-1-1 3-15,3-1-8 0,-1 0 2 0,3 0-3 16,1-3 5-16,0 1-8 0,0-2 4 0,0-1-6 15,0-1 3-15,0 2-1 0,1-1-6 0,-1 1 0 16,0-2-32-16,0 3-211 0</inkml:trace>
  <inkml:trace contextRef="#ctx0" brushRef="#br0" timeOffset="104834.76">30244 9430 488 0,'-1'-2'44'16,"-1"0"66"-16,0 0-89 0,0 0-5 0,0 0-6 0,0 0 4 15,0 1-7-15,1-1-6 0,-1 0 0 0,0 0-1 16,0 0 14-16,0 0-3 0,0 0-1 0,0 1 0 16,1-1 5-16,-1 2 5 0,2-2 0 0,0 2 1 15,0 0-2-15,2 0-8 0,-1 0 7 0,3 0-7 16,11-2 3-16,9-4-7 0,11 1 5 0,4-1-4 15,2 1-2-15,8 1 3 0,1 0-7 0,0 1 6 16,6-3-6-16,3 0 8 0,-3 3-7 0,1-3 7 0,-1 1-1 16,3-3-6-16,4-1 8 0,8 0-7 15,1 3 10-15,3 2-10 0,-5 1 4 0,-7-1-7 0,-5 2 5 0,-10 2-2 16,-5 0 0-16,-6 0-1 0,-4 0-4 0,-7 0 4 16,0 0-3-16,-5 0 4 0,-1 0 1 0,-5 0-4 15,-2 0 8-15,-2 0-6 0,-3 0 20 0,-3 0 6 16,-1 0-3-16,0 0 2 0,-1 0-18 0,1 0 3 15,0 0-3-15,0 0 5 0,-3 0-6 0,1 0-9 16,0 0 1-16,0 0-5 0,0 0-11 0,0 0-86 16,-2 0-10-16,0 0-36 0,0 2-138 0</inkml:trace>
  <inkml:trace contextRef="#ctx0" brushRef="#br0" timeOffset="105767.64">30542 9868 355 0,'0'0'33'0,"0"-2"-3"0,-2 0 18 0,0 0-7 0,0-1-3 16,0-1-13-16,2 2 1 0,-2-5 2 0,2-1-3 15,0 1-5-15,0 1 3 0,0 1-7 0,0 1 4 16,0 0-16-16,0 0 10 0,0 1-1 0,0-1 5 16,2-2 6-16,-2 5 0 0,0-1-2 0,2-2 1 15,0 0-3-15,0 1 16 0,0 1-4 0,-1 0 5 16,1 0-10-16,0 0-5 0,0 0 4 0,0 2-5 0,0 0-4 16,-2 0 1-16,0 2-7 0,0 0 5 0,0 0-8 15,0 0-2-15,0 1 2 0,-2 9-2 0,0 6-4 16,0-1 6-16,-2 1-6 0,1 3 5 0,-1 1-7 0,2-2-2 15,0 5 2-15,2-3 0 0,0 4 7 0,0-2-3 16,0 4 0-16,0 0-2 0,0 1-6 0,0 1 8 16,2 4-4-16,0-5 6 0,2 7-9 0,-1-5-1 15,-1-1 1-15,0 1 1 0,-2-5 10 0,0 2-10 16,0-7 3-16,0-5-4 0,0 1 13 0,0-4-10 16,2 0 5-16,0-2-7 0,0-3 3 0,0-3 5 15,-2-3-5-15,1 2 4 0,1 0-1 0,0-1-4 16,0 1 3-16,0-2-3 0,0 0 6 0,0 0-1 0,1-1 0 15,1 1-3-15,0 0-2 0,-1-2 4 0,5 0-1 16,1 0 2-16,2 0-5 0,-1-2-2 0,-3 0 2 16,2-1 0-16,-1-1 9 0,1-2-12 0,0-1 4 15,1-2-5-15,-1-12 3 0,0 3 4 0,0-6-3 0,1-6 4 16,-1 2-3-16,2-13-1 0,0 2 0 0,2-2-1 16,0-1 5-16,-2 3-7 0,0-2 6 0,1 2-7 15,-1 2 8-15,0 3 2 0,0-1-6 0,0 5 4 16,-2 1-9-16,1 1 5 0,1 4 3 0,-2-1 1 15,2 3 7-15,-1 5-6 0,-3 1-2 0,0 5 0 16,-1-1 5-16,-2 5-8 0,1 0 0 0,-1-1-3 16,0 6 2-16,1 0 0 0,-3 1-2 0,4-3 0 0,-4 4-11 15,1-2 6-15,1 0-6 0,0 2 4 0,-1 0-15 16,-1 0-104-16,0 2-16 0,0 0-50 0,-2 2-237 16</inkml:trace>
  <inkml:trace contextRef="#ctx0" brushRef="#br0" timeOffset="106173.07">31420 10146 796 0,'0'-2'32'15,"0"1"53"-15,-2-3-36 0,2 0-8 0,-2-1 5 16,0 1-9-16,2 2-14 0,0 0-14 0,-15-9-6 15,0 4 0-15,-7 1 0 0,-4 6 2 0,2 4 3 0,-11 5-2 16,-8 8-2-16,4 1 4 0,-4 3-6 0,4-1 7 16,8-3 0-16,5 0-3 0,7-14 4 0,4 18-6 15,2-5-2-15,4-3 2 0,4 2 0 0,-3-5 0 16,1 1-5-16,1 0-1 0,2 0 0 0,3 2 2 16,1 2 14-16,1 0-10 0,3-6 0 0,0-2-4 15,29 3-1-15,8-1-2 0,4 0 5 0,-6-1-3 0,2 1 4 16,-4 2-2-16,0-2-1 0,-2 3 0 0,0-5 4 15,-3 4 3-15,-8-2-2 0,-2 3 3 0,-5-5-2 16,-4 4 4-16,0-2 4 0,-4-1-2 0,-3 1 5 16,-2-2 14-16,1 1-1 0,-1-3 8 0,-4-3 10 0,2 2-18 15,-2 0-1-15,0-1-7 0,0 1-9 0,0-2-4 16,-28 0-2-16,-17 0-1 0,1 22-2 0,-6-9-9 16,-4-8-10-16,6-3-3 0,-6-4-41 0,2 0-124 15,7 0-9-15,-3 2-58 0,3 1-208 0</inkml:trace>
  <inkml:trace contextRef="#ctx0" brushRef="#br0" timeOffset="107209.27">8697 9082 80 0,'0'0'12'0,"0"0"17"16,0 0-6-16,0-1-5 0,0-1 2 0,0 0-4 0,2 0 2 15,0 0 16-15,0 0-1 0,0 0 8 0,-1-1 4 16,1-1 9-16,-2 0-4 0,0-3 6 0,0-2 0 16,0 1-6-16,0 1-2 0,0-1-3 0,0 3-3 0,0 1 0 15,0 0 0-15,-2 1-1 0,1-1-9 0,-1 0-3 16,-2 0 5-16,2 4-4 0,-7-5-2 0,-2-1-1 16,-2 3-2-16,-2-1 0 0,0 2-3 0,-2 2-5 15,-1 4-1-15,-3 1-1 0,3 3-8 0,-1 1 2 16,4 0-9-16,0 1 5 0,1 1-7 0,2-8 2 15,1 14 5-15,4-2-3 0,0 0 2 0,3 0-4 16,2 0 0-16,-9-1-2 0,3 1-2 0,5 0 6 0,1-2-1 16,2 0 4-16,0 0-6 0,2-2-7 0,1 0 2 15,3 1-3-15,0-1 4 0,1-2 6 0,2 2 1 16,8-2 2-16,1 1-4 0,-1-1 1 0,-2 0 1 16,0 2 1-16,0 4 1 0,-4 2 0 0,0 0-4 15,-4-1 2-15,3-1-2 0,-5 0 5 0,-3-4 4 0,7 0 3 16,-3-1 25-16,-4-5 8 0,2 4-3 0,-4-1 2 15,0 3-26-15,-4-2-2 0,-2-1-6 0,-10-5 3 16,-20 3-2-16,-1-2-30 0,-4-2-17 0,-3 7-28 16,-6 2-250-16</inkml:trace>
  <inkml:trace contextRef="#ctx0" brushRef="#br0" timeOffset="110961.86">28607 8026 89 0,'0'0'0'0,"0"-2"25"0,0 0 5 0,-2 0 4 0,0-1 5 16,0-1-24-16,0 0-2 0,1 0-4 0,-1 1 0 16,-2-1 1-16,0 2 8 0,-7-5-6 0,-2-1 3 15,-4-1-3-15,-3 2 20 0,5 3 0 0,-5 2 3 16,1 0-2-16,1 2 3 0,-5 0-9 0,-1 0 1 16,4 2-5-16,-3 2-16 0,3 0-3 0,-4 3 1 0,7-1-1 15,-5 5 6-15,1 0-11 0,3 2 6 0,-10-8-6 16,6 14 7-16,-6 3-8 0,-2 2 0 0,6 2-2 15,0 2 6-15,0 2-3 0,3 3-1 0,3 1 0 16,-1 3 3-16,3 2-1 0,-1 4-1 0,0 5-1 16,0 4 2-16,3 9-2 0,-1-1 3 0,0 4-3 15,0-4-1-15,4-6 4 0,0 0-1 0,0-10 1 0,3 1-6 16,3-1 7-16,-1 1-4 0,0 1 5 0,3 6-3 16,-1 4-12-16,2 3 6 0,0 8-6 0,0 4 13 15,-29 3 1-15,20 0 0 0,7-3-2 0,4-8-5 16,4-5 2-16,-1-6 1 0,3-4 1 0,3 0 1 0,1 4 9 15,3-2 15-15,3 6 0 0,3 1 47 0,1 8-31 16,4 0 2-16,6 4-12 0,-28 2-5 0,35-6-17 16,-2-2 2-16,-5-6-6 0,5-5 8 0,-1 0-7 15,3 2 1-15,2 2-3 0,-2 1 8 0,2 1-8 16,-7 3 7-16,-5 1-6 0,5 1 21 0,-6-9 4 16,4-2 0-16,1-4 2 0,-1-11 9 0,5 2 2 15,1-11-3-15,3-6 1 0,1-2-11 0,7-5-2 0,9-2 4 16,1-9-4-16,2-2-5 0,6 0-9 0,-5 24 3 15,5-17-5-15,-2-9-3 0,-7-6 0 0,-2-3-4 16,-8-2 5-16,2-4-4 0,-3-2 5 0,3-3-2 16,4-6 2-16,0 0-9 0,4 19 0 0,-4-27-1 15,0 3 1-15,0-5 10 0,-11-1-10 0,5-2 6 0,-9-2-7 16,-2 1 6-16,1 1-6 0,-7 0 0 0,1-2-2 16,0 4 3-16,-2-2-1 0,3 0 2 0,-3 0-2 15,0 0 0-15,-2 0 5 0,0-6-4 0,-2-1 5 16,0-10-9-16,-2-3 0 0,3-6 4 0,-3-2-1 15,-4 2-2-15,-3-6 5 0,-4 4-9 0,1 2 8 16,-1 0-10-16,-4 4 2 0,-1 0 0 0,23-10 2 16,-19-7 8-16,-12-18-4 0,-7-10 4 0,-8 2-5 0,0 2 1 15,0 15 9-15,-3 9-4 0,1 7 6 0,-1-1 0 0,-2-8 1 16,-4-2 6-16,0-7-4 0,0 0 2 0,0 9 2 16,0 2-4-16,0 13 3 0,2 6-9 0,0 5 0 15,-1 5-5-15,3 7 3 0,20 1-5 0,-27-6-2 16,-1 3 3-16,-9-4-3 0,0-4 0 0,-6 7 0 15,-1-3-2-15,-1 5 1 0,3 8-3 0,-4 5-9 16,1 4 0-16,4 11-4 0,-5 2-9 0,6 8-18 16,-1-14-9-16,-2 14-8 0,3 12-71 0,-7 15-138 15</inkml:trace>
  <inkml:trace contextRef="#ctx0" brushRef="#br0" timeOffset="116209.64">22836 7963 61 0,'0'0'17'16,"0"0"0"-16,-2-2 16 0,0 0-2 0,1 0 2 16,-1 0 0-16,0 1 1 0,0-1-4 0,0 0 2 0,0 0-9 15,0 0 0-15,1 0 1 0,-1 0-2 0,0 1-1 0,-2-1 4 16,2 2-6-16,-7-2 5 0,0 0-12 16,1 0 9-16,6 2 4 0,-3 0-2 0,-4 0-9 0,3 0 3 15,-3 0-4-15,-2 0 6 0,5 0 3 0,4 0-9 16,-3 0 5-16,3 0-5 0,-2 0 13 0,0 0-11 15,1 0 7-15,-1 0-7 0,0 0 11 0,2 0-6 16,0 0-3-16,1 2 2 0,-1 0 4 0,2 0-5 16,0 0 2-16,2-2-5 0,3 0-8 0,25 1 6 15,5-1-7-15,2 0 6 0,-3-1-1 0,7-1-4 0,-4 0 3 16,-6-2-4-16,1-1-4 0,-6 1 6 0,0 0-1 16,-2 0 2-16,2 3-5 0,-4-1-6 0,0 0 2 15,-1 2-1-15,-3 0 8 0,-1 0-2 0,-4 0-2 16,0 0 0-16,-4 0 3 0,-1 0-8 0,-3 0 2 15,-1 0-4-15,0 0 5 0,0 0 2 0,-1 0-3 0,1 0 2 16,0 0-2-16,-2 0-12 0,-1 0-7 0,1 0-8 16,0 0-62-16,-2 0-106 0,0 0-23 0</inkml:trace>
  <inkml:trace contextRef="#ctx0" brushRef="#br0" timeOffset="116531.8">22962 7712 367 0,'0'-2'185'0,"0"0"-248"16,0-5 217-16,0-6-119 0,0 2-14 0,0 7-15 16,0-1 6-16,0 3-9 0,0-2 6 0,0 0-7 15,0 1-2-15,0 1 0 0,0 0 3 0,0 0 1 16,0 0-1-16,0 0 1 0,0 2 11 0,0 0 4 0,0 0 6 15,0 2-4-15,0 0 2 0,0 4-7 16,0 18-1-16,0 11-1 0,0 0 5 0,0 4-16 0,0 4 8 16,0-4-10-16,0 4 7 0,-1-4-5 0,-1 0 0 15,0-4-1-15,0-5-6 0,0-1 3 0,0-1 1 16,0 2 0-16,2 0 2 0,0 1-4 0,0 1-3 0,2 1 2 16,0-1 1-16,4 3-14 0,1 2-50 0,1 2 6 15,1 2-213-15</inkml:trace>
  <inkml:trace contextRef="#ctx0" brushRef="#br0" timeOffset="117015.35">22400 10627 470 0,'0'0'58'16,"-2"-2"104"-16,0 0-133 0,0 1-17 0,0-1-5 16,1 2-1-16,-1 0-1 0,-2 0-1 0,0 0 1 0,1 0-1 15,-1 0 2-15,2 0 7 0,0 0 1 0,0 0 2 16,0 0 4-16,1 0 17 0,-1 0-4 0,0 0 8 16,0 0-4-16,0 0-1 0,2 0 1 0,0 0-2 15,2 0-10-15,0 0-8 0,5-2 0 0,21-4-1 16,2 1 0-16,3-1 3 0,2 2 1 0,4 1 1 15,4-1-4-15,2 0 0 0,5 1-3 0,-6-1 2 16,3 0-2-16,-3 0 2 0,-5 1 0 0,0-1 2 0,-3 0-4 16,-5 2-4-16,-1-1-2 0,-4 1-2 0,-6 0-6 15,-1 0 0-15,-4 0 4 0,-4 2-3 0,-2 0 9 0,-3 0-10 16,-1 0-6-16,-3 0-7 0,0 0-64 0,2 0-139 16,-1 0-7-16</inkml:trace>
  <inkml:trace contextRef="#ctx0" brushRef="#br0" timeOffset="117874.06">23306 8486 243 0,'0'0'35'0,"0"0"-2"0,0 0 3 16,0-1-5-16,0-1-9 0,0 0-16 0,0 0-2 15,0 0 4-15,0 0-4 0,0 0 16 0,0 1-8 16,0-1 7-16,0-2-8 0,0 0 5 0,0 2 15 15,0-5-7-15,2-2 9 0,-2 1-3 0,2-1 0 0,-1 0-3 16,1-1 0-16,0 1-12 0,0 0-1 0,0 1 3 16,0 3-4-16,0-3-5 0,-2 5-3 0,1-3-1 15,-1 2-1-15,0 1 4 0,0-1-4 0,0 2 3 0,0 0-1 16,2-1 13-16,0-1-12 0,0 0 3 16,-2 0-7-16,0 3 2 0,0-1-1 0,0 0 3 0,0 0-1 15,0 0-3-15,0 0 3 0,0 0-3 0,0 2 2 16,0 0-5-16,0 0 1 0,0 0-1 0,0 2 1 15,0 0 11-15,0 0-10 0,0 0 2 0,0 2-5 16,0-1 6-16,0 3-5 0,0 9 1 0,0 1-4 16,0 1 9-16,2 4-9 0,0 3 5 0,1 4-5 15,1 1 10-15,-2 1-2 0,2 3 1 0,-2-3-1 16,1 2-6-16,1-1 0 0,0 1-1 0,-1-3 0 16,1 1 3-16,0-2 0 0,-2-6 0 0,-2-1 1 0,2-1-1 15,-1-3 1-15,3-2-1 0,-2-2 2 0,2 0 5 16,-2-4-9-16,1 4 5 0,-1-6-5 0,0 1 8 0,0-1-5 15,0-1 2-15,-2-2-2 0,0-3 11 0,0 1-4 16,3 2 3-16,1 0-3 0,0-1 15 0,0 1 0 16,-1-2 1-16,1 0 0 0,0-2 4 0,7 2-1 15,-2-2-1-15,4-2 0 0,0-4 0 0,0-1-7 16,-2-1 0-16,4-19-4 0,4-1-9 0,-3-4 2 16,1 1-2-16,-9-8 1 0,3-4 4 0,2-2-5 15,-2 1-1-15,2 3-1 0,-4 0-1 0,-1 4 0 16,-3 4 3-16,4 5-3 0,-3 0 6 0,1 7-9 0,-3 1 4 15,7 5-5-15,-3 2 6 0,-5 6-7 0,-1 1 2 16,0 2-4-16,0 1 4 0,0-1 4 0,0 0-2 16,0 1 1-16,-1 1-11 0,1 0-14 0,0 0-3 15,0 0-3-15,0 2-20 0,0 0-58 0,0 2-25 0,-1 0-14 16,1 2-118-16</inkml:trace>
  <inkml:trace contextRef="#ctx0" brushRef="#br0" timeOffset="118326.41">23904 8834 387 0,'0'-2'152'0,"0"0"-180"16,0 0 171-16,0 0-86 0,-2-2-29 0,2 3-6 16,-2-7 6-16,0-1-8 0,2 5-11 0,-2-3 4 15,2 1-13-15,0 2 11 0,-2-1-10 0,2 3 14 16,-1-2-1-16,-1 1 6 0,0-1 2 0,0 2 6 15,0 0 2-15,-2 0-2 0,1 0-12 0,-1 2-2 16,-5 0-3-16,-1 2 1 0,1 2-4 0,2 0 2 16,-4 3-4-16,5-3 2 0,2 9-3 0,1-2-1 15,-1 4-3-15,0-4 1 0,-1-2-6 0,1 1 5 16,-5 1-1-16,1 0 2 0,4-2-6 0,1 2 4 16,-1-1 3-16,2-1 1 0,2-2 0 0,0 3-1 0,0-1 2 15,0-4-2-15,2 3 10 0,2-1 0 0,-1 1 0 16,3-1 0-16,1-1-2 0,10-3-6 0,2 1 5 0,-3-2-4 15,3 0 11-15,-2 9-1 0,-1-2-4 16,3-1 3-16,1-3 0 0,-1-3 2 0,3-2 4 0,-1 0-2 16,-3-2-2-16,3-1-2 0,-3-3-1 0,1-1 1 15,-2-1-2-15,-1-1 3 0,-5 1-5 0,-1 7 5 16,-3-18-8-16,-3 2 6 0,3 1-1 0,8-5 2 16,-6 3 0-16,-1-5-6 0,-6-3 3 0,-2 4-4 15,-4-4 1-15,-2 4-2 0,-3 1 2 0,-2 1-2 16,2 7 1-16,5 4-7 0,-16 1-1 0,3 6-3 15,-5-13-25-15,-3 6-99 0,-1 9-39 0,-1 8-38 0,-5-7-304 16</inkml:trace>
  <inkml:trace contextRef="#ctx0" brushRef="#br0" timeOffset="126591.15">1907 9227 157 0,'0'0'0'0,"0"0"18"16,0 0 166-16,0 0-59 0,0 0 7 0,0 0-87 15,0 0-4-15,0 0-32 0,0 0 0 0,0 0-7 16,0 0-2-16,0 0 6 0,0 0 5 0,0 0 1 16,0 0 22-16,0 0-11 0,0 0-2 0,0 0-4 0,2-2-9 15,0 1-8-15,0-1 4 0,1 0-5 0,-1 2 11 16,11-11 1-16,-3 0-5 0,-5-2 2 0,6 0-9 0,6-2 5 16,-4-2 2-16,9-2 0 0,-3 1-2 15,-2-1-2-15,7-3 3 0,-4 0-2 0,2-1 0 0,2-3-5 16,-7 2 1-16,0-2-2 0,-2-3 8 0,-2 3-6 15,0-2 6-15,-2-2-5 0,0 0 8 0,0 1-3 16,-3-1-4-16,1 8 2 0,-4-1-8 0,-1 5 4 16,-2 1 0-16,0 2 2 0,0 8 10 0,0 3-4 15,-1 0 4-15,3 1-5 0,0-1-1 0,-2 0-8 16,0 2 1-16,-1 1-2 0,1 1 10 0,0 0-2 16,0 1 0-16,-2 5-1 0,2 18-1 0,-2 4-3 0,-2 0 1 15,0-4-2-15,-2 2 8 0,1-4-5 0,1 0 1 16,-2 1-3-16,2-1 2 0,0-3 0 0,2 3 7 15,0-2-5-15,0-1 3 0,0 3-8 0,0 0 0 16,0-1-3-16,0 1 6 0,2-1 3 0,0-3-1 0,2 1 1 16,-2-4-2-16,1-1 1 0,1-2-3 0,0-3 0 15,0-2 0-15,-3-1 1 0,3-1 8 0,-2-1-5 16,-2-2 3-16,7 4-3 0,5 1-1 0,1-1 1 16,-2-3 6-16,2-1-9 0,2-2 4 0,-1 0-5 15,1-2 1-15,-2-3 5 0,2-3-7 0,0-1 6 16,-2 0-4-16,2-1 0 0,-4-10 5 0,6 0-4 15,-2-3-3-15,-2 3 5 0,0-2-8 0,-4 1 6 0,-2-3-5 16,6 4 5-16,-7-3 2 0,-1-1-1 0,5 2-5 16,-8 0 2-16,3-3 1 0,-3 7 1 0,9 1-3 15,-2 2 2-15,-3 0-1 0,-2 6 3 0,-2 0-1 0,-2 5-4 16,0 2 0-16,0 0-1 0,1-1 4 0,-1-1-1 16,0 2 2-16,0 0-1 0,0 0 5 0,0 2-6 15,0 2 8-15,-1 0-8 0,-1 2 11 0,-4 13-9 16,1 5-2-16,-1 2-1 0,2-2-4 0,1 2 5 15,-1 2 0-15,2-1 2 0,-2 1-2 0,2 0 1 16,-1 1-1-16,1 3 1 0,0 0 0 0,0 1-2 16,2 1 2-16,-2 0-2 0,2 1 2 0,0 0-2 15,0 3 0-15,0-3-1 0,0 4 9 0,2 2-4 0,0-5-3 16,0-3-1-16,0-5-4 0,1-2 8 0,1 2 2 16,2-2 2-16,-3-5-3 0,3 0-2 0,-2-8 3 15,-1-4-2-15,1-1 1 0,-2-3 1 0,-2-1-3 16,7 4 2-16,3 1 1 0,3 3-5 0,3-1 3 0,-4-4-3 15,1-1 0-15,1-2 0 0,-6-2-2 0,1 0-1 16,2 0-14-16,-5 0-46 0,5 0-45 0</inkml:trace>
  <inkml:trace contextRef="#ctx0" brushRef="#br0" timeOffset="127649.81">3131 8705 167 0,'0'-1'27'0,"0"-1"-2"0,0-2 11 0,0-9-4 0,-2-7-5 15,2 1-15-15,-2-1 8 0,2 3-3 0,0 2 4 16,-2 0 2-16,2 6 1 0,0-2 7 0,0 0-2 16,-2 0 16-16,2 3-2 0,0 1-1 0,0 3-1 15,0 2-7-15,-2-2-8 0,1 1 1 0,-1-1-4 0,0 0-9 16,0 1 0-16,2 1-5 0,0 0 3 15,0 0-12-15,0 0 4 0,0 0 2 0,0 2 1 0,-2 2 5 16,2 0-5-16,-2 2 0 0,-1 14-2 0,-3 10-8 16,2 2 6-16,2 1-1 0,1 1 4 0,-1 1-5 0,0-1 2 15,0-1 0-15,2-1 1 0,0-6 0 0,-2 6-5 16,2-2-2-16,0-2-1 0,0 0 8 0,0-2-5 16,0 2 3-16,2 2-4 0,0-2 1 0,0 2 3 15,0 1 1-15,-1-3 1 0,1 4-5 0,0-4 0 16,2 2-1-16,0-4 2 0,-3-3 0 0,3 1 2 15,0-2-1-15,0-1 3 0,-1-1-2 0,-1-3 5 16,0-7-5-16,2 1 5 0,-2-4-11 0,-1-1 7 16,1 0 0-16,0 0 3 0,2-3-4 0,0 1 1 0,-1-2-4 15,3 0 2-15,3-2 2 0,0-3-3 0,3 3 2 16,-1-26-2-16,2 0 13 0,-2-3-11 0,2-1 6 16,-2-1-8-16,-2-2 0 0,2-1 7 0,2 3-5 15,-1-2 6-15,1 1-6 0,-2-3 1 0,2 0 2 16,-4-2 1-16,-2 0 8 0,3 4-4 0,-1-1 4 0,0 7-5 15,-3 3 2-15,-2 5 0 0,-1-1-5 0,8 7 4 16,-3 2-15-16,-5 6 3 0,-3 5-1 0,4-2 2 16,0 0 5-16,0 2-4 0,-3 1 0 0,1-1-1 15,0 2 1-15,0 0-5 0,0 2-13 0,0 1 1 16,5 18-39-16,1 10-22 0,-3 1-26 0,1 1-8 0,-3-1-159 16</inkml:trace>
  <inkml:trace contextRef="#ctx0" brushRef="#br0" timeOffset="127942.25">3745 9203 454 0,'0'-2'36'0,"-2"0"1"0,1 1 2 16,-1-3-12-16,0 0-5 0,2 2-10 0,0-3-10 15,0-1 6-15,0 1-8 0,0-1 7 0,0 2-5 0,0 1 6 16,0 1-5-16,0 0 15 0,0 0 16 0,0 0-4 16,0 0 9-16,-2-1-9 0,-2-1-3 0,2 0-8 15,-1 2 3-15,-1 0-16 0,0 1 8 0,1 1-1 16,-1 0 3-16,0 0 2 0,0 1-7 0,3 3 8 16,-1 2-8-16,-8 16 11 0,5 0-10 0,-1-1-1 0,3 3-3 15,1 2-8-15,2 0 3 0,2 3-2 0,-1 3 2 16,3-4-3-16,0 2 1 0,0-3 1 0,-1-1 0 15,-1-1-10-15,0 1-1 0,2-4-8 0,-1 2-10 16,3 2-169-16</inkml:trace>
  <inkml:trace contextRef="#ctx0" brushRef="#br0" timeOffset="129146.16">4172 8811 256 0,'0'0'105'0,"-2"0"-46"0,1 2 51 16,-1 2 18-16,-2 3-64 0,-13 19 7 0,2-3-29 15,4-3-2-15,0 0-5 0,2-1-2 0,0 0-5 16,3-5 1-16,2-4-2 0,2-3 7 0,2-3 32 16,0-2 4-16,-1 1 11 0,-1 1 24 0,0 0-45 15,2-2 1-15,0 0-18 0,0-1-27 0,0-1-12 0,0 0-7 16,0 0-3-16,2 0-31 0,0-1-118 0,-1-1-102 16</inkml:trace>
  <inkml:trace contextRef="#ctx0" brushRef="#br0" timeOffset="131817.09">19370 8061 4 0,'0'0'13'0,"-2"0"4"0,0-2 23 15,-2 0 5-15,-5-1-4 0,-6-1-7 0,-2-2-9 0,1 1 1 16,-1 1 2-16,-2-1 2 0,5 1-11 0,-7 0 0 15,-1-1-4-15,0-1-5 0,-3 2-6 0,-2 1 4 16,1 1-4-16,-4 2 1 0,-2 0-6 0,10 2-2 16,-11 1 0-16,-5 3 4 0,1-1 3 0,-7 3-4 0,5-3 1 15,3 1-2-15,5 1-2 0,-1 1 5 0,4-1-3 16,1 1 0-16,1-1 3 0,-2 2-5 0,0 1 5 16,0 1-2-16,2 0 0 0,0 0 3 0,0 0-3 15,-2 0 6-15,-1 1-5 0,-3-1-1 0,-3 0-1 16,-2 2-3-16,1-2 1 0,3 0 2 0,5-2 0 15,-5 3 1-15,1-1 7 0,2 0-6 0,1 2 5 16,6-2-13-16,-1 0 10 0,0 2-3 0,4 0 6 0,1-11-3 16,2 18-3-16,-1 3 5 0,3-1-5 0,0 2-4 15,0 2 8-15,2 4-8 0,2-2 8 0,0 0-10 16,2 1 4-16,1 3 1 0,1 3 0 0,-1-2-5 16,3 1 4-16,1-3 2 0,0-1 0 0,3-2-2 0,-1-6 3 15,-13 1-2-15,4-1 3 0,5-4-12 0,2 3 10 16,3-3-3-16,1 1 5 0,0 1-3 0,0-1 3 15,1 0-5-15,3 1 4 0,2 0-3 0,1 3-4 16,1-1 7-16,-1 0-4 0,4 4 0 0,0 0 4 16,2 2-1-16,2 2 5 0,0 1 3 0,2 3-10 15,-1 3 1-15,3 0-4 0,1 2 5 0,1-4-3 16,-19-3 4-16,24 1-1 0,7-3 2 0,0-2-2 16,5-2-1-16,-3-4 0 0,-2 0 9 0,4-5-8 0,1 0 3 15,-3-6-4-15,0 0 2 0,-1-2 5 0,1 4-4 16,-2-5 3-16,1 1-4 0,-1 0 7 0,2 1-7 15,1 1 5-15,1 0-11 0,2 0 6 0,5 0 1 16,1-1 1-16,-1 1 1 0,7-2 2 0,-3 2-6 0,2-2 2 16,4 3-4-16,-4-5-2 0,-2 2 6 0,1-1-4 15,-5-1 0-15,-1 1 5 0,0-3-2 0,7 1 3 16,0-1-9-16,9 1 2 0,-3-2 3 0,11 1 0 16,1 3-1-16,1-3 6 0,9 1-9 0,-15 1 8 15,-3-1-11-15,-7 1 9 0,-2 0 0 0,-1-1 4 16,0 0-5-16,0-1-2 0,4 1-2 0,5-1 0 15,3-3-1-15,6 2 7 0,1 0-3 0,-2 25 6 0,-2-14-6 16,-8-9-3-16,1-4 5 0,-4-2-5 0,0 0 2 16,-1-2 0-16,5 0 1 0,3-2 0 0,4 0 0 15,0-1 5-15,8-1-5 0,-8 1 4 0,3-1-8 0,-3 1 1 16,-7-1 0-16,1-1 3 0,-7 1 7 0,0-1-9 16,0-1 5-16,0 1-6 0,4-1 1 0,5 3 2 15,-1-1-3-15,8 1 3 0,-5-3 0 0,-3 1 0 16,1-1 2-16,-14 3-1 0,-1-3-1 0,-3 3 1 15,-1-3-1-15,-1-1 0 0,4-2-3 0,-2 0 7 16,-1 0-2-16,5-2 5 0,6 0-5 0,1 0-2 16,0 0 0-16,4 0-2 0,-8 0-3 0,-6 0 11 15,3 0-6-15,-10-2 6 0,-2 0-6 0,-1 2-2 0,-6-2 3 16,-4 0-1-16,0-1 10 0,-2 6-10 0,-2-10 3 16,3-2-5-16,-3-3 2 0,-1 3 5 0,-3-2-4 15,1-2 6-15,-4 0-3 0,0 2-4 0,-2-2 7 16,0 2-7-16,1 1 2 0,-1-3 1 0,-2 2 0 15,0-4 2-15,6 2 5 0,-6 1-13 0,1-1 3 0,-3 1-6 16,-3-1 6-16,0 2 4 0,1 0 0 0,10 2 3 16,-6 1-4-16,-1 1 12 0,-5 0-2 0,-3 3 6 15,0-4-1-15,-1 3-17 0,-3 1 3 0,-4-3-5 16,1-1 1-16,-2 1 6 0,-2-2-6 0,-2-1 5 16,-2-3-8-16,-2 2 8 0,15 0-4 0,-20-2 4 15,0 2-7-15,-4 2 2 0,0-3 1 0,0 3 0 0,-4 5 1 16,-4-3 5-16,-3 2-4 0,-9 3 4 0,-10-4-4 15,-9 1-8-15,-9 3 5 0,-8 0-9 0,2 6-12 16,-1 3-46-16,3 2-38 0</inkml:trace>
  <inkml:trace contextRef="#ctx0" brushRef="#br0" timeOffset="132755.38">13105 14619 55 0,'0'0'27'0,"0"-2"0"16,0 0 29-16,0 1-5 0,0-3 7 0,0 0 20 0,0-3-26 15,0-1 7-15,0 3-15 0,0-3-8 0,0 5 10 16,-2-5-7-16,0 1 7 0,2 1-16 0,0 2-8 16,0 3-1-16,-2-3-4 0,2 0-5 0,0 0-6 15,-1 1 4-15,1 1-4 0,0 0 12 0,-2 0 6 16,2 0 2-16,0 0-1 0,0 1-6 0,0-1-12 15,0 0 2-15,-2 0-4 0,0 0 2 0,0 2-5 16,2 0 3-16,-2 0-4 0,0 2 6 0,1 0-8 16,-1 0-2-16,0 1-1 0,2 3 2 0,-4 9 2 15,0 0 2-15,3-2 0 0,-1-2-1 0,0 0-1 0,0 2 0 16,2-4 0-16,0 1 0 0,0-1 6 0,0-2-4 16,0 1 4-16,0-1-7 0,0-1 5 0,0-1 2 15,0-1 4-15,0 0 3 0,0-1 5 0,0 3-4 16,0-2 3-16,2 1-8 0,0-1 2 0,0 0-2 0,-2-2 2 15,9-1-2-15,4 1-3 0,2 9-1 0,1-1 0 16,1-5-1-16,5 1 0 0,3-4 2 0,4-2-3 16,5-6-4-16,5-3 6 0,3-4-4 0,12-6 4 15,2-3-5-15,5-6 1 0,4 23 0 0,-4-36 1 16,6-9-7-16,0 1 1 0,2-6-1 0,0 1 0 16,1 4-17-16,6 1-66 0,8 5-56 0</inkml:trace>
  <inkml:trace contextRef="#ctx0" brushRef="#br0" timeOffset="134317.15">13508 16108 256 0,'0'0'-59'0,"0"0"39"0,0 0-5 0,0 0 3 16,0 0 49-16,0 0-7 0,0-2 6 0,0 1-5 15,2-1 3-15,0 0-22 0,0 0 0 0,-1 0 4 16,1 0-1-16,0-1 7 0,0-1-12 0,0 0 1 0,0 2-1 16,0 0 6-16,-1 1 14 0,1-1-3 0,0 0 9 15,0 0 16-15,0 0 2 0,0 0 1 0,0 0-4 16,-2 1-19-16,0-1-2 0,0 0-3 0,0 0 2 16,0 0-3-16,0 0-11 0,0 0 5 0,1 1-6 15,-1-1 11-15,0 0-12 0,0 0 4 0,0 0-4 16,0 0 10-16,0 2 0 0,0 0 1 0,0 0 0 0,0 0 18 15,0 0 0-15,0 2-2 0,0 0 0 0,0 0-9 16,0 0-2-16,0 0 3 0,0 1-5 0,0-1-8 16,0 4 1-16,-1-1-6 0,-1 3 4 0,2-3-10 0,-2 6 2 15,2-3 4-15,0 1 0 0,0-1 4 0,0-3 14 16,0 1-5-16,0-3 8 0,0-1-16 0,0 0 4 16,4 2-9-16,14 7 7 0,15 2-8 0,-1-11-2 15,9-4-1-15,2-13-2 0,1-7-7 0,8 7-2 16,4-37-4-16,11 0-3 0,7-13-41 0,19 2-256 15</inkml:trace>
  <inkml:trace contextRef="#ctx0" brushRef="#br0" timeOffset="135613.11">6870 16439 74 0,'0'0'26'0,"-2"0"-2"16,0 0 46-16,1 0-11 0,-1 0 11 0,-2 0-22 15,0 0-18-15,1 0 6 0,-9 0-10 0,1 0 12 16,-2 0-14-16,4 0 7 0,3 0-7 0,-1 0 17 0,0 2 0 16,-1-1-3-16,-1 1 1 0,0 0-7 0,7-2-4 15,-4 0-3-15,2 0 0 0,1 0-13 0,-1 0-5 16,2 0 2-16,-2 0-3 0,1 0 2 0,1 0-3 16,0 0-1-16,2 0-2 0,0 0-3 0,0 0 5 15,2 0 3-15,0 0 0 0,1 0-9 0,3 0 9 16,13 2-1-16,-1 0 8 0,4-2 13 0,4 0-6 15,0 0-2-15,2-2-1 0,0 0-7 0,4-2 3 16,3 1-2-16,6-1 1 0,0-2-14 0,3 1 6 16,12-3-5-16,5 3 6 0,4-1-2 0,2 3-4 0,0-1 3 15,-4 0-4-15,-2 0 1 0,1 1 3 0,-5-1-1 16,-3 2 2-16,7-2-2 0,2 1-6 0,8 1 4 16,9 0-3-16,7 0 7 0,6 0-1 0,-4 0-3 15,-4 2 0-15,-5-1 1 0,-2-1-5 0,4 0 7 0,7 2-5 16,8 0 3-16,8 0-1 0,5 0-5 0,-8-2 3 15,-2 0 8-15,-5 0-4 0,3 0 0 0,14-1-2 16,3-1-4-16,6 2 6 0,-10-2-2 0,-9 3 2 16,-5-1-2-16,-1-2 0 0,6 2 4 0,15 2-4 15,-2 0 1-15,-3 0 1 0,-6-2-2 0,-15 0 0 16,0 2-7-16,9 0 5 0,0 0 3 0,8 2 1 0,-2 0 6 16,-12-2-8-16,-3 0-3 0,-9 0 1 0,-6 0 2 15,4 0 4-15,2 0 2 0,3 0-3 0,2 0-6 16,-9 0 0-16,-1 0 2 0,-16-2 0 0,-5 0 1 0,-4 1 5 15,-6-3-5-15,-3 2 4 0,-4 0-1 0,-6 2-7 16,-1 0 4-16,-6 0-6 0,-4 0 6 0,-4 0 0 16,-5 0-5-16,-7 0 0 0,0 0-37 0,-3 0-161 15,1 0-20-15</inkml:trace>
  <inkml:trace contextRef="#ctx0" brushRef="#br0" timeOffset="136251.71">6777 16806 277 0,'-2'-1'82'0,"1"-1"3"0,-1 0 11 15,0 0-22-15,0 0-10 0,0 0-34 0,0 0-14 16,0-1-4-16,1-1-2 0,1 2-5 0,0 0-4 16,1 0 5-16,1 1-5 0,0-1 8 0,0 0-7 15,0 0 1-15,2 0-3 0,-1 0 0 0,1 0 3 16,2 1-2-16,7-3 2 0,-2 2-7 0,2 0 4 0,0 2 0 16,-2 0 2-16,2 0 2 0,2 0-8 0,1 2 2 15,5 0-4-15,1 2 9 0,6-1-2 0,0 1 4 16,5 0-4-16,4-2 3 0,4-1-4 0,9-1-1 15,6-1 0-15,11-1 9 0,3-4-8 0,5-1 3 0,-1-1-5 16,-5 1 5-16,-1-1 0 0,-1 1-1 0,4 0 0 16,9-1-7-16,9 3 7 0,13-1-2 0,6 0 3 15,-6 1 0-15,-4 1-2 0,-9-3 6 0,0-1-5 16,6 1 14-16,15-2 31 0,8 1-8 0,1 1 13 16,-4-3-22-16,-7 1-10 0,-4 0 0 0,11-2-2 15,2 1 8-15,13-1 0 0,-6 0 1 0,-8 0-2 0,-3 0-4 16,-4 2-6-16,7 1 3 0,4 1-6 0,3-1-2 15,-10 3-7-15,-9-1 4 0,-6 2-4 0,-5 3 1 16,6-1 3-16,5 0-6 0,-10 2 5 0,-1 0-11 16,-9 2 8-16,-17 1-5 0,-1 3 6 0,-6 0-5 0,-4 1-3 15,-5 0 1-15,-2 3-5 0,1 3-13 0,-2 2-235 16</inkml:trace>
  <inkml:trace contextRef="#ctx0" brushRef="#br0" timeOffset="139535.11">13837 7868 53 0,'0'-2'18'0,"0"0"0"0,0 1 16 16,-2-27 5-16,0 5-10 0,2-1-7 0,0 0-12 15,0 4-1-15,0-1 0 0,0 3-3 0,0 5-4 16,0 2 0-16,0-2 0 0,0 1 2 0,0 3 1 16,0 2-3-16,0 1 1 0,0 1 3 0,0 1 13 15,0 0-3-15,0 2 3 0,0 0-16 0,-2-1 9 16,-2-1-5-16,-3 0 5 0,-8 1-10 0,-4 1 5 0,-1 4-2 16,-2 5 2-16,-6 10-11 0,2-6 4 0,-4 24-2 15,0 6 2-15,1 0 0 0,-7-2-1 0,7 5 1 16,-5-3 0-16,1 2 2 0,3 0 4 0,1-8-4 15,4 0 4-15,5-3-6 0,1-3-6 0,3 1 4 16,-1 2-6-16,2 1 8 0,2 6 5 0,0 2-4 0,4 5 4 16,-2 5-14-16,1 2 5 0,3 12 1 0,1 2 2 15,-1 9 1-15,1-1 0 0,1-7 1 0,1-3-1 16,0-7 6-16,-23-1-6 0,14 1 0 0,5 3-1 16,4 4 1-16,4 6 2 0,2 7 3 0,2 3 0 15,3-1 1-15,1-4-5 0,-1-11 1 0,1-9-2 16,1-6-2-16,0-3 10 0,2-5-6 0,1-3 9 0,1 0-10 15,1 0 1-15,1 0 0 0,2-2 0 0,0-1 4 16,3 3 16-16,-18-6 1 0,24-5 4 0,6-4-5 16,5-3-6-16,-4-8-1 0,12 0 0 0,-1-10-2 0,-1 20-5 15,3-14-3-15,-3-11 0 0,0-5-3 0,-6-5 4 16,0-2-3-16,-5-3 2 0,-3-2 2 0,-1 14-7 16,2-18 6-16,-2-3-5 0,1 0 6 0,1-1 6 15,0-1-5-15,1 2 5 0,1-2-3 0,1 0 0 16,1 0 5-16,1-1-4 0,-3 1 2 0,-3-4-4 15,-1-1 2-15,-4-4-2 0,-1-8-5 0,1-3 1 16,4-8-4-16,-4-5 5 0,-2-2 2 0,0-2-5 0,-3 0 5 16,-4 3-6-16,0 5-2 0,-4 1 0 0,-6 0-2 15,-1 3 2-15,24-5 0 0,-15-3 1 0,-9-10-1 16,-6-5 0-16,-4-8-1 0,-5-1 7 0,-8 3-1 16,-5 6 4-16,-4 11-9 0,25 10 9 0,-34 4 0 15,-10 9 4-15,3 3 1 0,-10 3-19 0,-6 7 4 0,1 3-12 16,-2 7-21-16,1 8-176 0</inkml:trace>
  <inkml:trace contextRef="#ctx0" brushRef="#br0" timeOffset="141019.27">12069 12508 87 0,'0'0'22'0,"0"0"-3"0,0 0 24 0,0-2-1 15,0 0-2-15,0 0-23 0,0 1-2 0,0-1-2 16,0 0 2-16,0 0 7 0,0 0 2 0,0 0 2 16,0 0-2-16,0 1-6 0,0-1 11 0,0 0-5 15,0 0 7-15,0 0-11 0,2 0 8 0,-2 0-5 0,2 1 6 16,0-1-5-16,-1 2-13 0,1 0 7 0,0 0-10 16,0 0 4-16,0 0 29 0,-2 2-15 0,0-1 16 15,0 3-34-15,2 9 5 0,0 8-5 0,-2-3 4 16,0 3-10-16,0-5-2 0,0 1 2 0,0-2-1 0,0 0 1 15,0-4 2-15,1 2 5 0,1-6 0 16,0-1 22-16,0-1-3 0,2-1-1 0,-1 0-2 16,7 1-12-16,10 5 2 0,-1-7 0 0,3-3 0 0,6-3-8 15,-2-3 4-15,2-5-1 0,3-6 3 0,1-1-1 0,3 12 2 16,4-24-7-16,4 3 5 0,5 1-6 16,10-2-6-16,5-4 4 0,5 2-6 0,7-1-10 0,3-1-86 15,-4 5-60-15</inkml:trace>
  <inkml:trace contextRef="#ctx0" brushRef="#br0" timeOffset="144086.54">29034 13984 25 0,'0'0'0'0,"2"0"2"16,0 0 19-16,-1 0-6 0,1 0 1 0,0 0-6 16,0 0 0-16,0 0 5 0,0 0 1 0,0 0 0 15,-1 0 6-15,1 0 7 0,0 0-1 0,0 0 4 16,0 0 15-16,2 0-4 0,-3 0 5 0,3 0-5 0,-2 0-1 15,0 0-14-15,2 0 3 0,-1 0-6 0,1 0 11 16,0 0-10-16,-1 2 1 0,-1 0-5 0,0 0-8 16,0 0 5-16,0 1 2 0,0 3 2 0,5 11-1 15,-1-1-9-15,-3 1-1 0,-1 0-2 0,0-2 7 16,-2 1-14-16,0-3 4 0,0 0-7 0,0 0 9 16,0-3-8-16,0 3 6 0,0-6-7 0,0 0 8 0,0 1 4 15,0-3-5-15,0-1 6 0,2 0 7 0,0 0 7 16,2-3 7-16,7 5-4 0,20-2 0 0,8-6-14 15,8-11 3-15,18-11-6 0,11-6-1 0,28 26-6 16,11-37-5-16,11 2 0 0,10 0-4 0,-1-1-66 16,17 1-11-16,23-6-42 0,7-5-260 0</inkml:trace>
  <inkml:trace contextRef="#ctx0" brushRef="#br0" timeOffset="151075.18">18749 16338 4 0,'0'0'0'0,"0"0"4"15,0 0 37-15,0 0-17 0,0 0 2 0,0 0-22 16,0 0 0-16,0 0 0 0,0 0-4 0,0 0 2 15,0 0-9-15,0 0 10 0,0 0 2 0,0 0 5 16,0 0 10-16,0 0 6 0,0 0-7 0,0 0 7 16,0 0-3-16,0 0 1 0,0 0 4 0,0 0-5 15,0 0 1-15,0 0 12 0,0 0-6 0,0 0 7 0,0 0-9 16,0 0 9-16,0 0-3 0,0 0 2 0,0 0-13 16,0 0-3-16,0 0 1 0,0 0-1 0,-1 0 0 0,1 0-7 15,-2 0 2-15,0 0-3 0,2 0 6 16,-2 0-18-16,0 0 8 0,0 0-9 0,0 0 13 0,1 0-10 15,-1 0 4-15,0 0-5 0,0 0 9 0,0 0-9 16,2 0 5-16,0 0-5 0,0 0 14 0,0 0 6 16,0 0-2-16,0 0 3 0,0 0-5 0,0 0 8 15,0 0-6-15,0 0 5 0,0 0-13 0,2 0 3 16,0 0-1-16,0 0 1 0,0-1-10 0,1-1 4 16,-1 2 0-16,13-4 3 0,-2 0 3 0,2 1-2 0,3-3-2 15,-3 2 0-15,-2 2-5 0,2 1-1 0,-6-1-1 16,6 0 0-16,-5 2 2 0,-3 0-6 0,2 0 4 15,-3 0-4-15,3 0 4 0,-1 0-5 0,1 0 4 16,-2 0-3-16,3 2 2 0,-3-2 5 0,2 2-5 16,1-1 7-16,1 1 0 0,2 0 12 0,-6-2-1 0,4 2 5 15,0 0 4-15,-5-2-14 0,5 0 3 0,-5 0-7 16,-1 0 2-16,5 0-4 0,-5 0-1 0,3 0 0 16,-1 0-4-16,2 0-3 0,2 0 0 0,-7 0 0 15,2 0 0-15,-3 0-6 0,1 0 6 0,0 0-5 16,0 0 3-16,-1 0-16 0,3-2-7 0,-1 0-1 15,-1 0-19-15,4-1-50 0,-5 3-3 0,1-2-29 16,0 0-127-16</inkml:trace>
  <inkml:trace contextRef="#ctx0" brushRef="#br0" timeOffset="151606.56">18889 16537 77 0,'-2'0'23'0,"0"0"17"0,0 0 21 0,0 0 4 15,-1 0-15-15,-1 0-10 0,0 0 2 0,0 0-4 16,1 0-9-16,-1 0 0 0,2 0-5 0,0 0 4 16,-1 0-2-16,-1 0-6 0,2 0 3 0,0 0-4 15,-2 0 3-15,1 0 0 0,-1 0 3 0,0 0-1 0,2 0 5 16,1 0-14-16,-1 0 0 0,0 0-3 0,0 0-2 15,0 0-2-15,2 0 2 0,0-2-1 0,0 0-1 0,0 1 4 16,0-1-3-16,0 0 3 0,2 0-6 16,0 0-3-16,0 0 2 0,1 0-2 0,5 1 0 0,3-3 1 15,4 0-4-15,-6 2 2 0,-1 0 3 0,6 1-7 16,-8 1 7-16,0 0-7 0,5 0 8 0,-6 0-2 16,6 0-4-16,2 0 0 0,-3 0 0 0,3 1-5 15,-4 1 5-15,4 0-4 0,4 2 8 0,-4-2-5 16,0 0 0-16,-2-1-3 0,0 1 16 0,2 0-7 15,4 0 11-15,-4-2-9 0,0 0 28 0,0 0-3 16,-2 0 2-16,2 0-2 0,2 0-8 0,-2 0-20 0,0-2 3 16,2 0-7-16,-1 0-9 0,3-1-77 0,-2-1-72 15</inkml:trace>
  <inkml:trace contextRef="#ctx0" brushRef="#br0" timeOffset="-195147.95">16885 13602 256 0,'0'-2'3'0,"-2"0"16"16,1-2 22-16,-11-14 14 0,3 3 8 0,-2-2-6 0,0 0-21 15,5 3-4-15,-12 1-2 0,3 0-4 0,-4 1-13 16,-3 1 2-16,5 4-5 0,-1 1-3 0,-4 1-5 16,-1 1 6-16,-1 0-6 0,-4-14 4 0,2 7 2 15,0 3-2-15,-2 4 5 0,2 4 14 0,-1 2-21 16,-3 4 9-16,0 3-12 0,0 6 13 0,1 4-1 0,-3-8 3 15,4 18-3-15,-3 10 3 0,3 2-6 0,0-4 0 16,-2 2-2-16,1-5 0 0,-3-5-7 0,-5-1 7 16,-2 4-5-16,4-2 6 0,-1-3 6 0,7 1-9 15,-3-2 7-15,1 0-10 0,-5 2 9 0,5 4-1 16,1 1 3-16,-2 6-6 0,12 2-6 0,-4 4 6 0,9 3-6 16,0 4 4-16,2 4-5 0,4 5-2 0,0 2 0 15,3-6 8-15,4 3-11 0,-24-8 10 0,15-4-9 16,5 0 9-16,5-1-7 0,1-1 1 0,5 3-4 15,4-1 1-15,1 0 5 0,5 6-5 0,1 3 6 16,3 1-3-16,3 1 3 0,-3-8-2 0,3-1 2 16,2 0 7-16,-22-6-10 0,31-1 8 0,-5-9-8 15,8-5 10-15,-1-1-5 0,-2-4-1 0,10 0-2 0,-6-1-4 16,-2-5 7-16,1 3 3 0,1-5 1 0,0 1-3 16,2 0 4-16,4-2-4 0,3-4 5 0,2 0-2 15,2-2-3-15,8-3 4 0,3-3-4 0,2 25 12 0,1-15-12 16,-9-11 3-16,-3-6-7 0,-2-5 5 0,-5-4-7 15,-1-4 1-15,-1-1-1 0,0-4 5 0,0 16-2 16,1-24 7-16,4 1-6 0,-1-3 5 0,3-5-10 16,-4 0 1-16,-5-8-3 0,2 1 5 0,-6-1 7 15,0-3-5-15,0 0 5 0,-7-6-9 0,-10 0 5 16,1 4-1-16,-8 0 2 0,-2 3-5 0,0 1 4 16,-3-4-4-16,18 0 4 0,-13-4-3 0,-6-6-2 15,-7-7 3-15,-7-9-3 0,-5-7 0 0,-2-6 1 0,-1-2 0 16,-4 2 1-16,-7 1-2 0,0 8 3 0,-4 4 0 15,23-4 1-15,-34 1 0 0,-18-9-4 0,3 1 3 16,-5 9-2-16,1 13 11 0,3 15-11 0,-6 13 2 16,-6 16-4-16,-7 8-5 0,-17-18-46 0,-7 31-20 15,-13 26-26-15,-3 4-227 0</inkml:trace>
  <inkml:trace contextRef="#ctx0" brushRef="#br0" timeOffset="-190385.94">19836 16441 192 0,'0'0'0'0,"-2"0"41"0,0 0 9 16,0 0 4-16,0 0 1 0,-1 0-35 0,-1 0-6 15,-5 0 17-15,-3 0-6 0,3 0 7 0,4 0-18 0,-3 1 5 16,6-1-1-16,-1 0 2 0,-5 4-1 0,1 0 9 15,3-2 3-15,2-2 2 0,-2 2 5 0,1-1-7 16,-1 1-3-16,0 0-2 0,1 0-4 0,1 0 18 16,0-2-9-16,0 0 9 0,2 0-22 0,0 0-5 15,0-2-3-15,2 0 0 0,0-2-10 0,5-5 7 16,14-6 3-16,-3-1 0 0,1-3-8 0,-6 0 4 16,0-1-8-16,2 1 7 0,1-1-4 0,-3-4 1 0,-2 3 3 15,2-3-4-15,-3 2 6 0,-3 4-7 0,0-3 0 16,-3 1-2-16,2 3 3 0,-1 0 1 0,1-1 4 15,1 3-2-15,-1 2 5 0,-2-6-8 0,-1 8-2 16,-1-4-1-16,0 4 2 0,0 6 6 0,3-3 2 16,-1 4 0-16,0 1-1 0,0-1 6 0,-3 0-1 0,1 1 4 15,0 1-2-15,0 0-3 0,0 0 1 0,0 2-1 16,0 0 0-16,-1 2 5 0,-1 0-5 0,0 1 3 16,0 18-11-16,0 3-4 0,0 4 1 0,0-2-3 15,-1 4 2-15,-1-3 8 0,0 1-5 0,-2 0 6 16,2-2-9-16,-1 0-1 0,1-2 3 0,0-3-1 15,0-1 4-15,0-3-3 0,0 1 1 0,2-5-2 0,0 0 2 16,0-3-3-16,0-1-1 0,0-4 0 0,0-1 3 16,0-2-4-16,2 2 3 0,0-1-4 0,0 1 10 15,0-2-3-15,0 0 4 0,1 0-3 0,-1-2 6 0,11-2-7 16,2-4-1-16,0-3-1 0,0 0 3 0,0 1 0 16,-1-10-4-16,-1-6 1 0,2-1-5 0,-2 3 3 15,2-4 3-15,0 2-2 0,-2 0 1 0,-2-6-1 16,2 1-2-16,0-3 1 0,0-1 7 0,-2 1-9 15,0 6 4-15,-1 2-6 0,5 5 5 0,-8 6 5 16,0 2-4-16,-1 6 3 0,-2-1-4 0,-2 2-2 16,1 1 4-16,1-1-3 0,0 2 8 0,-2 0 1 15,-1 0 2-15,1 2-2 0,0 0 1 0,0 2-3 0,-2 2-5 16,4 22 3-16,-4 0-8 0,0 4 4 0,0-3 0 16,-2 3 3-16,-2 0-1 0,2-4-4 0,-1 4 2 15,-1-6-1-15,2 3 7 0,2-1-9 0,0 0 4 16,4 2-4-16,-1-2 10 0,5 0-5 0,1 2-2 0,2-4 0 15,4 0-1-15,-2 1-2 0,17-5 3 0,5 2-4 16,6-3 0-16,2-2-7 0,7-1 2 0,0-6-3 16,2-5 1-16,7-3-12 0,6 24-13 0,15-20-23 15,19-14-259-15</inkml:trace>
  <inkml:trace contextRef="#ctx0" brushRef="#br0" timeOffset="-188395.91">21460 16264 189 0,'-2'0'0'0,"1"0"57"0,-3 0 23 16,-15 2 15-16,-5 4 7 0,-6 7-54 0,-1 3-18 0,3 3-6 15,-5-12-7-15,-1 21 5 0,3 2-6 0,-1-2 5 16,4 0-2-16,2-2 0 0,-2 1-11 0,2 1 3 16,0-2 2-16,6 0 1 0,0-2 4 0,3 1-5 15,0-1-6-15,4-4 2 0,0 2-5 0,6-5-4 16,-3 0 4-16,7 0-4 0,1-4-6 0,-7 0-3 15,-1 1-9-15,7-6 3 0,1-1-20 0,0-1 0 16,0-2 7-16,2-3-7 0,0 5-2 0,0-2-75 0,0-1-36 16</inkml:trace>
  <inkml:trace contextRef="#ctx0" brushRef="#br0" timeOffset="-188227.54">21648 16270 231 0,'0'0'37'15,"0"0"-3"-15,0 0 21 0,2 0 3 0,0 0-8 16,-1 0-1-16,1 0 9 0,0 0-6 0,0 0 7 16,0 0-5-16,-2 2-16 0,0-1-1 0,0 1-6 15,0 2-10-15,-4 11 7 0,-5 5-2 0,-6 4 2 0,13 4-8 16,-24 6-9-16,-4 3 4 0,1 2-6 0,-8 5 2 16,-4 8-5-16,-8 2-5 0,-3 9-2 0,0 2-38 15,-3 8-75-15,1 1-9 0</inkml:trace>
  <inkml:trace contextRef="#ctx0" brushRef="#br0" timeOffset="-116674.55">28367 13457 12 0,'0'0'0'0,"0"0"23"0,0 0 10 0,0 0 14 16,-2 0 5-16,2-2-18 0,0 0-5 0,0 0-5 0,0 0-5 16,0 1 3-16,0-1-31 0,0 0 9 0,0 0 1 15,0 0 6-15,-1 0 0 0,1 0 6 0,-2 1-12 16,0-3 11-16,0 0-5 0,0 0-7 0,0 1 7 16,0-1-7-16,1 0 10 0,-1 1-8 0,0-1-2 0,0 0 0 15,-2 0 0-15,-1 1-1 0,-6-5 4 0,-8-3-3 16,0 2 4-16,-1 1 5 0,-2 5-6 0,-2-1 6 15,1 2-8-15,-1 2 13 0,0 0-9 0,-2 2 8 16,2 0-18-16,-2 2 10 0,2 1 1 0,2-1 3 16,-3 1-3-16,3 1-2 0,0 0 3 0,1 1-2 15,-1 0-5-15,2 1 8 0,-1-1-4 0,1-1 8 0,-1-1-4 16,1 3-4-16,0-1-3 0,-3 1 1 16,-1 3-1-16,2 0 12 0,-4 2-6 0,0 0 7 0,0 0-10 15,-2 2 7-15,-4 2 6 0,1-3-4 0,1 1 3 0,-3 2-4 16,9-2-5-16,0-13 2 0,-1 18 3 0,1-1-4 15,0-3-2-15,4 3-1 0,-3-4-5 0,9 1 4 16,-1 1 1-16,4 0-2 0,-1-2-9 0,1-2 8 16,6 3-7-16,-1-1 8 0,1 2-3 0,3 2-4 15,0-1 6-15,-13 3-4 0,6-1 3 0,-1 2 3 16,5 2-1-16,1-1 0 0,2 3-4 0,2 0 0 16,0 2 1-16,0-1 0 0,2 3 2 0,2 0-9 15,0 0-5-15,3 3 0 0,0-1-10 0,3 1 12 0,-1-1 0 16,0-5 5-16,6 7 6 0,-2-8-1 0,-7 0 0 15,18 2-1-15,-2-8-1 0,4 2 2 0,4-5 4 16,-4 0-2-16,5-2 13 0,-1 1-7 0,0-1 2 16,0-6-5-16,-3 3-6 0,-1-5 8 0,2 2-4 15,0-1 8-15,2 1-2 0,-2-2 4 0,-1 1 1 0,5-1 0 16,0-1 0-16,-1-1-1 0,3 3-2 0,-1-3 0 16,-3-1-9-16,9 0 2 0,0-2-3 0,2 0 2 15,-2 20 1-15,3-9-1 0,-6-8 9 0,2-3-6 16,0-2 11-16,-5-3-11 0,0-3 0 0,-1-1-4 15,1-3 7-15,-3 1 5 0,0-2-5 0,0-2 4 16,-3-2-7-16,1-2 9 0,-2 2-1 0,0 10 1 0,0-14-12 16,-3-1 6-16,-3-6-2 0,0 4 4 0,-1-3-2 15,0-2-3-15,-6 1-2 0,0-2-1 0,-4-4-3 16,0 2 3-16,0 1 0 0,-5-3 2 0,2-1 0 16,14-1 0-16,-9 1 1 0,-3-2-2 0,-3 1 0 0,-3-1 0 15,-2 3 0-15,0-3 0 0,-4 0 3 0,-3 0 2 16,-4-3 3-16,-2 3 0 0,-2-2 0 0,-2-2-8 15,1 6 2-15,-3 1-4 0,15 4 3 0,-20 6-13 16,0 7-10-16,-2 10-3 0,0 1-34 0,-4-13-56 16</inkml:trace>
  <inkml:trace contextRef="#ctx0" brushRef="#br0" timeOffset="-116092.01">27095 14708 78 0,'-1'0'26'0,"-1"2"34"0,-4 0-21 0,-12 5 5 15,-1 1-6-15,-1 3 3 0,-3 4-17 0,5-11 2 16,-3 20-3-16,3 2 0 0,-5 3-13 0,3 1-1 16,2 4-5-16,1 1 3 0,2 2-2 0,0 2-4 15,2 4 1-15,0-4-3 0,0 3 0 0,6-1 0 16,1-4 8-16,-1 4-6 0,-14-6 1 0,6 3 1 15,8-3 2-15,5-4 2 0,2-3 11 0,0-2-13 16,0 0-1-16,2 0-2 0,2 0 0 0,1-2 0 16,1 1 4-16,1-3-3 0,4 0 0 0,1 0-1 0,-1-1 1 15,2-3 0-15,-11 1-1 0,18-2 18 0,2-4 17 16,2-2 1-16,2-4 40 0,4 1-29 0,2-5-9 16,3 18-4-16,2-10-16 0,2-7-6 0,6-4-7 15,5-8 3-15,7-5-5 0,-3-2-1 0,0-3-2 0,-4-1-1 16,-3 1 0-16,3-5-1 0,-6 3 7 0,-7 1-7 15,0 1 4-15,-3-1 0 0,-3 16-4 0,1-23 3 16,-4 0 3-16,-2 0-6 0,0 0 8 0,-2 0-7 16,-4-2 2-16,-3 0 1 0,0-4-4 0,-4 1 2 15,-4-3-5-15,-1-3 8 0,-7-4-7 0,22-5 5 16,-14-1-5-16,-9 1-4 0,-4 0 1 0,-7 1-6 16,-6 1-33-16,-5-1-20 0,15 6-6 0,-27 4-7 0,-7 7-63 15</inkml:trace>
  <inkml:trace contextRef="#ctx0" brushRef="#br0" timeOffset="-113728.82">30751 14151 319 0,'0'0'39'0,"-2"-2"-4"0,1 1 6 0,-1-1 6 16,-2 0-18-16,2 2-8 0,-3-4-7 0,-1 0 0 15,2 3 1-15,-3-5 15 0,1 2-12 0,1 1 6 16,-4-3-10-16,7 6 3 0,-2-2 7 0,0 0-4 16,2 2 6-16,-1-2-4 0,-1 1-4 0,0-1 0 0,2 0-1 15,1 0 5-15,-1 0 20 0,0 2 0 0,2 0 6 16,0 0-8-16,2 0-15 0,0 0 0 0,1 0-5 15,20 0-2-15,1 0-13 0,2 0 4 0,0-2-6 16,0 2 3-16,-2 0-1 0,4-2 2 0,-2 2-2 16,-2 0-5-16,0 0 0 0,-4 0-4 0,-1 2 4 15,-1 0-5-15,-1 0-2 0,0 2-2 0,0-1-1 0,-3 1-17 16,-2-2-33-16,-3 0-12 0,-5-2-11 0,-1 0-75 16</inkml:trace>
  <inkml:trace contextRef="#ctx0" brushRef="#br0" timeOffset="-113554.4">30607 14511 349 0,'0'0'89'0,"0"0"-15"0,-2 0 4 16,2-1 17-16,0 1-47 0,0 0-33 0,0 0 17 15,2 0-2-15,1-2 8 0,8-2-1 0,15-2-18 0,2 1 2 16,-2-3-8-16,2 1-11 0,2-2-4 0,-1-1-2 15,3 1 1-15,-2 0 3 0,1 1-31 0,1 3-22 16,-1-1-13-16,7-1-166 0</inkml:trace>
  <inkml:trace contextRef="#ctx0" brushRef="#br0" timeOffset="-112705.4">31440 14550 458 0,'-2'0'18'0,"0"0"25"0,1 0-34 0,-1 0-2 16,0 0-3-16,0 0 2 0,0 0-3 0,0 0 1 15,0 0 2-15,1 0-1 0,-1 0 7 0,0 0 10 16,0 0 9-16,0 0 0 0,0 0 30 0,0 0-4 15,2 0-8-15,0-1 2 0,0-1-16 0,2-2-11 16,4-16 4-16,5-8-8 0,4-6-2 0,0 1-8 16,1-4-2-16,1-2-2 0,0 2-2 0,0 1 3 15,1 1-4-15,-1 4 3 0,3-7-5 0,-1 5 0 0,-2 3 0 16,-1 1-1-16,3-1 4 0,-2 2-4 0,-3 2 5 16,1 2-5-16,0 2 6 0,-4 3-3 0,0 0-3 15,1 3 1-15,-3 1-1 0,-2 2 0 0,-1 4 8 0,-2 3-5 16,-4 4 15-16,0 0-14 0,0 0 2 0,0 1-5 15,0-1 10-15,1-2-9 0,1 0 4 0,0 2-6 16,0 1 3-16,0-1-1 0,0 2 0 0,-2 0 0 16,0 2-1-16,0-1 3 0,0 5-1 0,-8 18 1 15,1 0-5-15,-2 2 1 0,-1 2-2 0,3 2 3 16,-1 1 1-16,3 3 2 0,-1-1-3 0,1-1 1 16,-1 1-5-16,1 1 3 0,1-1 3 0,0 4-1 15,2-1-2-15,0-5 4 0,1-3-3 0,1-4 3 0,0 0-7 16,0-5 5-16,1-1 0 0,1-3 3 0,0-2 1 15,2 0 5-15,-2-4 2 0,0-3 2 0,-2-4 5 0,3 2 6 16,1-1-2-16,2-1 3 0,7 2 0 0,3-4-13 16,5-4-1-16,-3-5-4 0,10 5-5 0,-2-29-1 15,0-3-3-15,2-1 0 0,-11 0 1 0,1 0-1 16,1 0 1-16,-1-2-1 0,6 2 2 0,-1 0-2 16,-3 0 4-16,-3 5-5 0,-6 0 0 0,0 3-2 15,0 3 0-15,0 3 0 0,-1 1 9 0,-3 5-5 16,-3 1 3-16,5 3-4 0,-3 3 3 0,-3 5-3 15,-1 1-2-15,0 0-1 0,0 1-3 0,0-1 0 16,0 2 5-16,-2 0-3 0,0 0-1 0,0 2 5 0,-2 0-5 16,0 2 7-16,0 0 2 0,0 2-5 0,-11 14 1 15,2-1-2-15,-4 4 3 0,2 1-3 0,0 0 4 16,0 4-3-16,4-2 6 0,0 2-1 0,-1 4-4 0,3 0 3 16,0 3-3-16,-3 4-2 0,1 0-2 0,-2 8 2 15,-2 0 3-15,4 1 1 0,-1 4 0 0,3-5-2 16,1 1 0-16,3-5-2 0,-1 0 3 0,4-2-2 15,2-4-3-15,3-2 3 0,1 1-3 0,3-1 4 16,2 1 0-16,0-3-1 0,1-1 1 0,1-2-1 16,3 0-5-16,-12-4 12 0,26 0 0 0,-4 0 5 15,0-2-3-15,5-1 0 0,-3-6 0 0,4-4 2 0,-1 0 2 16,1 4-10-16,3-6 3 0,0 0-4 0,6-3 4 16,0 16-3-16,2-9-2 0,5-5 1 0,2-8 1 15,2 0-24-15,0-8-10 0,4-7-19 0,0-1-156 16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19:52.29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7108 5219 73 0,'0'0'16'0,"0"0"6"0,0 0 34 0,0 0 10 16,-2 0 0-16,0 0-4 0,0 0-15 0,0 0-2 15,1 0 2-15,-1 0-5 0,0-2 15 0,0 0-2 16,0 0 4-16,0 0-23 0,0 0 0 0,1 0-12 0,-1 1 8 16,0-1-18-16,0 0 0 0,0 0-2 0,0 0 0 15,0 0 4-15,1 0-12 0,-1 1 11 0,0-1-12 16,0 0 11-16,0 0-10 0,0 0 4 0,0 0-5 15,1 0 4-15,-1 1-4 0,0-1-3 0,2 0 4 16,0 0 10-16,0 0-5 0,0 0-2 0,0 0-1 16,0 1-4-16,0-1 4 0,2 2-1 0,0 0 1 0,-1 0 3 15,3 0-3-15,-2 0 5 0,17-2-4 0,-1 0 6 16,4 2 2-16,-1 0-2 0,3-2 1 0,2 0 1 16,4 0-3-16,1 1 5 0,1-1-5 0,-1-2-6 15,1 0 6-15,3-1-8 0,0 1 9 0,1 0 0 16,-3-1-7-16,-7 1 1 0,-2 0-5 0,0-1 4 0,-1 1-8 15,-1 0 5-15,-5 1-5 0,-2-1 6 0,-2 2 3 16,-2 0-2-16,-2 0 2 0,0 0-2 0,-5 2-4 16,2-1 1-16,-3-1-2 0,1 0 0 0,0 0-1 15,-1 0 1-15,1 0-1 0,-2 0-4 0,0 1-42 16,0 1-6-16,0 0-17 0,-1 0-59 0,1 0-50 16,0 0-20-16</inkml:trace>
  <inkml:trace contextRef="#ctx0" brushRef="#br0" timeOffset="436.11">7750 4949 212 0,'0'0'31'0,"0"0"-7"16,0 0 25-16,-2 0 12 0,1-2-13 0,-1 1-7 15,0-1-4-15,0 0-10 0,0 0 4 0,0 0-23 16,0 0 3-16,1 0 0 0,-1 1 0 0,0-1-11 0,0 0 13 16,0 0 1-16,2 0 7 0,0 0 18 0,0 0-6 15,0 1-4-15,2-1-1 0,0 0-21 0,2 0-3 16,1 0 1-16,8-2-2 0,0 3-2 0,0 1 0 15,2 0 2-15,0 0 0 0,0 1 4 0,0 1-10 16,-3 2 5-16,3 0-5 0,-4-1 8 0,1 3-5 16,-1 0 2-16,2 1-1 0,-4-1 0 0,0-1 2 15,-1-1-3-15,-5-2 3 0,3 1 3 0,-4-3 0 16,5 10 0-16,-3-3 2 0,0 2 10 0,-2 3-5 0,-2 1 3 16,-4 3-4-16,-5 1-9 0,-1 2 5 0,-19-1-4 15,-1 3 3-15,0-7-7 0,2 1 0 0,-1-2 0 16,3 0 0-16,-2 4 1 0,-2-4-30 0,0 2 1 15,-3 0-22-15,0 3-84 0</inkml:trace>
  <inkml:trace contextRef="#ctx0" brushRef="#br0" timeOffset="1290.73">7099 5220 585 0,'0'-1'7'0,"0"-1"13"0,0 0-13 0,0 0-3 16,0 0 0-16,0 0-1 0,0 0 3 0,0 1-5 15,0 1-1-15,0 0 0 0,0 1 4 0,0 1-3 16,0 2 7-16,0 11-7 0,0 11 0 0,-2-2-1 16,-2 4-2-16,0 0 1 0,-1 1 7 0,-1-1-3 15,2-2-3-15,1 0 0 0,-3-2-1 0,1 0 1 16,-1 1 0-16,0 2-2 0,3-1 2 0,-3 4 2 15,2 0 2-15,-1-2-2 0,-1 3-9 0,-1 3 6 16,-1-1-3-16,3 2 4 0,-3 3 7 0,3-1-5 0,1 2 1 16,0 3-3-16,1 3-6 0,-1 5 10 0,2 4-3 15,-2-6 6-15,1 2-7 0,1-3 0 0,0-3-3 16,0-3 2-16,0-2-3 0,2-2 4 0,-2-3 3 16,1 1 1-16,-1 0 3 0,0 2-10 0,0 2 3 15,-2 0-5-15,1 2 8 0,-1 4 2 0,2 5-5 0,0 4 3 16,-2 3-5-16,1 3 3 0,-1 1 4 0,0-3-1 15,2 3-4-15,-1-5 1 0,-1-8-6 0,2-2 5 16,0-7-6-16,2 2 9 0,-2 0-2 0,2 0 2 16,0 1-10-16,0 1 6 0,0 5 0 0,0-1 2 15,0 3 6-15,0 2-9 0,0 0 4 0,0 2-5 16,-1 0 5-16,-3-6-2 0,0-2 0 0,0-3 0 16,1-6 8-16,-1 0-12 0,2-3 3 0,-2-3-5 0,1 3 8 15,-3 1 3-15,2 0-2 0,1 4 2 0,-1 0-5 16,0 6 0-16,1-1 0 0,1 3 0 0,-2 1-4 0,2 2 5 15,0-1 0-15,-1-1 3 0,1-2-8 0,0-5 5 16,-2-2-2-16,2-6 4 0,-1-1 0 0,1-4-4 16,0 0 1-16,0-2-1 0,2 0 0 0,0-2 1 15,-2 0 3-15,0 0-2 0,2-2 5 0,0-1-3 16,0-1-5-16,0-1 3 0,0-1 4 0,0-3 0 16,-2 0 9-16,2 0-4 0,0 0 19 0,0-2-15 15,0-2 8-15,0 2-9 0,0-2 8 0,2 2-3 16,0-4-2-16,0 1 0 0,0 4-2 0,0-2-8 0,1 1 1 15,1-2-2-15,-2-4 3 0,2 2 2 0,-1 3-8 16,3 1 5-16,0-2-10 0,-3-2 4 0,1 0 4 16,-2-1-1-16,2 1 0 0,-1 0-4 0,-1-3 2 15,0 1-2-15,0 3 8 0,0-3-8 0,0 4 0 0,-2-2-2 16,0-1 5-16,0 1 0 0,0 0-1 0,0 1-1 16,0 5-2-16,0-4 4 0,0 2 0 0,-2-4 2 15,2-2-5-15,0-3 0 0,0 2 0 0,0-1 0 16,0-3 11-16,0 0 16 0,0 0 9 0,0 2 1 15,0-1 32-15,0 1-15 0,2 0-2 0,-1-2-5 16,1-1-13-16,2 1-16 0,13 2 4 0,5-4-7 16,2 0 8-16,-2-4-11 0,1-1 1 0,-1-3-4 15,-2 1 0-15,3-2-6 0,-1 1 1 0,-3 1-3 0,3-1-4 16,-5 3 4-16,1-1-1 0,4 1 3 0,-7 1-11 16,0 0-26-16,-2 0-9 0,-7 3-7 0,1-3-56 0,-3 2-89 15,-1 0-9-15,1 0-28 0,0 0-17 0</inkml:trace>
  <inkml:trace contextRef="#ctx0" brushRef="#br0" timeOffset="1568.73">7138 9285 122 0,'0'-2'70'0,"0"0"-8"16,0 0 58-16,-2 0-4 0,0-1-50 0,0-5-17 16,-2-3 4-16,2 2-9 0,1 1-6 0,1 3-16 15,-2-1 2-15,2 3-7 0,0 1-5 0,0 0 4 0,-2-2-8 16,2 0 5-16,0 1-6 0,0 1-3 0,0 0 0 15,2 0-1-15,0 0-1 0,1 2-1 0,-1 0 8 16,15 0-7-16,5 4 3 0,2 2 7 0,2 1-5 0,0 2 7 16,2 1-4-16,5 3 2 0,-3-2-3 0,2 3 3 15,-4 1-1-15,-2 0 6 0,5-13 3 0,-1 20-1 16,-6 2 4-16,-2 2-13 0,-3 0 1 0,-2 6-4 16,-1-2 3-16,-6-1-2 0,-1 3 0 0,-7-8 1 15,16 6 3-15,-7-2-2 0,-7-2 3 0,-4 2-4 16,-5-6 1-16,-7 0 3 0,-1 0 0 0,-22 1 1 15,-8-3 3-15,-9 1-16 0,0-1-4 0,-9 2-15 0,2 2-100 16</inkml:trace>
  <inkml:trace contextRef="#ctx0" brushRef="#br0" timeOffset="4850.74">10008 4871 385 0,'0'-2'0'0,"0"1"11"0,0-1 119 16,0 0-21-16,-2 0 6 0,0 0-51 0,0 2-19 0,1 0-19 15,-3 0-2-15,0 2 0 0,-9 5-15 0,-2-5 2 16,-5 19-5-16,9-1 5 0,-2 1-1 0,3-3 5 16,-1-1 7-16,4-6-2 0,1 0 21 0,4-5 7 15,1-3 2-15,1 1 0 0,0-2-6 0,0 2-11 16,0-1-5-16,1-1-2 0,1 0-18 0,9 2 3 15,17 1-4-15,2-3 3 0,3-4-8 0,5-5 0 0,2-2 0 16,1-2 0-16,8-2 2 0,4-2-5 0,1 0 1 16,9-2-3-16,6 2-2 0,2 2-11 0,3-2-3 15,-7 2-6-15,-8 2-34 0,-9 2-23 0,-3 0-30 16,-6 1-7-16,-2 1-190 0</inkml:trace>
  <inkml:trace contextRef="#ctx0" brushRef="#br0" timeOffset="5261.5">10151 6483 283 0,'0'0'27'0,"0"0"54"0,-2 0-50 0,0 0-10 15,0 0 2-15,1 0-7 0,-1 2-17 0,0 0 3 16,2 0 1-16,0-1 5 0,0 3 36 0,2 0 34 0,0-2-5 15,9 3 10-15,26 6-35 0,9-9 2 0,14-7-7 16,3-8 6-16,7-8 1 0,5-5-9 0,-5-2 0 16,1 27-4-16,-6-38-17 0,-8 5-6 0,-3-3-1 15,-4 5-4-15,0 3-14 0,4 8 0 0,-4 3-8 0,2 3 4 16,-5 4-28-16,-8 3-30 0,-4 3-10 0,-5-14-19 16,-2 12-151-16</inkml:trace>
  <inkml:trace contextRef="#ctx0" brushRef="#br0" timeOffset="5523.26">9022 9064 425 0,'-2'0'26'0,"2"0"0"0,0 2 38 16,0 0-15-16,2-1 13 0,15 7-18 0,26 5 1 0,5-4-6 16,2-9 2-16,9-5-19 0,8-8-12 0,11-10 0 15,22-8-7-15,17-5-24 0,15 31-38 0,6-47-27 16,3-11-14-16,4-10-185 0</inkml:trace>
  <inkml:trace contextRef="#ctx0" brushRef="#br0" timeOffset="6146.68">17866 11515 479 0,'0'0'33'0,"0"0"-5"0,0 0 34 16,-2-2-3-16,0 2-2 0,0 0-37 0,0 0 11 15,0 0-1-15,1 2 4 0,-1 1-2 0,-2 25-6 16,0 4-5-16,2 3 2 0,2 2 4 0,2-3 2 0,8 1 6 16,1-7-3-16,2-6 18 0,2-3 3 0,22-8-2 15,17-8-1-15,5 23-29 0,13-20-7 0,6-15-2 16,8-15 0-16,3-10-5 0,6 25-8 0,7-34 0 16,13-1-5-16,11 1-26 0,10 0-76 0,-1 2-28 15,-7 2-34-15,-2 4-265 0</inkml:trace>
  <inkml:trace contextRef="#ctx0" brushRef="#br0" timeOffset="7742.74">20500 5009 62 0,'-1'0'17'0,"1"0"32"15,-2 0 8-15,0 0 14 0,0 0-8 0,0 0 0 16,0 0 5-16,0 0-6 0,1 0-16 0,-1 0-12 15,0 0-9-15,0 0 3 0,0 0-8 0,0 0-7 0,0 0 2 16,1 0-6-16,-1 0 0 0,0 0-3 0,0 0 5 16,0 0-6-16,0 2 12 0,0-1-5 0,2 1 2 15,0 0-4-15,2 0 0 0,0 0 3 0,2 0 4 0,16 7-1 16,14 4 1-16,5-2-3 0,0-3-6 0,1-1 6 16,-2-3 2-16,2-1-13 0,5 3 5 0,0-4-8 15,-1 2 6-15,3-3-4 0,-3 1 4 0,6 2-4 16,2-2 4-16,-2 0-1 0,4-2-6 0,-13 0 2 15,4 0-7-15,-3 0 9 0,-5 0 2 0,8-2 2 16,-12 0-8-16,-5 2 1 0,-2 0 0 0,-9 0 1 16,-4 0 1-16,-2 0 3 0,-5 0-1 0,-3 0 0 15,-1 0-2-15,2 0 6 0,0 0-1 0,-1 0 4 0,-1 2 8 16,0 0-3-16,0 0 2 0,-2-1-3 0,0 1-5 16,-2 0-4-16,0 2 4 0,2-2-6 0,-7 9 2 0,-8 4-3 15,2 1-3-15,6 3 2 0,-5 3 0 0,5-3 0 16,-2 3 0-16,-1 2 0 0,5 2 0 0,3 4-5 15,-4-2 6-15,5-2-5 0,-5 0 7 0,-1 2-8 16,-10-2 2-16,2 1-3 0,6 1 13 0,3-2-12 16,2 0 1-16,3 0-5 0,-1-2 7 0,0 6 3 15,0-2-4-15,0 5 3 0,2 3-11 0,0 6 9 16,2 3 4-16,0 9-1 0,-2 5-6 0,-2 10 0 16,-2 7-1-16,-1 4 4 0,3-2 3 0,2-9 0 15,0-8-5-15,0-11 2 0,2-2-9 0,0 1 11 0,1-3 0 16,5 6 4-16,3 4-3 0,2 3-2 0,0 2 4 15,2 6-3-15,0-2 6 0,-2 4-3 0,0-2-6 16,-2-6 2-16,-2 0 0 0,-2-5-1 0,1 2 4 16,-3 1-4-16,-1 6 6 0,-4 9-8 0,0 10 4 0,-2 7-5 15,0 3 2-15,-1-1 3 0,-1-11-4 0,-2-12 3 16,5-8-1-16,-1-5 2 0,2-5-1 0,2 0 3 16,1 4-9-16,5 0 5 0,-1 3 1 0,-1 2 3 15,1-3-3-15,1 1-2 0,-1-8 0 0,0-5 1 16,-1-2 3-16,-2-5-3 0,-1 0 3 0,1-7-2 15,-2 0 8-15,0-5-7 0,0-2 2 0,-2 1-3 0,0-2 1 16,0 0 6-16,-4 0-7 0,-2 0 5 0,-1 2-9 16,-2 0 3-16,-4 2 4 0,0 0-1 0,-2-4 5 15,-2 2-8-15,13-2 3 0,-14 0-2 0,1-3 11 0,2-1-7 16,0-3 0-16,-1-6-3 0,1 2-6 0,-2-6 6 16,0 3 2-16,3-1 3 0,-3-2 5 0,-5-1-8 15,1-1 1-15,-3-3-2 0,-4 0-3 0,2 2 6 16,-7 14-6-16,1-5 6 0,3-5-2 0,-3-3-1 15,4-1 5-15,-2 0-5 0,-3-2 9 0,3 0-7 16,-1-1-3-16,1 1 0 0,2 2 5 0,-2 0-6 16,3-1 0-16,-1 1-1 0,4 0 2 0,-1 0-6 15,5-1 6-15,3 1-6 0,1-2-1 0,4 0 1 0,7 0-11 16,-4-1 6-16,5-1-24 0,-5 4-33 0,-1 0-7 16,5-2-12-16,-5 3-37 0,7-3-130 0</inkml:trace>
  <inkml:trace contextRef="#ctx0" brushRef="#br0" timeOffset="8057.75">20693 9300 815 0,'0'-2'18'0,"-1"0"0"16,-1 0 2-16,0 0 4 0,0 0-7 0,2 0 12 15,0 1-18-15,-2-1-1 0,0 0-4 0,0 0 2 0,1 0 1 16,-1 2 3-16,-4 0-2 0,-20 8-3 0,-7 5 10 16,-1 3-1-16,-6-14 4 0,-1 26 3 0,0-2 2 15,0 0 3-15,4 2-1 0,3-2 7 0,7-2-18 16,1 2 4-16,7-7-7 0,2 1 0 0,4-5 6 16,2-4-13-16,4 2 11 0,1-2-13 0,4 6 8 15,-7-4 1-15,2 0-1 0,3-2-5 0,2 0-6 16,2 0 3-16,4 0-3 0,3 1 1 0,2-5-14 15,29 2 0-15,6-1-7 0,1-5-11 0,10 1-24 16,3-2-10-16,3 26-7 0,0-15-47 0,-3-9-180 0</inkml:trace>
  <inkml:trace contextRef="#ctx0" brushRef="#br0" timeOffset="8743.65">20391 4541 529 0,'0'-2'17'0,"0"0"8"15,0 0 20-15,0 0-23 0,0 1 3 0,0-1-10 16,0 0-7-16,0 0 13 0,0 0 1 0,0 2 7 0,0 0 9 16,-2 0-12-16,-2 2-5 0,-3 2 0 0,-23 11-1 15,6-4-2-15,2 4 3 0,-4-14-3 0,0 18 3 16,2 3-12-16,-4-1 5 0,4-1-8 0,-1 1 5 0,5-1-3 15,1-3-6-15,5-2 4 0,1 1-7 0,3-1-2 16,1 0 3-16,2 2-1 0,1-2 9 0,4-1-6 16,-9 1-1-16,4 0-1 0,3-2 0 0,2 0 2 15,2 0 4-15,2-2-1 0,3 2 1 0,3-2-20 16,9-1-2-16,16 1-8 0,6-2-20 0,7 0-43 16,8-1-18-16,15-5-18 0,5 1-145 0</inkml:trace>
  <inkml:trace contextRef="#ctx0" brushRef="#br0" timeOffset="9609.54">22728 3713 771 0,'0'-4'19'0,"-1"-11"29"0,-7-13-9 0,6 12-14 16,2 8 1-16,0 1-7 0,0 3-9 0,0 2-8 0,0 0 3 15,0 0-4-15,0 2 5 0,0 2 7 0,0 2 0 16,4 28 3-16,0 5-6 0,-4 7 1 0,0 3-3 15,0-3 4-15,0 3-2 0,-4-6 7 0,-2 1-5 0,-3-1 4 16,-2 2-14-16,-2 5 4 0,2-1-2 0,0 1 4 16,-2 0-2-16,2 0-3 0,1-1-1 0,3-5-1 15,3-3 2-15,0-7 1 0,3-6 2 0,-1-4 0 16,0-1-2-16,2-8 5 0,0 0-1 0,0-10 2 16,0 1-3-16,0 0 8 0,0-2-6 0,0 0 6 15,-2-1-11-15,0-1-1 0,0-1 2 0,0-1-2 16,-1-4-1-16,-12-24 1 0,4 1 1 0,0-10-1 0,3 3 4 15,1-1-11-15,1-2 3 0,2 2-6 0,1 0 7 16,1 2-2-16,2-1-5 0,0 5 0 0,4-2-15 16,-1 1 11-16,5 4-5 0,1-3 7 0,4-1-12 0,4-3 11 15,3-2-1-15,-16-2 5 0,24 3-1 0,1 5 7 16,5 3-4-16,-6 2 5 0,0 2-9 0,-1 5 9 16,1 2-3-16,2 8 6 0,3 4-1 0,3 1-4 15,-8-15 1-15,-1 10-1 0,-1 7 1 0,-5 4 4 16,-1 7 2-16,-3 2 1 0,-2 8-3 0,-2 16 7 15,-6 1-8-15,-5 6 9 0,0-6-1 0,16-3-1 16,-8 0 4-16,-10-5-4 0,-4 0-6 0,-3 0 3 16,-5-2-1-16,-4 0 1 0,5 0 0 0,-19-2-1 15,-7 0 0-15,3-3 1 0,1 1-3 0,-4-4 5 0,9 1-4 16,-2-2 4-16,4-4-12 0,4 0 3 0,0 0-1 16,9-2 2-16,2 0-1 0,9-2-3 0,-2-1 2 15,-3 1-2-15,1-2 0 0,4-3 4 0,-2 4 2 16,4-3 2-16,0 1 2 0,0-3-3 0,4 3-3 0,4 0 1 15,21 12-10-15,8-5-11 0,-1-5 1 0,10-3-6 16,2-3-10-16,-3 0-2 0,1-2-10 0,-3-4 5 16,0 0-23-16,-2-1-4 0,1-1-5 0,1-1 0 15,-4-2-21-15,2-1-15 0,-2 1 4 0,4-2-15 16,5 0-76-16</inkml:trace>
  <inkml:trace contextRef="#ctx0" brushRef="#br0" timeOffset="9936.45">23822 4051 295 0,'0'0'29'0,"0"0"46"16,-2 0 12-16,0 0 20 0,0 0-53 0,-1 0-21 16,-7-2-2-16,-1 0-7 0,4 2-20 0,-1 0 4 15,5 0-6-15,-1 0 5 0,-2 2-6 0,-3 2 1 16,4-1 3-16,-8 7-1 0,3-3 13 0,5-1-5 16,-4 12 4-16,7 3-6 0,0 3-3 0,-17 4 0 15,8 1-1-15,2 8 2 0,3 6 0 0,4 5-3 16,2 10 5-16,0 3-6 0,0 6-4 0,0 2 9 15,0-8-9-15,0-7 11 0,0-10-10 0,0-5 15 0,2-3-3 16,4-5 6-16,-1 1-2 0,1-6 6 0,0 0 2 16,-1-2 0-16,1 0-12 0,-3-4 4 0,1 1-8 15,2 1 7-15,-3-7-12 0,-1 0 5 0,0-4 0 16,-2-4 1-16,0 3-2 0,0-7 0 0,0 3 4 0,0-4 0 16,0 2 2-16,-2-1-35 0,0 1-4 0,-1-2-12 15,-3 0-19-15,-16 1-19 0,-2-3 2 0,0-5-10 16,-1-3-16-16,5-1-24 0,0-4 0 0,7 9-9 15,-4-18-12-15</inkml:trace>
  <inkml:trace contextRef="#ctx0" brushRef="#br0" timeOffset="10074.16">23337 4756 240 0,'0'0'64'16,"0"-2"-1"-16,0 1 53 0,0-1-2 0,0 0-61 15,2-2-6-15,-2 2-8 0,10-9 3 0,25 2-9 0,4-8 5 16,5 4 1-16,10-9-1 0,4 1-9 0,9-1-12 15,0-2 2-15,-3 4-6 0,0 5-10 0,-1 4-6 16,-6 3-21-16,6 4-1 0,-3-1-121 0</inkml:trace>
  <inkml:trace contextRef="#ctx0" brushRef="#br0" timeOffset="11912.73">23972 4502 13 0,'0'-2'23'0,"0"0"-11"0,0-2 18 16,0 3 4-16,0-1-16 0,0-4 2 0,0-1-4 16,0 1 1-16,0 2 2 0,0-3 0 0,0 3 8 15,0-1 0-15,0-6 5 0,0 3 4 0,0-5 14 0,0-2-6 16,0 0 9-16,-1-3-3 0,-1-1 1 0,0 1-1 15,-2-3 2-15,0 1 3 0,3 3-20 0,-3 0 4 16,2 6-10-16,0 2 0 0,0 2-13 0,2 3 6 16,0 2-9-16,-2-2 3 0,1 1-6 0,-3 1-1 0,-5-2 0 15,-8-2 6-15,-2 6-6 0,-7 2-1 0,-2 6-2 16,1 3-2-16,-1 4-2 0,2-10 4 0,-2 25-4 16,-2 3-1-16,-1 10 0 0,-3-2 2 0,6 7 0 15,8 8 0-15,1-2 0 0,-1 0-6 0,1-6 2 16,3-3-8-16,-1-10 9 0,8 0 0 0,5-3 3 15,-2-3-5-15,5 1 7 0,-16-2-3 0,8-2 6 0,7-2-2 16,2-2 10-16,5-1 0 0,3-5 4 0,1-3 6 16,4-3-8-16,7-5 3 0,6-1-5 0,6-2-2 15,0 16-4-15,8-6-1 0,-1-9-1 0,0-3-8 0,-5-5 11 16,-3-5-8-16,1-3 11 0,-2-1-12 0,-4-3 4 16,-4 11-2-16,-2-18 2 0,1-4-5 0,-5 0 8 15,3-1-2-15,-2-3 3 0,-2-3-4 0,-4-6-6 16,-2-3 4-16,-3-7-5 0,-3 1 12 0,-1 0-3 15,22 2-1-15,-11-2-1 0,-9 7-5 0,-4 4 3 16,-2 4-1-16,-2 9 2 0,-1 0 4 0,-3 3-6 16,1 7 4-16,-2 1-5 0,1 4 2 0,3 3 4 15,-14 5-8-15,1-10 5 0,-5 3-20 0,-1 5 12 16,-2 5-8-16,-2 5 10 0,0 8-8 0,1-9 0 0,-1 35 7 16,4 6-5-16,-4 7 6 0,6 1-1 0,1-1-3 15,3 2 2-15,6-5 0 0,1-5-2 0,0-1 1 16,7-6-1-16,-16-2 8 0,9-7-3 0,7 0-2 15,4-4-1-15,2-2-4 0,4-3-3 0,3-2 4 0,-7-6-2 16,29-2 10-16,-3-5 7 0,2-2 0 0,1 16 3 16,3-9 8-16,1-7-2 0,2-5 4 0,4-9-3 15,0-4 1-15,0-7-6 0,-2 18 4 0,3-32-4 16,-4-2 6-16,-3-8-11 0,-4-10 2 0,-8-4-3 16,-3-6 9-16,-9 0-9 0,-5 0-2 0,-4 6-1 15,24 5 7-15,-23 10-2 0,-6 3 4 0,-8 9-5 0,9 7-5 16,-35 6-21-16,-8 6-1 0,-5 6-10 0,0 5-42 15,-8-18-73-15,-7 20-69 0</inkml:trace>
  <inkml:trace contextRef="#ctx0" brushRef="#br0" timeOffset="19578.12">13796 6100 63 0,'0'0'38'15,"0"-1"0"-15,0-1 40 0,0 0 8 0,0-2-16 16,0-1-10-16,0-1-38 0,0-3 4 0,0 1-8 0,-2-3 13 16,2 2-18-16,0 2 9 0,0-3-12 0,0 1 14 15,0 0-1-15,0-1-4 0,2-1 2 0,0 0-10 16,-1 0 6-16,3-2 4 0,0 4 0 0,0-2 6 0,-3 3-7 15,3-1-3-15,0 0 0 0,-2 1-5 16,0 1 5-16,-1-1-2 0,1 3 3 0,-2 1 2 0,0 2-6 16,0 0 3-16,0 0-5 0,0-1 5 0,0-1 2 15,0 0-2-15,-2 2 0 0,1 1-14 0,-3-1 5 16,-5-2 2-16,-21-2 1 0,0 5 1 0,-1 1-7 16,-7 3-1-16,5 1-1 0,0 2 4 0,-6-1-6 15,5 1 2-15,3-1-3 0,-3 1-4 0,6-1 4 16,1 3 0-16,1-1 1 0,3 1 2 0,1 1 0 15,0 0 0-15,1 2 0 0,1 1-7 0,1 1 5 0,3-10-2 16,-5 16 4-16,3 3-5 0,1 4 1 0,-4 0-3 16,5 6 2-16,-3-1-4 0,2 1 7 0,1-1-1 15,-1-3 2-15,0 4-5 0,4-8 5 0,-3-4-2 16,6 1 2-16,1-5-8 0,-2 1 3 0,7 0 3 0,-3-4 1 16,5 4 3-16,-4-6-2 0,4 4-6 0,-1 1 2 15,-3-1-8-15,-7 4 8 0,2-3 0 0,0 5 1 16,2 3-1-16,-3 4 2 0,5 2 0 0,2 1 0 15,-1 4-8-15,0 4 10 0,1 4-1 0,-4 5 4 16,-1-3-10-16,-3 7 8 0,2-2-5 0,2 0 5 16,0 6-10-16,3-8 10 0,0-1-6 0,1-8 7 15,1-6-6-15,0-1-3 0,3-6 4 0,-1 1-4 0,0-1 5 16,0 0 3-16,2 0-3 0,-2 0 1 0,0 4 0 16,2 0 1-16,0 3-1 0,4 2-1 0,0 3-5 15,-1 2 5-15,1 5 0 0,-2 1 1 0,2 3-4 0,-1 1 1 16,-1 4 2-16,2-2 0 0,0-2 0 0,-1-2 4 15,-1-5-5-15,2-4 2 0,-4-2-6 0,0 0 5 16,0 0-1-16,-4 2 1 0,1-2 0 0,-1 0 5 16,0 1-4-16,2-5 3 0,-1 2-9 0,-1 1 9 15,2-3-3-15,0 0 5 0,2-1-4 0,0-8-1 16,0-2 4-16,0-3-4 0,0-8 6 0,0 0 5 16,0-1-6-16,2 1 5 0,-2-4-8 0,0-1-4 15,4 5 5-15,-4-8-5 0,2 3 5 0,1 5-6 0,-3-9 2 16,2 4-5-16,2 3-9 0,-4-5-11 0,2 1-3 15,-2-1-1-15,0 0-9 0,0-3-12 0,2 3-5 16,-1 0-1-16,1 0-16 0,-2-1-83 0,0-1-13 16</inkml:trace>
  <inkml:trace contextRef="#ctx0" brushRef="#br0" timeOffset="19808.59">12294 8965 475 0,'-2'0'80'0,"0"-1"142"0,-2-1-175 16,1 0-18-16,-1 0-3 0,2 2-4 0,-2-2-9 15,2 0-12-15,1 0-1 0,1 1-2 0,0-1 9 0,1 0-7 16,3 0 10-16,4 0-9 0,17-5 11 0,1-1 6 16,2 1-8-16,2-1 9 0,3 1-5 0,5-2-10 15,-1-1 5-15,7 1-7 0,-3 0 8 0,7-4-6 16,-3 2-9-16,-2 0 1 0,3 1-36 0,-11 5-11 15,3 1 2-15,-11 2-9 0,-4 2-30 0,-8 0-15 16,-1 0-12-16,-6 0 1 0,-3 0-35 0</inkml:trace>
  <inkml:trace contextRef="#ctx0" brushRef="#br0" timeOffset="19968.55">12763 8988 76 0,'-1'0'22'0,"-7"2"26"0,-29 9 18 16,5 0 9-16,5-2-9 0,2 0-3 0,7-1-5 15,1-3 1-15,6 1-13 0,4-2-14 0,1-2 5 16,4-2-8-16,-2 3 11 0,1 1 4 0,1 0-4 15,0-1 2-15,2 1-17 0,0 0-6 0,2 0 0 0,5-1-6 16,42 10-24-16,14-9-38 0,15-10-25 0,7-7-23 16,-1-5-264-16</inkml:trace>
  <inkml:trace contextRef="#ctx0" brushRef="#br0" timeOffset="20690.18">19860 7209 814 0,'0'-2'29'15,"-2"0"4"-15,0 0-7 0,-2 1-17 0,1-1-1 16,1 2-14-16,-2-2-3 0,0 0-2 0,1 0-5 15,-1 0-48-15,2 2-44 0,0 0-11 0,0 0-19 0,1 2-128 16</inkml:trace>
  <inkml:trace contextRef="#ctx0" brushRef="#br0" timeOffset="20937.15">17015 7474 934 0,'0'-1'28'0,"-2"-1"-36"0,1-2 4 0,-3-7 71 16,2 3-67-16,2 7-27 0,-2-3-40 0,0 0 0 0,2 2-14 15,0 0-16-15,0 1-70 0,0-1-11 0</inkml:trace>
  <inkml:trace contextRef="#ctx0" brushRef="#br0" timeOffset="21263.92">14628 5458 550 0,'-8'-24'242'0,"-7"-22"-245"0,-9-34 255 16,4 9-120-16,7 10-108 0,7 20-11 0,4 9-3 16,2 10-2-16,2 4-14 0,2 6-30 0,-2 7-5 0,-2 3-9 15,24-13-34-15,2 8-38 0,-2 7-21 0</inkml:trace>
  <inkml:trace contextRef="#ctx0" brushRef="#br0" timeOffset="22683.11">17541 13490 37 0,'0'0'0'0,"0"0"50"16,-2 0 3-16,0-2 1 0,2 1-5 0,0-1-50 0,0 0-7 16,0 0 9-16,0 0-2 0,2 0 3 0,0 0-6 15,0 1 7-15,-1-1 7 0,1 0 3 0,0 0 31 16,2 0-10-16,0-2 12 0,-3 4-12 0,7-7 4 16,-3-6 0-16,7 4-2 0,-5 1 2 0,4-5-4 0,-2 2-2 15,1-2-7-15,-1 0 3 0,2 2-14 0,-2 2 5 16,1 1-4-16,-1 3 4 0,0 1-4 0,1-3 0 15,-1 1 5-15,0 2-2 0,0 1 16 0,1 3-1 16,-1 0-3-16,-2 1 1 0,1 3-8 0,-3 18 2 16,1 12 2-16,-2 5-2 0,-1 2-11 0,22 1 3 15,-12 3-1-15,-6 0 2 0,-1-3 0 0,-5-8-5 16,1-8 4-16,0-12 0 0,2-1 36 0,0-5-11 0,-1-4 3 16,16 5-8-16,16-4-23 0,17-14 6 0,9-19-8 15,10 4 10-15,14-43 1 0,4-7-17 0,6-11 8 16,7-4-10-16,-1 1 12 0,12 5-9 0,9 3 1 15,8-4-4-15,-5-5-2 0,-8-5-5 0,-6-5 0 16,-3 6-6-16,11 6-33 0,7 13-108 0,2 9-26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20:30.84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15415 4151 28 0,'0'-2'2'0,"0"0"16"0,0 0 33 0,0-1 5 16,0-3 9-16,4-7-11 0,-3 4-33 0,3-4 5 0,0 0-9 15,0 2-1-15,-1-2 20 0,1 2-15 16,-2 1 15-16,0 1-18 0,-2 7 7 0,2-2 2 0,-1 1 1 16,-1 1-2-16,0 0 2 0,0 0 3 0,2-2-1 15,0 1-1-15,0 1-13 0,0 0 5 0,2 0-6 16,-1 0 5-16,-1 0 0 0,2 2-3 0,-1 0 3 16,1 0-2-16,-2 2 7 0,0 0-4 0,0 0 5 15,0 0-4-15,-1 2-9 0,1 1 5 0,2 4-6 0,2 3 5 16,-3-3 0-16,-1-2-3 0,0-1 2 0,0-1-7 15,0-1 2-15,0 0-4 0,-2-2 3 0,3 1 3 16,7 5-10-16,-1-3 7 0,0 1-9 0,0 0 5 16,3-3-1-16,1 1 2 0,1 0-2 0,3-2-4 15,4-1 5-15,-1-1-1 0,2-1 2 0,4-3-5 0,6-4-1 16,1-3 2-16,10-4-1 0,2-1 3 0,5-7-5 16,4-3 1-16,1 21-1 0,-3-34 1 0,-4-4 2 15,1-1-3-15,-7-5 2 0,3 1 0 0,-2 3 3 16,1-1-4-16,1 9 3 0,1 3-18 0,3 8-23 15,1 6-14-15</inkml:trace>
  <inkml:trace contextRef="#ctx0" brushRef="#br0" timeOffset="7087.04">23531 4849 61 0,'0'0'0'0,"0"0"15"0,0-2 3 0,0 0 4 0,0 0-3 16,0 1-17-16,0-1-3 0,0 0 4 0,0 0 1 16,0 0 4-16,0 0 6 0,0 0 7 0,-2 2-4 15,0 0 4-15,0 0-5 0,0 0 10 0,0 0 0 0,0 0 1 16,1 0-9-16,-3 0 8 0,0 0-8 0,-3 2 7 15,-3 0-11-15,-1 4 7 0,0-1 5 0,0 3 1 16,-2-6 23-16,-4 14-2 0,-1 5-7 0,-3 3 1 16,-1 4-12-16,2 3-12 0,-1 3 11 0,-3 3-12 15,2 2 8-15,-1 2-13 0,1 1-3 0,2 1-2 16,1 4-7-16,4-5 5 0,0 3 6 0,1-10-3 16,1-1-1-16,1-12 0 0,3-4-2 0,0 1 3 0,1-8 7 15,5 2-3-15,-3-6 0 0,1-1-3 0,3 1-12 16,0-3 3-16,-2 0 1 0,1 0 3 0,-1-1-1 0,2 1-7 15,0-2-2-15,0 0 0 0,2 0 7 0,0-2-1 16,0 0 1-16,2-2-1 0,6-13 3 0,8-24 2 16,1 0-5-16,0-4 4 0,1-3-3 0,1-1-1 15,1-3 5-15,-1 4-5 0,1 3 3 0,1-1-6 16,-3 3 3-16,3 0-3 0,-3 2 6 0,4 2-6 16,-18 1-3-16,22 1 0 0,2 2 3 0,0-1 2 15,0-1 4-15,-8 0-2 0,2 0-1 0,-5-1-1 16,-2 7-3-16,2 4 4 0,-15 5 4 0,7 5-3 0,-5 4 5 15,-1 4-5-15,3 3 3 0,-2 0-3 0,-1 0-2 16,1 3 1-16,-2-1 0 0,0 2 3 0,0 2 1 16,-2 1 2-16,0 16 8 0,-4 11-10 0,-5 1 3 15,-1 1-6-15,1-6 3 0,0 0-4 0,1-2 0 16,3-4 0-16,1 3-1 0,2-3 5 0,2 0-5 0,0 3 4 16,0-3 0-16,4 0-6 0,1 3 10 0,3-1-9 15,-1 2 10-15,3 4-4 0,-1-2-3 0,2 4 0 16,2 1-4-16,2-1 4 0,0 0 2 0,-2-2 1 15,2 1-7-15,-1-1 8 0,-1-2-5 0,-1-4 8 16,-3-7-7-16,-2-2 3 0,1-2-5 0,-6 1 2 16,9-5-7-16,-2 0 6 0,0 3 5 0,-1-8-1 15,-1 3 4-15,-1-1-10 0,-1 0 4 0,-3-4-5 0,2 1 3 16,-1 3 0-16,1 0-7 0,0 0 4 0,-2-3-10 16,0 1-20-16,-1 0-1 0,1 0-9 0,0 0-32 0,-2 0-89 15,0 0-5-15</inkml:trace>
  <inkml:trace contextRef="#ctx0" brushRef="#br0" timeOffset="7311.61">23258 5302 535 0,'0'-2'13'0,"0"0"-2"0,0-1 2 0,0-1 3 15,0 0-7-15,0 1-5 0,0-1-11 0,1 0 5 16,1 0-6-16,0 1 5 0,0-1-2 0,2 0 1 0,7-3 1 16,6-2 10-16,3 1 3 0,2 1-3 0,-1 1 2 15,3 1-10-15,4-1 5 0,-2 2-4 0,0-1 6 16,3 1-5-16,-3 2-8 0,-1 0-7 0,2 2-3 16,-2 0-30-16,-5 0-9 0,0 0-38 0</inkml:trace>
  <inkml:trace contextRef="#ctx0" brushRef="#br0" timeOffset="7739.73">24115 5048 260 0,'0'0'43'0,"0"0"-1"0,0-2 16 15,0 0-1-15,0 0-9 0,0 0-15 0,0 0-1 16,0 1-13-16,0-1 9 0,0 0-13 0,0 0-4 15,0 0 6-15,0 0-5 0,0 0 11 0,0 1-17 16,0-1 9-16,0 0-10 0,0 0 16 0,-1 0-11 16,-1 2 6-16,0 0-8 0,0 0 3 0,0 0-3 0,0 2 3 15,0 0-1-15,1 0 15 0,-1 0-1 0,-2 1 0 16,-5 10 0-16,-2 4 0 0,-1 5 2 0,-1 4-7 16,4 4 5-16,0 5-5 0,0 4-12 0,1 0 8 15,3 4-11-15,1-4 0 0,0 0-3 0,2-2 2 0,2-2-1 16,0 2 2-16,0-1-1 0,2-7-3 0,-2-3 2 15,2 0 8-15,0 0-7 0,0-1 1 0,1-1-3 16,1 0 5-16,-2-2-9 0,0 2 3 0,0-1-6 16,0-1 7-16,-2-4 1 0,0 1 2 0,0-4-2 15,0 2 4-15,0-8-3 0,0 0 5 0,0-1-4 16,0-1 3-16,0-3-4 0,0 1 0 0,0-1 0 16,0 0 4-16,0-1-6 0,-2 1 2 0,0 0-3 15,-2 0 0-15,0-1-8 0,1-1-11 0,-8 4-2 0,-1-3-62 16,1-1-112-16,0-2-10 0</inkml:trace>
  <inkml:trace contextRef="#ctx0" brushRef="#br0" timeOffset="8033.16">23865 5521 449 0,'0'0'24'0,"0"0"1"0,0-2 4 0,-2 0-10 16,0 1-2-16,0-1-19 0,0 0 2 0,0 0 2 16,2 2-1-16,0 0-1 0,0 0 15 0,0 0 1 0,0-2 7 15,2 0 22-15,0 0-6 0,2 1-1 0,9-7-4 16,13-5-14-16,0 0-5 0,4-2-3 0,3 1 0 15,4-1-8-15,0 2-17 0,2 2 5 0,4 1-12 16,0 1-17-16,1 0-8 0,1-1-16 0,-2-1-3 16,-3 0-133-16</inkml:trace>
  <inkml:trace contextRef="#ctx0" brushRef="#br0" timeOffset="8358.83">24775 4977 351 0,'0'0'11'0,"0"0"20"0,0 0-21 0,0 0-17 0,0 0 3 16,0 0-8-16,0 0 14 0,0 0 3 0,0 0 5 15,0 0-2-15,1 0 13 0,1-2 20 0,0 0 0 16,0 1 7-16,2-1 8 0,-1 2-12 0,14-6 6 0,2 1-8 16,1-3-4-16,4 1-16 0,2-1-3 0,4 3-4 15,5-1-11-15,-1 2 2 0,-1 1-3 0,2 1 4 16,-9 0-3-16,0 0-9 0,0 2 4 0,-3 0-6 16,3 0 10-16,-2 0-14 0,-8 0 5 0,1 0-9 15,-2-2-2-15,-2 2-14 0,0 0-4 0,-6 0-10 16,1 0-88-16</inkml:trace>
  <inkml:trace contextRef="#ctx0" brushRef="#br0" timeOffset="8545.62">24689 5241 698 0,'0'-2'17'0,"0"0"37"0,0 0-60 0,0-1-4 15,2 1 2-15,0 0-1 0,0 0 14 0,1 0-8 16,12-7 1-16,4 0-5 0,3 1 1 0,-1 3 12 16,5-1-7-16,1-1 9 0,3 1-9 0,4 0-9 15,3 1 8-15,-2-1-10 0,0 1-9 0,-3 1-33 16,1-2-7-16,1 3-22 0,3-1-160 0</inkml:trace>
  <inkml:trace contextRef="#ctx0" brushRef="#br0" timeOffset="9290.78">26928 3724 268 0,'0'-2'4'0,"0"0"5"0,0 0-2 0,0 0-11 16,0 1 0-16,0-1-4 0,0 0 9 0,0 0 1 0,0 0-2 16,0 2 0-16,0 0-10 0,-2 0 20 0,1 2 7 15,-1 0 5-15,0 0 12 0,0 1 4 0,-11 18 0 16,-4 5 2-16,-1 4-1 0,16 1-15 0,-18 4-1 0,-6-3-4 16,0 1 5-16,-6 1-1 0,-1 1 1 0,-1 0-2 15,-7 3-6-15,0 2-11 0,2 3 7 0,0 0-8 16,8 1 5-16,5-3-3 0,5-4-4 0,7-5 2 15,2-8 2-15,5-4 14 0,1-3-7 0,1-9 7 16,3 6-4-16,-2-8-1 0,1-2 3 0,-1-1-3 16,0 1 8-16,2-2 4 0,0 0-1 0,1 0-2 15,-1-2-26-15,2 0 5 0,0-2-5 0,0 0 4 0,11-30-8 16,4-3 5-16,3 2 2 0,3-4 1 0,-10 1-5 16,19 1 0-16,3 2 0 0,-3-1 2 0,-4 3 4 15,3 1-3-15,-3 0-5 0,10 2 1 0,-7-3-6 0,-3-3 10 16,0-1 0-16,-5-8 1 0,1 6 2 0,-1 2-9 15,-7 2 6-15,-1 7-6 0,0 0 8 0,-3 9-4 16,-3 2-4-16,-1 6 1 0,-3 1 5 0,1 6-5 16,2-1 5-16,-5 3-3 0,3 0 9 0,0 0 5 15,0 2-6-15,-1-1 5 0,5 16 0 0,1 18 1 16,-5 3 4-16,-2 1-5 0,-2-4-8 0,0-4 6 16,0-1-3-16,0-2 5 0,0-4-2 0,0 2-3 15,0-2 0-15,1-1-1 0,3 1-4 0,0-4 4 16,3 2-4-16,1-3 5 0,-1 0-5 0,1-3 6 0,-3-1 0 15,3 2 1-15,-3-4-6 0,1-2-5 0,1 2 1 16,-3-6-3-16,0 1 1 0,-1-1-25 0,1-1 0 16,-4-4-10-16,2 3-16 0,-2-3-154 0,2 2 4 15</inkml:trace>
  <inkml:trace contextRef="#ctx0" brushRef="#br0" timeOffset="9725.68">26492 4285 382 0,'0'0'43'0,"0"-2"72"16,0 0-95-16,0 0-22 0,0 0-5 0,2 0-4 0,0 0-5 16,1 2-2-16,25-7 8 0,6 1-6 0,1 3 5 15,6-1 6-15,-2-2-1 0,0 1 5 0,2-3 6 16,-4 1 1-16,4 0 2 0,0-3 2 0,-6 1 20 0,0 0-11 16,2-1 1-16,-2 1-6 0,1 0-1 0,-5 2-7 15,3-1 0-15,-5 3-1 0,-1-1 8 0,-2 0-7 16,-3 3 2-16,1-1-6 0,-2 2-2 0,-3 0 8 15,1 0 0-15,-9 2 3 0,-3 0-13 0,-3 0 18 16,-1 0-2-16,0 0 9 0,-3 0-1 0,1 0-1 16,0 2 1-16,0 0-2 0,-2 0-4 0,0 2-5 15,-2-1 2-15,-3 7-3 0,-5 5 0 0,8-1-6 0,-11 1-4 16,0 2 3-16,4 0 3 0,-2-3-6 0,4 3 4 16,1-2-4-16,4 0 3 0,-7-2-4 0,3-4 3 15,4 2-2-15,2-1 10 0,0-3 5 0,0-1-4 16,2-3 4-16,0 1-3 0,9-2-9 0,13 0 12 15,-3 11-10-15,-3-8 11 0,7-1-7 0,-5-4 1 0,2-4-1 16,6-3 0-16,-6-1 6 0,1-3-6 0,-5 0 7 16,-3 0-3-16,-6 4-3 0,-1-12 2 0,-3-1-3 15,1 1-1-15,9-1-5 0,-6 1-1 0,-2 2 0 16,-3 2-2-16,-2 3 2 0,-2-1-6 0,0 3 2 16,-2 1-23-16,-2 2 1 0,1 1 4 0,-12 2-3 15,-7 2-6-15,-1-12-58 0,-3 1-28 0,8 7-11 16,3 2-102-16</inkml:trace>
  <inkml:trace contextRef="#ctx0" brushRef="#br0" timeOffset="10099.76">27792 4034 273 0,'0'0'115'0,"0"-2"-116"15,2 0 126-15,-1 0-58 0,1 1-35 0,0-1-18 16,2 0 0-16,0 0-5 0,-3 2 5 0,7-4-9 15,-1 2 2-15,-3 2-4 0,2-1 8 0,-3 1 0 16,1 0 4-16,-2 0-3 0,0 0 9 0,0 0 13 0,1 0-8 16,1 0 7-16,-2 1-16 0,0 1 1 0,0 0-1 15,-2 2-1-15,-4 16 1 0,-4 3-8 0,-3 3 1 16,-2 0-4-16,-2 1-4 0,-1 1-5 0,-3 2 5 16,1 0-4-16,1-4 5 0,2-2-2 0,2 2 1 15,2-2-1-15,2-2-1 0,1 0 7 0,4-5-6 0,1-2 6 16,1 0-7-16,2-4 1 0,0 0 1 0,0-3 2 15,2 1 6-15,0-2-7 0,-1-1-1 0,1-2-1 16,11 5 5-16,10 4-5 0,3-4 2 0,3-5-3 16,-1-2 3-16,2 0 1 0,1-2 0 0,3 0-1 15,-3 0-8-15,5-2 7 0,-1-4-3 0,-2 1 3 16,3-1 1-16,-5 0-8 0,-3 3 5 0,4 1-8 16,-8 0-5-16,-4 2-6 0,1 0-7 0,-8 0 1 0,0 0-19 15,-6 0-13-15,-3 0-46 0,-1 0 1 0,-1 2-252 16</inkml:trace>
  <inkml:trace contextRef="#ctx0" brushRef="#br0" timeOffset="10529.67">25967 4940 340 0,'-2'0'38'0,"0"0"-6"0,0 0 4 0,-2 0 8 0,-3 0-20 16,-8-2-24-16,4 0 2 0,0 0-4 0,7 2 3 15,2 0-8-15,0 0 7 0,0 0 0 0,-1 0 3 16,1 0 6-16,0 0-2 0,2 0 2 0,0 0-2 15,2 0 0-15,5 0 20 0,30 0-6 0,6 0 10 16,0 0-6-16,1 0-4 0,5-1-3 0,1-1 0 16,2 0-3-16,5 0 3 0,5 0 2 0,12 0-2 0,4 2-6 15,11 0 8-15,2-2-7 0,-6 1 6 0,1-3-2 16,-5 0-5-16,1 0 9 0,0 3-7 0,5-3 5 16,4 2-2-16,4-4-3 0,0 3 3 0,-8-1 1 15,-6 0-6-15,-8 2 1 0,-6-1-3 0,-6 1 6 0,-2 0-6 16,3 0-1-16,-3 2-3 0,-1 0-5 0,-3 0 7 15,-6 0 0-15,-7 0 1 0,1 0-11 0,-8-2 8 16,-7 2-2-16,-6 0 5 0,-7 0-2 0,-4 0 1 16,-5 0-6-16,-2 0 4 0,-1 0-8 0,1 0-18 15,-2 0-10-15,0 0-9 0,-2 0-77 0</inkml:trace>
  <inkml:trace contextRef="#ctx0" brushRef="#br0" timeOffset="10919.96">25803 5525 535 0,'0'-2'55'0,"0"0"1"0,0-3 3 16,-5-20-9-16,1 11-13 0,2 2-24 0,2 5-10 16,0 1-10-16,0 5 2 0,0-3-10 0,0 0 7 15,0 2 5-15,0 1-1 0,0 1 9 0,0 1-1 16,0 1-1-16,-2 9 0 0,-2 19 1 0,-1-4 10 15,-3 2-6-15,1 0 6 0,0 0-14 0,-1-1 6 16,1 1 1-16,-1 0 0 0,3 2-3 0,-1 1 3 16,1 1 1-16,-1-2-1 0,2-2-11 0,1-4 11 0,-1 2-6 15,2-2 9-15,0-4-10 0,0 3 1 0,0-3-8 16,1 0 1-16,-1 3-41 0,0-5-148 0</inkml:trace>
  <inkml:trace contextRef="#ctx0" brushRef="#br0" timeOffset="11187.87">25989 5772 545 0,'0'-2'306'0,"0"0"-460"0,0 0 375 0,0 0-225 0,0 1-20 16,0-1 0-16,2 0-1 0,0 0 3 0,1 2 23 15,27-6 2-15,-4 5-1 0,6-1-1 0,-3 2-1 0,3 0 10 16,-1 0 6-16,3 0 2 0,1 0 8 0,-2 0-5 16,3 0-10-16,-3 0 4 0,1 0-14 0,-1 2-1 15,-3-1-2-15,-1 1-2 0,-6 0-18 0,-7 0-3 16,3 0-8-16,0 2 2 0,-5-3-27 0,-1 1-81 16</inkml:trace>
  <inkml:trace contextRef="#ctx0" brushRef="#br0" timeOffset="11387.74">26410 5634 756 0,'0'0'23'0,"0"0"-29"0,-2 0 25 0,1 0-14 15,-1 0-5-15,0 2 4 0,-2 2-5 0,0 16 2 16,-10 12-1-16,-5 3-19 0,2 6 2 0,2-2-11 15,1 0-17-15,1 2 8 0,1-2-5 0,7-2 7 16,-3-3 6-16,7-5 14 0,-1-6-8 0,-13-1-2 16,6-4-107-16,5-7 35 0,2-1-14 0</inkml:trace>
  <inkml:trace contextRef="#ctx0" brushRef="#br0" timeOffset="11887.97">27205 5447 361 0,'0'0'140'0,"0"0"-183"16,0 0 154-16,-2 0-86 0,0 0-35 0,0 0 8 16,1 2 2-16,-1 3 1 0,-13 27 3 0,-2-1 6 15,0 1-3-15,-1 0 3 0,16-1-9 0,-18 3 15 0,-5-3-8 16,1 1 9-16,2 1-12 0,3-3 6 0,3 1 10 15,1-3-5-15,4-2 6 0,1-3-2 0,3-1-4 16,0-5 3-16,1-1-7 0,2-1 3 0,1-4-5 0,1 0 3 16,-2-5-11-16,0 0 6 0,4-5 2 0,-3 3 4 15,1 0 41-15,0 0-23 0,0-3 13 0,0 1-21 16,0-2-12-16,0 0-13 0,1-2-5 0,1 1-1 16,0-25 7-16,0-2-7 0,3 2 3 0,3-2-6 15,1 0 3-15,3-2-6 0,1 1-1 0,0-1 0 16,4 0-2-16,0 0 0 0,-1 1 6 0,3-3-3 15,4-3 12-15,-3 0-7 0,1-3 3 0,-3 5-3 0,-3 5 11 16,-1 4 0-16,-3 6 3 0,-5 8-4 0,-3 5-6 16,-1 3 4-16,4-2-9 0,0 0 8 0,-2 3-4 0,0 1 8 15,-1 0 7-15,1 1-3 0,4 12-5 16,-1 23 0-16,-3-3-1 0,-2-1 2 0,-2 1 5 0,-1-5-8 16,-1 0 4-16,2-2-5 0,-2-2 2 0,3-2 3 15,-1 2 3-15,2-1 2 0,0-1 12 0,0 2-5 16,3-2-2-16,3 1 1 0,0-3-8 0,-1 0 0 15,1-1-2-15,-1-2 1 0,-1-4 4 0,0 0-10 16,-1-2-1-16,1 2-6 0,0-2-21 0,-2-4-28 16,0-1-15-16,-1 1-21 0,-1-5-225 0</inkml:trace>
  <inkml:trace contextRef="#ctx0" brushRef="#br0" timeOffset="12264.79">27101 5889 442 0,'2'0'13'0,"0"-2"17"16,1 0-18-16,9-2 5 0,8-1-6 0,8-3 6 15,2 3-5-15,-1-1 0 0,5 1 9 0,-5-1-5 16,3 1 21-16,-6-1-4 0,0 0-5 0,2 1 2 16,-2-1-7-16,2 1-3 0,-2-1 4 0,-17 4-4 15,8-1-9-15,-2 1-4 0,-8 2-4 0,8-2 2 0,-13 2-3 16,1 0 6-16,1 2 3 0,-2 0 1 0,0-1 0 15,-2 3-2-15,-2 11-2 0,-6 7 1 0,-3 2-6 16,-5 1 4-16,12-1-4 0,-7 2 4 0,0 0-9 16,3-4 6-16,6 0-6 0,-1-5 6 0,-1-4-2 0,-5 0 10 15,5-6-4-15,0 1 6 0,4-3-5 0,0-1-1 16,0 2 6-16,0-5-5 0,4 3 7 0,9 5-4 16,6 1 2-16,1-7-3 0,2-3 1 0,0-3-1 15,1-5-2-15,-7 1 1 0,3-6 2 0,-8 4 2 16,0-15-5-16,-1-4 3 0,-5 7-8 0,-1-3 0 15,0 2 4-15,10 1-3 0,-4 1 5 0,-5 1-12 0,-1 1-4 16,-2 3-5-16,-2-2-19 0,0 6-9 0,-4-2-14 16,0 4-6-16,-1 0-113 0,3 5-29 0</inkml:trace>
  <inkml:trace contextRef="#ctx0" brushRef="#br0" timeOffset="12608.01">27840 5709 234 0,'0'0'168'0,"2"-2"-204"0,0 0 197 0,1 0-102 15,-1 2-12-15,9-5-19 0,4-3-2 0,-2 3-7 0,0-1-17 16,0 2 3-16,-2 2-2 0,1 1 3 0,-5 1 5 16,0 0-10-16,-5 0 6 0,2 1-7 0,0 1 9 15,-1 0 11-15,-1 2-4 0,2 9 5 0,-2 7-4 0,-4 4-3 16,-5 2-5-16,-5 2 2 0,-1 2-7 0,-1 3 2 15,-3 1-1-15,0 1-2 0,0-1-8 0,3-3 9 16,1-1 1-16,1-2 4 0,5-8-4 0,1-3-2 16,1-1 7-16,3-6-4 0,0 1 7 0,0 0 3 15,2-2-7-15,0-1 6 0,2-1-3 0,-2-5 6 16,4 2-2-16,5 3 3 0,12 4-9 0,3-1 6 16,4-5-5-16,-1-3 5 0,1-2-6 0,8 0-3 15,-5-2 0-15,1-2-4 0,5-1-14 0,-11-1 3 0,4-1-1 16,-5 1 1-16,-6 1-12 0,3-1-30 0,-5 1-1 15,-2-3-11-15,-4 3-15 0,-2-1-173 0</inkml:trace>
  <inkml:trace contextRef="#ctx0" brushRef="#br0" timeOffset="12933.15">28529 5655 755 0,'0'-2'22'16,"0"0"-1"-16,0 0 8 0,0 0-2 0,0 1-6 0,2-3-16 16,0 2-2-16,-1 0-8 0,1 0 4 0,0 0-3 15,0 1-4-15,-2-1 8 0,2 0-5 0,-2 0 14 16,0 0-2-16,0 2 2 0,0 0-2 0,0 2 10 0,0 0 2 16,0 2 0-16,0 12-1 0,-4 12-7 0,-3 4-3 15,-4 3 4-15,-4 6-4 0,-2 2 1 0,-5 7 5 16,-1 4-6-16,3 3 5 0,0 8-2 0,1-6-4 15,0 1 6-15,3-6-7 0,1-6-3 0,2-3 4 16,2-8-5-16,0-4 5 0,1-5-5 0,3-4-3 16,-1 0 4-16,3-5-3 0,1-1 4 0,0-5 0 15,1 2-1-15,1-5 1 0,0-3-8 0,0 2-23 16,0-3 1-16,0-1-6 0,2-3-6 0,-1 2-81 0,-1 0 11 16,0-2-36-16,0-1-11 0</inkml:trace>
  <inkml:trace contextRef="#ctx0" brushRef="#br0" timeOffset="13372.99">28358 5692 468 0,'0'-2'80'15,"0"0"13"-15,0-1-13 0,0-1-38 0,0-9-4 0,0 4-33 16,2-1-15-16,-2 7 5 0,2-3-8 0,1 0-1 15,5 1 5-15,12-1 1 0,4-1 4 0,1 1 9 16,1 1 3-16,0-1-7 0,0-11 7 0,0 6 2 16,-2 6-6-16,0 1 9 0,-4 4-9 0,1 2 2 0,-5 2 3 15,-1-1-7-15,0 5 7 0,-6-3-3 0,-5-3 3 16,7 15 5-16,-1 0-3 0,-5-1 5 0,-3 1-2 16,-2 0-4-16,-6 1 4 0,-3-1 3 0,-2 0 3 15,2-2-2-15,-12-2 0 0,-1-2-13 0,5-4 2 16,2 1-4-16,6-7 2 0,2 3-5 0,3-2-3 15,2 0 3-15,0 0-3 0,-1 1 6 0,-1 1-4 16,2 0 1-16,0 0-3 0,0-1 3 0,0-1 0 16,2 0 0-16,0 0-2 0,2 0-15 0,0 0 17 0,2-1-5 15,5 3 8-15,4 2-4 0,0-1-3 0,-2 1 2 16,-3-2-1-16,-1-1 3 0,-3-1 3 0,0 2-1 16,-4-2 3-16,5 7 2 0,1 0 0 0,-4-1 2 15,-1-1-2-15,-1-1 10 0,0-4 1 0,-1 1 2 0,-1 1-2 16,-2 0-1-16,-11 5-6 0,-7 0-2 0,0-3-2 15,-1-4-5-15,-3-2-1 0,2-2-6 0,-2-2 1 16,0 0-20-16,6 1-178 0,-3-3-59 0</inkml:trace>
  <inkml:trace contextRef="#ctx0" brushRef="#br0" timeOffset="13772.89">29140 4699 770 0,'0'-2'18'16,"0"-4"20"-16,3-14 2 0,1 5-19 0,2 4-5 0,-1 2-5 16,-1 3-11-16,7-1-2 0,10-3 8 0,1 5-6 15,0-1 9-15,2-11-6 0,-1 6-5 0,1 4 1 16,0 1-3-16,0 3 7 0,0-1-1 0,-2 2 2 15,-1 0-10-15,-1 0 7 0,-1 2-6 0,-1 0 5 16,-1 0-14-16,-11 0-12 0,1 0-6 0,-3 0-5 0,-1 2-39 16,1 0-190-16</inkml:trace>
  <inkml:trace contextRef="#ctx0" brushRef="#br0" timeOffset="13920.26">29025 4858 114 0,'0'0'89'0,"0"0"-13"0,-2 0 39 16,0 0 2-16,0 0-28 0,0 0-71 0,0 0 1 15,2 0-4-15,0 0 7 0,0 2 16 16,0 0 5-16,2-2 7 0,2 0-3 0,9 2 3 0,15 0-15 16,0-2-8-16,3 0 0 0,3-2-16 0,-1 0-14 15,2-2 0-15,-1 1-8 0,1 1-9 0,-3 0-27 16,3 0-4-16,0 0-13 0,-1 0-49 0</inkml:trace>
  <inkml:trace contextRef="#ctx0" brushRef="#br0" timeOffset="15082.54">30469 4244 362 0,'0'0'28'0,"0"0"-1"0,0 0 7 16,0-2-7-16,0 0-4 0,0 0-14 0,0 0 5 15,2 0-1-15,0-1 2 0,-2 1-7 0,5-17 7 16,18-1 1-16,1 0 5 0,6-3 10 0,-4 1-6 16,3-6 1-16,-5 0-3 0,2 2-3 0,-1-5-9 15,-1 1-4-15,-2 0 1 0,-2-5-1 0,1 5-8 0,-5-3 7 16,-3-1-8-16,2 7 2 0,-5-3 4 0,-3 8-4 16,2 1 4-16,-3-1-7 0,-1 9 4 0,1-4 1 15,-4 6 1-15,2 4-1 0,-3 1-1 0,3 0-2 16,0 3 0-16,0-1 1 0,-1 0-1 0,1 2 2 15,-2 1-1-15,0-1 1 0,0 2 7 0,-1 0 3 0,-1 2-1 16,0 12-7-16,-1 20 3 0,-5 3-6 0,0-5 4 16,-3 5 0-16,0 0-4 0,0-6 4 0,1 3-4 15,3-8-1-15,1-2 3 0,2-5-3 0,2-5 2 16,0-2-5-16,0-3 15 0,0 0-4 0,0-3 9 16,2-1-6-16,0-1 20 0,0 0-8 0,1-1 10 15,8 5-13-15,8 1-4 0,5-1-2 0,2-7-1 0,0-1-1 16,2-3-8-16,2-5 8 0,-4-1-9 0,13-6-1 15,0-2 3-15,-4 1-3 0,0-3 2 0,-1 15-3 16,-6-23 2-16,9 1 0 0,-2 0 2 0,-9-2-8 0,0-2 4 16,-6 2 1-16,-1-2 3 0,-1 4-4 0,-5 8 5 15,-1 1-7-15,-3 4 4 0,-4 0-9 0,3 6 6 16,-4 1-1-16,-1 1 3 0,-3 3-1 0,2 2 0 16,0 0 3-16,2-2-2 0,-1 0 3 0,-1 2 23 15,0 0-3-15,0 2 8 0,0 16-10 0,-2 21-10 16,-6 8 0-16,-5-4-3 0,-2 1-7 0,2-5 6 15,0-5-8-15,0-3 7 0,1-1-8 0,5-4 7 0,1-2 2 16,0 0 1-16,4-3-8 0,0-1 2 0,4 0 1 16,4 1 1-16,-1-4 6 0,2-3-6 0,-3 1 2 15,18-4-3-15,2-1 4 0,2-3-8 0,2 0 1 16,-1-3-3-16,1-2 3 0,-6 15-20 0,-2-6 4 16,1-4-11-16,-5-3-11 0,-3-2-9 0,-2-2-15 15,-5 0-1-15,-3 0-82 0</inkml:trace>
  <inkml:trace contextRef="#ctx0" brushRef="#br0" timeOffset="15511.53">30159 4767 110 0,'0'0'26'0,"-2"0"-4"0,0 0 33 16,0 0-1-16,-18 0 4 0,1 0 8 0,3-1-2 15,1 1 1-15,2 0-4 0,4 0-12 0,3 0 2 0,1 0-2 16,1 0-1-16,0 0-31 0,2 0-3 0,0 0-7 15,1 0 3-15,1 0-13 0,1 0 3 0,3 0-4 16,28 0 5-16,12 0 0 0,6 1 1 0,12 5 5 16,12-2-4-16,6-1-5 0,9 1 9 0,2-2-6 15,-8 0 9-15,5 0-4 0,-5 0-1 0,3-1 7 0,12 5-6 16,-3 0-1-16,7-5 2 0,-2 1 0 0,-13 0 3 16,2-2 4-16,-9 2-9 0,-4 0-1 0,-1 0-1 15,6 1 5-15,1-1-8 0,-2 0 3 0,2 0-4 16,-12-2-2-16,-1 0 12 0,-6 0-11 0,-9 0 10 15,-6 0-14-15,-7 0 7 0,-6-2 2 0,-5 2 3 16,-6 0 3-16,-5 0-11 0,-6 0-1 0,-6 0-6 0,-5 0-13 16,2 0-119-16,-1 0-37 0</inkml:trace>
  <inkml:trace contextRef="#ctx0" brushRef="#br0" timeOffset="15938.65">29953 5525 853 0,'0'-2'16'16,"0"-2"-3"-16,0-18 2 0,0-6 4 0,2 13-10 16,0 4-9-16,-2 4-16 0,0 5 3 0,2-2-6 15,-1 1 3-15,1 1 10 0,0 2-3 0,2 0 7 0,0 2 11 16,-1 5-9-16,12 24 6 0,-6-1-6 0,-3 2 10 15,-4-3 1-15,-2 1 1 0,-2-2-1 0,-2 0 1 16,-1-2 1-16,-3 4-6 0,-1-1 3 0,-2 3-6 0,0-2 6 16,-2 1-4-16,0-3 4 0,0-2-7 0,2 0-4 15,1-4 4-15,3 1-4 0,1-1 5 0,3-5-15 16,-1 1-9-16,4 4-6 0,0-9-50 0</inkml:trace>
  <inkml:trace contextRef="#ctx0" brushRef="#br0" timeOffset="16139.66">30321 5844 518 0,'0'0'103'0,"0"-2"32"0,0 1-69 0,0-1-68 0,0 0-3 15,0 0-11-15,1 0 5 0,1 0 0 0,4 0 3 16,16-7 9-16,2 2-3 0,6 3 5 0,-2 0-5 15,0 2-1-15,0 1 5 0,-4 1-2 0,0 0 2 16,-6 0-8-16,1 0 0 0,3 0-13 0,-3 0 7 16,-1 0-29-16,-3 1-53 0,-7-1-70 0</inkml:trace>
  <inkml:trace contextRef="#ctx0" brushRef="#br0" timeOffset="16357.02">30590 5666 549 0,'0'0'18'0,"0"0"35"0,-2 0-43 0,0 0-8 15,0 0 7-15,0 2-7 0,1 0 3 0,-3 1 10 16,-13 12-7-16,4 11 7 0,-7 2-11 0,5 2 6 16,0 1-7-16,2 1 6 0,4-2-3 0,1 1-6 15,6 1 4-15,-16-1-5 0,5 1 8 0,4 1-9 0,3-5 3 16,2 0-7-16,4 0-12 0,0-6-31 0,4 0-6 15,0-3-22-15,-2-2-168 0</inkml:trace>
  <inkml:trace contextRef="#ctx0" brushRef="#br0" timeOffset="16937.5">30853 6041 704 0,'0'0'18'0,"0"-2"21"16,0 0-24-16,0 1-11 0,0-1 0 0,2 0-3 16,0 0 3-16,0 0 3 0,2-2-5 0,-2 1 4 0,11-10-5 15,5-6 9-15,1-1 2 0,3-3 1 0,6-3 8 0,2 0 2 16,1-1-6-16,4-1 4 0,-1 2-4 0,1 0-11 16,0 3 7-16,1 1-10 0,-5 0 1 0,5 1-3 15,-5-1-1-15,-5 0 0 0,0 1 0 0,-6 3 6 16,-3-1-6-16,2 8 4 0,-6 0-3 0,-4 2-7 15,-2 3 8-15,-5 1-7 0,0 3 8 0,2-2-10 16,0 0 4-16,-1 2-6 0,-1 1 11 0,0 1 1 16,-2 0-1-16,0 1 2 0,-2 3-1 0,-3 9 4 15,-8 13-7-15,-4-2 6 0,2-1-7 0,0-1-2 16,2-4 7-16,2 1-5 0,4-2 0 0,1-1 6 0,1 1-5 16,3-4 7-16,2 0-5 0,0-4 10 0,2 1-2 15,1-1 5-15,1-2-5 0,0-1-8 0,14 0 4 16,1-3-5-16,1 12 4 0,-1-6-2 0,5 1 5 15,-6-7-3-15,1-1 4 0,0-2-9 0,-3 0 0 16,1-3-2-16,-2-1 5 0,0-4-5 0,-4 1-4 0,0 0-1 16,0 3-2-16,-2-13 1 0,1 0 7 0,-1 1-4 15,0-1 2-15,2-2-2 0,-1 3-1 0,-1-1 2 16,2 2 4-16,-3 4 1 0,-3 0-5 0,-3 0 4 16,0 3 0-16,0 5-7 0,0-1 7 0,1 0-7 15,1 0 2-15,0 3-1 0,-1-1 0 0,-1 0 1 0,0 2 1 16,0 2 9-16,0 1 1 0,-2 10 4 15,-2 17-6-15,-4 4 2 0,-3 5-8 0,-2 1 5 0,-2 1 0 16,2 0 0-16,2 2 1 0,1-2-2 0,3 1-2 16,3-1-2-16,2 0 7 0,0-6-5 0,2-3 0 0,-1-2 6 15,1-8-4-15,0 0 4 0,0-1-7 0,0-5 0 16,0-3-2-16,0-3 1 0,-1-1-24 0,-1-2-21 16,2 6-33-16,0-3-1 0,-2-5-170 0</inkml:trace>
  <inkml:trace contextRef="#ctx0" brushRef="#br0" timeOffset="17251.11">32289 5664 661 0,'0'-2'53'0,"0"0"17"0,0 1-31 0,0-1-32 0,0-6-2 15,0 6-5-15,0-1-9 0,0-1 1 0,0 2-2 16,0 0 11-16,0 0-3 0,-2 2 3 0,0 0-4 16,0 2 6-16,0 0-5 0,0 2 0 0,-12 18-1 15,-1 0 11-15,0 6-3 0,0 2 6 0,0 5-6 16,4 1 3-16,-2 4-1 0,-2 5-3 0,-2 3 2 16,1 6-1-16,-3 6 7 0,4-7-6 0,0 7 5 0,4-8-11 15,0-8 1-15,2-5-1 0,1-7 1 0,1-2 3 16,3-10-2-16,1 0 8 0,-1-5-7 0,2-4-3 0,0-1-6 15,2-5-10-15,0-1 4 0,0-2-12 0,0 2-23 16,0-1-2-16,0 1-17 0,0-2-90 0</inkml:trace>
  <inkml:trace contextRef="#ctx0" brushRef="#br0" timeOffset="17668.32">32216 5536 709 0,'0'-2'130'0,"0"-2"-191"0,0-25 159 0,2 3-94 16,2 3-2-16,-2 12-13 0,1 2-3 0,-3 7-3 16,4-1-10-16,2-1 19 0,12-7-5 0,-1 1 10 15,3 3 0-15,-1 3 2 0,1 2 7 0,1 1-3 16,-3 1 8-16,-1 0-7 0,-2 1 1 0,-2 3-1 15,-2 2 10-15,-3-1-5 0,-7 18 5 0,16 2-5 16,-8 1 1-16,-7 0 1 0,-5 4-4 0,-7-4 4 0,-3-2-7 16,11-3 10-16,-24-3-4 0,6-7 5 0,0 1-10 15,7-7-2-15,3 1-2 0,5-4 1 0,1-1 5 16,0 3-14-16,1 0 7 0,-1 0-9 0,2-1 9 16,0 1-9-16,0 0 7 0,2-1-7 0,0 1 12 0,0 0-3 15,2 0-4-15,0-1 1 0,0 1 3 0,2 0 1 16,-1-1 2-16,-3-1 0 0,8 9 14 0,-5 1-1 15,1-1-1-15,-2 0 0 0,7 2 3 0,-3-4 5 16,-2 0 6-16,-3-3-2 0,-1 0 20 0,0-5-9 16,0 3 4-16,-1 0-6 0,-7 0-10 0,-29 10-10 15,-4-4-6-15,-3-5 0 0,-1-3-13 0,0-2-55 16,3 2-19-16,8 0-39 0,-7 2-314 0</inkml:trace>
  <inkml:trace contextRef="#ctx0" brushRef="#br0" timeOffset="19014.61">24388 7192 228 0,'0'0'17'0,"0"0"23"0,-2-2 37 0,1 1 14 15,-1-1-4-15,0 0-21 0,0 0-40 0,0 0-6 16,0 0-3-16,-1-1 1 0,-1 1 2 0,0-2 6 16,2 0-5-16,0 1 0 0,1 1-6 0,-1 0-5 0,0 0 1 15,0 0-11-15,0 0 7 0,2 0-1 0,0 1 4 16,2-1-14-16,0 0 8 0,2 0-6 0,12-2 7 16,10 1-3-16,6-1-2 0,-2 0 3 0,3 2-4 15,-1 2-3-15,-1-3-1 0,1-1-2 0,-1 0 1 16,-1 2 4-16,-2 0-6 0,-6 1 2 0,0-1-4 0,-3 0-4 15,-2 0-10-15,-2 0 0 0,-6 2-5 0,-2 0-13 16,-3 0-46-16,0 2-53 0</inkml:trace>
  <inkml:trace contextRef="#ctx0" brushRef="#br0" timeOffset="19154.62">24340 7315 200 0,'-2'0'50'0,"0"0"67"0,-1 0-47 0,-3 0-15 16,-1 0-5-16,5 0-4 0,-2 0-16 0,0 0 4 15,1 0-6-15,1 0 4 0,0 0-13 0,2 0-12 16,0 0 6-16,2 0-9 0,11 0 0 0,29 0-1 16,-1-4-3-16,8-1-1 0,-3-1-18 0,-3 0-48 15,-1 1 2-15,-4-1-23 0,-5 1-52 0</inkml:trace>
  <inkml:trace contextRef="#ctx0" brushRef="#br0" timeOffset="19700.24">25707 6979 643 0,'0'0'3'0,"0"0"1"16,0-2 4-16,0 0-8 0,0 0 3 0,0 0-17 15,1 0-6-15,1 1 4 0,0-1-3 0,0-2 13 0,2 0 6 16,3-5-3-16,4-6 5 0,0-3 9 0,1-1-4 16,-3-1 5-16,2-3-3 0,0 1 11 0,-2 0 8 15,-1-1-4-15,-3 3 3 0,1 0-11 0,-2 1-2 16,1 2-5-16,-1 1 3 0,2-1-2 0,-3 4-3 16,1 0 4-16,-2 2-6 0,0 2-6 0,-2 3 5 15,0 0 0-15,0 3 4 0,0-1-8 0,0 2 0 16,0 0-2-16,0 0 2 0,0-1-5 0,0-1 6 15,2 0-1-15,-1 1 3 0,1 1-4 0,0 0 7 0,0 0-9 16,0 0 9-16,0 0-11 0,0 0 6 0,1 1 4 16,1-1-1-16,0 0-6 0,-2 2 8 0,1 0 1 15,1 0 5-15,0 2 6 0,-2 1-10 0,1 7-4 0,5 16 0 16,-6 0-4-16,-2 5 5 0,-4-1-1 0,-2 0 3 16,-1-1 1-16,-2 5-7 0,1-5 4 0,-1 7-5 15,3-7-3-15,3-4 7 0,-5 2-2 0,4-6 6 16,-1-1-7-16,-1-3 8 0,3-2-6 0,-1-4 7 15,0-2-1-15,-1 4-1 0,1-3 0 0,0-1-2 16,-1 2-5-16,1-4 4 0,-2 1-2 0,4-4 2 16,-1 1-2-16,1 1-10 0,-2 1-1 0,2-1-4 15,0-3-13-15,-1 1-13 0,-1 0-2 0,0 0-7 0,2-3-31 16,1 1-33-16,1 0-9 0,0 0-9 0,1-2-55 16</inkml:trace>
  <inkml:trace contextRef="#ctx0" brushRef="#br0" timeOffset="19995.96">26635 6633 457 0,'0'-1'55'0,"0"-1"107"0,0 0-127 0,0 0-10 16,0 0-1-16,0 0-5 0,0 0-17 0,0 1 11 15,0 1-7-15,-2 0 8 0,0 0-8 0,0 1-4 0,1-1-1 16,-22 6 0-16,-5 18 10 0,-1 0-10 0,1 2 6 15,-2 4-7-15,-1 3 12 0,1 6-4 0,-2 4 2 16,-3 3-3-16,-2-3 3 0,-2 7 0 0,-2-1 0 0,-3-5-1 16,-1 3 2-16,-3-7-2 0,-4-4 1 0,2-1-1 15,1-5 2-15,3-2-1 0,7-1-2 0,-2-2 1 16,4-1-7-16,13-4-1 0,-4 0 0 0,13-1-1 16,-2-2 2-16,4-4 4 0,4 0-3 0,3-2 2 15,3-4-5-15,-1-1-11 0,-2 1-7 0,6-5-2 16,-3 4-23-16,1-3-21 0,2-1 4 0,0 2-11 15,0 0-16-15,2-1-106 0</inkml:trace>
  <inkml:trace contextRef="#ctx0" brushRef="#br0" timeOffset="20291.22">26585 7226 347 0,'0'-2'100'0,"0"-2"204"0,0 0-277 0,0 1-19 16,-2-1 1-16,2 0-6 0,0 2 3 0,0 1-10 15,0-1 1-15,-2 0-3 0,0 2 7 0,0 2 1 0,1 0 0 16,-1 1 0-16,0 1-2 0,-6 18 9 0,-5 4 1 16,-3-2 5-16,1 4 13 0,-2-2-7 0,2 4-4 15,-1 1-1-15,3 3-12 0,1 5 5 0,-1 0 3 16,4 4-1-16,-2-4-5 0,0 0-2 0,2 1-3 0,-3-4 3 15,3-1 6-15,2-9-6 0,-1-4 3 0,1-5-4 16,-1-2-2-16,3-2 1 0,1-2-4 0,-1-4-1 16,-1 3-30-16,0-1-24 0,5-3-24 0,-1-3-7 15,0 1-152-15</inkml:trace>
  <inkml:trace contextRef="#ctx0" brushRef="#br0" timeOffset="20824.9">26579 7116 910 0,'0'-4'1'0,"0"-12"4"0,0-3-10 0,0 17-18 16,0-3-7-16,0 1-3 0,2 0-20 0,0 1 28 15,0 1 4-15,3-2 7 0,16-7 3 0,1 2 10 0,4-1-5 16,-2 5 6-16,2 1 3 0,-2 2 8 0,-1 2 2 16,1 0 1-16,-4 2 0 0,-3 4-4 0,0 1-3 15,-6 0 1-15,-2 1-2 0,-3 14-5 0,-3 2 6 16,12-1-5-16,-4 1 11 0,-5-2-7 0,-4-2 4 16,-2 1-3-16,-2-6 6 0,-4 1 2 0,-1-3-2 0,0-1 4 15,-18-3 5-15,-4-2-4 0,5-1 1 0,-1-1-5 16,-1 1-10-16,4-4 5 0,2 0-5 0,3 0 5 15,4-1-6-15,6 5-7 0,3-4 3 0,2-2-5 16,-2 4 11-16,1-3-3 0,-1 1 1 0,0 0-5 16,2 0-23-16,0 0 5 0,1 0-7 0,1 0 9 15,1-1 5-15,3 1 6 0,18 2 0 0,6 0 3 0,0-2 4 16,-2-2 1-16,-2 0 3 0,0 0-4 0,-3 1-11 16,-1 1 6-16,-1 2 3 0,-4-2 2 0,0 2 3 15,-4-1-2-15,-4-1-4 0,-3 0 4 0,-2-2 11 16,1 4 0-16,1-1 6 0,0 5-5 0,-1 3-1 0,-1-2 15 15,-2 2-8-15,-2-1 11 0,-1-1-1 0,-5 0 1 16,-5-3 1-16,-9-1-1 0,-6 1-2 0,-3-4 11 16,-1 0-1-16,-5-1 3 0,-2 22-8 0,2-10-5 15,5-8 3-15,-3 1-2 0,3-4 13 0,-1-2-22 16,0 0 2-16,12 0-9 0,3-2-3 0,8 2-10 16,1 0-4-16,3 0-5 0,3 0-33 0,-1 0-56 15,2 0-88-15</inkml:trace>
  <inkml:trace contextRef="#ctx0" brushRef="#br0" timeOffset="22797.63">28546 9936 127 0,'0'0'18'0,"0"-1"11"0,0-1 29 0,0-2 7 15,0-5 3-15,1-4-10 0,3-2-15 0,0 0-1 16,1-2-3-16,1 3-6 0,0-1-7 0,-1 2 13 15,1 0-10-15,-1 2 19 0,-1 3-20 0,2-1-3 16,-5 5-6-16,-1 2-15 0,2-1-4 0,0-1 1 0,0 2-1 16,0 0 5-16,0 2 7 0,0 0 0 0,-1 2 1 15,1 4 0-15,6 33 4 0,-8 5 2 0,-6 8 0 16,-5 7-3-16,-4 10-2 0,-3 4-3 0,-1 6 2 16,-1 5 8-16,-3-6-7 0,3-7 4 0,-2-14-5 15,-1-7 3-15,3-7-3 0,-2 0 0 0,1-4-1 16,1-2 4-16,-1 0-13 0,3-4 5 0,1-3-8 15,0 0 8-15,4-8 0 0,2-2-6 0,0-1 2 0,4-6-8 16,-1 0-28-16,3-4 3 0,5-7-14 0,0 0-16 16,-2 2-83-16,0-2-4 0,0-1-34 0,2-1-90 15</inkml:trace>
  <inkml:trace contextRef="#ctx0" brushRef="#br0" timeOffset="23263.27">28449 9799 729 0,'-2'-2'53'0,"0"0"18"0,0-1-30 0,1-3-41 16,-3-3 2-16,2 0-28 0,2 3-7 0,0 2 2 16,0-1 1-16,2 1 13 0,7 0 10 0,19-1 0 15,2 1 3-15,-1 2 4 0,-1-16 2 0,0 8-2 0,0 7 3 16,-4 3-4-16,-3 1-3 0,-3 3 9 0,-5 2-5 15,-7-3 11-15,-1-1-7 0,-3 21 0 0,15 1-1 16,-8 2 9-16,-7 2 5 0,-6 1-2 0,-7 3 3 16,-4-3 0-16,-3 1-1 0,10-2-2 0,-21 0 1 15,-1-2-12-15,2-2 10 0,0-4-5 0,4-3 6 16,2 0-11-16,5-6-4 0,2 2 0 0,6-4-1 16,3-1-3-16,3-1 2 0,3-5-5 0,-4 4 2 15,2-3-16-15,0 1-5 0,0 0 3 0,2-1-3 0,0-1 12 16,2 0 13-16,2 0-7 0,9 4 8 0,13 1 3 15,0 0-9-15,0 1 8 0,-2-1-9 0,2 4 15 16,-2 1-8-16,0 1 5 0,0 0-5 0,-3-2 7 0,-3 2 2 16,-1-2-6-16,-4-2 5 0,2-1 3 0,-8 3 4 15,-1 0 7-15,-4 0-4 0,7 2 6 0,-5-6 3 16,-2 1-4-16,-2 1 5 0,0-1-2 0,-4 1 3 16,0 0-3-16,-29-3 1 0,-2 1-17 0,-3 2 1 15,-1-1-3-15,0 5 2 0,0-2-8 0,2-2 4 16,2-1-8-16,0-1 2 0,9-1-13 0,5-1-14 15,3-1-8-15,8-2-10 0,3 0-82 0,3 0-58 16,1 1-24-16</inkml:trace>
  <inkml:trace contextRef="#ctx0" brushRef="#br0" timeOffset="23542.09">29285 10100 714 0,'-2'-2'74'0,"0"0"149"0,0-2-201 16,0 1-16-16,0-1-8 0,0 0-1 0,1 2-25 15,1 1 23-15,0-1-3 0,1 0 10 0,1 0 10 0,2 0-7 16,9-3 0-16,6-3-5 0,-1 1-7 0,-3 3 3 15,0 0-1-15,-2 1 1 0,-2 1-3 0,0 0-9 16,-3 2 4-16,-3 0-8 0,1 0-17 0,-4 0-10 16,-1 0-4-16,3 0-10 0,0 0-123 0</inkml:trace>
  <inkml:trace contextRef="#ctx0" brushRef="#br0" timeOffset="23666.95">29227 10287 130 0,'-2'2'46'0,"0"0"65"0,0 0-45 0,1 0-17 0,-3 2-2 16,0-1-6-16,0 1-10 0,4-2-8 0,-5 7 2 15,1-1-3-15,2-3 8 0,2 1-15 0,0-4 10 16,0-1-11-16,2 3 10 0,4 0-20 0,27 7 0 16,6-9-6-16,2-4-5 0,5-5-24 0,5-6-1 0,4-4-12 15,6-2-44-15</inkml:trace>
  <inkml:trace contextRef="#ctx0" brushRef="#br0" timeOffset="24680.54">30803 9118 96 0,'0'0'35'0,"0"0"-8"0,0-2 35 0,0 0-7 0,0 0-21 16,0 0-11-16,0 0-2 0,0 1-1 0,2-3-1 15,0 2-6-15,0-2-3 0,0 2 1 0,0 1 10 16,-1-1 4-16,1 0 4 0,0 0-3 0,0 0 3 0,0 0-3 16,0 0 0-16,0 1-3 0,-2 1-12 0,0 0 0 15,0 1 1-15,0 1 0 0,0 13 3 0,-2 20-3 16,-6 3-1-16,-1 6-1 0,-2 4-6 0,-2 4 2 16,0 10-7-16,0-9 5 0,0 1-3 0,0-4-3 15,2-14 8-15,1 1-6 0,3-7 8 0,0-8 1 16,-1-2-6-16,5-7 4 0,-3 0-5 0,2-3 9 15,2-3 2-15,1-1 0 0,-1-3-5 0,2-1 0 16,-2 2 5-16,0 0-2 0,0-1 9 0,0-1-5 0,0 0-11 16,1 0 5-16,-1 0-10 0,2-2-9 0,0 0 6 15,0 0-7-15,0-2 7 0,0 0-3 0,0-4 2 16,0-16-1-16,0 0 7 0,0 0 3 0,2-6-4 16,1 0 2-16,1-2-9 0,2-13 7 0,-1 3-3 15,4-7 3-15,1-1 0 0,-1 3 0 0,2 4 3 0,0 1-3 16,2 3-1-16,0 1 5 0,0 1-5 0,0 5 3 15,2 2-9-15,0 1 2 0,0 2 1 0,-12 5 1 16,22-2 6-16,-3 7 4 0,4 2-6 0,0 4 5 16,0 1-2-16,4 3-6 0,1 1 5 0,-3 2-5 15,0-17 5-15,-2 8-1 0,-2 6-1 0,2 5-1 16,-6 0-7-16,-3 3 9 0,-4 3 0 0,-5-2 3 0,-3-1-6 16,-3 10 6-16,0 4-2 0,11 2 3 0,-6-1-8 15,-3 3 13-15,-4-1-6 0,-2 1 10 0,-5-1-2 16,-3 0 3-16,-4 3 2 0,1-5-2 0,-13 3-12 0,-6-5 12 15,6 3-7-15,0-2 9 0,-2-1-6 0,2 3-8 16,-2-8 3-16,2-2-4 0,0 1 7 0,6-5-3 16,-2 4 0-16,3 4-2 0,2 0 3 0,2-3-7 15,2-5 3-15,4-1-4 0,2 2 4 0,1-3-4 16,4-3 5-16,-1 4-5 0,-1-2-1 0,0 0-6 16,2 0 0-16,0-1-1 0,1 1 8 0,-1 0 0 15,2 0 0-15,0 0-1 0,2 0-14 0,-1 1 10 0,1 1-3 16,8 9 6-16,4 8-1 0,-1-3 3 15,-1-3 0-15,-11 11 0 0,14-4 2 0,0 6-2 0,0-2 0 16,0-5-2-16,0 1 0 0,-2-7 2 0,2 3 3 16,-4-5-2-16,2-2-1 0,2 1 3 0,-2-3-8 15,0-2 5-15,0-1-11 0,-2-2-24 0,2 1 4 0,2-3-19 16,-1 0-74-16</inkml:trace>
  <inkml:trace contextRef="#ctx0" brushRef="#br0" timeOffset="24906.93">31654 9509 999 0,'-2'-1'5'0,"0"-1"22"0,0 0-38 0,0 2 5 16,0 2 4-16,-1 1 0 0,-12 20 9 0,-2 10-6 15,0 1 4-15,4-5-5 0,0-1 4 0,2-4 1 16,-2 2-5-16,2-5 4 0,2-3-3 0,0-1-10 16,1-2-2-16,1 0-3 0,1-4-3 0,1-2-32 15,-1 2-43-15,2-3-1 0,-1 1-164 0</inkml:trace>
  <inkml:trace contextRef="#ctx0" brushRef="#br0" timeOffset="25239.53">30168 10263 844 0,'-2'-2'9'0,"1"1"9"15,-1-3-15-15,0 0-34 0,0 0-6 0,0 3-7 0,2-1 8 16,0 0 3-16,2 2 8 0,2 0-5 0,16 0 12 15,12 0 14-15,10 2 1 0,7 0 3 0,3-2 13 16,13 0 11-16,-6-2 2 0,8 0 2 0,2-2 1 0,-8 0 9 16,2 3-8-16,-2-3 8 0,4 2-14 0,6 2-8 15,1 2 6-15,8 2-8 0,-4-1-11 0,2 5 5 16,-7-5-9-16,-10-1 7 0,-2 0-6 0,-8-2-12 16,-9 4 4-16,-5 0-6 0,-5-1-2 0,-10 1 2 15,-3-2-8-15,-8 0 5 0,-4 0-12 0,-5-2-65 16,2 1-13-16</inkml:trace>
  <inkml:trace contextRef="#ctx0" brushRef="#br0" timeOffset="25793.28">30079 10610 694 0,'0'0'17'0,"-2"-1"20"16,1-1-25-16,-1 2-11 0,0 0 0 0,0 0-1 16,0 2 6-16,0-1-6 0,-1 7 3 0,-12 22-3 15,0 5 13-15,2 4-3 0,0 4 10 0,0 1-8 16,-2 6 8-16,-2 6 6 0,1 3-6 0,1-1 7 0,-2-8-7 16,2-2 4-16,0-5-8 0,2-11 7 0,-2 3-6 15,6-11-10-15,0 0 3 0,3-5-8 0,3-6-5 16,-1-4 8-16,2-3-3 0,0 1 5 0,2-3-7 0,0-2 2 15,-2 1-2-15,0 1 2 0,1-2-5 0,-1 0 0 16,0-2-3-16,2 0 2 0,0-2-1 0,0-2 0 16,4-24 1-16,5-9-2 0,2-7 2 0,4-5 0 15,3-1 3-15,1-7-4 0,0 3 2 0,1-2-1 16,-1 4 5-16,-1 6-2 0,3 1 1 0,-1 6 3 16,-14 4-3-16,25 3 4 0,-1 4-3 0,3 4-3 15,1 4 1-15,1 1-1 0,2 3 12 0,-4 6 3 0,5 3-6 16,-5 5 3-16,-7-13-10 0,-4 8 1 15,-7 5 3-15,-6 2-4 0,1 2 1 0,-3 0 9 0,-3 1-4 16,0 3 5-16,3 16-7 0,-7 0 11 0,-6 4-5 16,-5-1 7-16,4-1-5 0,-23-4-2 0,0 1 1 15,1-5-1-15,5 3-2 0,-4-2 1 0,2-4 3 16,2 1-2-16,1-1-3 0,5 4 1 0,3 2-6 0,4-4 4 16,1 3-5-16,5-1-3 0,1 0 0 0,-11 5-3 15,6-2 4-15,2 4-6 0,5-3 5 0,2-1-5 16,2 1 11-16,1-3-5 0,5 5 5 0,-1-5-4 15,2-1 7-15,1-4-12 0,-8 2 2 0,16-4-7 16,1-2-2-16,-1-2-7 0,5 3-3 0,-3-3-1 16,4 1-16-16,2 1-1 0,6-5-9 0,-3-3 5 0,1 3-10 15,-4 13-22-15,-4-6-24 0,3-5-2 0,-3-3-80 16,2-3 58-16,-5 0 8 0</inkml:trace>
  <inkml:trace contextRef="#ctx0" brushRef="#br0" timeOffset="25953.89">30644 11188 173 0,'0'0'44'0,"0"0"-4"0,0-2 41 16,0 0-8-16,0 0 1 0,0 0-14 0,0 1-22 15,0-1 2-15,0 2-10 0,0 0-8 0,0 0 0 16,0 0-1-16,0 0-2 0,0 2-3 0,2-1 3 16,-1 3 4-16,-1-2-2 0,8 18 2 0,-3 1 5 15,1 3-2-15,-2 2 2 0,-2-2-14 0,-1-2-5 16,1 1-4-16,-2-5 0 0,0 1-8 0,0-2 3 16,0-3 0-16,0-1 0 0,0-1-12 0,0-3-15 0,0 0-19 15,0-3-5-15,0-3-127 0,0 1-43 0</inkml:trace>
  <inkml:trace contextRef="#ctx0" brushRef="#br0" timeOffset="26120.75">30846 11322 495 0,'0'0'39'16,"0"0"4"-16,2-2 20 0,0 0-16 0,1 0 4 15,14-4-16-15,15-3 10 0,5 0-7 0,4 1 5 16,3 3-27-16,3-1-21 0,1 3-2 0,0 1-8 0,-1 0-12 15,-6 0-4-15,-4 0-5 0,-2 0 1 16,-5 0-6-16,-1 1-42 0,-1-3-24 0</inkml:trace>
  <inkml:trace contextRef="#ctx0" brushRef="#br0" timeOffset="26373.62">31214 10984 711 0,'-2'0'77'0,"0"0"-109"16,0 0 88-16,0 0-51 0,2 0-9 0,0 2 6 0,0 3-2 15,-5 29 3-15,-1 6-1 0,1 5 0 0,-1-4 5 16,0 0-5-16,-1-2-2 0,0-4 12 0,-3 0-11 16,1-3 11-16,-2-4-15 0,0-2 9 0,1-2-2 15,3-4 4-15,0 1-7 0,-1-3 2 0,1-1-1 16,1-4 1-16,1 0-6 0,1-6-19 0,2 1-13 0,0-3-11 15,2-3-121-15</inkml:trace>
  <inkml:trace contextRef="#ctx0" brushRef="#br0" timeOffset="26622.8">31778 10798 952 0,'-2'0'8'0,"0"0"6"0,1 0-12 0,-1 0 0 16,0 2-2-16,-2 2 4 0,-9 16 6 0,-7 25-9 15,5-3 2-15,2 8-3 0,2 1 5 0,0-3-3 16,-1 0 8-16,3-7-5 0,-2 2 13 0,0-6 1 16,2-8-7-16,-1-4 5 0,1-1-4 0,2-8-8 15,1-1 4-15,0 0-7 0,3-4 2 0,-1-1-4 16,2-3-4-16,2-3-1 0,-2 1-18 0,2-3-16 15,-2 2 6-15,1 0-9 0,-1-1-9 0,0-1-30 0,2 0-14 16,0 0-8-16,0-2-83 0</inkml:trace>
  <inkml:trace contextRef="#ctx0" brushRef="#br0" timeOffset="26906.99">31826 10739 84 0,'2'-2'58'0,"0"0"-5"0,0 0 56 0,2 0-5 16,16-13-16-16,-3 4-11 0,1 2-1 0,3 1-4 15,-3 3 0-15,-1 3-30 0,-6 2 4 0,8 0-16 16,-6 2-22-16,2 2 9 0,1 3-9 0,-14-7 10 16,6 19-2-16,-7 5-5 0,14 2 9 0,-5 2-7 15,-10 3 12-15,-8 3-10 0,-5-1 3 0,-9 8-3 16,14-4 14-16,-23 2-17 0,-2-2 8 0,-6-9-9 0,7 0 15 16,2-8-9-16,4 1 4 0,6-6-5 0,3 1-3 15,6-3-1-15,0-2-10 0,5 2 6 0,3-3-9 0,1 1 4 16,-9 4 3-16,5-4-2 0,0 2-5 0,5-2 7 15,1-2-5-15,0-3 8 0,0 1-6 0,1 1-10 16,3-1-1-16,5-1-3 0,16-5 4 0,2 16-20 16,5-6 5-16,0-5-11 0,3-2-2 0,-4-4-6 15,5-2-6-15,1-2-1 0,-6 0-28 0,3-3-148 16</inkml:trace>
  <inkml:trace contextRef="#ctx0" brushRef="#br0" timeOffset="27201.77">32188 11160 623 0,'0'-2'19'0,"0"0"-1"0,0 1 9 0,2-3-2 0,0 0-2 16,0 0 1-16,7 1 1 0,4-5 5 0,0-1-3 15,-3 3-6-15,-1 3-10 0,-2 3-2 0,-5 0 0 16,2 2 0-16,1 5 6 0,7 28-1 0,-9 2 4 0,-6 4 4 15,-7-9 1-15,-1-3 7 0,-4-1-2 0,2-7 12 16,0-3 3-16,8-1-8 0,-5-6 6 0,1 0-8 16,7-1 3-16,-3-3-4 0,1-1 0 0,2-3-15 15,2-1 0-15,0 2-2 0,0 0 0 0,2-1-6 0,5 1-24 16,27 5 1-16,3-7-11 0,0-4-10 0,2-5 1 16,2-2-4-16,-2-4 3 0,0 0-8 0,0 0-13 15,-2 1-5-15,-2 1-9 0,-1 0-84 0</inkml:trace>
  <inkml:trace contextRef="#ctx0" brushRef="#br0" timeOffset="28613.72">27732 6992 199 0,'0'0'35'0,"0"-2"58"0,0 0-37 0,-2 0-1 15,1 0 1-15,-1 0-1 0,0 1-10 16,0-1-1-16,0-2-5 0,0 2 2 0,0-2-7 0,1 1-19 16,-1-1 6-16,2 0-10 0,0 1 14 0,2-1-7 15,-1 2 5-15,3 0-8 0,-2 2 1 0,18-11-4 16,1 2-3-16,1 3 1 0,0 2-9 0,1 4-7 16,-1 2 6-16,-2 2-6 0,3 3 1 0,-5-1 2 15,6 1-11-15,1 1 9 0,-3-3-11 0,-2-1-17 16,1 0 0-16,-8-2-6 0,3 1-6 0,-1 1-100 0,-4 0-7 15</inkml:trace>
  <inkml:trace contextRef="#ctx0" brushRef="#br0" timeOffset="28747.76">27840 7187 260 0,'-2'0'54'0,"0"0"75"16,0 0-67-16,-1 0-9 0,-1 2-5 0,2-2 3 15,-3 1 4-15,3-1-4 0,-2 2-3 0,0 0-1 16,2 0-28-16,1 0-11 0,-1 0-2 0,2 0-2 15,2-1-4-15,1-1-15 0,34 4 0 0,2-4-7 16,8-2-29-16,1-3-44 0,2-1-39 0</inkml:trace>
  <inkml:trace contextRef="#ctx0" brushRef="#br0" timeOffset="30074.68">28800 6730 80 0,'0'-2'32'0,"0"0"-5"0,0-2 30 15,6-20 4-15,-3 2-7 0,1 2-20 0,0 3-5 16,1-2-2-16,-1 5 2 0,0 1 5 0,-3 3 6 0,1-1-1 16,0 4 3-16,0-1-16 0,-2 3 3 0,0 3-10 15,0 0 8-15,0 0-18 0,0-2 1 0,0 1 0 16,0 1 1-16,0 0 4 0,0 2 0 0,-2 0-1 15,0 2 0-15,2 0-7 0,-15 26 0 0,3 5 4 0,2 2-4 16,1 2 0-16,-2 4-2 0,0 4-2 0,0 1 1 16,-1 2-4-16,3-5 5 0,0 2 0 0,1-6 4 15,1-6 1-15,1 2 0 0,1-7-4 0,1-2 3 16,0-2 5-16,3-3-11 0,-1-4 3 0,0-3-6 16,0-1 5-16,0-3-6 0,0 1-4 0,0-2-5 15,1 0-33-15,-1-1-59 0,2-3-76 0</inkml:trace>
  <inkml:trace contextRef="#ctx0" brushRef="#br0" timeOffset="30345.6">29136 6921 819 0,'0'-2'9'0,"0"0"20"0,0 1-32 0,0-1 3 15,2 0-1-15,0 0 2 0,3 0-2 0,19-2 1 16,2 4 0-16,0 0 3 0,-1 0 4 0,-3 2-11 0,-2 0 4 16,-1 0-4-16,-1-2 11 0,1 0-9 0,-2 0 2 15,-1 0-5-15,1 0 6 0,0 0 4 0,-2 0-1 16,1-2 1-16,-3 0-8 0,0 0-16 0,-2 1 0 16,-3-1-5-16,-4 2 4 0,-1-2-9 0,1 0-3 0,0 0-8 15,-2-2-58-15,-1 1-58 0,-1-1-6 0</inkml:trace>
  <inkml:trace contextRef="#ctx0" brushRef="#br0" timeOffset="30560.94">29415 6561 261 0,'0'0'52'0,"0"0"-4"16,0 0 33-16,0-2-5 0,0 0-7 0,0 0-24 15,0 1-21-15,0-1 4 0,1 2-8 0,-1 0 10 0,0 0-4 16,0 2 2-16,0-1-3 0,0 3-11 0,-3 15-8 15,-3 9 2-15,-1 1-4 0,-3 5 1 0,-1-1 2 16,2 2-3-16,0 1 3 0,-1-1-8 0,-1 4 2 16,2-2 1-16,0 4 2 0,1-2 0 0,3-6-2 15,-1 1 1-15,1-10-2 0,1 2-4 0,0-4 1 16,2-3-15-16,0-4 9 0,1-1-36 0,1-4-15 16,0-3-23-16,0 2-5 0,0-7-146 0</inkml:trace>
  <inkml:trace contextRef="#ctx0" brushRef="#br0" timeOffset="31172.78">29973 6511 625 0,'0'0'17'16,"0"0"0"-16,0 0-10 0,0 0 6 0,0 0-13 15,0 2 3-15,-1 0 4 0,-3 9-8 0,-4 18 6 16,-1 3-6-16,-2 5 4 0,0-2-1 0,-4 6 3 16,2 0-5-16,0-2 6 0,0 2-1 0,4-4 2 0,1-4-2 15,3-7 13-15,-1-1-5 0,1-11 6 0,1 1-13 16,2-7 6-16,0-1-8 0,2-3 6 0,-2 0-13 16,0-1 1-16,1 1 1 0,-1 0-3 0,2-1-8 0,0-1-18 15,0 0 3-15,0 0-11 0,0-2-25 0,0-2 2 16,-2 0-1-16,-2-11 6 0,-1-13 21 0,-1 0 24 15,2 0-8-15,2 2 14 0,-1-4 2 0,1 2 4 16,0 0 0-16,2-2 2 0,0 4-1 0,0-2 22 16,0 0-7-16,0 4 11 0,4 0-9 0,-1 1-5 15,5 3 2-15,-1 1-4 0,1 2-8 0,1-1 2 16,0 3 0-16,-3 0 4 0,11 0 17 0,-3 3-8 16,5-1 4-16,3 4-7 0,2-1-1 0,-1 1-3 0,3-1 4 15,0 3-5-15,-2-3 1 0,-2-6-3 0,-2 4-5 16,-3 5 4-16,0 3 3 0,-6 2-14 0,0 2 7 15,-5 0-6-15,-1-1 15 0,-1 3-5 0,3 9 0 16,1 6 0-16,-6-1 9 0,-2 3-8 0,-4-1 4 0,-7 2-5 16,-2 1 6-16,11-3-1 0,-22-1 3 0,0-3-2 15,-2-1-3-15,2-4 8 0,0 1-9 0,3-5 7 16,4-1-15-16,3-3 1 0,2 1 2 0,-1-2 0 16,6 0 6-16,5 0-10 0,0-1 1 0,-1 3-4 15,-1 0-6-15,0-1 7 0,2 1 1 0,0-2 2 16,1 0-2-16,1 0-4 0,0 0 2 0,1-1 0 15,1 1 8-15,2 0-7 0,5 2-3 0,10 3 0 0,-1 1 4 16,3-3 0-16,1 1 2 0,2-1-3 0,-1-1-7 16,-3-2-12-16,2 2 1 0,0-2-5 0,-1-1-14 0,-1-1-19 15,-1 0-43-15</inkml:trace>
  <inkml:trace contextRef="#ctx0" brushRef="#br0" timeOffset="31563.66">30267 6652 572 0,'0'-2'23'16,"2"0"44"-16,-1-1-59 0,3-1 1 0,7 2-4 15,12-2 3-15,-1 1-8 0,0-12-1 0,-3 5 1 0,-3 5 0 16,-3 3-4-16,-3 2 8 0,1 2-3 0,-6 0 6 15,-3-2-3-15,0 3 10 0,9 18-3 0,-3-1 6 16,-8 1-7-16,-4-1 8 0,-3-1-2 0,-3-1 3 16,-1-1-7-16,6-2 11 0,-14-2 1 0,4-2 4 15,4 0-8-15,-2-5-4 0,2-1 1 0,0-1 0 16,1 3 3-16,7-5-17 0,1-2 0 0,-2 4-3 0,0-2 1 16,1 0 1-16,1-1-2 0,0 1 0 0,2 0 0 15,0 0 0-15,2 0 3 0,2 0-2 0,5-2 6 16,15 0-4-16,6-2-1 0,-2 0-2 0,1-2-3 15,5 1-1-15,-3-3 7 0,5 2-3 0,-9 1 8 0,3-1-7 16,-4 2-1-16,-2-2 0 0,-3 2-4 0,-6 1-16 16,-2-1 6-16,-4 2-10 0,-2 0-3 0,-3 0-4 15,0 0-4-15,-1 0-2 0,1 0-42 0,-2 0-96 16,0 0 3-16</inkml:trace>
  <inkml:trace contextRef="#ctx0" brushRef="#br0" timeOffset="31936.5">29884 7205 408 0,'-2'0'41'0,"1"-2"4"0,-3 1 32 0,-9-5 0 16,-4-1-35-16,2 1-24 0,-3 0 5 0,8 5-11 15,-6-3 7-15,1 2-11 0,4 0 2 0,0 2-4 16,7 0-6-16,2 0 2 0,-2 0 7 0,1 0-2 16,-1 0 9-16,0 0-7 0,2 0 0 0,0 2 0 0,1 0 4 15,1 0 22-15,0 0-9 0,1-1 12 0,3 1-12 16,26 2-3-16,9-4 1 0,7 0-3 0,-3 0-6 16,2-4-8-16,5 1 1 0,4-3-3 0,-1 2 5 15,7 1-8-15,-1 1 4 0,4-2-5 0,4 2 3 0,0 0-3 16,2 0 1-16,-6 2-1 0,-4 0 9 0,-5 0-7 15,-7 0 0-15,-7 0-3 0,-10 0-4 0,-4 0 8 16,-4 0-3-16,-3 0 5 0,-2 0-6 0,-4 0 0 16,-2 0-2-16,-6 0 1 0,-1 0-3 0,0 0-14 15,-1 0-3-15,1 0-8 0,-2 0-31 0,0 0-79 16,-2 2-20-16</inkml:trace>
  <inkml:trace contextRef="#ctx0" brushRef="#br0" timeOffset="32465.59">30055 7370 631 0,'0'0'40'16,"-2"0"-1"-16,0 0-1 0,1 0 0 0,-1 0-15 16,-2 0-15-16,0 0-5 0,1 2-3 0,-1 0 0 15,2 0 0-15,-5 20 0 0,-1 1 3 0,-1 1-2 16,0 0 0-16,3 0 2 0,-3 0 3 0,1 0 0 15,-3-1 7-15,2-3 3 0,1-3 2 0,-1-2 2 0,5-1 4 16,-1-4-8-16,-1 1-3 0,4-2 0 0,1-3-9 16,-3-3 9-16,2-1-6 0,-4 2 6 0,1 0-13 15,3-4 3-15,-2 2 1 0,-1-1 1 0,1-1 9 0,0 0-12 16,1-1-2-16,-1-1-3 0,0-2 3 0,-5-16-5 16,3-5 5-16,4-1-5 0,2 0 3 0,6 0-9 15,5 0 2-15,4 0-4 0,2 2 3 0,-14 0 2 16,20 0 4-16,-1 2-2 0,0-1 3 0,2 5 3 15,2 1-3-15,0 2 3 0,-1 2-8 0,-1 2 11 16,0 0-4-16,0 4 7 0,0-1 5 0,-4 5-11 16,-1 1 12-16,-4-9-12 0,-2 5 0 0,-4 4 6 15,-5 2-6-15,-2 0 7 0,1 2 1 0,-1 0 1 0,0 2 0 16,-2-1 0-16,-2 14-5 0,-7 3 7 0,-4-1-2 16,0 1 4-16,-13-3-6 0,6-2 0 0,-1-2-1 15,4-4 1-15,1 2 3 0,3-1-3 0,-2-1 0 16,4 0-2-16,2 0-5 0,1 1-1 0,4 1-1 0,3 2 1 15,-1 2 2-15,-9 0 0 0,1 1-1 0,5-1 0 16,1 0-2-16,2-2 1 0,2-2 1 0,0 2 0 16,0-2 7-16,2 0-1 0,2 1 0 0,1-3-1 15,5 2-1-15,3-5-3 0,11 1 3 0,5 12-4 16,-3-8-2-16,4-4-4 0,-4-3-6 0,-2 0 0 16,2-3-28-16,-7 1-16 0,-3-2-4 0,-1 0-13 15,-2 0-113-15</inkml:trace>
  <inkml:trace contextRef="#ctx0" brushRef="#br0" timeOffset="32684.64">30696 7558 862 0,'0'-2'14'0,"0"0"31"0,-2 0-36 0,0 1-5 15,0-1 4-15,2 2-5 0,-2 0 1 0,0 0 1 16,1 2-6-16,-1-1 3 0,0 1 9 0,0 4 5 0,-5 16 5 16,-3 6-4-16,3 2 4 0,1 7 5 0,1-4-5 15,-1 3 2-15,1-1-19 0,-1-9 3 0,0 7 3 16,5-7-2-16,-1-2 0 0,0 2-17 0,0-7-4 0,2-2-10 16,-2-2-45-16,0-1-212 0</inkml:trace>
  <inkml:trace contextRef="#ctx0" brushRef="#br0" timeOffset="33153.81">31060 6971 580 0,'0'-2'26'0,"0"1"42"0,0-1-48 0,0 0-9 0,0 0-7 15,0 0 0-15,0 2-8 0,0 0 3 0,0 0 4 16,0 2-1-16,0 0 6 0,1 0-2 0,1 5 7 16,2 14-2-16,0 3 30 0,-1 2-2 0,-1-2-5 0,-2-2 1 15,0 2-14-15,0 2 7 0,0-5 2 0,-2-1 0 16,1-1-5-16,-1-4 5 0,0-1-3 0,2-4 4 16,-2 1-6-16,2-4 17 0,0-3 5 0,0 2 5 15,0-5 25-15,2 3-13 0,0 0-4 0,3 0-5 16,31 5-23-16,16-7-3 0,13-8-2 0,9-12 0 15,9-8-3-15,8-8-6 0,0 16 4 0,13-29-5 16,13-9-7-16,10-5-1 0,6 0-6 0,1-12 4 0,-8 7-19 16,15 4-24-16,-3 5-9 0,12 7-5 0,4 1-32 15,-9 5-99-15,5 1-126 0</inkml:trace>
  <inkml:trace contextRef="#ctx0" brushRef="#br0" timeOffset="36070.71">17881 6073 336 0,'0'-2'0'16,"0"0"22"-16,0-2 11 0,0-1 15 0,0-3 4 16,0 5-24-16,0-1-9 0,0 0-20 0,0 2 0 15,0 0-1-15,0 1 16 0,0 1-10 0,0 0 4 0,0 1-6 16,0 1 10-16,0 8-7 0,0 14 1 0,0-2-2 16,0 2 15-16,0-7-10 0,0-1 11 0,0 1-10 15,1-4 14-15,1 0-4 0,4 0 7 0,-2-5-4 16,-1-3 9-16,-3-3-7 0,11 4-2 0,4 5-1 15,8 2-4-15,-1-2 1 0,6-2-3 0,5-3 4 0,-3-6 0 16,5-4-1-16,4-5 1 0,9-8-2 0,6-3 3 16,7-8 0-16,3 15-3 0,1-36 1 0,5-10-18 15,12 2 9-15,11-8-8 0,18 0 6 0,13 1-24 0,8-6-21 16,2-4-5-16,-6-12-10 0,13-10-60 0</inkml:trace>
  <inkml:trace contextRef="#ctx0" brushRef="#br0" timeOffset="45182.92">16484 7725 95 0,'0'0'0'0,"0"0"64"16,0 0 16-16,-2-2 13 0,1 0 5 0,-1 1-62 16,0-1-11-16,0 0-18 0,0 2 4 0,0 0-5 0,0 0 4 15,1 0-5-15,-1 0-1 0,-2 0 2 0,0 0 14 16,1 0 1-16,-3 0 2 0,0 0-2 0,-3 0 6 16,-4 0 5-16,4 0-2 0,-6 0 2 0,4 0-3 15,5 0 0-15,-1 0 2 0,-1 0-1 0,3 0-6 0,1 0-1 16,-1 0-7-16,3 0 3 0,0 0-3 0,0 0-13 15,-2-2 10-15,1 0-10 0,-1 0 8 0,2 0-2 16,0 2-6-16,0-1 5 0,0-1 3 0,2 0-7 16,0 0 2-16,2 2-5 0,0-2-3 0,2 0 6 15,7-1-1-15,11-5 3 0,4-1-9 0,0 1 5 16,-2 3 1-16,8-1 3 0,-6 3 2 0,6-1-15 16,-5-2 7-16,-2 3-9 0,1-1 17 0,1-2-8 0,-1 3 3 15,-3-1-4-15,-1 0 3 0,-7 2-2 0,-4 0 1 16,2 1 0-16,-6 1 9 0,-1 0-6 0,-1 0 1 15,-1 0-1-15,0 0 11 0,-2-2-10 0,0 2 5 16,-1 0-6-16,-1 0 3 0,0 0 0 0,-1 0-4 0,-14 0 2 16,-22 0-3-16,-2 0 3 0,3 2 4 0,-6 1-1 15,3 1 3-15,0 2-5 0,2-3-4 0,3 1 0 16,6 0 0-16,6-1-2 0,2-1 4 0,3 2-4 16,4-2-3-16,2 0 6 0,1 0-1 0,7-2 5 15,-1 0-3-15,2 0-4 0,-2 1-5 0,1-1 1 16,1 0-6-16,0 0 8 0,2 2 2 0,0-2 0 15,2 0 0-15,2 0 5 0,12 0-7 0,20-2 6 16,-1 1-7-16,6-5 3 0,1 0 5 0,3 1-2 0,0-1-5 16,-3 3 2-16,1-1 0 0,-6 0 0 0,4 2-1 15,-6 0-19-15,-3 2 1 0,-3 0-8 0,-3 0-10 0,-7 0-25 16,-2 0-70-16</inkml:trace>
  <inkml:trace contextRef="#ctx0" brushRef="#br0" timeOffset="47363.83">13356 7541 156 0,'0'0'23'0,"0"0"-2"16,0 0 21-16,0-2 5 0,0 1-2 0,0-1 5 0,-2 0-10 15,0 0-3-15,0-2-2 0,0 1-12 0,2 1 1 16,-2-4-6-16,1-1 4 0,-1-1-7 0,0 3 8 15,0-1-5-15,0 1 5 0,0-1-14 0,0 0 7 16,2 3-5-16,0-1 5 0,0 2-9 0,-1-2-4 16,-1 1 4-16,0-1-4 0,2 0 7 0,0 2-8 15,-2 1 0-15,2-1-3 0,-2 0-2 0,0 0 18 16,0 0-8-16,1 2 10 0,-1 0-16 0,0 0 6 16,0 0 2-16,0 0 2 0,0 0 3 0,0 2-6 15,1 0 1-15,-1 0-3 0,-2 0-2 0,0 1-3 16,4-1 5-16,-7 11-4 0,-1 0 7 0,1 2-9 0,1 2 1 15,1-1-1-15,1 3 7 0,2-4-6 0,0 3 1 16,1-1-2-16,1-4 3 0,0 4 1 0,0-2 0 16,0-2 0-16,1 2 0 0,1-2 0 0,2 0 1 15,0 0 2-15,1 1 14 0,1-2-10 0,-1-1 5 0,-1-4-5 16,0 1 27-16,-4-7-14 0,5 3 5 0,7 2-10 16,4 1-6-16,1 2-3 0,0-3-2 0,5-4 0 15,-7 9 0-15,5-2-3 0,1-1 5 0,-1-5-7 16,6 1-4-16,-2-4 6 0,2 0-8 0,0-4 8 15,-4-1-3-15,4-4 2 0,2-4-3 0,-2 0 1 16,2-2-1-16,-2 2-1 0,2-2 3 0,-4 0-3 0,2 0 0 16,-2-2-5-16,-1 3 5 0,-1-1-2 0,2 0 12 15,-4 4-13-15,1 0 4 0,-3 1-7 0,1 1 6 0,-2 2 6 16,1-3-3-16,1 3 3 0,-2 1-9 16,-1 1 0-16,1 1-2 0,-2 0 3 0,0 2-4 0,0 1 4 15,-1-1 3-15,-1 2 0 0,2 0 7 0,2 0-13 16,-2 0 2-16,3 2-4 0,3 1 11 0,-5 1-7 15,5 0 5-15,-6-1-4 0,-2 3 11 0,-2-2-10 16,-4-1-2-16,6 5-3 0,-2-3 2 0,1 3 7 16,-1-1-1-16,-4-3 3 0,1 11-9 0,3-4 5 15,-6-2-2-15,1 6 3 0,-2-2 0 0,3 2-1 16,0 0 0-16,-5-4-1 0,4 0 1 0,1-2 1 0,1 1 1 16,-3-3-2-16,1 2-1 0,-2-3 2 0,-1 1 3 15,1-1-2-15,-2-2 3 0,0-1 8 0,0 1-5 16,-1-2 6-16,1 0 0 0,0 0-2 0,2 0 0 15,0-1-3-15,-1 1-10 0,1 0 4 0,0-2 4 0,-1 0-2 16,1 0 3-16,0-2-9 0,0 0 2 0,-1 1-2 16,1-1 5-16,5-6-2 0,-1-5-3 0,1 0 2 15,0 0-2-15,-1-2-1 0,1-1-1 0,-2 3 1 16,1 0 2-16,1 3-1 0,2 1-2 0,0 0-1 16,2 0 3-16,-1-3 0 0,2 5 0 0,-1 0-4 15,2 1 0-15,0 0 4 0,0 3 3 0,2 1-3 16,-1-2-7-16,-1 2 3 0,4 0-2 0,-1 1 4 0,5-14 3 15,-1 4-3-15,0 5 1 0,4 2-3 0,-2 4 2 16,-1 0 1-16,4 0-3 0,-1 2 3 0,2 2-4 16,2 1 5-16,-10 1-1 0,-3 0 2 0,2-1 1 0,3 3 0 15,4 3 0-15,2 0-1 0,-6 0 2 0,0 0-4 16,-5-2-2-16,2 3 0 0,-3-1-1 0,3 0 1 16,1 2 6-16,-5-4-4 0,0 0 3 0,2 3 2 15,-2-3-5-15,3 2 4 0,-1-4 1 0,0-1-4 16,-1 0 0-16,1-3-3 0,3 1 2 0,3 0 1 15,1-2 2-15,2-2 0 0,0 0 4 0,2-2-8 16,1-4 5-16,-1-1-7 0,0-1 1 0,2-1 1 16,-8 2 2-16,8-3 0 0,0 1 6 0,-4 0-4 0,5-2-3 15,-7 3 0-15,-1 1-1 0,-1-1 4 0,2-1 0 16,-5 2 2-16,1-1-4 0,-3 3 4 0,-2-1-1 16,-2 0 3-16,0 1-3 0,-2-1 1 0,-2 1-3 15,0-1 2-15,1 1 3 0,-3 1-6 0,0 0-3 16,-1 0-7-16,-1 1-33 0,3-3-99 0,-4 4-150 0</inkml:trace>
  <inkml:trace contextRef="#ctx0" brushRef="#br0" timeOffset="48749.44">17619 7276 188 0,'0'0'0'0,"0"0"33"0,-2-2 12 0,0 0 4 16,0 0 2-16,0 0-35 0,0 1-11 0,1 1-5 15,-1-2 4-15,0 0-1 0,0 0 11 0,0 0 14 16,0 0-2-16,0 0 7 0,1 1 1 0,-1-1 12 16,0 0-8-16,0 0 9 0,0 0-7 0,0 0 7 15,0 0-6-15,1 1 5 0,-1-1-11 0,0 0-19 16,2 0 9-16,-2 0-13 0,2 2 10 0,-2 0-11 15,0 0 2-15,0 2-5 0,-1 2-2 0,-3 9 1 0,-12 13 3 16,6 2-2-16,5 1-1 0,0-1-6 0,5-2 1 16,-15-2-2-16,6-2 1 0,5-5 19 0,4 0 2 15,2-6 6-15,2-5 7 0,-2-5 6 0,21 12 5 16,14-1-1-16,13-12-4 0,4-10-20 0,4-10-3 0,13-10-3 16,7 26-7-16,9-33-8 0,14-4-2 0,5-3-1 15,1-4 3-15,-1-8-11 0,-7 0 4 0,-2-9-9 16,1-3-13-16,6 4-39 0,10 1 2 0,3 9-16 15,-2 10-26-15</inkml:trace>
  <inkml:trace contextRef="#ctx0" brushRef="#br0" timeOffset="59416.62">15929 11414 12 0,'0'0'0'0,"0"0"21"0,0 0 11 0,0 0 13 15,0 0 7-15,0 0-17 0,0 0-8 0,0 0 10 16,0 0-13-16,0-1 14 0,0-1-13 0,0 2 8 16,0-2 0-16,2 0 1 0,-2 0 0 0,0 0-5 0,0 0 5 15,0 1-4-15,0-1 18 0,0 2-31 16,0 0 10-16,0 0-17 0,0 0 11 0,0 0-8 0,0 0 0 16,0 0-2-16,0 0 5 0,0 0-5 0,0 0 2 15,0 2-4-15,0-1 4 0,0 1-4 0,-2 2 1 16,2-2-1-16,-4 13-5 0,-1-2 10 0,-1 0 1 0,1 0 2 15,-1 0-1-15,1 2-7 0,-1-1-1 0,0-1 0 16,1 4 4-16,1-2-2 0,0 2-2 0,3-2 1 16,-1-1-5-16,0 1 5 0,0-2 0 0,0 4 1 15,0-4-6-15,2 0 9 0,0-2-3 0,0-2 6 16,0 3 0-16,0 1 7 0,0-4 1 0,2 0 2 16,0-3 9-16,0-3 9 0,0 1 2 0,1 0 2 15,3 0-1-15,24 7-18 0,-1-9 1 0,10-8-7 0,4-7 0 16,5-11-1-16,12 13 0 0,3-36 0 0,11-1-8 15,17-6-2-15,8-3-2 0,19-7 2 0,3-6-4 16,-2-8-8-16,3-8-6 0,-3-3-5 0,8 0-47 0,6 6-35 16,6 5-12-16,-3 9-36 0,-2 4-331 0</inkml:trace>
  <inkml:trace contextRef="#ctx0" brushRef="#br0" timeOffset="69551.48">15931 8921 40 0,'-2'0'3'0,"0"0"10"0,0 0 20 0,1 0 11 0,-1 0 7 16,0 0-3-16,0 0-21 0,0-2 3 0,-2 0-5 16,-7 0-2-16,2 2-14 0,-8-2 0 0,10 2-3 15,-6 0 2-15,-2 0-7 0,4 0 4 0,-6 2-5 16,8-2 8-16,-4 2-3 0,-2 2-3 0,2 0 1 16,-2-1 4-16,2 1-3 0,-4 0 3 0,4-1-3 15,0 1 11-15,-1 0-5 0,1 0 0 0,-4 1-3 0,2 1-3 16,2-1 11-16,-2 1-4 0,2-1 4 0,0 1-9 15,2 0 5-15,0 1-4 0,0 0 1 0,0 1-8 16,-2 1 9-16,0-5-4 0,1 9 6 0,1 4-16 16,0-3 5-16,0 3 4 0,-2 2-1 0,0-1 8 0,0 5-11 15,0-5-1-15,-4 4-3 0,3 1 4 0,2-1 1 16,-2 2 3-16,2 4-1 0,-1 2-1 0,-1-3 4 16,-1 5-6-16,2-4 5 0,2 2 2 0,1-3-7 15,1 3 9-15,0 0-8 0,5-2 14 0,-5 0-12 16,3-4 0-16,-3 0-3 0,-2 0 4 0,5-2-7 15,2 2 8-15,3 1-8 0,-16-1 6 0,4 4-2 16,4 1 2-16,1-1-2 0,3 4 3 0,3 1 1 0,4 2-5 16,1 2 2-16,1 2-5 0,2 2 5 0,1 0-5 15,0 0 6-15,3-4-2 0,3 2-1 0,3 0 3 16,-1-7-3-16,6 5-8 0,-5-7 16 0,1-4-6 16,-9 1 11-16,16-6-11 0,2-1 0 0,3 1 3 15,1-6-2-15,-2-2 3 0,2 1-2 0,1-1-2 0,3 0 0 16,5-2-1-16,0 1-1 0,0-5 3 0,1 0-3 15,-1-1 3-15,2-2 1 0,-4-2 3 0,4-1-1 16,-9 1 6-16,5 19 4 0,2-10-1 0,-6-6 2 16,5-5 7-16,-5-1 3 0,-1-5-3 0,-1-3 4 15,2-2-2-15,1-4-8 0,-1-2 4 0,3 13-6 16,-3-25 0-16,2-3-3 0,4-5-3 0,-2-2 0 0,6-4-8 16,-4-5 7-16,-4-6-1 0,4 4 3 0,-7-2-10 15,0-2 1-15,-1 8-2 0,-5-4 1 0,0 1-4 16,-7 3 9-16,-3 1-5 0,-1 1 6 0,-7-4-7 0,-1-4 4 15,0-2 1-15,21-8 2 0,-15 3-3 0,-11-8-1 16,-9 2 4-16,-8 6 0 0,-7-3 17 0,18 14-2 16,-39 2 4-16,-3 7-3 0,-12 5 10 0,-7 10-13 15,-5 6-2-15,-6 8-5 0,-6-21-23 0,-13 22-73 16,-16 23-50-16</inkml:trace>
  <inkml:trace contextRef="#ctx0" brushRef="#br0" timeOffset="74035.47">13812 10547 256 0,'0'0'-19'0,"0"0"21"16,-1 0 23-16,-1 0 4 0,0 0 25 0,0 0-9 0,0 0-14 15,-2 0 6-15,1 0-3 0,-1 0 17 0,2 0-6 16,-2 0 0-16,-1-2-3 0,-1 1-5 0,1-1-11 15,-1 0-2-15,2 2-3 0,-5-4-5 0,5 2-5 16,1 0 1-16,-1 1-3 0,2-1-5 0,0 0 2 16,0 0 1-16,2 0 0 0,0 0 4 0,2 1-4 15,0-1 2-15,0 2-2 0,26-10 8 0,2 3-10 16,-1 0 9-16,1-1-11 0,3 1 5 0,-1 1 2 0,5 1-10 16,0 1 7-16,2 2-10 0,2-2 6 0,-2 1 4 15,4 1-1-15,3 0-4 0,-9 0 3 0,2 2-1 16,-7 0 3-16,-10 0-2 0,2 0-7 0,-9 0 2 15,6 0-1-15,-5 0 15 0,-3 0-11 0,2 0 0 0,-11 0-3 16,1 0 0-16,-1 0-10 0,0 0-6 0,0 0-2 16,-1 0-19-16,-1 2-77 0,0 0-25 0,-2 0-26 15,-2-1-146-15</inkml:trace>
  <inkml:trace contextRef="#ctx0" brushRef="#br0" timeOffset="74189.73">13814 10642 213 0,'0'0'43'0,"-2"0"-6"15,1 0 36-15,-1 0-1 0,0 0-4 0,0 0-10 16,0 0-14-16,0 0-3 0,0 0-6 0,1 0-21 0,1 0 12 16,0 0 6-16,1 0 1 0,1 0 2 0,0 0-5 15,24 2-12-15,2-2 6 0,7 0-15 0,4 0 2 16,4-2 1-16,9-2-1 0,7-1-1 0,16-3-50 16,4 1-11-16,14-1-22 0,4 3-97 0</inkml:trace>
  <inkml:trace contextRef="#ctx0" brushRef="#br0" timeOffset="109182.98">14884 10520 80 0,'0'0'0'0,"0"-2"4"0,-2 0 43 0,0 0 2 16,0 0 6-16,0 0-15 0,0 0 1 0,-1 1-24 0,1 1 0 15,-11-4-5-15,0 2-14 0,0 0 12 0,-4 2 5 16,2 0 3-16,-1 0 21 0,3 2-12 0,-4 2 2 16,2-1-2-16,-2 1 20 0,4 0-17 0,-1 0 6 15,-1 1-11-15,-2 1 1 0,2 1-13 0,-3 2 0 0,-1 1-4 16,0-1-1-16,-5 2 3 0,-2 2-9 16,0 0 6-16,2-2-6 0,-2 4-1 0,0 0 7 0,-5 3-8 15,-5 3-5-15,1-17 5 0,-2 18 1 0,0 2 4 16,1 0 8-16,1 2-8 0,7 0 4 0,1 0-4 15,1 2 7-15,1 2-6 0,-1-1-6 0,4 3 2 16,-2-2 1-16,2 5-3 0,-4 0 5 0,2-1-5 16,-1-1 0-16,3-1 9 0,-2-1 3 0,2-1 2 0,-4 1 9 15,0-6-4-15,-2 1 4 0,0-2-5 0,0 0-1 16,2 0-5-16,4 0-3 0,3 2 1 0,1 2-5 16,-3 0 0-16,1 2-3 0,-2 1 2 0,-1 3 7 15,9 3-9-15,-3 2 4 0,9 0-6 0,-1 5 0 0,0 1 4 16,1-3-2-16,-1-1 2 0,2 2-7 0,-3-2 3 15,7 3-2-15,-1-5 2 0,2 0 0 0,-2 0 0 16,1-3 0-16,1-1 0 0,0-2 0 0,0-1 6 16,-16 0-6-16,6 3 7 0,9-2-1 0,3 1-6 15,5-1 9-15,6 0-9 0,2 3-3 0,2-1 10 16,6 4-6-16,-16-2 8 0,19 0-8 0,6-3 2 16,0 1 2-16,3-5-1 0,10 5 8 0,-6 0-13 15,0-5 2-15,-3 0-4 0,-3-4 4 0,3-2-1 0,1-4-3 16,2-1 2-16,4-6-4 0,2 0-2 0,7-2 5 15,4-2-3-15,5-3 5 0,8 1-8 0,-2-3 3 16,9-2-4-16,-2 28 13 0,-5-19-8 0,-2-9 2 16,-7-4-4-16,3-4 11 0,0-1-8 0,1-3 2 0,4-1-5 15,3 0 7-15,4 0-1 0,5-2 5 0,-6 2-4 16,-3-2 11-16,-4-2-11 0,-6-2-1 0,-3-3-1 16,0-1 5-16,-3 1-7 0,7-2 4 0,-5-1-4 15,9-1 9-15,-5-4-9 0,-7 27 5 0,7-29-5 16,-8-7 12-16,2 5-4 0,3-1 3 0,-11-4-5 15,-1 1-3-15,-3-3 5 0,-4 0-2 0,0 4 3 0,0-4 1 16,-3 2 3-16,-3 2-4 0,1-1 2 0,-2 1-10 16,-4-2 12-16,-2-4-1 0,-4-5 6 0,1-3-5 15,-8-3 8-15,0 0-6 0,-4-1 7 0,2 1 6 16,2 0-10-16,-7 0 9 0,-3 3-9 0,22-1 12 0,-14 2-7 16,-6 3-1-16,-5 1-2 0,-2 1-7 0,-5-1 1 15,-6-5-4-15,-2 1 2 0,-5-4-9 0,-3-2 9 16,-1-5 2-16,-4-2 1 0,27 3-5 0,-33 0 8 15,1 8-2-15,-4 8 6 0,-6 3 2 0,4 3-1 16,-9 7-6-16,-6 1 2 0,-2 4-13 0,-11-1 6 16,-3 5 0-16,-6 3 1 0,-1 2-5 0,-4 2-2 15,5 2 5-15,-2 6-3 0,-4 3 7 0,-7-32-7 0,-10 25-3 16,-8 11-2-16,-8 9-9 0,-1 8-38 0,3 9-14 16,-4 9-22-16,-7-22-172 0</inkml:trace>
  <inkml:trace contextRef="#ctx0" brushRef="#br0" timeOffset="114878.65">12346 14987 12 0,'0'0'0'0,"0"0"19"0,0-2 19 15,0 0 21-15,1 0 8 0,1-2-5 0,-2 1-9 16,2-8 1-16,0 1-1 0,-2 3 1 0,2-2-10 0,-2 3-10 16,0 1-4-16,0 1-1 0,0 0-5 0,0 2 5 15,0 0-2-15,0-1 0 0,0-1-14 0,0 0-5 16,0 2-2-16,0 1-1 0,0-1 6 0,-2 2 8 15,0 0-1-15,0 2 2 0,0-1-7 0,1 3-1 16,-16 28 0-16,0 3-1 0,0 9 1 0,-3 10 7 16,-2 2 1-16,0 5 0 0,-1 1 3 0,-3-1-12 15,0 2 5-15,24-5-6 0,-31-5 15 0,0-1 3 16,-5-3 3-16,5-1-2 0,1 0-7 0,5 0 3 16,4 3-5-16,-1-3 4 0,0-4-5 0,2-1-4 0,3-4 0 15,1-5-3-15,6-5-8 0,-1-1 2 0,4-6-5 16,4-1 4-16,-1-6-1 0,-1-6-6 0,1-2 2 15,6-5-7-15,0 0-15 0,-2 2-9 0,0 0-1 16,0-1-2-16,2-1 0 0,0 0 2 0,0-2-4 0,2-2 3 16,8-13-3-16,-3-31 5 0,17-4 1 0,2-2 1 15,0-2-1-15,-2 4 14 0,4 1-5 0,-6 1 10 16,1 5 8-16,-5 3 2 0,3-1 0 0,-6 0 0 16,3 0 1-16,-3-3 0 0,-6-5 5 0,8 1-4 15,-4-4 5-15,4-2-3 0,-1 0-3 0,-6 0 1 16,1 6 1-16,-2 4 2 0,-1 6 5 0,1 5-4 15,-2 5 3-15,1 4-3 0,1 5 3 0,0 3-1 0,-3 3 16 16,1 2-3-16,3 0 2 0,-3 3-1 0,2 3 1 16,1-1 0-16,-3 4-9 0,0-3 5 0,-1 1-9 15,3 0-2-15,1 0 11 0,1 4-8 0,2 0 12 0,-4 2-8 16,0 4-2-16,-1 1-2 0,-1 19-6 0,-1 2 8 16,-1 4-6-16,1-5 6 0,-3 11-7 0,-1 1 6 15,0-2 1-15,19-2 1 0,-8 2-11 0,-6-2 15 16,-3 4-10-16,-4 4 12 0,-2-11-11 0,-2 1 0 15,-1-1 2-15,-3-6-2 0,-1 2 1 0,0-2-1 16,-3 0 2-16,-1 0-1 0,0-4-2 0,-1 0-6 16,10-2 1-16,-20 1-1 0,3-3 8 0,-5-1-8 15,6 0 3-15,-4-2-3 0,-4-2 10 0,4-4-11 0,-6-2 3 16,2-3-5-16,6 0 4 0,0 0 1 0,-2 12-3 16,1-5 3-16,-1-3 4 0,2-3-8 0,5-1 4 15,2-2-4-15,0 0 8 0,2 0-7 0,4-2 2 16,5 0-4-16,3 0 2 0,-1 0-9 0,-2 0 0 0,0 0-2 15,1 0 3-15,1 0 9 0,0 0-4 0,2 0 6 16,0 0 0-16,2 0-1 0,1 0 2 0,20 0-2 16,6 2-4-16,5 1-4 0,-12 1 5 0,8 2-5 15,0 1 7-15,-3 2-1 0,7 2 0 0,-4 2 0 16,-4 0-2-16,-4 0 1 0,0 2 1 0,-3-2 0 16,-3-2 9-16,-1-9-10 0,0 15 5 0,0-6-6 0,0 2 3 15,-4 0-1-15,0-2 1 0,-2-3 0 0,1 3-1 16,-3-2 3-16,0-3-9 0,3-3 4 0,-5 1-35 15,3 2-10-15,1-1-13 0,-2-1 1 0,3 2-47 0,-1-3-172 16</inkml:trace>
  <inkml:trace contextRef="#ctx0" brushRef="#br0" timeOffset="115406.81">12767 15781 605 0,'0'0'22'16,"-2"-1"57"-16,0-1-82 0,1 0 7 0,-1 0 1 16,0 0 4-16,0 0-6 0,0 0 7 0,0 1-2 0,0-1 5 15,1 0 5-15,-1 0-3 0,0 0 2 0,0 0-1 16,0 0 4-16,0 1-5 0,-1-1 5 0,-1 2-5 15,0 0 5-15,2 0 3 0,-7 2-2 0,0 1 3 16,5-1-4-16,-3 4-5 0,-3 3 2 0,5 11-3 16,-8-1 3-16,9 5-11 0,-2-3 6 0,1 3-7 0,3-2 1 15,-2 4-2-15,-12-2-3 0,4 2 1 0,7-5-5 16,1-1 7-16,2 2-6 0,2-5 5 0,0 2-4 16,2-5 4-16,2-1-2 0,1 0 2 0,1 0-4 15,1-1 5-15,1-1 1 0,-6-6 2 0,18 3-7 16,-3-5 8-16,0 9 1 0,-1-3 2 0,-1-4-3 0,2-1 0 15,1 0-1-15,1-4 1 0,0 0 4 0,-1-4 4 16,-1-1-1-16,-4-1 0 0,2-3-14 0,-6 1 13 16,0-1-4-16,-3-11 6 0,-4-1-10 0,1 3 3 15,-1-5-2-15,0 1 2 0,17-10-2 0,-8 5-2 16,-6-3 1-16,-3 0-1 0,-4 2 0 0,-3-1 2 16,-4 3 3-16,-3 1 0 0,1 5 4 0,-2 1-2 15,10 3-1-15,-14 5 0 0,-2-1-3 0,1 5-4 16,-1 3 2-16,-1 2-2 0,3-9-5 0,2 4 4 0,-3 1-9 15,3 4 8-15,-9 2-7 0,1 4-8 0,5 4 7 16,-1 1-9-16,2 2-8 0,3-4-10 0,1 16-15 16,1-1 2-16,5-2-65 0,1-1-108 0,5-4 1 15</inkml:trace>
  <inkml:trace contextRef="#ctx0" brushRef="#br0" timeOffset="115860.47">13430 15468 513 0,'0'0'79'0,"0"-2"5"0,-2 0-30 16,0 0-15-16,-1 0-24 0,-1 0-1 0,0 1 1 16,0-1 5-16,1 0-4 0,-1 0 0 0,0 0-3 15,1 0-1-15,-1 0-1 0,-2 1-1 0,-1-3-1 16,-1 0 4-16,3 2-3 0,-1 2 6 0,-3 0 10 15,-2 0-4-15,-2 0 7 0,-2 2-5 0,0 2 5 16,0 1-4-16,0 3 3 0,-1 3-12 0,3-2-5 16,-2-7 5-16,2 15-5 0,0 1 1 0,-2 3-11 15,2-1-1-15,4 4-1 0,1 1 7 0,1 2-8 16,1 5 6-16,3-1-6 0,1 5 5 0,0-1-3 0,-20 2-3 16,9 2 1-16,7 2 0 0,4 7 0 0,2-7-3 15,0 4 3-15,4 1 2 0,0-7-1 0,1 4 3 16,1-6-2-16,-1-4 8 0,-1-3-8 0,2 0 1 15,-1-2-4-15,-1-2 3 0,0 1 0 0,-3-1 0 0,1 0 0 16,0-1 9-16,0-5-2 0,0 0-5 0,-2-1 2 16,0-2-4-16,0-2 3 0,0-2 11 0,-2-2-8 15,2-4 3-15,-2 1 1 0,0-3-6 0,0 1 6 16,-1-1-4-16,3-3 5 0,-2 2-1 0,-4 0 1 16,-1 1-13-16,-2 1-26 0,-3-3-9 0,3-3-5 15,-2 0-35-15,0-1-18 0,2-3-13 0,-3-4-5 0,-1 3-60 16,4-16-31-16</inkml:trace>
  <inkml:trace contextRef="#ctx0" brushRef="#br0" timeOffset="116048.65">13012 16099 799 0,'0'0'43'0,"0"0"2"0,0 0-21 16,0 0-4-16,0 0-19 0,0 0-1 0,0 0 18 15,0 0-5-15,2 0 8 0,0 0-15 0,2 0 7 16,10-4 3-16,9-3 1 0,5-2-4 0,-1-1-8 0,3-1-1 16,2-2-4-16,-1 2-13 0,-1 0-26 0,0-2-5 15,-4 0-6-15,3-2-29 0,-1 0-213 0</inkml:trace>
  <inkml:trace contextRef="#ctx0" brushRef="#br0" timeOffset="116406">13099 14337 647 0,'0'-2'65'0,"0"0"119"0,0-1-150 0,-1-1-8 16,1 0-6-16,0 0 1 0,0 1-13 0,0 1 8 0,0 0 1 15,0 0 6-15,0 0 33 0,0 2-5 0,0 2 4 16,0 6-8-16,-4 32-14 0,-5 12-17 0,-4 8-2 16,-2 1-6-16,-4 4-17 0,-1-6-53 0,-3 1-53 0</inkml:trace>
  <inkml:trace contextRef="#ctx0" brushRef="#br0" timeOffset="118792.4">14072 15590 144 0,'0'0'0'16,"0"0"12"-16,-1 0 116 0,-1 0-23 0,0 0 16 15,0 0-49-15,0 0-1 0,0 0-30 0,0 0-5 16,1 0-4-16,-1 0-19 0,0 0-3 0,2 0-3 0,0 0 2 16,0 0-2-16,0 0 5 0,0 0 4 0,2 0 0 15,0 0 3-15,1 0 4 0,8 0-3 0,15 2 4 16,4 0 6-16,2-2-12 0,3 0 8 0,-4-2-9 16,3 0 10-16,3-1-18 0,-2 1 2 0,-1 0-7 15,-5 0 1-15,-3 0-2 0,-3 0 1 0,-3 0-2 16,-1 1-2-16,-3-1 2 0,-1 2 2 0,-5 0 2 0,-1 0 6 15,-4 0-12-15,1 0 1 0,-4 0-4 0,0 0-3 16,0 0-14-16,1 0 3 0,1 0-7 0,-2 0-10 16,0 0-30-16,0 0-22 0,-1 2-11 0,-1-1-161 0</inkml:trace>
  <inkml:trace contextRef="#ctx0" brushRef="#br0" timeOffset="118994.74">14110 15802 706 0,'0'0'29'0,"0"0"-1"0,0 0 0 0,0 0-4 16,-2 0-7-16,0 0 2 0,2 0-7 0,0 0 13 16,0 0-12-16,0 0 7 0,2 0 4 0,0 0-13 15,1 2 11-15,12 0-22 0,11 1 11 0,6 1-9 0,1-2 8 16,-3-2-17-16,7 0-18 0,0 0-23 0,6 0-10 15,-1 0-181-15</inkml:trace>
  <inkml:trace contextRef="#ctx0" brushRef="#br0" timeOffset="124482.05">20640 9652 36 0,'0'0'0'15,"0"-1"6"-15,0-1 70 0,0 0-8 0,0 0 2 16,0 0-28-16,-2 0-10 0,0 0-23 0,0 1 10 16,0-1-10-16,0 0 4 0,0 0-4 0,1 0-1 0,-1 0 2 15,0 0 8-15,-2 1-6 0,0-1-4 0,1 0 1 16,-1 0 6-16,0 2-8 0,1 0 10 0,-1 0-10 15,0 0 10-15,-1 0-7 0,1 0 1 0,2 0-2 16,-2 0 4-16,1 0-7 0,-1 0 2 0,0 0-3 16,0 0 0-16,1 0 1 0,-1 0-3 0,0 0 3 15,1 0 2-15,-1 0-1 0,0 0-1 0,1 0-1 0,-1 0-1 16,2 0-5-16,0 0 6 0,0 2-5 0,0 0 7 16,1 0-4-16,-1-1 6 0,0 1-6 0,0 0 7 0,0 0-5 15,0 0 1-15,0 0 0 0,1 0 8 0,-1-1 0 16,0 1 3-16,0 0-2 0,2 0 3 0,0-2-1 15,0 0-3-15,0 2 2 0,0-2 5 0,0 0-17 16,2 0 4-16,0 0-7 0,0 0 6 0,-1 0-3 16,1 0 0-16,2 0-1 0,0 0-4 0,9 0 6 15,1 0-2-15,3 2 4 0,-2-2-7 0,4 2-3 16,1-2 5-16,0 0-3 0,3 0 8 0,-1 0-11 0,2 0 5 16,2 0-4-16,2 1 10 0,4-1-4 0,-1 0-7 15,3 0 1-15,3 0-7 0,-2-1 9 0,4 1-2 16,4-2 2-16,-4 2-8 0,7 0 8 0,-3-2-3 15,1 0 4-15,3 0-10 0,-3 0 9 0,-5 2-4 16,2 0 5-16,-4 0 5 0,-7 2-5 0,3 0 0 0,-7-2-2 16,-1 0 1-16,-1 2-1 0,2 0 5 0,-2 1-4 15,0 1-1-15,-2 0 3 0,1 0-5 0,1 1 5 16,0-1-2-16,-4 0 6 0,1-1-2 0,3 1 2 16,-6-2-5-16,7 0 3 0,-9 0 5 0,3-2-2 15,3 0-4-15,0 0 11 0,1 0-6 0,-3 0 9 16,-3 0-5-16,-8 0-4 0,2 0 1 0,-2 0-3 15,-1 0-2-15,5 0 0 0,-8 0 0 0,-1 0 1 0,4 0 0 16,-7 0 0-16,1 0-2 0,2 0 0 0,0-2-1 16,-1 0 3-16,1 0 3 0,0 0-1 0,-2 0 1 0,0 0-1 15,-1 1-5-15,1-1 2 0,0 0-9 0,0 0 10 16,0 0-3-16,0 0 5 0,-2 0-7 0,0 1-4 16,0-1 3-16,0 0-3 0,0 0-1 0,0 0 0 15,0 0-2-15,0 2 0 0,0 0-8 0,0 0-7 16,0-2-2-16,0 2-1 0,-2 0-10 0,0 0-21 15,0 0-51-15,0 0 11 0,0 0-158 0</inkml:trace>
  <inkml:trace contextRef="#ctx0" brushRef="#br0" timeOffset="125757.57">21898 9706 52 0,'0'0'20'16,"0"0"2"-16,0 0 14 0,0 0-12 0,0-2 5 0,0 1-15 16,0-1 0-16,0 0 2 0,0 0 0 0,0 2 11 15,0-2 11-15,0 2-3 0,0-2 5 0,0 0-3 16,0 1 8-16,0-1-4 0,0 0 4 0,0 0-10 0,0 0 8 15,0 0-4-15,0 0 4 0,0 1-12 0,-1-1-8 16,1 0 4-16,-2 0-7 0,0 0-2 0,0 0-1 16,0 0-7-16,0 1 5 0,0-1-9 0,1 0 2 15,-1 0 0-15,0 0 1 0,2 0 0 0,0 0-6 16,0 1 2-16,0-1-3 0,0 2-2 0,0 0 0 16,0 0-1-16,-2 0 1 0,0 0 9 0,0 0-8 15,0 0 9-15,1 0-9 0,1 2 8 0,0-1-9 16,-2 1 2-16,0 0-2 0,0 0 7 0,0 2-3 0,0-1-2 15,2 1 1-15,-3 7-3 0,-1 4 2 0,-2 2 1 16,1 1 0-16,-1 3-3 0,-1 5 0 0,-1 2-2 16,-1 3 2-16,2 3 5 0,-1 1 0 0,1 2-1 15,1 2 0-15,1 2-5 0,1-2 5 0,0-2-4 16,1-4 3-16,1 1-9 0,0-3 5 0,0 1 1 0,2 0 2 16,0-8 6-16,0-4-3 0,0 1-1 0,0-8-1 15,2-2-3-15,0 2 2 0,0-4 1 0,-1 2-1 16,3 0 2-16,-4-7 0 0,2 3-2 0,-2-3 2 15,0 0 9-15,0-2-4 0,0 1 1 0,0-1-3 16,0 2 2-16,0-2-4 0,0 0 6 0,0 3-6 16,0-1 5-16,0 0-4 0,-4 1-3 0,-1-3 0 0,-19 4 1 15,-1-3-2-15,-1 3 4 0,-1-2-4 0,-1 3 0 16,2-3 0-16,-2 3-1 0,-2-3 1 0,2 0-2 16,2-1-1-16,-5 16 4 0,7-8-2 0,1-4 5 15,-3-1 8-15,10-2-7 0,1-2 10 0,-4-1-2 0,12-1-5 16,-1 0-2-16,3 0-2 0,3 0-4 0,-2 0-6 15,0 0 4-15,1 0-7 0,-1 0 0 0,2 0 6 16,0 0-6-16,0 2 6 0,1 0-1 0,1 0 0 16,0 0 4-16,0 0-3 0,1 0-4 0,3-1 6 15,-2-1-1-15,18 4 2 0,5 0 0 0,-5-2-6 16,8 1 7-16,-2-1-6 0,0-2 3 0,0 2-2 16,0 0-6-16,-4 0 5 0,8 2 4 0,-6-1 0 0,0 1 1 15,2 0-2-15,-2 1 2 0,0 1-3 0,1-1 1 16,-5 1-4-16,0 0-2 0,-3-3 5 0,4 3 1 15,-5-1 0-15,-3 1 4 0,-4-2 3 0,1-1-5 16,-5-1 3-16,1 0-9 0,-1 0 5 0,-1 0 3 16,0 0 2-16,0 0 4 0,-3-1-4 0,1 1 3 0,0 0-3 15,0 0 8-15,-2 0-14 0,0 0 7 0,-2 0-8 16,-2-1 1-16,-3 3 4 0,-13 7-7 0,-3 0 7 16,-1 1-3-16,0-1-1 0,-2 0 2 0,0 0-1 15,2-2 5-15,4 1-2 0,-3-1-3 0,5-2 2 16,-1 3-6-16,1-1 3 0,1-2 3 0,0 1 0 15,-1 1-6-15,1-2 1 0,0 3 2 0,0-1 2 16,6-3 6-16,-5 3-6 0,-3 2-4 0,4-4 0 0,-2 3-2 16,4-3 4-16,6-3 0 0,0 1 1 0,3-3-6 15,-2 9 4-15,1 1 0 0,-3-3 3 0,5 0-1 0,-1-3 1 16,4-4-6-16,-6 5 4 0,1 2-5 0,3-3 6 16,2-1 0-16,0-1 2 0,0 0 0 0,2 0-3 15,0-1 0-15,1-1-1 0,18 7-3 0,3-3 2 16,2-2 2-16,-2-4-1 0,0 0 1 0,0-2-2 15,-1-2-1-15,1 0 0 0,-2 1 2 0,-3-1-1 16,-1 0 2-16,-3 2-1 0,2 1 1 0,-4-1 5 16,-2 2-5-16,0 0 4 0,-4 0-7 0,3 0 2 15,-3 0 1-15,-1 0 0 0,-3 0 0 0,-1 0 1 0,0 0 2 16,0 0 1-16,2 0-2 0,-1 0-2 0,1 2-1 16,0-1 0-16,-2 1 1 0,0 0-1 0,-1 0 3 15,1 0-2-15,0 2 6 0,0-1-9 0,-2 3 4 16,2 7-5-16,0 5-1 0,-2-1 6 0,0 7-2 15,0-1 2-15,0 3-6 0,-2 1-1 0,0 1 1 0,-2 7 0 16,2-1 5-16,-1 3 0 0,-1 2-1 0,-2 0 1 16,3-2-2-16,-1 0 2 0,2-3 0 0,0-1 2 15,0 1-8-15,2-7 13 0,0 1-8 0,0-2 9 16,2-2-11-16,2 2 6 0,0-3 5 0,-1-3-1 16,1 1-2-16,-2-8 3 0,2 1-8 0,-2-2 6 0,1 0-5 15,1 1 7-15,-2 0-2 0,0-3-1 0,0 1-15 16,-2-6 1-16,0 3-4 0,0-3 2 0,0 1-22 15,0-2-53-15,0-2-56 0,0-1 0 0,-2 3-177 0</inkml:trace>
  <inkml:trace contextRef="#ctx0" brushRef="#br0" timeOffset="126422.66">22370 10551 669 0,'0'0'21'0,"0"-2"-1"0,-2 0-1 0,0 0-2 16,1 1-7-16,-1-1-11 0,0 0 0 0,0 0-6 16,0 2 5-16,0 0 1 0,0 2-3 0,1 2 7 0,-16 25-5 15,0 3 2-15,2 3 3 0,-1 4-3 0,1 2 4 16,0 0 3-16,4 0 2 0,0 0 5 0,-1-4-1 15,5-4 18-15,1-5 9 0,5-6-2 0,-1-5 3 16,2-6-8-16,0 2-11 0,0-5 3 0,0-3-7 16,0 3 3-16,0-5 2 0,0 1 1 0,0 0 1 15,0-1 6-15,0-1-2 0,0 0-7 0,0-2 1 0,0 0-15 16,0-2-3-16,0-1 5 0,2-14-5 0,-1-11 1 16,1-2-6-16,0 2 2 0,0 1-2 0,-2-3 4 15,2 4-7-15,0-2 2 0,3-2-3 0,1 2 4 16,-1 1-6-16,3-1-3 0,-1 2 1 0,1 0 4 0,1 0 2 15,2 0 1-15,0 2 0 0,2-1-2 0,0 5 2 16,0 2 0-16,-9 1 1 0,13 0 0 0,1 4 1 16,-1-4 2-16,2 10-1 0,-1 1 5 0,1 5-9 15,-3-11 2-15,-1 7-2 0,-2 3 6 0,-2 2-1 16,-1 2-6-16,-5 0 3 0,1 1 1 0,-3-1 2 16,-1 15 1-16,13 3-1 0,-7-3 4 0,-3 0-7 15,-3-2 8-15,-2-2-8 0,0 0 5 0,-2 1 5 16,0-1-4-16,-3 2 3 0,-1-2-10 0,-3 0 8 15,0 0-2-15,-1 0 4 0,-8 0-1 0,1 0-2 0,0-2-1 16,-1 1 0-16,1-1-6 0,2 0 1 0,2-4 0 16,4 1 0-16,0-3 5 0,3-1-7 0,-1 0 5 15,1-1-6-15,1 1 3 0,3 0 5 0,0 0-4 0,2-3 5 16,0 1-11-16,-2 2 3 0,2-2-1 0,0 0 3 16,-2 1-5-16,2 1 5 0,0 2-2 0,0-3 4 15,0 1-2-15,2 2 6 0,0-1-6 0,2 1 6 16,-1-1-8-16,10 1 0 0,4 1 2 0,-4-1-1 15,4 1 5-15,-2 1-7 0,-2-3 4 0,1 5-5 16,-1-5 8-16,-2-1-16 0,1 0 5 0,1 1-10 0,1 1-2 16,-1-4-29-16,-1 3-3 0,6 8-9 0,-5-5-16 15,4-1-130-15,5-1-38 0</inkml:trace>
  <inkml:trace contextRef="#ctx0" brushRef="#br0" timeOffset="126841.74">23009 10644 558 0,'0'0'99'0,"0"-2"-88"16,-2 0 103-16,0 0-44 0,0 0-48 0,0-1 0 16,1-1-9-16,-1 0 5 0,0 1-18 0,0 1 11 0,0 0-5 15,0 0 4-15,0 0-19 0,1 0 9 0,-1 0-2 16,0 1 4-16,0-1-4 0,0 0 2 0,0 0 4 15,0 2-1-15,1 0 4 0,-1 0 2 0,0 0-7 16,2 0 5-16,0 2-6 0,0 0 5 0,0 0 1 0,0-1 1 16,-2 16 6-16,-2 4-11 0,1-1 9 0,-1 4-9 15,0 0 7-15,0 0-10 0,1 2 1 0,-1 2-2 16,0-2 10-16,-1 2-3 0,-1 0-3 0,2-4 0 16,3 2-1-16,-3-4 2 0,2 1 5 0,0-3-2 15,0-5 2-15,0-2-2 0,2-4 2 0,0-1-1 16,0 3 4-16,0-4-5 0,0 1 2 0,0-1-1 0,0-3 6 15,0 3 5-15,2 1-5 0,-2-6 4 0,4 5-5 16,0-3 4-16,-1-1-6 0,9 5 5 0,10 1-8 16,-2-3 1-16,3-3 6 0,3-3-4 0,-2-1 5 0,2-3 0 15,1-4-4-15,3-1 3 0,-2-2-1 0,-4 4-8 16,0-1-1-16,-5 3-2 0,-2 1-4 0,-3 0-5 16,-2 0 2-16,-1 1-4 0,-6 1-3 0,-1 2 2 15,0-2-6-15,-1 0 5 0,1 0-16 0,0 0-55 16,-2 1-74-16,0-1-5 0,-1 2-338 0</inkml:trace>
  <inkml:trace contextRef="#ctx0" brushRef="#br0" timeOffset="127390.66">21364 11938 385 0,'-2'0'47'0,"0"-2"70"0,-4 2-79 0,-7-2-11 16,-1 0-10-16,-5 1 3 0,12 1-13 0,1 0 6 15,0 0 3-15,3 0 1 0,-1 0 1 0,0 0 2 0,1 0-3 16,1 0 2-16,0 0 5 0,0 0 14 0,0 0 0 15,2 1 2-15,0-1-2 0,2 0-4 0,0 0-2 16,0 0-1-16,26 0-9 0,5-1 4 0,4-3 2 16,-2-2 1-16,4-1 8 0,0-2-6 0,0-4-6 15,0 1 1-15,4 1-10 0,-4 4-11 0,-4 1 2 0,-1 1-7 16,-4-1 0-16,-1 1 3 0,-6 1 0 0,4 0 1 16,-6 2-4-16,1 0 5 0,2 2-6 0,-13 0 3 15,6 0-7-15,-10 0 1 0,-5 0 4 0,6 0-3 16,-3 0 0-16,-1 0-1 0,0 0-3 0,-1 0 1 15,1 0-2-15,0 0-13 0,0 0 3 0,-3 0-9 16,1 0-20-16,0 0-16 0,0 0-50 0,0 0 4 16,0 0-233-16</inkml:trace>
  <inkml:trace contextRef="#ctx0" brushRef="#br0" timeOffset="127811.07">21440 12226 397 0,'0'0'131'0,"0"0"-115"0,-2-2 141 16,0 0-61-16,0 0-61 0,0 0-19 0,1 1-9 15,-1-1 0-15,0 0-10 0,2 0 10 0,0 2-2 16,0 0 5-16,0 0-5 0,2 0 19 0,0 0-1 15,1 0 5-15,1 0-11 0,5-2-3 0,8-2-4 16,-2 3 1-16,0-3-11 0,1 0-15 0,-1 2 1 0,0 0-5 16,-2 1 3-16,-2-1-16 0,-1 0 2 0,-3 2-7 15,0 0-3-15,-3 0-2 0,0 0 8 0,0 0-2 16,-1 0 20-16,1 0-23 0,-2 2 0 0,0 0-7 16,0-1 10-16,-2 1 26 0,0 0 3 0,0 0 8 15,0 0 20-15,-2 2 9 0,0-1-4 0,0 1 4 0,0 0-7 16,-2-1 4-16,1 1-2 0,-1 0 2 0,2 0-7 15,0-3-3-15,0 1 4 0,1 0-3 0,-1 0 8 16,0 0-8-16,0 0 6 0,0 1-7 0,2-1-1 16,0 0-13-16,2 0-5 0,2 0-1 0,3 0-11 0,19 1-29 15,6-3 1-15,-1-1-19 0,6-7-63 0</inkml:trace>
  <inkml:trace contextRef="#ctx0" brushRef="#br0" timeOffset="129149.75">21711 9734 42 0,'0'0'28'0,"0"0"-2"0,0 0 18 0,0 0-1 0,0 0-3 15,0 0 0-15,0 0-12 0,0 0 0 0,0 0-5 16,0 0-14-16,-2 0 16 0,0 0-8 0,0 0 11 16,1 0-5-16,-1 0-10 0,2 0 7 0,-2 0-7 15,2 0 18-15,0 0 5 0,0 0-8 0,0 0 7 16,0 0-10-16,0 0-3 0,0-2 4 0,0 2-7 16,0-2-3-16,0 2-7 0,0 0 5 0,0 0-5 15,0 0 4-15,0-1 2 0,2 1-6 0,0-2 6 0,-1 2-1 16,1-2-7-16,0 0 7 0,2 0-7 0,0 0 7 15,1 2-4-15,6-2-6 0,0 1 4 0,-1-1 5 16,3 0-13-16,0 0 11 0,2 0-11 0,3 0 11 0,-3 2-8 16,3 0 2-16,1 0-4 0,3 0 10 0,2 0-7 15,6-2 5-15,-2 1-4 0,2-1 13 0,3-2-12 16,-5 0 1-16,7-1-3 0,2 1 8 0,-1-2-6 16,-1 1 5-16,-2-1-6 0,1-1-1 0,-1-1 6 15,3 1-9-15,-1 1 9 0,0 3-7 0,0 1-1 16,1 0 3-16,1 0-3 0,0 2 0 0,4 0-6 15,7-2 1-15,-5 2-2 0,1 0 6 0,3 0 0 16,-6 2 1-16,3-2-2 0,-5 0-1 0,-2 0 6 0,-1 0-2 16,-5 0 4-16,1 0-11 0,-1 0 6 0,1 0-7 15,-3 0 8-15,3-2 0 0,-2 0 1 0,-1 1 1 16,-1-1-3-16,2 0-6 0,-2 0 4 0,-4 0 4 16,8 0 0-16,-3 0-2 0,1 1 6 0,0-1-8 0,-4 0 6 15,0-2-2-15,0 0-4 0,2-1 2 0,-2 1-2 16,-4 0 0-16,-2 3 4 0,-1-1-2 0,-2 2 2 15,-4 0-9-15,0 0 3 0,1 0 2 0,-4 0 1 16,-1 0 2-16,2 0 3 0,-2 0-1 0,-1 0 1 16,1 2 0-16,-5-2-5 0,1 0-1 0,1 0 0 15,-2 0-1-15,1 0 1 0,-1 0 1 0,0 0 1 16,1 0 5-16,-3 0-3 0,2 0 0 0,-1 0-2 0,1 1-3 16,0 1 2-16,0 0 1 0,-1 0 0 0,1 0 0 15,0 0-2-15,-2 0 6 0,-1-2-4 0,1 0-1 0,0 0 4 16,0 0-5-16,0 0 6 0,0 0-2 0,0 0-3 15,-1 0 0-15,1 1 0 0,0-1 13 0,0 0-17 16,0 0 4-16,0 0-11 0,0 0-23 0,-1 2-77 16,1-2-130-16</inkml:trace>
  <inkml:trace contextRef="#ctx0" brushRef="#br0" timeOffset="129685.04">23770 9509 396 0,'0'-1'70'0,"0"-1"-55"0,0-2 73 0,0-9-27 0,-2 0-18 0,0-2-21 16,2 4 3-16,0 4-10 0,0-1-5 0,0 3 8 15,0-3-2-15,0 4 3 0,0 1-4 0,-2-1 18 16,1 0-10-16,1 1 10 0,-2 1-26 0,0 0 3 15,0 0-1-15,0 0 1 0,-2 2-5 0,-7 0 10 16,-13 8-5-16,6 1 6 0,-5 6-10 0,1-8-3 16,5 21 4-16,-5-2-4 0,5-4-3 0,4 2 4 15,2-3-6-15,9-4 5 0,-5-3-7 0,3-2 11 0,-3-1-2 16,1-2 6-16,3 0 6 0,3-1-4 0,0-1 8 16,0-3-8-16,0 1 6 0,0-3-1 0,1 2-1 15,3 0 1-15,15 7 4 0,3 0-12 0,2-4 11 16,0-3-11-16,-3-2 15 0,1-2-4 0,-2-2-7 0,1-2 5 15,-5-1-3-15,1-3-3 0,-2 1 6 16,-6 1-4-16,1-1 13 0,-3 5-4 0,0-11 1 0,-5 0-3 16,0-2-6-16,9-1 5 0,-1-5-5 0,-5 4 4 15,-1 1-12-15,-4 1-2 0,0 6-2 0,0-4 1 16,-2 0-5-16,-2 3-24 0,1 3-3 0,1 1-9 16,-2 1-31-16,-2-1-153 0,-8-3-51 0</inkml:trace>
  <inkml:trace contextRef="#ctx0" brushRef="#br0" timeOffset="130829.4">23855 9012 75 0,'-1'0'24'16,"-1"-2"14"-16,0 0 17 0,-2 0-21 0,0 0 5 16,-3-1-7-16,0-3 28 0,-3-1-5 0,-3-3 4 15,4 5-5-15,-4-4-1 0,6 5-11 0,-3-2 3 0,-1-1-6 16,2 1-7-16,0 1-8 0,-2-1-5 0,3 2 0 15,-7-3-2-15,2 1 3 0,8 5-3 0,-3-1 3 16,6 2-6-16,1 0-2 0,-1 0 1 0,-8-2-3 16,7 0-8-16,-1 0-2 0,0 0-1 0,1 0 0 15,-1 2-5-15,2 0 11 0,0 0-5 0,0 0 7 0,0 0 3 16,2 0-3-16,0 0 6 0,0 0-6 0,2 0-3 16,0 0 2-16,0 2-1 0,2 0 2 0,7 0 4 15,9 4 0-15,1-1 0 0,-1 1 0 0,2 1-10 0,2-1 10 16,4 1 0-16,0-1 4 0,0-3 7 0,2 1 4 15,-1-2-9-15,1-2 6 0,4 0-4 0,-3 0-8 16,3 0 7-16,-1 0-10 0,-3-2-3 0,-2 0 10 16,-8 2-10-16,0-2 10 0,-5 2-7 0,0-1-8 15,-4 1 8-15,-3 0-8 0,3 0 9 0,-7 0-8 16,3 0 0-16,-1 0-1 0,-3 0 2 0,1 0-1 16,0 0 6-16,-1 0-4 0,-1 0 2 0,0 0 2 15,0 0-5-15,0 0 5 0,0 0-4 0,0 0-2 16,-1 0 2-16,1 0-1 0,0 1-1 0,0 1 1 0,0 0-2 15,-2 0 2-15,0 0-2 0,0 0-1 0,0 0 0 16,0 1 1-16,0 1 4 0,0 0-2 0,0-1-2 16,0 1 1-16,0 5-1 0,0 3 0 0,0-1 3 15,0 2-3-15,0 2-3 0,0-1 3 0,0 1-1 0,0 2 1 16,0 2-4-16,0 3 5 0,0 0-3 0,-2 2 4 16,-2-1-4-16,1 1 2 0,1 0 0 0,0 2 0 15,2 0-1-15,0-2-1 0,0 0 1 0,0 0-1 16,0 0 2-16,0 0 2 0,0 6-4 0,2-4 3 15,1 4-7-15,1-2 6 0,0-6 0 0,0 4 2 16,-3-2 1-16,3-2-6 0,0 4 3 0,-2-5-3 0,0 1 6 16,-1 2 0-16,1 2-4 0,0 2 1 0,0 2-5 15,0 1 4-15,0 5 0 0,-2 3 1 0,2 0 0 16,-2 5 0-16,0-1 0 0,0 5 0 0,0 0 5 16,-2-1-6-16,0-1 8 0,2-7-7 0,0-2 0 0,0 2-4 15,0-3 1-15,0-1-1 0,0-2 14 0,0-3-7 16,2 0-3-16,0-1 0 0,-1 1 0 0,1 2-2 15,0 3 0-15,0 4-4 0,2 2 0 0,-1 5 7 16,3 4 1-16,-2 2 2 0,-1 6-2 0,1 0-1 16,-4-3 2-16,0 5-2 0,0-6 0 0,2-1 2 15,-2-4-5-15,2-9 3 0,-2-2-1 0,0-7-4 16,0-1 7-16,-2-2-5 0,2-2 4 0,0-2 3 0,0-2-5 16,0-1 4-16,0-3 2 0,0-3-5 0,0 0 3 15,0-4-4-15,0 0 1 0,0-3 4 16,0-3-4-16,0 1 4 0,0-3 1 0,0-1-6 0,0 2 5 15,0 0-5-15,0-1 2 0,0 1 1 0,0 0-1 16,0-2 1-16,0 0 6 0,0-1-9 0,0 1 3 0,0 0-5 16,0 0-2-16,0 0 1 0,0 0 3 0,0 0-2 15,0-1 2-15,0 1 4 0,0 0-4 0,0 0 4 16,0 0-12-16,0 0 10 0,0 0-3 0,0-1 5 16,0-1-2-16,0 0-5 0,0 0 3 0,0 0-4 15,0 2 8-15,0 0-7 0,0-2 3 0,0 0-4 16,0 2 9-16,0-2-3 0,2 2-2 0,0 0-1 15,0 0-1-15,-1-1 0 0,1 1 4 0,0-2-2 0,0 2-3 16,0 0 5-16,0-2-4 0,-1 2 5 0,1 0-3 16,0-2-2-16,0 2 3 0,0-1-3 0,0 1 7 15,0 0-2-15,-1-2 0 0,1 0 0 0,0 0-3 0,0 0-2 16,0 0 0-16,0 0 0 0,0 0 13 0,-2 0-10 16,0 0 1-16,0 0-5 0,0 0-11 0,0 0-68 15,0 0-53-15,0 0-31 0,0 0-407 0</inkml:trace>
  <inkml:trace contextRef="#ctx0" brushRef="#br0" timeOffset="131494.76">23740 8791 440 0,'0'0'35'0,"0"0"47"0,-2-2-47 0,1 0-32 15,-1 0-1-15,2 2-7 0,0 0 7 0,0 0 0 0,0 0-1 16,0 0-1-16,0 2-1 0,0 0 1 0,0 0 12 16,-2 0-6-16,0 1 14 0,0 1 11 0,0 2-8 15,-1 1 10-15,-1-1 1 0,0-1 8 0,-11-1 2 16,-5 0 1-16,0-2 1 0,1 1-19 0,0 3-1 0,-1-4-5 16,5 1-2-16,-5-1 0 0,-10 17 0 0,8-10-1 15,1-3-7-15,-5-1-1 0,8-1 5 0,-3-2-4 16,-3 0 5-16,11-2-4 0,0 2-5 0,2-1 1 15,2 1-11-15,1-2-2 0,3 0 6 0,1 0-3 16,0 0 2-16,1 2-3 0,1-2 0 0,0 0 0 16,0 0 6-16,-2 4-8 0,1 0 0 0,1-1-2 0,0 1 8 15,0 2 1-15,2-1 1 0,0 1-1 0,0-3 3 16,0-1 1-16,2 2 1 0,-2-2 1 0,13 2 2 16,9-3 7-16,2 1-2 0,6 0 1 0,-4 15-14 0,2-4 0 15,-10-8-4-15,3 1 2 0,5 0-13 0,-9-3-11 16,9 3-4-16,-4-2-3 0,-5-3-21 0,5 3-45 15,-7 0-134-15</inkml:trace>
  <inkml:trace contextRef="#ctx0" brushRef="#br0" timeOffset="132574.39">24769 8980 268 0,'0'-2'55'16,"0"1"-4"-16,0-1 15 0,0 0-6 0,0-15-13 15,0 2-20-15,0 2-18 0,0 2 5 0,0 2-10 0,0 0 2 16,0 1 1-16,0-1-3 0,0 5 3 0,0 0 12 16,0 1 9-16,0-1-3 0,0 0 2 0,0 1-20 15,0 1 7-15,0 0-4 0,0 0 4 0,0 2-12 0,0 0 0 16,0 0 2-16,-2 2-1 0,0 2-2 15,-1 9 5-15,-3 11-6 0,0 2 5 0,1 0-5 0,1 3-3 16,0-1 3-16,1 2-2 0,1 0 4 0,0 1 1 16,0-3 2-16,2 2 0 0,0-2 2 0,0 0-2 15,0-1 3-15,0-4-2 0,2 1 4 0,0-4-7 16,-2 1 3-16,0 3-3 0,0-6 7 0,0-3 0 16,0 0-4-16,0-6 3 0,0 2-7 0,0-1-2 15,0-7 2-15,0 3-2 0,0 0 2 0,0-3-1 16,0 1-3-16,-2-2 1 0,0 0-8 0,0 0-7 15,0-2-1-15,1-2-1 0,-1-2 4 0,-6-15 7 0,-1-12-4 16,3 1 6-16,3-1 4 0,-1-5 1 0,2 3 2 16,0 1-2-16,0 1-6 0,1 1 11 0,1 4-2 15,0 2 7-15,0-2 2 0,0 4-9 0,1 1 4 16,3 1-5-16,0 3 6 0,0 0-2 0,-1 4 3 0,3-1-2 16,1-1 4-16,-1 5-6 0,3-3 1 0,-7 4 0 15,15-4 11-15,3 2-4 0,2 5-2 0,4-1 0 16,0 5 1-16,-3-13-9 0,-5 6 8 0,-3 3-9 15,-4 5 6-15,2 1-6 0,-5 0-4 0,-3 1 1 16,3 3 0-16,-5 0 6 0,9 13 1 0,-5 1 1 16,-5 1-5-16,-2-1 5 0,-2-1-3 0,-4 0 2 15,-1-1-4-15,-2 1 0 0,-2-2 5 0,5-2-1 16,-9 0 12-16,-2-2-8 0,3 0 6 0,-3-3-4 0,2-1 9 16,2 1-8-16,2-1-2 0,3 0-1 0,3-1 0 15,1 3-10-15,0-3 1 0,3 1-3 0,-1-1 6 16,-2-1-5-16,-2 3 2 0,3-1-3 0,-1 3 3 0,2-3 6 15,0 4-1-15,2-5 3 0,0 1-2 0,2 2 1 16,0-3-3-16,4 1 2 0,3 3 3 0,9-5-8 16,-1 1 6-16,4-2-6 0,-1 10 6 0,0-4 1 15,6 1-6-15,-3-6 4 0,-1-1-16 0,2 0-2 16,-4-2 1-16,-3-1-1 0,-2-1-7 0,-4 0-8 16,6 0-4-16,0 0 0 0,-4 0-9 0,0 0-20 0,-4 0 5 15,-5 0-22-15,5 0-114 0</inkml:trace>
  <inkml:trace contextRef="#ctx0" brushRef="#br0" timeOffset="132872.85">25376 9207 486 0,'0'0'112'0,"0"-2"-129"0,0 0 132 0,0 0-67 15,-2 0-16-15,0 1-13 0,1-1-7 0,1 0 0 16,0 0-12-16,0 0 1 0,0 0-3 0,0 0 2 0,0 1-13 16,0-1 13-16,0 0 0 0,0 2 5 0,0 0 6 15,0 0 1-15,0 0 7 0,0 2-4 0,0 0 14 0,0-1-10 16,-2 3 0-16,-2 11-2 0,0 5 2 0,-1 1-8 16,-1 1 1-16,1 2-3 0,-1-7-1 0,0 3-7 15,1-3 3-15,1-2-3 0,-1 7 8 0,1-7-7 16,2-2 0-16,0-2-2 0,2-3-1 0,0-1-24 15,0 0 0-15,0 1-9 0,0-6-11 0,0 1-26 16,2 1-21-16,0 0-5 0,2-2-92 0</inkml:trace>
  <inkml:trace contextRef="#ctx0" brushRef="#br0" timeOffset="133748.49">25411 9173 230 0,'0'0'37'15,"0"0"-2"-15,-1-1 24 0,-1-1-5 0,0 0-3 16,0 0-21-16,0 0 0 0,0 0-9 0,0 0 7 16,1 1-9-16,-1 1 2 0,0 0-1 0,0 0 0 0,-2 0-1 15,1 0-4-15,-3 0 0 0,-11 5-3 0,2 3-6 16,-3 3 2-16,1 0-1 0,-3-9 0 0,3 18-1 16,-2-1 11-16,-3 1-3 0,9-1 5 0,-5 1 4 15,5-1 4-15,3-3 3 0,-1 1-3 0,4-2-2 0,3 2-11 16,-7-1-1-16,2-1-2 0,1 0-4 0,4-4 9 15,1 2 3-15,1 0 2 0,2-2-1 0,4 6 2 16,-1-8-7-16,3 2 6 0,-6-9-4 0,11 4-4 16,8-4 6-16,-1 11-7 0,3-2 10 0,-3-4-10 15,3-3 2-15,-5-2-5 0,1-2-6 0,-4-2 6 16,2-2-2-16,-4 1 4 0,-2-1 6 0,-1 0-7 16,-1-1 1-16,-1 1-2 0,-1-11 4 0,-1-5-5 15,-2-5 2-15,0 1-4 0,14 0 5 0,-4-2-10 0,-5 2 5 16,-1-2-6-16,-5 4-1 0,-1 1 3 0,0 1 2 15,-1 1 1-15,-1-1 4 0,-2 3-8 0,0 2-1 16,1 4 0-16,-1 2 0 0,0 2 0 0,2 1 3 16,-1 0-2-16,3 5-3 0,-4-3-2 0,0 2-3 15,-5-4 4-15,0 1 3 0,-3 1-4 0,1 2-2 0,4 2-1 16,-4 0 5-16,1 2-7 0,5 0 3 0,-1 2-7 16,4 5-3-16,-9 8-4 0,2-1-3 0,2 3 0 15,1 0-8-15,4-3-18 0,2 1 4 0,0-4-10 16,2-2-19-16,0-4-78 0,5 5-1 0,-1-7-31 15,16-3-56-15</inkml:trace>
  <inkml:trace contextRef="#ctx0" brushRef="#br0" timeOffset="134184.64">25909 9025 391 0,'0'0'98'0,"0"-2"5"0,-2 0 0 15,0 0-23-15,0-1-19 0,1-1-39 0,-1 0-5 16,2 2-2-16,-4-3 2 0,4 3-1 0,-6-2-5 16,1 0-3-16,1 1 0 0,-1-1-10 0,-3 0 6 15,-1 1 1-15,0 1 3 0,3 2-1 0,-3-2 8 0,5 2 2 16,-2 0 4-16,1 0 14 0,-1 2-12 0,-3 1 1 16,2 1-5-16,1 0 7 0,0 0-12 0,5-4 2 15,-7 11-6-15,4 2 0 0,3 0-1 0,-3 0-4 16,2 2 1-16,-2-1-5 0,-1 3 1 0,1 2-2 15,-11 3 2-15,2 4 2 0,4 4-8 0,1 5 3 0,3 0-4 16,1 4 15-16,2 0-6 0,0 6 3 0,1-1-6 16,1-3-4-16,0 2 2 0,1-8 0 0,1 0 1 15,0-3-3-15,2 0 6 0,0-6-2 0,-1-2 3 16,1 0-3-16,0-4-2 0,-1 1 1 0,3 3-1 16,0-2 4-16,1 4-8 0,-1-2 7 0,-1 4-5 15,-1 2 7-15,-2-1-2 0,-2 5-2 0,0-4 0 0,-2 1-2 16,-2 1 5-16,0-4-4 0,1-2 5 0,-3-6 6 15,1-3-9-15,-1-4 15 0,2-4-11 0,1-2 30 16,3-5 24-16,-8 0-16 0,-5 7 15 0,4-3-43 0,0-2-4 16,-1-2-2-16,1-1-4 0,2-1-16 0,-3 0-8 15,3-1 0-15,-2-3-3 0,-1-2-7 0,3 4-24 16,0-12-7-16,1-3-10 0,-1-4-68 0,1 3-80 16,0 1-28-16</inkml:trace>
  <inkml:trace contextRef="#ctx0" brushRef="#br0" timeOffset="134466.47">25506 9721 407 0,'0'-2'260'0,"0"0"-346"0,0 1 308 15,-2-3-171-15,0 0-20 0,2 2-14 0,0-3-6 0,0 1-1 16,0-3-13-16,0 1 5 0,0 0 7 0,2 1-1 15,0-1 4-15,-2 4 11 0,15 1-4 0,5-7 9 16,5 6 2-16,1-3 4 0,1-1 2 0,5 1 0 16,1-5-1-16,3 3-3 0,3 3 0 0,0-1-1 15,-2 3 0-15,-4 0-11 0,1-2 0 0,-5 2-5 16,-3-14-11-16,-2 4 1 0,-3 5-2 0,-6 3 2 0,0 1-4 16,-4-1-1-16,0 0-9 0,0 2 2 0,-2 0-16 15,-1 2-20-15,-5 0-5 0,1 0-18 0,0 0-136 16</inkml:trace>
  <inkml:trace contextRef="#ctx0" brushRef="#br0" timeOffset="135589.59">21044 9151 97 0,'0'0'32'0,"0"0"-5"0,0-2 31 0,0 0 6 15,0 1-4-15,0-1 11 0,0-2-13 0,0 2 8 16,0-5-9-16,0-1 8 0,0 1-9 0,0 1-9 16,0 1 2-16,0-1-23 0,0 2-6 0,0 3 1 15,0-1-4-15,0-2-4 0,0 2 3 0,0 0-3 0,0-1 4 16,0-1 0-16,0 0-7 0,0 2 0 0,0 0-2 15,0 1 3-15,0-1-3 0,-1 0 4 0,-1 0-4 16,0 0 9-16,0 0-8 0,0 0 4 0,0 2-6 16,0 0 3-16,1 0-2 0,-1 0 2 0,0 2-2 15,0 0 4-15,0 0-1 0,0 0-1 0,0 0-1 16,1 1-10-16,-1 1 3 0,-4 9 2 0,1 4 1 0,-1 1-2 16,0 3 0-16,1 3-3 0,-1 2 3 0,1 2 7 15,1 3-6-15,0 1 1 0,2 3-4 0,-1 6-1 16,1-6 4-16,0 4 0 0,0 0-1 0,2-5-9 0,-2 5 6 15,0-6-3-15,2 1 5 0,0-5 4 0,0 1-8 16,-1 0 3-16,1-2-3 0,-2 3 2 0,0 3 0 16,0 3 0-16,-2 4 1 0,1-1 6 0,-3 7-11 15,0 1 7-15,3 6-7 0,-5 2 14 0,3-3-12 16,-3 7-1-16,1-3-2 0,-1-1 12 0,1 2-10 16,1-12 4-16,1-3-5 0,1 1 4 0,-1-1 6 15,1-2-6-15,0 0 4 0,-1 0-7 0,-1 1 5 16,2-3 0-16,1 0 1 0,-1 0-5 0,0 0 3 0,2-5 3 15,-1 3 1-15,1-6-4 0,0-1 10 0,0-4-9 16,0-11 8-16,0 4-15 0,0-6 11 0,1-4 3 16,-1 0 1-16,2-5-3 0,0 1-3 0,0 1-1 15,0-2 1-15,0-1 6 0,0 1 2 0,0-2-6 0,0 0 3 16,0 0-12-16,0 0-19 0,0-1-4 0,0-1-6 16,0 0-17-16,0-1-31 0,0-3-31 0,2-18-21 15,1-8-292-15</inkml:trace>
  <inkml:trace contextRef="#ctx0" brushRef="#br0" timeOffset="136246.62">20953 9092 406 0,'0'0'44'0,"0"0"3"0,0-2 4 0,0 0-16 15,-1 0-5-15,-1 0-16 0,0 0-12 0,2 1-2 16,0-1-3-16,0 0 2 0,0 0-4 0,0 0 8 0,0 0-6 16,0 0 2-16,0 1 17 0,2-1-7 0,0 0 11 15,-1-2-1-15,1 2 18 0,0-1-3 0,0-1 8 16,0 0 5-16,0 2-18 0,0 0 8 0,-1 1-13 16,1-1-3-16,0 0-12 0,0 0-3 0,0 0-1 15,0 0 1-15,0 0-1 0,-1 1-2 0,1-1 0 16,0 0 7-16,0 0 4 0,0 0 8 0,-2 0-4 0,0 2 4 15,0 0-3-15,0 0-2 0,0 0 1 0,-2 0 1 16,0 0-2-16,0 0 5 0,0 2-2 0,-1 0 14 16,-1 0-10-16,0 0-6 0,2-2 0 0,-7 2-7 0,0-1 4 15,-2 1-2-15,0 0 1 0,-2-2-8 0,0 0-6 16,-4 0 9-16,2 0-7 0,-4 0 10 0,1 0-7 16,-3 0 3-16,-3 0-3 0,-2 0 4 0,-3 0 6 15,-3 0-7-15,-1 0 7 0,-5 0-8 0,5 0-2 16,3 0 7-16,3 0-5 0,-3 0 3 0,6 0 1 15,-2 0-5-15,2 0 4 0,9 0-3 0,-4 0 4 16,4 0 5-16,4 0-1 0,-2 0 8 0,6 0-8 16,1 0 3-16,2 0-5 0,1 0-5 0,-1 0-5 15,0 0-3-15,1 0 2 0,-1 0 1 0,2 0-12 0,0 0 5 16,0 0-7-16,0 0 16 0,1 0-7 0,-1 0 2 16,2 0-4-16,0 0 11 0,0 0-3 0,0 0-1 15,0 0-3-15,0 0-7 0,0 0-3 0,0 0-1 16,0 0-1-16,0 0-2 0,0 0-16 0,0 0-1 0,0 0-6 15,0 0-10-15,0 0-9 0,0 0-19 0,2 0-3 16,-1 0-113-16,3 0-75 0</inkml:trace>
  <inkml:trace contextRef="#ctx0" brushRef="#br0" timeOffset="136841.59">20723 8925 410 0,'0'0'86'0,"0"-2"-98"15,0 0 96-15,0 0-47 0,0 0-8 0,0 0-19 16,0 0 3-16,0 1-9 0,0-1 0 0,0 0 18 16,0 0 0-16,0 0 6 0,0 0 7 0,0 0-6 15,-2 1 11-15,0-1-8 0,1 0 3 0,-1 0-9 16,0 0-6-16,0 0 3 0,0 0-3 0,0 1 5 15,-1 1 6-15,-1 0-2 0,-5-2 0 0,-3 0 0 16,-1 2-7-16,-5-2 6 0,1 2-11 0,-3-2 3 0,3 2-4 16,4 0 3-16,-6-2-11 0,3 2 1 0,1 0 0 15,-7 0 1-15,1 0-1 0,1 0 0 0,-2 0 2 16,5 0-2-16,4 0-6 0,-6 2 8 0,1 0-10 16,1 0 9-16,-2 2-10 0,3-1 4 0,3 1-1 0,-2 0 0 15,2-1-8-15,2 1 3 0,-2 0 3 0,2 0 1 16,1-1 4-16,1 1-3 0,2-2-5 0,1 0 3 15,-1 1-1-15,-1 1 0 0,3-2 0 0,-1 0 0 16,0 0-1-16,1 1 1 0,1-1 4 0,2-2-3 16,0 0 5-16,1 0 7 0,-1 0-6 0,0 0 8 15,-2 2-1-15,0 2-10 0,1 0 3 0,-1-1-6 16,0 1 0-16,2 0 2 0,1-2-1 0,-1-1 1 0,0 3-3 16,0-2 0-16,0 2-2 0,0-2 0 0,0 1-2 15,1-1 7-15,-1 0-1 0,0 2 3 0,0-2-6 16,2 1-6-16,0-1 4 0,0 2-2 0,0 0 10 0,0-1-8 15,0-1 4-15,2 2-5 0,0 0 3 0,0-1 5 16,-1 1-8-16,3 0 7 0,-2-4-6 0,11 9 2 16,0-2 0-16,4 3 0 0,3-1-2 0,-1-2 4 15,3 1 0-15,-2-4 2 0,3 1 5 0,3 1-9 16,-4-3 5-16,4-1-7 0,-2 2 3 0,-3-2 0 16,-3 0-3-16,-5-2 3 0,4 2 0 0,-2-2 1 15,-2 0 4-15,0 0-3 0,0 0 5 0,-4 0-32 16,8 0 3-16,1 1-16 0,-5-1-28 0,4 2-343 0</inkml:trace>
  <inkml:trace contextRef="#ctx0" brushRef="#br0" timeOffset="137956.01">19357 9885 461 0,'0'-2'46'15,"0"0"-4"-15,0 0 7 0,0-2 6 0,0 1-21 16,-2-5-19-16,2 1-1 0,0-1-7 0,0 3 6 0,0 1 6 15,0 0 3-15,0 1 4 0,0-1-1 0,0 0-1 16,-2 0-13-16,2 3 0 0,-2-1-5 0,0 0-6 16,0 2 9-16,0 0-7 0,1 2 8 0,-1 0-6 15,-4 9 5-15,-7 20-1 0,0 3 2 0,0 5-5 0,4 1 0 16,-2 3 2-16,0 4-3 0,0-3-3 0,1-1 11 16,3 0-1-16,-1-8 7 0,3-2 11 0,1-5 1 15,0-4-5-15,1-3 1 0,-1-3-18 0,0 1 7 16,2-4-3-16,2-8 2 0,0 1-10 0,0-3 2 15,0-1 1-15,0 0 1 0,0-3 2 0,0 3 16 16,0 0-9-16,0 0 10 0,0-3-16 0,-1 1-5 16,1-2 2-16,0-2-3 0,0-1 0 0,-6-31 0 0,0-7-5 15,3-1 3-15,1-1-5 0,2 2 3 0,0-2 3 16,0 3-2-16,2 2-3 0,1 3-5 0,1 4 1 16,2 1-1-16,1 2 6 0,-1 4-4 0,1 0 3 15,2 1-4-15,1 3-6 0,-1 2 5 0,2-1-6 0,-2 4 6 16,-5 0-2-16,13 0 8 0,3 6 0 0,1 0 4 15,1 0-4-15,-2 5 0 0,1-4 2 0,-1 7-2 16,-1-12-3-16,-1 3 0 0,1 3-3 0,-4 3 5 16,0 2 4-16,-1 2-4 0,-2 0 3 0,-3 0-3 15,-4 0 4-15,1 2 0 0,3 2-4 0,-5-2 1 16,0 1-1-16,-1 1 1 0,1 4 2 0,4 6 0 0,-5 1 4 16,-1 2 6-16,-2 0-8 0,-4 1 7 0,-3 3-10 15,0-3 0-15,-5 3 11 0,1-3-8 0,9-1 4 16,-18 0 2-16,0-3-3 0,1 1 3 0,0-2-5 0,1-2 1 15,3-1 1-15,2-1 0 0,2-2-1 0,0-1 5 16,1-2-8-16,3-2 8 0,-2-1-1 0,3 1-6 16,1 2 5-16,3-4-7 0,-2 2-1 0,2-2 1 15,2 2-4-15,-2 1 1 0,0 5-10 0,-5 1 3 16,0 2 3-16,-1 6-1 0,4-2 7 0,1 2-3 16,1 1 1-16,2 3-4 0,2-1-3 0,1-1 11 15,1 1-3-15,0-5 5 0,3 3-9 0,1 1 4 16,-1-4 1-16,1-2 3 0,-3-4-1 0,-1 0 0 15,9 1 1-15,-2-3 0 0,0 1 1 0,2-1-3 0,-2-1-4 16,0 1 2-16,1-5 0 0,-3 5-12 0,0-1 4 16,0-1-7-16,3 1-6 0,1 0-3 0,-2-3-8 15,-2 1 2-15,0 0-16 0,-1-2-6 0,5-1-4 16,2 1-1-16,-1-2-14 0,1 0-59 0,2 0 5 0,3-2-30 16,-5-1-51-16</inkml:trace>
  <inkml:trace contextRef="#ctx0" brushRef="#br0" timeOffset="138374.56">19915 10204 195 0,'0'0'61'16,"0"0"-5"-16,-1-2 42 0,-1 0-2 0,0 0-9 0,0 0-33 15,0 1-11-15,0-1-9 0,1 0 2 0,-1 0-17 16,0 0 8-16,0 0-6 0,0 0 6 0,0 1-2 0,-1-1-13 16,-1 2 9-16,0 0-11 0,0 0-1 0,-5 0 0 15,-4 2-2-15,2 1 2 0,2 1 2 0,-2 3 0 16,3-1 1-16,-3 13 0 0,2-1 1 0,1-1 1 15,1-2 0-15,1-4 1 0,-1 0 4 0,5 2-10 16,0-4 5-16,0 4-7 0,-5-3 4 0,3-5-1 16,0 4-2-16,3-1 2 0,-1-1 6 0,2-1-3 15,0-4 1-15,0 1 0 0,0 1 7 0,2 0-3 16,-1-2 3-16,1 0-3 0,4-2-2 0,11 0-7 16,3-2 0-16,-1-4 0 0,-1-1 5 0,1-3-4 0,-3-1 3 15,-1 0-4-15,-4 0 2 0,-1-13-9 0,1 3 7 16,-6-5-6-16,1 0 8 0,-4 0-4 0,14-1-1 15,-6 4 0-15,-5-1-2 0,-3 2 2 0,-2 3-4 16,-2 1 3-16,0 5-3 0,1 2 0 0,-3 1 1 16,2 7-1-16,-4-1-3 0,-10-7-3 0,-3 1-3 0,-5 5 2 15,6 5-6-15,-8 4 3 0,5 3-2 0,3 4 2 16,-3 2-3-16,1-4-5 0,7 17 0 0,5 0-3 16,-10 2-17-16,7-2-4 0,5-5-5 0,4-1 2 15,2-3-3-15,2-2 6 0,2-4-6 0,1-4 3 16,8-1-22-16,15-4-1 0,6 0-26 0,-3 16 6 15,-1-9-94-15</inkml:trace>
  <inkml:trace contextRef="#ctx0" brushRef="#br0" timeOffset="138654.92">20281 9949 348 0,'0'-1'59'0,"0"-1"92"0,0 0-54 0,-2 0-28 15,1-2 1-15,-1 1-16 0,0-1-32 0,0 0-1 16,0 2-5-16,-2 0 2 0,1 1-10 0,-1-1 4 15,-3 0 4-15,-5 0-1 0,-1 0-1 0,0 2 3 16,-1 2 0-16,2 2 2 0,-1 1 2 0,4 1-11 16,0 1 2-16,0 4-4 0,3 6 8 0,-1 2-10 0,1 1 2 15,4 6-5-15,-2 2 1 0,3 2 4 0,-1 9-1 16,-2-8 3-16,2 8-5 0,0 2 1 0,0-4-3 16,-22 6 3-16,11-2 2 0,6-4-7 0,3 0 1 15,4-2-3-15,0-3 4 0,0-1-4 0,0-3 8 0,0 0-7 16,0-2 9-16,2-2-1 0,0 0-2 0,0-1 1 15,0-3 1-15,-2-3 4 0,0-2-4 0,0-4 4 16,0 0-3-16,0-4 5 0,0 3-5 0,0-7 4 16,0 1-9-16,0 0-14 0,0 0-2 0,-2-1-12 15,0 1-57-15,0-2-154 0,0 0-14 0</inkml:trace>
  <inkml:trace contextRef="#ctx0" brushRef="#br0" timeOffset="138858.22">19990 10464 980 0,'0'-2'35'0,"0"0"-28"15,0-2 36-15,0 1-14 0,0-12-24 0,2 0 1 16,1 0-4-16,7-2 4 0,1 1 0 0,2-5-2 16,11 5-6-16,2 3 0 0,-4-4-24 0,-3 4 0 15,-1 0-1-15,-3 0 0 0,0 0-3 0,-2 2-3 16,0-2-4-16,0 3-1 0,0 1-14 0,-6-6-135 15</inkml:trace>
  <inkml:trace contextRef="#ctx0" brushRef="#br0" timeOffset="139125.87">19938 9253 1098 0,'-2'0'22'0,"0"0"-1"0,-2 2-2 16,-7 7 6-16,-13 28-9 0,-4 23 15 0,-7 10-21 15,0 8 4-15,-1-5-10 0,-6-1 2 0,6-5-19 16,-3-2-11-16,2 9-19 0,2 8-182 0</inkml:trace>
  <inkml:trace contextRef="#ctx0" brushRef="#br0" timeOffset="143803.51">26297 9110 193 0,'0'0'0'0,"0"0"5"16,0 0 54-16,0-2-14 0,0 1 0 0,0 1-23 16,0 0-6-16,0-2 5 0,0 2 0 0,0-2 3 15,0 0 1-15,0 0 10 0,0 2-2 0,0 0 3 16,0 0-17-16,0 0 24 0,0 0-6 0,0 0 13 16,0 0-1-16,0 0-11 0,0 0-7 0,0 2 0 15,0 0-18-15,0 0 4 0,0 0 1 0,0-1-1 16,0 1-10-16,0 2 6 0,0 0-4 0,0-1 5 0,0 1 1 15,0 0-9-15,0 0 3 0,0-1-4 0,0 5 7 16,0-3-4-16,0 1 3 0,0 1-3 0,0 1-1 16,0-3-3-16,0 3 0 0,0-3-2 0,0-1-2 0,2 3 7 15,0 1-7-15,0-3 8 0,-1 1-3 0,1-2-1 16,0 1 10-16,-2-3-7 0,4 2 13 0,1 0 2 16,10 5-5-16,6 0 5 0,5-3-5 0,3-5 4 15,7-2-3-15,3-5 2 0,0-3-3 0,5-4-9 16,1-2 4-16,-2-2-5 0,9-3 7 0,0 1-8 15,-4-1 6-15,-2 1-6 0,-3-1 2 0,0-1-8 16,-4 5-3-16,-2-1-1 0,-8 4 0 0,-3 2-4 16,-5 2 2-16,-4 1-4 0,-3 3-12 0,-4 1-18 15,-1 0-13-15,-3 2-1 0,-3 2-48 0</inkml:trace>
  <inkml:trace contextRef="#ctx0" brushRef="#br0" timeOffset="144518.6">18545 11060 189 0,'0'-2'34'0,"0"0"62"15,0 0-76-15,0-1-5 0,2-1 4 0,0 0-3 16,0 2 8-16,0 0-6 0,0 1 2 0,1-1-3 16,1 2 5-16,3 2-1 0,3 3 0 0,1 4 0 0,2 14 3 15,-2 1 0-15,4-4 6 0,1 1-2 0,1-6 27 16,5-1-10-16,1-4 11 0,6-1-10 0,3-4 19 0,9 16-21 15,7-12 0-15,10-14-10 0,9-12-27 0,9-11-30 16,4 19-11-16,3-45-10 0,8-4-65 0</inkml:trace>
  <inkml:trace contextRef="#ctx0" brushRef="#br0" timeOffset="149072.96">21590 14680 241 0,'0'-1'68'0,"0"-1"13"0,-2 0 42 0,1 0 3 16,-1-2-47-16,0 1-44 0,0-1-23 0,0 0-3 16,0 2 1-16,0 0-4 0,1 1-8 0,-1-1 1 0,0 0-3 15,0 2 15-15,0 0-6 0,0 2 11 0,0 0-11 16,2 1 2-16,-9 21 9 0,2 2-7 0,-1 2 8 15,1 2-1-15,-2 2 7 0,-3 1 3 0,1 0 0 16,2 3-7-16,-2 3-6 0,-2 0-4 0,0 0 1 16,-2 0-1-16,0 1-3 0,2-1 3 0,-2-1-3 15,0-3-2-15,1-2-2 0,-1-3 1 0,4-8-1 16,3-3 5-16,3-8 2 0,5-9 3 0,-2 2-1 0,-2-1-5 16,2 1 10-16,0 0-11 0,0-2 10 0,1-2-23 15,-1-2-2-15,2-8 2 0,5-36-1 0,6-4 9 16,6 2-3-16,4-3 1 0,1 3-3 0,0 2 1 0,0-3-2 15,1 3 3-15,-1-2-2 0,-3 5 4 0,-1 0-4 16,3 3 5-16,-3 2-4 0,1 3 4 0,-1 0 0 16,1 0-3-16,-2 5 3 0,-1 4-1 0,-3 7 1 15,-9 6 3-15,13 4-1 0,-4 0 2 0,0 7 3 16,-2-7-1-16,0 3 1 0,0 4-4 0,-2 2-1 16,1 2-4-16,-5 0 2 0,3 2-3 0,-3 22 7 15,3 0 4-15,-6 0 1 0,14-2 7 0,-6-2-5 16,-7 0 2-16,-1 1-3 0,-2-3-2 0,0 0 6 0,-4 1-4 15,-3-1 5-15,-2 3-7 0,-2-3 3 0,-1-1 1 16,11-3 1-16,-22 1-1 0,3-6-1 0,1 0-5 16,1-3 4-16,1-1-5 0,2-1 1 0,0-3 0 15,2 1-1-15,-2 7-9 0,4-3 9 0,0-3-5 0,4-1 8 16,-1 0-5-16,3-2-3 0,-1-1 6 0,1 3-6 16,-1 0-4-16,2 1-2 0,2 16-1 0,-12-1 3 15,2 6 6-15,5 0-1 0,5-4-1 0,0 8 0 16,2-4-4-16,2 0 4 0,0 0 4 0,2-5 0 15,3 6 6-15,1-2-8 0,-1-5-1 0,4 2 0 16,-2-7 1-16,3 2-1 0,-3-2 2 0,2 0 0 16,0-1 7-16,-9-1-17 0,15-3-2 0,-2 1-8 0,1-2-11 15,-1-1-15-15,2-1 2 0,1-3-8 0,1-2-15 16,0 11-49-16,1-4-29 0,6-2-5 0,4-3-73 16</inkml:trace>
  <inkml:trace contextRef="#ctx0" brushRef="#br0" timeOffset="149727.35">22244 15070 615 0,'-2'0'61'0,"0"0"1"0,-2 0-1 16,1 0-14-16,-10 0-14 0,-2 0-18 0,0 2-9 16,-4 6 7-16,1 3-8 0,-1-4 0 0,4 23 2 0,1 5-5 15,2-3 5-15,-2-1-6 0,2 1-2 0,7-2 0 16,-1-6-2-16,-10 0 6 0,6-2 3 0,5-5-1 15,3 1 1-15,2-6 0 0,0-3 12 0,2 2 2 0,0-5 3 16,3 1 10-16,3-3-8 0,12-2-2 0,-1 11-2 16,-1-4-4-16,6-2 7 0,-1-3 2 0,-3-4 1 15,4 0-9-15,-5-4 0 0,-1-1-5 0,-3-1 4 16,2-1-2-16,-4-1 0 0,0-1 0 0,-4 7-1 16,-1-16-6-16,-5-5 5 0,1 1-4 0,13-4 3 15,-6 2-6-15,-6-4 5 0,-3 0-4 0,-2 4 3 16,-5-2-13-16,-1 11-3 0,-1-2 1 0,1 8-2 0,-1 4-10 15,-17 1 9-15,-1-13-6 0,-1 8 8 16,4 5-2-16,4 4-1 0,3 2-5 0,0 2 2 0,4-1-1 16,3 1-8-16,3 0 4 0,1 0-7 0,2-1-1 0,0 1 0 15,2 0-4-15,2-1 3 0,2-1 4 0,20 4 2 16,9-6 1-16,5-8-2 0,2-6 1 0,-2-5 5 16,4 17 4-16,-3-20-1 0,-2-4 10 0,-1 4-4 15,-3-3 6-15,0 7-4 0,-5-1 7 0,-4 4-3 16,-3 1 1-16,-8 1 0 0,4 2 12 0,-8-1-1 15,2 3-2-15,-2 0 2 0,-3 1 3 0,-2 3 11 16,-3 1-6-16,1 0 7 0,-2 3-5 0,0-1-1 16,2-2 3-16,-2 0-3 0,0 2-7 0,-2 1-6 15,0-1 6-15,1 2-5 0,-5 0 3 0,-9 7-6 0,-2 4 0 16,4 4 0-16,-1 11 3 0,1 7-2 0,3 3-7 16,-1-3 2-16,6 2-7 0,-1 3 5 0,0-3 0 15,3 4 1-15,-1 0-1 0,2 0-1 0,-2 0 1 16,-18 2 0-16,9-2 0 0,6-4 6 0,3 0-4 0,2 2 4 15,0 1 7-15,2 2-1 0,0 1 4 0,0 2-3 16,0 1-3-16,-2-1-3 0,1 2 0 0,-1-4 1 16,0-2 11-16,0-4-8 0,0-2 4 0,-2-7-5 15,1-2-2-15,-1-1 0 0,0-7-1 0,-1 3 1 16,1-8 2-16,0-3-3 0,-1 1 3 0,1-4-4 16,4-3-4-16,-2 2-16 0,-3 0-18 0,-6 3-2 15,1-1-86-15,-1-1-48 0,2-3-6 0,1-2-14 0,3-2-26 16</inkml:trace>
  <inkml:trace contextRef="#ctx0" brushRef="#br0" timeOffset="149915.53">22222 15540 726 0,'0'0'61'0,"-2"0"-6"0,0-2 2 15,0 0 1-15,0 1-25 0,0-1-31 0,2 0 9 16,0 2 1-16,0-2 7 0,2 2 22 0,0-2-15 15,4 2 5-15,18-5-9 0,0-1-7 0,6 0-5 0,-3 3-4 16,3-1 0-16,2 0-14 0,-3 1-17 0,1 1-2 16,0 0-3-16,-1 0-3 0,1 0-19 0,-2-2-2 15,2 1-15-15,5-1-83 0</inkml:trace>
  <inkml:trace contextRef="#ctx0" brushRef="#br0" timeOffset="150209.35">23233 15024 807 0,'0'0'19'0,"0"0"0"0,-1 0-2 16,-1 0-1-16,0 0-6 0,0 0-8 0,2 0 4 15,0 0-4-15,0 0 6 0,0 0 10 0,0 0 11 16,2 0 7-16,0 0 0 0,1 0 8 0,9-2-15 16,8-2-2-16,8-1-4 0,-4 1-7 0,2 0-16 15,0 1 4-15,2-1-7 0,-6 0 1 0,0 2-13 16,-3 0 9-16,-6 1-9 0,2-1 6 0,-2 0-19 16,-2 0-7-16,2 0-5 0,-2 2-40 0,-3 0-170 15</inkml:trace>
  <inkml:trace contextRef="#ctx0" brushRef="#br0" timeOffset="150342.09">23172 15317 625 0,'0'0'107'16,"0"0"19"-16,0 0-43 0,-2 0-44 0,0 0-19 16,2 0-37-16,0 0 15 0,0 2-1 0,0 0 8 15,2 0 9-15,0 0-20 0,2-2-1 0,24 9-10 16,1-3-29-16,9-3-43 0,4-1-62 0</inkml:trace>
  <inkml:trace contextRef="#ctx0" brushRef="#br0" timeOffset="151283.34">24611 14660 183 0,'0'-2'52'0,"0"0"58"0,0-1-19 16,0-1-15-16,0 2-3 0,0-5-3 0,0 5 5 15,0-2-27-15,0 0 5 0,0 1-17 0,0 1-24 0,0-2-4 16,0 2-3-16,-2 0 3 0,0 2 3 0,1 0-4 16,-1 2 3-16,0 2-2 0,-13 18 8 0,-2 6-2 15,2 0 3-15,1 2-3 0,-3 3-5 0,2 4 2 16,-2 0-2-16,2 2 2 0,1 2 0 0,-1 0 0 16,-2-2 1-16,-2-2 1 0,5-2 7 0,-1-5 0 15,0 2 1-15,4-3 0 0,2-6-2 0,-3 1-5 16,5-9 1-16,1-6-3 0,1 2-6 0,3-7 1 15,0 1-2-15,2-3 3 0,0 0-1 0,-2 2 0 16,0-1-1-16,1-1 0 0,-1 0-19 0,0-2 4 0,2 0-6 16,0-2 6-16,0-20 1 0,0-17-3 0,4-4 6 15,1 1-5-15,4 1 6 0,4 0 5 0,-1 0-8 16,2-2 7-16,3 1-4 0,0 3 4 0,1 2 1 16,-1 1 0-16,0 7-4 0,-1-1 10 0,-1 4-9 0,0 4 9 15,-2 1-6-15,-9 6-1 0,13 0 5 0,1 4-5 16,1 4-2-16,-1 1 7 0,3 3-6 0,1-12 5 15,-2 7-3-15,1 6 3 0,-1 2-1 0,-3 4 0 16,2 4-8-16,-3 1 9 0,-1 0-1 0,-2-5 3 16,-4 14-2-16,1-1-4 0,-3 0 5 0,-1-2-5 15,1 0 4-15,4-1 10 0,-1 3-4 0,-5 0 6 16,-3-2-13-16,0 3 10 0,-2-1-1 0,-4 0 5 16,-5 3 2-16,-2-1-10 0,3 3-2 0,-16-2-1 0,-2-1 1 15,0-2 1-15,0-2 1 0,2-2-2 0,4 1-6 16,-1-3-1-16,3 1 2 0,1-3-1 0,2-4 1 0,6 1-2 15,3-4 0-15,4 3 1 0,0-5 3 0,2 2-7 16,-3 2 1-16,-1 0-4 0,0-1 2 0,2-1-4 16,1 0 2-16,-1 0-2 0,2 0 8 0,0 0 0 15,2 1 0-15,-1 1 0 0,3 0 0 0,0-2-2 16,13 9 1-16,1 0-2 0,1-2 4 0,-3-1-1 16,5 1 6-16,-4-2-5 0,-1 3-4 0,-1-1 4 15,0 0-1-15,2 1 3 0,-4-3 3 0,0-1-8 16,-4-3-6-16,0 1-1 0,1 0-16 0,-1-1 2 0,2 3-1 15,-4-2 1-15,6 1-8 0,-1-1-7 0,-1 0-3 16,2-2-1-16,-2-2-8 0,2 0-50 0,0 0 6 16,-2-2-25-16,8-2-34 0</inkml:trace>
  <inkml:trace contextRef="#ctx0" brushRef="#br0" timeOffset="151610.68">25159 15057 270 0,'0'0'40'0,"0"-2"43"15,0 1-28-15,0-1-21 0,0 0-8 0,0-2-1 16,2 0-13-16,-2 3 8 0,2-5-1 0,-1 2 2 16,1 1-9-16,0-1 20 0,-2 2 0 0,2-2 7 0,0 1 13 15,0-1-26-15,0 2 7 0,-1 0-13 0,1 0 0 16,0 0 4-16,0 1-7 0,0 1 5 0,0 0-10 0,0 1 2 16,-1 1-3-16,-1 0 2 0,0 24-7 0,-1 4 3 15,-5 3-2-15,-1 1 2 0,-5-3 4 0,-1 1-9 16,2-8 14-16,-4 4-10 0,4-4 29 0,2-5-9 15,-2-1 1-15,3-3-4 0,3-2 1 0,-1-2-12 16,3-2 3-16,1-1-4 0,2-4 4 0,-2 1-10 16,0 1 2-16,2-1-4 0,0-1 2 0,0-2 5 15,0 2-3-15,2-1 4 0,2 1 5 0,5 2-9 0,13 3 4 16,6-2-7-16,0-3 0 0,2-4-3 0,1 0 3 16,-5-4-2-16,2-3 1 0,-4 1-14 0,2-1-9 15,-4-1-1-15,1 1-14 0,-1 0-15 0,-5 1 3 16,-1 0-8-16,-1-1-8 0,-4 1-106 0,1-1-20 15</inkml:trace>
  <inkml:trace contextRef="#ctx0" brushRef="#br0" timeOffset="152139.4">26017 14484 290 0,'0'-2'37'0,"0"0"0"0,0-4 9 15,0-18-2-15,0 2-7 0,0 0 1 0,0 1-5 16,0 4-5-16,0 6 2 0,0 0-5 0,0 4 13 15,0-1 3-15,0 1 2 0,0 1 8 0,0 1-19 16,0 1 3-16,0 2-8 0,0-1 8 0,0-1-13 16,-2 0 8-16,2 0-12 0,0 3-4 0,0-1-8 0,-2 0-5 15,0 0 2-15,0 0 0 0,0 0-1 0,2 2 4 16,0 0-2-16,0 2 6 0,0 2-9 0,-1 7 3 16,-1 13-4-16,0 4-2 0,0 2 5 0,2 3-3 15,0-1 3-15,-2-1-3 0,-2 1 5 0,-1 3-3 0,-3-2 5 16,-1 1-4-16,-2 1-5 0,0-1 2 0,0 3-4 15,-2 0 4-15,-2 4 2 0,-4 3 1 0,1 1 0 16,-1 5 3-16,2 2-8 0,-3 2 2 0,0 3-3 16,1-1 9-16,2-2-6 0,4-2 1 0,2-6-1 15,-2-1 6-15,2-8-5 0,0-2 1 0,2-3-2 16,-1-2-2-16,1-1 3 0,2-3 1 0,-1 0 2 0,3-2 1 16,-1-1-9-16,2-1 3 0,1-2-5 15,-1-1 9-15,2-6 2 0,0-2-4 0,2-4 1 0,0-3-16 0,0 0-5 16,-2 0 0-16,2-1-4 0,0 1-18 15,0-2-6-15,0-2-15 0,2-2 1 0,0-2-81 0,11-16-94 16</inkml:trace>
  <inkml:trace contextRef="#ctx0" brushRef="#br0" timeOffset="152486.74">26481 14153 479 0,'-2'0'100'16,"0"-2"194"-16,-2 0-257 0,1 1-27 0,-1 1-2 16,-3-2-6-16,1 0-2 0,0 2-2 0,1 0 0 15,-3 0-2-15,3 0 4 0,-3 2 6 0,1 1-1 0,1 1 3 16,3 7-10-16,-1 8 9 0,0-1-5 0,1 1 8 16,-1 1-9-16,2 3 3 0,-2 3 1 0,2-2 1 15,-3 4 6-15,-1 1-3 0,3 5 1 0,-3 3-2 16,-1-2-4-16,-1 4 1 0,-1-2-2 0,0 4 2 15,-1 2 6-15,-1 1-11 0,-2 3 10 0,-2 5-10 16,1 4 7-16,-1 5-1 0,-6 4-4 0,1 2 3 16,-2 3 1-16,1-3 0 0,1 0 1 0,1-8 0 0,-1-7 5 15,3-11 0-15,2-4 3 0,2-7 0 0,4-2 7 16,-2 0-12-16,5-4-4 0,-1-4-2 0,-1 1-4 16,3-5 0-16,-1-3 0 0,-3-2 0 0,5-3-10 0,2-3-18 15,0 1-2-15,2-4-6 0,-1 2-19 0,-1-1-25 16,0 1-36-16,2-2-3 0,0 0-192 0</inkml:trace>
  <inkml:trace contextRef="#ctx0" brushRef="#br0" timeOffset="153559.23">26882 14472 560 0,'0'-1'43'0,"-2"-9"67"0,-3-10-56 16,-1 3 1-16,0 0-2 0,3 4-1 0,1 4-30 15,0-4-2-15,2 8-6 0,-2 1 5 0,0 0-4 0,0 0-6 16,2 1-2-16,-1 1-1 0,-1 0 2 0,2 0-5 16,-2 2 6-16,0 2-5 0,0 2 7 0,-11 24 10 15,-2 7-6-15,-1 4 5 0,-1 5-14 0,-2-1 5 16,3-4-1-16,-3 2 3 0,0-6-1 0,3-1-3 15,-1-1 3-15,2-3-2 0,2-2 2 0,-2 0 7 16,4-4-8-16,0-2 8 0,0-2-13 0,3-5 3 16,1-2-3-16,1-3 2 0,3-5-1 0,1-1-1 15,0 0 8-15,2-3-7 0,-2 3 5 0,0 0-7 0,0-2-1 16,1 0-1-16,-1-1-4 0,0-1-12 0,0-1 3 16,2-1-3-16,0-6 11 0,2-18-10 0,5-2 5 15,4-1-6-15,4-3 7 0,2 1 1 0,2-1-3 16,-16-3 4-16,25-1 4 0,-4 1 0 0,0 0 2 0,2 1-2 15,-3 1-5-15,-1 1 5 0,-2 8-3 0,-3 4 5 16,0 1 3-16,0 8-8 0,-3 0 3 0,1 4-5 16,-2 5 8-16,-4-6-2 0,1 3 0 0,-3 3-1 15,-3 2 5-15,-2 0-6 0,1 2 8 0,3 7-7 16,5 23 9-16,-7 1 6 0,-6 0-6 0,-5-1 5 16,-6 1-11-16,0-5 2 0,-4 0 2 0,15-4-1 0,-22-1-2 15,0-7 0-15,3 3 1 0,1-4 1 0,0-2 2 16,1-2 2-16,0-2-8 0,8 0 5 0,0 1-5 15,0-1-1-15,5 0 3 0,3 1-4 0,-7 3 2 16,-1 1 0-16,2 5 0 0,2 0-1 0,-1-1-4 0,3 1 0 16,1-1-2-16,4 1 3 0,0-2 4 0,2-1 0 15,0-1 1-15,1 0-3 0,3-2 0 0,-1-4-4 16,-1 4 2-16,15-7-3 0,-3 1-4 0,5 8-17 16,-3-6 0-16,5-1-7 0,1-5-12 0,-2-3-13 15,2-3 7-15,2-5-6 0,-3-1 17 0,-1-2-8 16,-2-2 1-16,-1 11-5 0,-3-9-10 0,-3-2 12 15,-1 4 6-15,-1-3 6 0,-2 1 39 0,0-2-6 16,2 2 4-16,1 0-4 0,-3 2 8 0,-2 0 3 0,1-1-2 16,-3 5 2-16,1-1-5 0,-2 2 6 0,-3 1-2 15,3-1 5-15,0 0 14 0,0 1-1 0,-1 1-1 16,-1 0-1-16,0 0 1 0,0 0-1 0,0 2 7 16,-2 0-5-16,0 2 4 0,-2 0-9 0,0 2 1 15,-5 7-3-15,-8 11-3 0,0 0-3 0,4-3-3 0,0-1 1 16,-2 6 4-16,3-7-4 0,1 2-2 0,3-3-1 15,3-4-2-15,-1 1-1 0,2 0 4 0,0-4-3 16,2 0 10-16,0-3 2 0,0-4 5 0,0 3-3 16,0-3 0-16,0 0 6 0,2 2-2 0,2-1 3 15,0-1-2-15,14 4 5 0,1-6-8 0,-1-4 6 16,1-3-8-16,1-5-4 0,-1-1 2 0,1 6-5 0,3-15-8 16,-7-2 4-16,5-2-2 0,-12 1 3 0,2-2 4 15,4 1-2-15,-13-2 0 0,2 0-1 0,-3 2 0 16,14 2-7-16,-5 3 9 0,-7 5-8 0,-3 1 9 0,0 6-8 15,-2-1-2-15,1 7-1 0,-3-1-1 0,-17-9-8 16,-6 4 3-16,1 7-3 0,-2 4 0 0,-2 5-17 16,2 6-2-16,0 4-5 0,4-8-25 0,6 19-41 15,1 2-2-15,8-4-11 0,1 0 4 0,-5-8 6 16,4 1 4-16,5-6-1 0,4-6 16 0,0-3 5 16,4-1-1-16,11 7 0 0,20-1-20 0</inkml:trace>
  <inkml:trace contextRef="#ctx0" brushRef="#br0" timeOffset="153821.82">27688 14693 649 0,'0'0'68'0,"-2"0"-2"0,0 0 7 0,0-1-2 16,0-1-20-16,-1 0-7 0,-1 2-18 0,-7-2-2 0,0 2-6 16,-1 0-15-16,1 2 2 0,-4 2-5 0,2 1 4 15,2 3-3-15,-5 3 3 0,3 15 3 0,-2 0-3 16,0 3-4-16,9 1 6 0,-3 2-4 0,2 1 8 15,3 1 3-15,-3 5 24 0,-16-2-7 0,8 5 10 16,6-3-14-16,2 0 2 0,3 2-5 0,2 0 2 0,-2-2-16 16,1-2-1-16,1 0-3 0,0-7 1 0,2 3-4 15,-2-5 0-15,0-4 4 0,-1 1-5 0,-1-3-8 16,0 0-23-16,-1-1-10 0,-3-1-12 0,-3-1-117 0</inkml:trace>
  <inkml:trace contextRef="#ctx0" brushRef="#br0" timeOffset="153967.1">27393 15120 537 0,'0'0'64'0,"0"-1"-50"15,0-1 67-15,1 0-24 0,1-2-19 0,-2 2 10 16,4-11-1-16,20 0 3 0,0-2-5 0,-1 2-12 16,3-1 2-16,0-3-6 0,-1 2-13 0,1 2-30 0,-1-2-5 15,-7 2-7-15,1-2-10 0,-1-1-11 0,-3 1 3 16,-4-2-7-16,0 2-22 0</inkml:trace>
  <inkml:trace contextRef="#ctx0" brushRef="#br0" timeOffset="154217.46">27669 13854 1035 0,'0'-2'33'0,"-2"0"63"0,0 1-74 0,1-1-3 16,-1 0-1-16,0 0-2 0,0 0-8 0,0 2 29 16,0 2-8-16,0-2 13 0,-16 17-29 0,-3 20-10 15,-1 2 1-15,-2 7-2 0,-2 3 2 0,0 3-19 16,-4 5-7-16,3 3-11 0,-1 1-95 0</inkml:trace>
  <inkml:trace contextRef="#ctx0" brushRef="#br0" timeOffset="155558.67">15571 14747 373 0,'0'0'57'0,"0"-2"0"0,0 1 20 0,0-1-1 16,0-2-41-16,0 0-27 0,0 1-4 0,0-10-1 15,2 0-1-15,1 0 2 0,3-2 10 0,1-2-3 16,3-2 4-16,1-3-3 0,-2 5 4 0,2-3 8 0,0 0-1 15,0-1 24-15,-1 4-6 0,-3 4 3 0,-1 2-5 16,-1 4-5-16,-1 1-3 0,3-3-4 0,-3 5 0 16,0 1-15-16,0 1-6 0,-1 0-1 0,1 0 0 15,0 2 5-15,-1 2-1 0,-1 2 3 0,6 16-3 16,-3 13-2-16,-3 3 3 0,-2-3-1 0,0 1 2 16,-2-1 1-16,-1-3-9 0,-3-2-2 0,-3 1 0 15,-1-1-1-15,-1 0 4 0,0 0 1 0,2-2 1 0,-2 0 2 16,0-4-4-16,-1 0 1 0,1-3-1 0,-2 0 10 15,2-3-15-15,7 1 8 0,-10-4-10 0,2-2 14 16,1-4-6-16,-2 1-3 0,4-4 1 0,0-3 0 0,-1 7 2 16,1-3-2-16,2-1 1 0,-3 0-3 0,3 0 3 15,1-3 4-15,1-1-3 0,-1 0-2 0,4 0 2 16,1 0-3-16,-3 2 3 0,0-2-3 0,1 0-3 16,1 0-2-16,0 0-1 0,0 0-5 0,2 0 10 15,0 0 0-15,0 0 4 0,2 0 0 0,0 0-2 16,3 0-4-16,17-2 1 0,3-1-4 0,1-1 4 15,0 0 1-15,-2 1 2 0,2-1-3 0,0 2-5 16,0 0 4-16,-6 2-5 0,-3 0-2 0,1-2 3 0,-3 2-7 16,8 0 4-16,-7 0-21 0,-5 0 2 0,2 0-5 15,-1 0 3-15,-5 0-13 0,0 0-38 0,-3 0-52 16,-2 0 7-16,5 2-141 0</inkml:trace>
  <inkml:trace contextRef="#ctx0" brushRef="#br0" timeOffset="155826.39">15123 15497 1020 0,'0'0'23'0,"0"0"4"15,-2 0-17-15,1 0-12 0,-1 0-8 0,0 0-32 16,2 0 27-16,0 0 0 0,2 0 11 0,0 0 8 0,1 0 4 15,16 0-8-15,11 2 6 0,9 2-1 0,-6-2 8 16,2 0 10-16,1 0-4 0,-1-2 11 0,2 0 1 16,2 0-6-16,0 0 5 0,2 0-9 0,1 0-15 15,1 0-3-15,-2 1-3 0,-4 1-10 0,0 0 0 16,-3 0 2-16,-3 0-3 0,3 0-7 0,-10 0-2 16,-7-2 2-16,1 1-4 0,-3-1-15 0,-2 0-12 15,-2 0-14-15,-2 0-2 0,-3 0-106 0,-2 0-82 16</inkml:trace>
  <inkml:trace contextRef="#ctx0" brushRef="#br0" timeOffset="156400.39">15402 15631 917 0,'0'0'19'15,"0"0"2"-15,0 0-13 0,-2 0-5 0,0 2-7 16,0 0-2-16,0 0 6 0,1 1-6 0,-3 16 6 15,-2 9-9-15,1 1 9 0,-1 5 0 0,1 5 4 0,-1 2 4 16,0 1 14-16,-3 1-3 0,0 0 6 0,-2-2 4 16,0-4 4-16,-1 0 4 0,1-7-3 0,2-1 5 15,2-4-22-15,-1-3 3 0,3-5-11 0,1-6-1 0,0 0-7 16,2-7 6-16,-1 3-4 0,1-1 7 0,0-3-11 16,0 1-6-16,0 0 0 0,0-3-9 0,0 1-10 15,1 0 5-15,-3-2-7 0,0 0 2 0,2-2 6 16,0 0 1-16,-1-3 2 0,-8-25 9 0,1-11 2 15,3-3 0-15,5-1 2 0,2-1 7 0,2-2 1 16,5 3 1-16,1 0-1 0,1 5 0 0,0 8 2 16,2 4-4-16,1 6 2 0,-1 1-4 0,-2 7 4 15,-7 1 4-15,16 0 0 0,1 1-2 0,1 3 8 16,1 0-3-16,1 3 4 0,0 1-8 0,3 3 1 16,-1 0-4-16,-2-13 3 0,0 6-7 0,-3 5 0 0,-1 2 5 15,-3 2-4-15,0 2 4 0,-2 2 1 0,0 1-6 16,-6 1 5-16,-1-2-4 0,9 16 9 0,-6-1 0 15,-3-3 2-15,-4 3-1 0,-2 1-4 0,-4 1 0 0,-5 3-1 16,-4 0 0-16,-2 0 0 0,9-1 3 0,-16-1-1 16,1-4 6-16,1-3-11 0,1 0 1 0,1 2-3 15,1-6 6-15,4 4-4 0,-2-2 4 0,4-4-4 16,2 0 4-16,2-1-2 0,5-1-5 0,0 1 2 16,-6 1-7-16,1 2 0 0,3 0 4 0,2-3-2 15,1 3 9-15,1-6-4 0,0 3 0 0,1-1-1 0,1-1 5 16,0-2-6-16,15 3 4 0,1-1-5 0,3-3-6 15,-1 1-5-15,2 11-5 0,3-2 1 0,-3-6-12 0,-2-1-8 16,3-1 0-16,-5-1-4 0,3-2-18 0,3 0-120 16,-4-2-2-16</inkml:trace>
  <inkml:trace contextRef="#ctx0" brushRef="#br0" timeOffset="156727.23">15903 15982 461 0,'0'0'50'0,"0"0"-1"0,0 0 15 16,0 0 2-16,-2 0-14 0,0-2-11 0,1 0 1 16,1 0-13-16,0 1 10 0,0-1-7 0,0 0-4 0,-2 0 8 15,2 0-8-15,-2 2-9 0,0 0-9 0,2 0-2 16,-2 0 1-16,0 0 12 0,2 2-3 0,-2 0-2 16,1 2-1-16,-3 7-7 0,-2 11 4 0,1 6 2 15,-1-2 1-15,-1 2-3 0,-1-4 7 0,1-2 0 0,-1 0 4 16,3 3 7-16,1-9 5 0,0-3-6 0,-1 0 5 15,1-3-14-15,0 1-7 0,1-2 4 0,1-2-7 16,0-1 1-16,2-2-7 0,0 1 1 0,0-1-2 16,0 0 9-16,0-1-8 0,2 3 3 0,2-1-4 15,-3-1 4-15,9 0 5 0,8 0-2 0,-1-3 2 16,7 1-12-16,2 2 0 0,2 2-4 0,-4-3 1 0,-2-1-20 16,-3 2-11-16,-2 7-4 0,-1-2 0 0,1-1-13 15,-2-3-26-15,-2-1-35 0,2-2-9 0,-2-2-227 16</inkml:trace>
  <inkml:trace contextRef="#ctx0" brushRef="#br0" timeOffset="157085.6">16468 15525 284 0,'0'0'149'16,"-2"0"-8"-16,0 0-6 0,-2-2-4 0,-3 1-55 15,-6-1-34-15,5 2-9 0,-1-2 2 0,5 2-6 16,2 0-15-16,-1-2-14 0,-1 2-1 0,2 0-3 0,0 0 16 16,0 0-12-16,2 0 11 0,2 0-11 0,0 0 10 15,4 0-6-15,25-2 2 0,-1 2-3 0,7 0 8 16,4 0-15-16,-8-2 0 0,10 2-7 0,-11-2-12 0,5 1-17 16,0-1-5-16,-4 2-5 0,3 0-21 0,-5 0-215 15</inkml:trace>
  <inkml:trace contextRef="#ctx0" brushRef="#br0" timeOffset="157740.14">17676 14796 669 0,'-2'-2'92'0,"1"0"13"16,-1 0-36-16,0-2-32 0,0 1-19 0,-2-9-18 0,1-1-6 15,1 4-3-15,0-2 2 0,2 2 6 0,0 3 1 16,2-5-2-16,0 4 0 0,1-3-4 0,-1 5 6 16,0-1 0-16,0 2 2 0,-2 3 4 0,4-3 9 15,-1 0-3-15,1 0 5 0,-2 1-5 0,0 1 7 16,0 0-2-16,-1 0 3 0,1 0-4 0,0 2 1 15,0 2-1-15,0 0-1 0,0 2-13 0,5 18-2 16,-1 6 4-16,-3 2-2 0,-3-1 8 0,0 3-7 16,-1-4-3-16,-3 0 0 0,0-2 3 0,0-2-5 0,1-2 7 15,-1-3-6-15,0-3 4 0,1-3-1 0,-1 0 2 16,0-2 0-16,0-3 3 0,1-1 2 0,1-1 1 16,2-4-1-16,-2 1 0 0,0-1-7 0,-11 4 2 15,6-1-3-15,-6 5 10 0,5-7-5 0,-1 3 4 0,-4-1-4 16,0-1-4-16,0-2 16 0,4 0-8 0,3-2 11 15,1 0-10-15,1 0 2 0,2 0-1 0,-2 0 0 16,1 0-14-16,-1 0 1 0,2 0-5 0,0 0 5 16,0 0-7-16,2 0 5 0,0 0 0 0,2 0 1 15,2 0 6-15,16 0-6 0,6 0 5 0,0-2-4 16,-2 0 4-16,1 2-6 0,-3 0-2 0,-2 0 0 16,3 0 3-16,-7 0-1 0,3 0-1 0,-2 0-1 0,-4 2-5 15,0 0-1-15,-4 0-5 0,0 0 2 0,-3-1-17 16,-3-1-28-16,-1 0-21 0,2 2-16 0,0 2-210 15</inkml:trace>
  <inkml:trace contextRef="#ctx0" brushRef="#br0" timeOffset="157997.41">17253 15484 698 0,'-2'0'123'0,"0"0"12"0,0-1-42 0,1-1-35 16,-3 0-32-16,2 0-31 0,0 0-20 0,0 2 3 16,0 0-6-16,2 0 28 0,0 0 1 0,2 0 5 15,2 2-3-15,22 4 3 0,15 1 4 0,0 0 1 16,3-1 1-16,3-2 15 0,1-1-1 0,2-1 0 0,-2 0-3 16,-1-2-6-16,-1 0 1 0,-1 0-8 0,-3-2 3 15,1 0-20-15,-2 1-2 0,-2 1 2 0,0 0-2 16,-6 0 5-16,-3 0-3 0,-2 0-3 0,-2 0 0 15,0 0-6-15,-8 0-28 0,-5 0 4 0,-3 0-18 16,-8 0-43-16,1 0-114 0,1 1-19 0</inkml:trace>
  <inkml:trace contextRef="#ctx0" brushRef="#br0" timeOffset="158497.62">17526 15676 513 0,'0'0'152'0,"-2"0"23"0,0 0-59 16,-2 0-60-16,1 0-26 0,-1 0-33 0,2 0 1 16,0 0-1-16,0 1 2 0,1 3 1 0,-5 9 3 15,-5 15-1-15,3 0 1 0,3 5-8 0,-1-1 16 16,1 3 0-16,-5 0 6 0,1 1 6 0,0-1 1 16,0-3 3-16,-1-3-4 0,-1-5-11 0,2-1 0 15,0-5-1-15,1-3 2 0,3-2 1 0,-1-4-11 0,2-3-1 16,1 0-2-16,3-5 11 0,-2-1-9 0,-4 4 4 15,4-4-6-15,-5 4-8 0,1-2 6 0,-1 0-7 16,-2-2 7-16,1 0-6 0,1-2-1 0,3 0 0 0,0 0-2 16,3-20-1-16,-14-2 9 0,4-4 0 0,5-6 3 15,6 1-5-15,2-1 1 0,5 1 2 0,4 1-2 16,4 1-2-16,4 3 6 0,-17-2-1 0,20 8 3 16,-2 0-2-16,4 3 10 0,4 4-7 0,4 2 7 15,-1 4-6-15,-3 2 2 0,-4 1 3 0,-3 4-3 16,-3-11 1-16,-5 8-8 0,-1 1 1 0,-3 4-2 0,-2 0 7 15,-3 0 1-15,-2 0 0 0,2 2-1 16,-3 1 0-16,11 14 1 0,-3 2 1 0,-4 1 0 0,-3-1-7 16,-2 1 10-16,-3-1-4 0,-1-3 6 0,-5 7-4 15,-1-5 10-15,1 1 0 0,0-1 3 0,-1 3 4 0,3-6-8 16,-2 7 0-16,3-3-4 0,1-3-17 0,1 5 3 16,2-5-1-16,0 5 2 0,2-3 8 0,0 1-10 15,2 0 6-15,0-5-7 0,3 5 6 0,1-6-2 16,1 0-9-16,3-2 3 0,-3-5-26 0,12 1-15 15,-3 4-2-15,3 0-6 0,3-1-21 0,-1-7-66 16,1-1-9-16,0-2-23 0,1-3-56 0</inkml:trace>
  <inkml:trace contextRef="#ctx0" brushRef="#br0" timeOffset="158849.32">18042 16014 259 0,'0'0'88'16,"-2"0"132"-16,0 0-123 0,-1 0-29 0,-10 0 2 15,-4 0-10-15,4 1-5 0,-4 3-11 0,2 0-2 0,-1 1-1 16,1 1 4-16,0 1-10 0,0 1 6 0,4-1-10 16,2-1-8-16,3-2-12 0,1-1 0 0,3 3-3 15,0 7-7-15,-6-4 2 0,3-1-5 0,-1 1 3 16,4-4 8-16,1 1-2 0,1-2 6 0,0-1-4 16,1 1 3-16,1 0 0 0,2 0-2 0,0-3 2 0,16 5 1 15,1-4-1-15,1-2-1 0,4-6-1 0,-6-1-6 16,4-4 11-16,-5 1-3 0,-2-1 4 0,-3 0-6 15,-6 6 5-15,1-14-2 0,6-1 3 0,-8-1-4 0,-3 4 2 16,-4 1-1-16,0 3 1 0,0 3-8 0,-4-3 1 16,3 8-10-16,-1 1 5 0,-22-1-14 0,1-10 6 15,-1 5 0-15,2 5 1 0,2 5-4 0,1 0-14 16,4 2-3-16,2 1-7 0,4 1-29 0,3-2-39 16,4-2 4-16,1 0-16 0,-3 4 2 0,2-2 28 15,0-1-3-15,2 1 10 0,2-2-1 0,4 0-41 16,33-9-16-16</inkml:trace>
  <inkml:trace contextRef="#ctx0" brushRef="#br0" timeOffset="159115.57">18486 15631 688 0,'0'0'67'0,"-2"0"-3"0,0 0 24 0,-2 0-4 16,-3 0-12-16,-10 0-17 0,1 0-8 0,-1 0-9 0,4 0 2 15,0 0-20-15,2 2-4 0,-4 2 5 0,4 1-7 16,1 1 1-16,5-3-10 0,-6 14 5 0,-4 7-5 15,4 0 11-15,1 1 8 0,3 1-1 0,3 0 4 16,2 0-6-16,2 3-6 0,0 3 1 0,2-1-1 16,4 3 9-16,-1-3-12 0,3 7 0 0,-1-1-3 15,-1 2-1-15,-1-2-8 0,-1 0 1 0,0-2-3 0,0 1 8 16,-3-5-1-16,1-1-1 0,0-1 0 0,-2-1 2 16,0 0-2-16,0-2 4 0,-2-2-4 0,-1-1-4 15,-1-3-8-15,-4-1-2 0,1-5-4 0,-4 1-20 0,-2-7-33 16,-8-1-28-16,7-3-6 0,-9 11-130 0,7-10-87 15</inkml:trace>
  <inkml:trace contextRef="#ctx0" brushRef="#br0" timeOffset="159287.7">18087 16183 654 0,'0'0'26'0,"0"0"2"0,0-2-1 15,1 0-1-15,1 0-6 0,0 0 29 0,7-3 10 0,17-8-4 16,10 0 4-16,1 0-12 0,0-2-15 0,6 2-4 15,-6 2-5-15,-4-1-23 0,-3 3-20 0,-2 0 3 16,-2 1-11-16,0 1-5 0,-2 0-13 0,-2-3-3 16,-5 3-7-16,0-2-57 0</inkml:trace>
  <inkml:trace contextRef="#ctx0" brushRef="#br0" timeOffset="159669.65">18504 14489 948 0,'-1'-2'43'0,"-1"0"-3"0,0-1-13 15,0-1 4-15,-4-5-22 0,3 1-5 0,-1 3-3 16,4 3 2-16,-2-2-2 0,0 0 2 0,0 1-1 15,1 1-2-15,-1 0 1 0,0 0 1 0,0 0 8 16,0 0 5-16,0 1 0 0,0 1 17 0,2 0 14 16,0 1-3-16,0 1 6 0,0 0-9 0,0 2-9 15,6 14-6-15,0-3 0 0,5 6-9 0,0-6-6 0,0 1 2 16,11 3-5-16,6 1-7 0,2 4 8 0,3 2 0 16,8 4 2-16,-2 2-8 0,6 5 8 0,-1 2 2 15,-3 4 3-15,7 5 11 0,-3 6-4 0,1 3 5 16,-5 6-5-16,-6 8 0 0,-10-2 0 0,-5 5-7 15,-7 0 5-15,-6-3-6 0,-3-1-6 0,22-1-1 16,-20 3-2-16,-14 4 2 0,-10 10 2 0,-12 9 1 0,23-4 0 16,-44 1 1-16,-10-2-5 0,-4-11-3 0,-5-1-2 15,-5-5-15-15,1-3-21 0,0 1-20 0,-2 1-4 16,-6 4-103-16,-5-1-92 0,-6 3-69 0</inkml:trace>
  <inkml:trace contextRef="#ctx0" brushRef="#br0" timeOffset="160203.38">15417 14413 802 0,'-2'0'34'0,"0"0"-6"16,0 0-9-16,-2-2 8 0,1 2-22 0,-5 0 3 16,-5 0-7-16,2 4 1 0,-2 3-4 0,-5 6-5 15,1 2 5-15,-5 15-2 0,-4 1 4 0,-2 1 4 16,-6 0-2-16,3 3 6 0,-1 0-3 0,-3 8 9 0,-2 7 20 15,-6 8 0-15,0 10 8 0,4 8 8 0,4 10-2 16,2 8-8-16,5 5 4 0,4-4-13 0,1-4-14 16,7-10 7-16,3-1-11 0,3 4 1 0,7 1-5 15,-31 2 1-15,23 1 0 0,11-7 12 0,4-5-15 16,5-5-2-16,2-15-5 0,2-3-6 0,2-6-16 16,2-6 3-16,1-6-9 0,-16-2-14 0,32-3-11 15,3-6 3-15,5-5-6 0,10-6 7 0,6-6-222 16</inkml:trace>
  <inkml:trace contextRef="#ctx0" brushRef="#br0" timeOffset="160767.37">19045 14209 808 0,'0'0'109'16,"-2"0"8"-16,0-2-42 0,0 0-26 0,0 0-32 15,0 0-20-15,1 1-11 0,-1-1 6 0,2 2-4 16,0 0 22-16,2 0 3 0,-1 0 0 0,3 0 0 16,4 0 4-16,16 0-6 0,2 2 1 0,-6-2-4 15,4 1-8-15,-3-1-13 0,1 0 4 0,-2 0-7 16,1 0 1-16,-6 0-18 0,1 0 3 0,-3 0-8 0,2-1-9 15,0-1-25-15,2 0-21 0,1-2-14 0,3-1-215 16</inkml:trace>
  <inkml:trace contextRef="#ctx0" brushRef="#br0" timeOffset="160952.57">19890 13850 929 0,'-2'-1'158'0,"0"-1"-177"16,-2 0 170-16,0 0-86 0,-1 0-68 0,-8-2 3 16,7 4 0-16,-7 0 5 0,2 4 11 0,4 0 13 15,-4 33 1-15,-4 11 3 0,7 8-7 0,-7 9-15 0,1 9-3 16,8 12-1-16,-11 5-10 0,6 9-34 0,-2 0-50 16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4T10:15:38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318 473 2048 0 0,'0'0'-430'0'0,"-3"-27"-549"0"0,0 9 1171 0 0,-1 1 1 0 0,0 1 0 0 0,-2-1-1 0 0,-11-25 1 0 0,7 19 1151 0 0,-7-29 0 0 0,8 22-530 0 0,-10-45 1501 0 0,19 72-2194 0 0,-1 1 0 0 0,0 0 0 0 0,1-1 0 0 0,-1 1 0 0 0,0 0-1 0 0,-1 0 1 0 0,1 0 0 0 0,0 0 0 0 0,-3-4 0 0 0,3 6-103 0 0,1 0 1 0 0,0-1-1 0 0,-1 1 1 0 0,1-1-1 0 0,0 1 0 0 0,-1-1 1 0 0,1 1-1 0 0,-1 0 0 0 0,1-1 1 0 0,-1 1-1 0 0,1 0 0 0 0,-1 0 1 0 0,1-1-1 0 0,-1 1 1 0 0,1 0-1 0 0,-1 0 0 0 0,1 0 1 0 0,-1-1-1 0 0,0 1 0 0 0,1 0 1 0 0,-1 0-1 0 0,1 0 0 0 0,-1 0 1 0 0,1 0-1 0 0,-1 0 0 0 0,0 0 1 0 0,1 0-1 0 0,-1 1 1 0 0,1-1-1 0 0,-1 0 0 0 0,1 0 1 0 0,-1 0-1 0 0,1 1 0 0 0,-1-1 1 0 0,1 0-1 0 0,-1 0 0 0 0,1 1 1 0 0,-1-1-1 0 0,1 1 1 0 0,-1-1-1 0 0,1 0 0 0 0,0 1 1 0 0,-1-1-1 0 0,1 1 0 0 0,-1 0 1 0 0,0 1-14 0 0,0 1 0 0 0,0-1 0 0 0,0 0 0 0 0,0 1 0 0 0,0-1 1 0 0,0 1-1 0 0,0 4 0 0 0,-4 14 22 0 0,-2-7 25 0 0,0-1-1 0 0,2 1 1 0 0,-1 1 0 0 0,2-1 0 0 0,0 1 0 0 0,-3 25-1 0 0,-4 58 415 0 0,-4 119 505 0 0,15-210-813 0 0,0 1 1 0 0,-1 0-1 0 0,1-1 1 0 0,-1 1-1 0 0,-1-1 1 0 0,-2 9-1 0 0,-3-101-40 0 0,8 19-142 0 0,3 0 1 0 0,21-113-1 0 0,-17 145 41 0 0,18-41 0 0 0,0-2 8 0 0,-23 68-49 0 0,1-1 0 0 0,0 0 0 0 0,1 1 0 0 0,7-12 0 0 0,-11 19 13 0 0,1 1 12 0 0,-1 0 0 0 0,1 0 0 0 0,-1-1 0 0 0,1 1 1 0 0,0 0-1 0 0,0 0 0 0 0,-1 1 0 0 0,1-1 0 0 0,4-1 0 0 0,7-4 1 0 0,-10 4-6 0 0,0 0-1 0 0,0 0 0 0 0,0 1 1 0 0,0-1-1 0 0,0 1 0 0 0,0-1 1 0 0,0 1-1 0 0,0 0 0 0 0,1 0 1 0 0,-1 1-1 0 0,0-1 0 0 0,5 0 1 0 0,-7 1 4 0 0,1 1 1 0 0,-1-1-1 0 0,0 0 1 0 0,1 0-1 0 0,-1 1 1 0 0,0-1-1 0 0,1 0 1 0 0,-1 1-1 0 0,0-1 1 0 0,0 1-1 0 0,1 0 0 0 0,-1-1 1 0 0,0 1-1 0 0,0 0 1 0 0,0 0-1 0 0,0 0 1 0 0,0 0-1 0 0,0 0 1 0 0,0 0-1 0 0,0 0 1 0 0,0 0-1 0 0,-1 0 1 0 0,1 0-1 0 0,0 0 1 0 0,-1 1-1 0 0,1-1 1 0 0,-1 0-1 0 0,1 0 1 0 0,-1 1-1 0 0,0-1 1 0 0,1 2-1 0 0,1 8 35 0 0,-1-6-9 0 0,0 1 0 0 0,1-1 0 0 0,-1 1 0 0 0,1-1-1 0 0,1 0 1 0 0,2 7 0 0 0,0-4-20 0 0,-2 0 0 0 0,1 0 0 0 0,-1 0 0 0 0,0 1 0 0 0,-1-1 1 0 0,0 1-1 0 0,-1 0 0 0 0,1-1 0 0 0,-2 1 0 0 0,1 16 0 0 0,-2-14 4 0 0,0 0-1 0 0,0 0 1 0 0,-1 0-1 0 0,0 0 1 0 0,-1 0 0 0 0,0 0-1 0 0,-1-1 1 0 0,-6 13-1 0 0,3-7 60 0 0,6-13-60 0 0,-1 0 0 0 0,1 0 0 0 0,-1 0 0 0 0,1 0 0 0 0,-1 0 0 0 0,0 0 0 0 0,0 0 0 0 0,0-1 0 0 0,-4 4 0 0 0,-17 14 38 0 0,-1-1-1 0 0,-2-2 1 0 0,-26 16-1 0 0,35-25-25 0 0,0 0 0 0 0,0 0 0 0 0,-1-2 0 0 0,0 0-1 0 0,0-1 1 0 0,-21 2 0 0 0,37-7-28 0 0,0 1 0 0 0,-1-1 0 0 0,1 1 0 0 0,0-1 0 0 0,0 1 1 0 0,0-1-1 0 0,0 1 0 0 0,0 0 0 0 0,0 0 0 0 0,0 0 0 0 0,0 0 0 0 0,0 1 0 0 0,1-1 0 0 0,-1 0 0 0 0,0 1 0 0 0,1-1 0 0 0,-1 1 0 0 0,1 0 0 0 0,-1-1 0 0 0,1 1 0 0 0,0 0 0 0 0,-2 4 0 0 0,2-5 5 0 0,1 1 0 0 0,0-1 0 0 0,0 1 0 0 0,0-1 0 0 0,0 1 0 0 0,0 0 0 0 0,0-1 0 0 0,1 1 0 0 0,-1-1 0 0 0,0 1 0 0 0,1-1 0 0 0,-1 1 0 0 0,1-1-1 0 0,0 1 1 0 0,-1-1 0 0 0,1 0 0 0 0,0 1 0 0 0,0-1 0 0 0,0 0 0 0 0,0 0 0 0 0,0 1 0 0 0,0-1 0 0 0,0 0 0 0 0,0 0 0 0 0,0 0 0 0 0,1 0 0 0 0,-1-1-1 0 0,0 1 1 0 0,1 0 0 0 0,-1 0 0 0 0,1-1 0 0 0,1 2 0 0 0,21 9 13 0 0,0 0-1 0 0,0-1 0 0 0,1-1 1 0 0,44 9-1 0 0,-59-16 8 0 0,0 1 0 0 0,-1 0 0 0 0,1 1 0 0 0,8 4-1 0 0,-9-3-7 0 0,0-1-1 0 0,0-1 0 0 0,0 0 0 0 0,15 4 0 0 0,18-6 15 0 0,-33-1 9 0 0,0 0 0 0 0,-1 1 0 0 0,16 2 0 0 0,-11 6-3641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4T10:15:39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10 7017 0 0,'-20'-10'3844'0'0,"7"12"-3713"0"0,-1 0-1 0 0,1 1 1 0 0,-1 0 0 0 0,1 1 0 0 0,0 1-1 0 0,0 0 1 0 0,0 1 0 0 0,-14 8-1 0 0,19-10-86 0 0,6-2-48 0 0,0-1 0 0 0,0 1 0 0 0,0 0 0 0 0,1-1 0 0 0,-1 1-1 0 0,0 0 1 0 0,1 0 0 0 0,-1 0 0 0 0,1 1 0 0 0,0-1 0 0 0,-1 0 0 0 0,1 0-1 0 0,0 1 1 0 0,0-1 0 0 0,1 0 0 0 0,-1 1 0 0 0,0-1 0 0 0,1 1 0 0 0,0-1 0 0 0,-1 6-1 0 0,1-2 44 0 0,0 0 0 0 0,0 1 0 0 0,0-1-1 0 0,1 0 1 0 0,0 0 0 0 0,0 0-1 0 0,3 9 1 0 0,1-3 361 0 0,2 1 0 0 0,-1-1-1 0 0,13 17 1 0 0,-11-17 433 0 0,0 1-1 0 0,11 24 1 0 0,-19-36-810 0 0,1 0 1 0 0,-1-1-1 0 0,0 1 1 0 0,1 0 0 0 0,-1 0-1 0 0,0 0 1 0 0,0 0-1 0 0,0-1 1 0 0,0 1-1 0 0,0 0 1 0 0,0 0-1 0 0,0 0 1 0 0,0 0-1 0 0,0 0 1 0 0,0-1-1 0 0,-1 1 1 0 0,1 0 0 0 0,0 0-1 0 0,0 0 1 0 0,-1-1-1 0 0,1 1 1 0 0,-1 0-1 0 0,1 0 1 0 0,-1-1-1 0 0,1 1 1 0 0,-1 0-1 0 0,1-1 1 0 0,-1 1 0 0 0,1 0-1 0 0,-1-1 1 0 0,-1 1-1 0 0,-27 13-652 0 0,10-7-43 0 0,-22 11-1494 0 0,21-11 322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2-07-18T03:34:22.11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33185 16464 0,'0'0'0,"0"0"15,0 0-15,0 0 16,0 0-16,0 0 16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23:45.394"/>
    </inkml:context>
    <inkml:brush xml:id="br0">
      <inkml:brushProperty name="width" value="0.05292" units="cm"/>
      <inkml:brushProperty name="height" value="0.05292" units="cm"/>
      <inkml:brushProperty name="color" value="#FFFF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17812 5904 44 0,'0'0'20'0,"0"0"21"0,0 0 4 0,0 0-5 16,0 0 3-16,0 0-4 0,-2 0-3 0,0 0-1 15,0 0-2-15,0 0 2 0,1 0-2 0,-1-2-1 16,0 0-1-16,0 0 0 0,2 0 1 0,0 0 13 15,0 1-8-15,0-1 9 0,-2 0-5 0,2 0-2 16,-2-2-1-16,0 1-4 0,1-1-13 0,-1 0 2 16,0 0 0-16,0 1 0 0,0-1-1 0,0 0 1 15,0 2-2-15,1 1 0 0,-1-1-13 0,-2 0 8 0,0 0-4 16,-1 0 5-16,-14-3-5 0,1 1-2 0,-5 2 0 16,1 2-1-16,0 0 4 0,-2 0-3 0,1 0 9 15,-1 0-6-15,0 0 9 0,2 0-10 0,-1 2-1 16,7-2-1-16,-3 2-2 0,1 0 6 0,-1-1-4 0,-9 1 5 15,2 0-6-15,8 0 4 0,-8 0-2 0,5 0 1 16,1 0-5-16,-6-1 1 0,2 3 5 0,3-2-3 16,1 2 2-16,1-2-3 0,1 1-1 0,-1-1 1 15,2 0 5-15,1 0-6 0,-1 0 0 0,0 0-3 16,2-1 1-16,1 1-2 0,1 0 2 0,0-2-2 16,0 0 5-16,1 0-4 0,-1 0 7 0,2 0-6 15,0 0 6-15,4 0-3 0,1 0-5 0,1 0 2 16,1 0-6-16,0 0 3 0,0 0 2 0,1 0 1 0,-1 0 4 15,2 0-10-15,-2-2 3 0,1 0-4 0,-3 1 10 0,-1-1-8 16,1 0 2-16,-3 0-3 0,0 0 4 0,-1 2-3 16,-1 0 4-16,0 2-3 0,-4 2 3 0,-2 1-2 15,1 3-4-15,-3 1 2 0,2 0-1 0,1 2 6 16,-1-7-3-16,6 15 4 0,0-3-7 0,3 3 7 16,-1-2-3-16,2 1 4 0,-1 1-8 0,-5-2 2 15,10 3 0-15,-1 0 1 0,-4-1 1 0,1 1-3 16,1-1 0-16,-7-2-1 0,6-3-1 0,0 1 1 15,-3 2 3-15,-1 0 0 0,0 1 2 0,4 1-1 16,1 1-4-16,2-3 0 0,1 3-7 0,-1 1 10 16,2-4-2-16,0-1 5 0,0-1-5 0,2 0 0 0,0 2-3 15,-2-2 2-15,2 1-1 0,0-1-1 0,-1 2 4 16,-1-2-2-16,0 0 3 0,2 1-2 0,0 1-1 16,0 0 0-16,0-1-4 0,0 1 4 0,0 0 2 0,0 3 0 15,0 1-4-15,0-1 4 0,0 2-3 0,0-1 4 16,2-1-1-16,0 4-4 0,1-1 2 0,-1 3-2 15,2-4 8-15,0 0-6 0,-3-1 0 0,1 1 0 16,-2 0 1-16,0-3-1 0,0-1 2 0,0-1-2 16,-2 3 0-16,1-1 1 0,-3 3 3 0,2-1-2 15,0-1-1-15,-2-1-1 0,1-3-2 0,1-1 2 16,0 0 6-16,-2 2-3 0,2-2 0 0,1 0-2 0,-1-2-4 16,0 0 3-16,0 0-1 0,2 0 1 0,0-2-1 15,-2 4 3-15,0-4 0 0,0 4 1 0,1-1-6 0,-1 1 2 16,0 2-2-16,0-2 3 0,-2 3 4 0,1 3-6 15,-1-3 4-15,-2 5-3 0,3-3 4 0,-1 2-4 16,2-1 1-16,0 3-2 0,0 0 4 0,2-2 2 16,0-1-4-16,0-1 4 0,0 1-4 0,0 1 0 15,0 0-3-15,0-1 2 0,2-3-4 0,0 1 3 16,-2-1 4-16,2 3-1 0,-2-3 5 0,2 1-7 16,-2-1 2-16,0 3-2 0,0 3 4 0,0-5-2 15,0 1 0-15,0-3-1 0,0-1-6 0,0 5 3 16,2 1 2-16,-1-3 1 0,1-1 9 0,-2-1-10 15,0 0 3-15,2 1-4 0,0 1 5 0,0-1-4 0,2 1-1 16,-3-2-2-16,3 1 9 0,0 1-10 0,1-3 3 16,-1-1-5-16,2 0 10 0,1 0-5 0,1-2 1 15,-1 0-4-15,0 0 5 0,3 0 0 0,-3 0-1 16,1-2 1-16,1 2 4 0,-2-2-4 0,1 0 4 0,-3 1-4 16,3 1 0-16,-3-2 3 0,1 4-3 0,-1-1 2 15,-1-1-7-15,0 4 8 0,0 0-1 0,-3 0 3 16,-1 3-6-16,0 4 1 0,-1-3 2 0,-3 1 1 15,0-2-1-15,0 3 1 0,-1-1-6 0,-1-2 4 16,-1 1 0-16,-2 3-3 0,1-4 3 0,3-1-3 16,-3-1 5-16,4-8 0 0,-5 6-3 0,4-5 0 0,-1 1 2 15,0-1-4-15,5-6 7 0,-1 1-6 0,-2-1 10 16,2-1-9-16,0 0 2 0,2-2-2 0,-7 0 1 16,-8-1 5-16,-2 1-3 0,2 2 3 0,1 0-4 0,-3-1 1 15,-2 1-3-15,-3-2 1 0,3 0-6 0,-1 2 7 16,0-3 1-16,1 1 3 0,0 0-4 0,1 2 0 15,-1-2-2-15,-1 0 0 0,-1-1 0 0,1 3 6 16,0-2-5-16,1 0 6 0,0 2-10 0,-3 10 4 16,2-2 4-16,-1-5 0 0,-3 0 1 0,2-3-6 15,-4 0 2-15,0-2-2 0,0 0 8 0,0-1-7 16,0 1 3-16,0-2-4 0,0 0 2 0,0 0-2 16,-2 2 0-16,2-2 0 0,6 2 8 0,-4 0-6 0,3-2 0 15,1 2-2-15,-1-2 0 0,1 2 3 0,-1-1-1 16,3 1 2-16,-1 0 0 0,3-2-6 0,1 2 2 15,2 0-3-15,-2 0 9 0,2 0-3 0,-2 1 1 16,0-1-2-16,0 2 0 0,-1 0-1 0,-1-1 0 16,-2 1-1-16,3-2 0 0,-3 0 1 0,-1 0 1 0,1-1 1 15,-1 1-2-15,-1 0 0 0,3 0-1 0,-1 0 1 16,-1 0 7-16,-1 0-8 0,1-2 5 0,-4 0-5 16,0 0 0-16,5 0 7 0,-5 0-4 0,7 0 4 15,-5 0-5-15,-4 0-1 0,4 0 1 0,1 0 0 16,3 0-2-16,-5 0 6 0,5 0-4 0,-10 0 5 15,7 0-9-15,1 0 8 0,-2 0-4 0,5 0 4 16,-2 0-8-16,1 0 7 0,1 0-2 0,1 0 4 0,-3 0-7 16,2 0 2-16,1 0 1 0,-1 0-1 0,0 0-2 15,2 0 7-15,0 0-7 0,4 0 6 0,-2 0-8 0,0 0 2 16,0 0 5-16,-2-2-2 0,2 0 1 0,-1 0 1 16,1 0-1-16,-2 0 2 0,-4 0-2 0,2 1 0 15,-1-3-5-15,-4 0 3 0,7 2 0 0,-4-1 0 16,-1-1 3-16,5 0-3 0,-2 0-2 0,-1 1 1 15,1-1 0-15,-2 0 0 0,-7-1 1 0,8 1-2 16,-1 2 3-16,4 0-3 0,2 2 6 0,-5-2-6 16,-1 1 0-16,4-1-1 0,-5 0 1 0,3 2-1 15,2 0 1-15,-5-2 0 0,3 2 7 0,2 0-7 16,2 0 0-16,4 0-2 0,0-2 5 0,1 2 2 0,3 0 1 16,-1 0-2-16,1-2 0 0,1 2-3 0,0-2-1 15,1 1 0-15,1 1 8 0,-2-2-6 0,0 0 4 16,-1-2-6-16,-1-1 3 0,2-3 2 0,-1 1-4 0,1 1 4 15,-1-5-5-15,-1 4 2 0,0-3 0 0,3 1 0 16,-1 2-2-16,0-3 0 0,-1 1 2 0,1-6 0 16,0 2 0-16,1 0 2 0,1 0 0 0,0 0 0 15,-2 0-4-15,2-2 3 0,0 0-2 0,-1 1 3 16,1-1-6-16,0 2 2 0,0 0 1 0,0-4 1 16,-9 2 5-16,2-1-3 0,1-3-4 0,3 2 0 15,-1-3 2-15,3-1 1 0,1-1 3 0,0 2-2 0,2-1-1 16,0-1-1-16,2-2-1 0,0 2 1 0,-1-3 4 15,3 3-4-15,-2 0 4 0,2 0-4 0,-1-3 6 16,1 5-4-16,0-2 0 0,-2 3-2 0,0-1-2 0,-1-1 1 16,1 1 0-16,0-2 1 0,0 1 0 0,0-1 2 15,0 1-4-15,0-1 3 0,1-6 2 0,1 0-6 16,-2-3 3-16,0 3-4 0,0 0 2 0,-1-3 1 16,1 1 0-16,0-2 0 0,0 1 2 0,0 1-2 15,0 0 1-15,0 1-2 0,-2 1 2 0,0 0-1 16,0 2 1-16,0 0-2 0,0 2 0 0,1 0 2 15,-1 3-3-15,2 1 1 0,-2 1-5 0,0 1 9 16,0 1-4-16,0 0 5 0,0 1-5 0,0 1-2 16,0 0 1-16,0 0 0 0,0 0 2 0,0 0-1 0,0 1 0 15,0 1 0-15,-2 0 1 0,2 0-1 0,-1 0-1 16,-1-2-1-16,2 2 3 0,-2-4 0 0,2 4-1 16,0-2 0-16,0 0-1 0,0-3-3 0,0-1 5 15,0 1-2-15,0-3 6 0,0 4-6 0,0-1 0 16,2-1-2-16,0-3 8 0,-1-2-3 0,1 2-1 0,-2-1-1 15,2-3 0-15,-2 6-3 0,0-4 7 0,2 3-5 16,-2 3 2-16,0-5-2 0,0 3 1 0,0 1 0 16,0-3 5-16,0 4-5 0,0-3 0 0,0 3-1 15,0-1 5-15,0-1-4 0,0 1 1 0,0 1-1 16,2-3-3-16,0 1 3 0,1-1 0 0,-1 1 0 0,2-1-3 16,0 3 0-16,-1-4 1 0,1 3 0 0,2 0 7 15,-1-3-2-15,-1 2-3 0,2-4 1 0,-3 3 1 16,3-5-2-16,-2 2 3 0,-1 2-4 0,-1-4-1 0,0 2 2 15,0-1-6-15,-2 5 6 0,0 0-1 0,0-1-4 16,0-1 9-16,0 0-7 0,0 1 6 0,0 1-6 16,0 3 0-16,0-1-1 0,-2-1 9 0,0 0-5 15,0 1 2-15,0 1-2 0,2 2 0 0,-1-1 1 16,1 1-3-16,0-2 1 0,-2 2 1 0,0 0-5 16,2 0 8-16,0 2-6 0,0-1 8 0,0-1-6 15,0 4 1-15,0-2-3 0,0 1 6 0,0 1 0 16,0 0-5-16,0 2 2 0,0 0-1 0,0 1-3 15,0-1 7-15,0 1-5 0,0 1-1 0,0 1 3 0,0 1-5 16,0-1 5-16,0 3-7 0,0-1 4 0,0 2 1 16,0-2 1-16,0 1 2 0,0 1-5 0,0-2 4 15,0 2-2-15,0-2 7 0,0 1-6 0,0 1 0 16,0-2-3-16,0 2 2 0,0 0 0 0,0 1 2 0,0-1 0 16,0 0 8-16,0 0-8 0,0-2 2 0,0 2-3 15,0-1 2-15,0-1 0 0,-2-2 0 0,0-1 0 16,0-2 1-16,0 1-2 0,1-1-3 0,1 7 0 15,0-2 3-15,-2-1-3 0,0 1 3 0,0 0-4 16,0 1 4-16,0-1 3 0,0 0-2 0,1 1 2 16,-1-1-3-16,0 0-1 0,0 2 0 0,0 0 0 15,0 1-5-15,0-1 7 0,1 0-2 0,-1-2 3 0,0 2-2 16,0-1-2-16,0-1 1 0,0 0-1 0,2 2 10 16,-2-5-8-16,2 1 3 0,0 1-5 0,-1-6 3 15,1 7-1-15,-2-4 0 0,2 1 0 0,0 0 1 0,-2-5-1 16,2 5 0-16,0 0 0 0,-2-3 0 0,2 3-2 15,0-2-1-15,0-1 0 0,0 9 4 0,0-3-1 16,0-2 0-16,0 3-2 0,0-1 3 0,0 0-2 16,0 0 2-16,0 1-3 0,0 1-1 0,0 0-3 15,0 0-5-15,2 0 3 0,0 2-11 0,14 2-22 16,22 9-91-16,15 12 12 0,16-22-376 0</inkml:trace>
  <inkml:trace contextRef="#ctx0" brushRef="#br1" timeOffset="13357.26">14002 5363 87 0,'0'0'30'0,"0"0"-5"16,0-1 14-16,0-1 10 0,0 0-13 0,0-2 2 15,0 0-5-15,0 1-4 0,0-1 0 0,0-3-17 0,0 3 8 16,0 2-6-16,0-2 6 0,0 2-10 0,0-1 12 15,0-1-5-15,0 0 7 0,0 1-10 0,0-1 11 16,-2 0 0-16,0 2 2 0,0 0-9 0,0 1-5 16,1-1 3-16,-1 0-2 0,0 0 2 0,0 0-2 15,0 0-1-15,0 0 0 0,0 1-5 0,1-1 6 16,-3 2-3-16,0 0 4 0,0 0-3 0,1 0 3 16,-1 0 2-16,-7 5 0 0,-2 3 1 0,0-1 2 0,2 1 1 15,1-5 1-15,-1 16 10 0,0-1-12 0,-2 1-3 16,0 0-2-16,0 1-9 0,4 0-2 0,1-3 5 15,-1-4-4-15,2 4 3 0,1-2-8 0,2-2 2 16,-7 3-2-16,6-6 6 0,-1-1-6 0,1 2 0 16,-1 0-2-16,2 0 2 0,2-3 3 0,1 1 2 0,1-2 1 15,0-1-1-15,0 1-6 0,0 1 1 0,0-1-3 16,1 1 9-16,1-3-6 0,0 1 2 0,0-2-2 16,0-1 6-16,2-1-1 0,7 7 2 0,2-1-3 15,0-3-4-15,0 1 9 0,2-2-8 0,-2-2 9 16,1-1-1-16,-2-1-2 0,1 0-2 0,-4 0 0 15,0-1-5-15,0-1 2 0,1-2 2 0,1-2 0 16,-2 3 5-16,0-3 2 0,-1 1-1 0,-1-1 0 0,1-1-6 16,-5-6-2-16,3 0 4 0,-2-2-2 0,-1 4 7 15,5 1-9-15,1-3 3 0,-3 0-4 0,-1-2 10 16,-1 1-4-16,0-5-2 0,-2 4-2 0,-2-2-3 0,0 1 0 16,0 5 5-16,-2-4-2 0,0 2-3 0,-2 0 3 15,0-2-3-15,1 4 5 0,-1 2 1 0,2 5 1 16,-2-2-2-16,3 3 1 0,-3-1-1 0,0 0-2 15,-1 0 0-15,-8-1-2 0,3 3 3 0,1 2-4 16,-2 0 5-16,-2 4-5 0,0 1 6 0,2 1-4 16,-2-4 1-16,0 20 0 0,0 2-1 0,2 2-2 15,-4-4 0-15,2 2 0 0,3 1-1 0,-3-5 6 0,4 4-10 16,4-5 8-16,-1-1-9 0,-5-1 6 0,2-2 0 16,3-2 1-16,2-2-7 0,2-4 10 0,-1 3-3 15,1-3 5-15,2 2-6 0,0-1 3 0,2-1-3 16,0-3 4-16,1 2-7 0,-1-3 14 0,13-1-7 15,4 0 9-15,-3 9-6 0,3 0 2 0,1-3 2 0,-1-5-2 16,1-1-9-16,-3-2 4 0,0 0 0 0,-2 0 2 16,1-2-3-16,-3 1 3 0,0-3-2 0,2-2 2 15,-4 1 2-15,0-1-5 0,1 1 4 0,-7 1-3 16,4-2 7-16,-5 4-3 0,4-7 1 0,-5-4-2 16,1 2 0-16,2 0 8 0,5-4-5 0,-2 0 5 15,-2-2-14-15,-1 1 5 0,-4 1 1 0,0 0 2 16,-2-2-3-16,0 6-4 0,0-6-4 0,0 4 3 0,0 6 0 15,-4-6 0-15,2 7 3 0,0 3-3 0,0-1-2 16,1 0 4-16,-3-1-8 0,2 1 7 0,-5 2-6 16,-1-3 3-16,-1-1 2 0,1 2-1 0,-1 1-4 0,0 1 8 15,0 2-7-15,1 0 7 0,-1 2-7 0,1 1 3 16,3 1 0-16,-4 2 0 0,5-3-4 0,-2 12 4 16,4 0-3-16,-7-4 3 0,2 2-6 0,-1 2 2 15,5-6 1-15,1-1-1 0,0-1 6 0,0 2 0 16,0 1-2-16,2-1 1 0,0-3-1 0,0-1-3 15,0-1 5-15,0 1-4 0,2 1 9 0,0 0-7 16,0-3 2-16,0 1-2 0,1 2 6 0,-3-5-3 16,4 3-3-16,3-2 0 0,3 5-2 0,-1-1 7 0,2 1-2 15,-2-3 4-15,4 2-5 0,0-3 0 0,0-1 4 16,2 0-2-16,-4-2 4 0,2 0-7 0,-3 0 8 16,-1-2-6-16,2 0 11 0,0-1-13 0,2-3 2 0,-2 1-4 15,-3-1 5-15,-3 0 0 0,3-10 0 0,-4-5 0 16,1 5-3-16,1-3 5 0,-4 0-4 0,10 1 4 15,0-3-10-15,-5 5 6 0,-1-1 1 0,-3 2 3 16,-1 0-2-16,-2 2-3 0,0 2-2 0,-2 0 0 16,0 2 0-16,1 1 1 0,-1 1 0 0,0 3 0 15,-2-1-8-15,0 1 11 0,-1 0-8 0,-10-5 7 16,0 2-9-16,0 3 4 0,-1 0 1 0,-1 4-1 16,-2 2-5-16,-1 4 8 0,3 1-6 0,-1 6 7 0,-1-7 3 15,2 14-6-15,-1 2 6 0,1-3-6 0,0 3 5 16,4-2-7-16,0 1 4 0,4-3-5 0,-2-5 3 0,5 4 5 15,-1-4-4-15,1 0 4 0,3 0-4 0,-7-2 1 16,3 2-2-16,1 0 1 0,3-2-9 0,1-1 14 16,0 1-6-16,2-4 8 0,0 3-7 0,0-3-3 15,0-1 4-15,2 1-3 0,0-1 5 0,-2-5 0 16,2 3-1-16,-1-4 1 0,14 11 5 0,-2-3-4 16,2-3 3-16,0-1-4 0,-2-2 2 0,2-2 6 15,0 0-3-15,0-2 3 0,-1 0-10 0,1-2 7 16,-4 1-6-16,1-3 5 0,-1 1-2 0,-2-1-1 0,0 0 2 15,-1 1-3-15,-5-3-2 0,3-3 4 0,-4-2-2 16,7 2 5-16,-1-2-3 0,-3 2-3 0,3-6-1 16,-3 1 0-16,-3-1 2 0,-2-2-1 0,0 10 7 15,0-6-6-15,-2 2 1 0,0 0-2 0,-1-2-4 16,-1 4 2-16,2 4-2 0,0 3 3 0,-2-2-3 0,1 3 4 16,-1-1-5-16,0 2-5 0,-7-5 7 0,2 3-6 15,-2 2 3-15,-2 2 3 0,0 4-3 0,0 1 3 16,0 3-2-16,3-6 3 0,1 13-2 0,0 1 2 15,0 1-5-15,1-4 7 0,1 4-1 0,1-6 2 16,2 0-4-16,1 4 0 0,-5-6-1 0,3-1 1 16,-1 1 1-16,1 0 1 0,1-1-3 0,2-1 2 0,0 0 1 15,2-1-2-15,0 0 5 0,0-1-4 0,0-1 6 16,0-2-4-16,0 1 1 0,0-1-2 0,0 0 2 16,9 6-2-16,4-1 2 0,2 0-2 0,0-1 7 0,0-2-5 15,4-2 4-15,-3-2-6 0,1 0 0 0,0 0 2 16,-1-2-2-16,-1 0 3 0,-2-2 5 0,-3 2-6 15,1-1 2-15,0-3-3 0,-4 2 7 0,1 1 0 16,-5 1-1-16,-1-2 0 0,2-5-3 0,-2-4-1 16,2 2 1-16,7-4-2 0,-2-6-1 0,-3 3-1 15,-5-3 1-15,-1 5-1 0,0 3 8 0,0 0-8 16,-1 3 3-16,-3-1-3 0,0 2 3 0,0 1-10 16,1 3 5-16,-3-3-7 0,-11 3 9 0,1-6 0 0,-1 2-5 15,-2 3 1-15,1 6-5 0,1 4 6 0,-1 5 1 16,-1 2 2-16,4-9-4 0,2 18 6 0,4-1-4 15,1-1 4-15,-1-5-2 0,5-1 0 0,-1-5 1 16,3 0-1-16,-7 5-3 0,1-1 3 0,3 0-2 16,3-2 2-16,2 0 2 0,0-1-32 0,2 1-19 0,1 0-16 15,3-1-142-15,18 1-257 0</inkml:trace>
  <inkml:trace contextRef="#ctx0" brushRef="#br1" timeOffset="15611.63">17784 5868 119 0,'0'0'33'0,"2"-1"8"15,0-1 26-15,0 0 4 0,-1 0-15 0,3-2-11 16,0 1-1-16,-2-3-5 0,7-3-12 0,-5 3-6 16,1-1 8-16,-3 1-5 0,0 2 18 0,0 1-4 15,0-1-5-15,0 0 2 0,-1 1-10 0,-1 1 6 16,2-2-3-16,-2 2 2 0,0 0-13 0,2-1 2 0,0-1 1 15,-2 0 0-15,0 2-1 0,0 0-6 0,-2 1-3 16,0-1 1-16,0 0 8 0,-1 2-15 0,1 0 10 16,-11 0-12-16,2 2 12 0,0 0-1 0,1 1-3 0,-3 5 2 15,0-1-10-15,2 1 6 0,-4 1-1 0,2 8 1 16,0 3-8-16,-2 0 9 0,2 3-8 0,4-1 8 16,-2 4-9-16,2 0 0 0,3 0 3 0,-1-2-1 15,3 2 0-15,-11-4-1 0,6-1-2 0,1-3 1 16,5-5 9-16,1-2-3 0,2 1 18 0,0-3-10 15,2 4 36-15,0-4-13 0,-1-1-3 0,3-1-3 16,-4-5-13-16,2-2-6 0,11 2 3 0,2 9-4 16,-4-6 1-16,2-1 8 0,0-2-8 0,0-2 6 15,2 0-7-15,-2-2-2 0,0-2 5 0,-2-1-5 0,2-4 3 16,-4 3-5-16,1-13 3 0,-1 3-3 0,0-1-2 16,-1-5 4-16,-3-1-3 0,1 3 3 0,-1 0-3 0,-1-1-2 15,-2 3-1-15,13-3 1 0,-6 3 0 0,-3 1 0 16,-3 0-2-16,-1 2 1 0,-2 1-6 0,0 1 1 15,0 3 6-15,0 1-3 0,-2 2 0 0,0-1-3 16,1 3-3-16,-3-1 2 0,4 4 5 0,-9-5-5 16,-6-3-1-16,0 3-2 0,0 3 2 0,-2 2 1 15,2 2-2-15,-3 2 0 0,-4 4-2 0,-1 1-2 16,1 4 8-16,0 1-5 0,3 1 10 0,-1-10-5 16,1 18-3-16,8-3-1 0,2 5 3 0,-2-3-3 0,1-1 1 15,3-3-1-15,-1 1 1 0,-3 0 1 0,-2 3-4 16,4-1 3-16,2 1-1 0,1-1 4 0,2-3 1 15,2 1 1-15,2-8-1 0,0 4 17 0,2-2-2 16,0-1 8-16,2 3-10 0,0-4-2 0,-1-2 0 0,3 1-1 16,-1-4-4-16,12-3 0 0,2 12 0 0,-3-5 0 15,3-3 0-15,0-3 6 0,-1-2-6 0,-1-2 5 16,0-1-12-16,-1-3 9 0,-1-1-5 0,0-3 7 16,-4 1-6-16,0-2 4 0,0-17 0 0,-3 4-1 15,1 2-7-15,-1-1 1 0,-3 1 2 0,-1 0 1 16,0 0 6-16,-3 1-10 0,1 1 4 0,11 1-4 15,-3 1 2-15,-5 1 2 0,-1 2-3 0,-2 0 4 16,-2 2-1-16,0 0-2 0,0 2-4 0,0 2 2 0,-2 0-6 16,2 3 3-16,-2-1 3 0,0 1-1 0,0 2-1 15,2 2 0-15,0 1-1 0,-3-1 2 0,-5-4-5 0,1 1 5 16,-1 1-4-16,1 0 4 0,-1 2-9 0,1 0 1 16,0 2 0-16,-1 0 0 0,1 0 5 0,3 0-6 15,-2 2 7-15,3 0-6 0,1 0 10 0,0 13-5 16,-7-2-2-16,-1 2 0 0,1 1 2 0,2 1 1 15,-1 2 2-15,3 1-1 0,1 1-2 0,2-3 5 16,2 3-1-16,0-3 3 0,0-3-3 0,0 2 12 16,0-8 0-16,2 2 5 0,2 0 3 0,-1 0-10 0,-1-5 1 15,0-2-4-15,2 1-1 0,5 3 3 0,8 3 0 16,0-4 2-16,-3-3 3 0,3-2-5 0,0-2-1 16,0-2 0-16,-1-4-3 0,3-1 1 0,-2-2 1 15,-1-3 0-15,-1 3 2 0,-2-9 1 0,0-3-7 16,2 3 5-16,-4-3-8 0,-2 1 6 0,-1-1-2 0,-3 3 4 15,1-1-2-15,-4 3-5 0,0-1 3 0,11-2-4 16,-4 3 7-16,-3 1-8 0,-3 0 6 0,-1 4-6 16,-2 0 8-16,0 3-7 0,-2-1 1 0,0 1-4 15,1 5-7-15,-1-1 6 0,-6 2-2 0,-10-11 4 16,-1 4 4-16,-1 1-8 0,-3 3 3 0,1 3-6 16,0 2 2-16,0 2 5 0,-1 2-3 0,-1 3 3 15,2 0-8-15,-6 6 6 0,0 0-2 0,4-1 2 0,4-1-4 16,1 0 3-16,2 0 1 0,1 0-1 0,1-9-3 15,5 13 3-15,1 0 0 0,4 0 2 0,-3-4 5 16,4 2-6-16,-5-2 5 0,2 0-5 0,1 0 7 0,2-2 6 16,3 3-1-16,1-1 2 0,1-2-4 0,3 2 3 15,0-5-5-15,-2-3 5 0,7-1-3 0,10 11-5 16,-1-2 4-16,6-1-4 0,-3-7 7 0,-1 1-1 16,1-2-4-16,-3-2 1 0,1-2-4 0,-1-2 1 15,1-1 6-15,-2-1-3 0,-1-1-2 0,-5 1 4 16,2-1-3-16,-1-1 5 0,-3 1-2 0,0 5 0 15,-3-11 0-15,1 0 0 0,-3 2-3 0,0-2 1 16,-3 2 1-16,7 2 0 0,-1-3 1 0,-3 5-2 16,0-2-4-16,-2 1 1 0,-2 3-1 0,0-1-1 0,0 2 1 15,0 3-2-15,-2-3-5 0,0 0 3 0,-2 0-5 16,-7-1 5-16,-8 1-2 0,-3 4-2 0,-2 2 1 16,0 5-1-16,0 5 2 0,3-1 4 0,-3-9 1 0,2 20 0 15,1 0-1-15,7 0 1 0,1 3-2 0,1-5 1 16,1-5 1-16,0-2 0 0,4-2-1 0,5-4-1 15,-7 6-1-15,3 0 1 0,2 0 2 0,2-3 0 16,2-5 4-16,0-1 3 0,0 1-2 0,2-1 1 16,0 0-1-16,4 0-3 0,12 9 7 0,1-4-6 15,1-4 3-15,-1-3 4 0,-1-4-4 0,3-1 4 0,-1-3-2 16,1-1-1-16,-1-3-2 0,-1 1 1 0,1-4 1 16,-1 0 1-16,-4 11 0 0,3-14 0 0,-1 1-8 15,-6-4 4-15,2 3 4 0,-4-3 1 0,-3 0 4 16,-1 3-10-16,-1-1 0 0,7 0-2 0,-1 2 11 0,-5 1-6 15,-1-1 1-15,-2 2-2 0,-2 2-8 0,0 3 1 16,-2-1 1-16,0 3 1 0,0 3 1 0,-5-1-2 16,-14-11-3-16,1 6 1 0,-4 1-2 0,1 5-1 15,-1 3 2-15,0 1-1 0,2 3 6 0,0 2-5 16,-3 1 0-16,5 2-1 0,0 1-2 0,5-1 7 16,0 0-2-16,6-3 2 0,-1 1-11 0,3-3 9 15,3 13-3-15,2-2 6 0,-9-1 0 0,4 1-5 16,1-2 4-16,4 0-4 0,0 2 6 0,2-2-6 0,2 0 5 15,2-2-4-15,2 0 11 0,1-1-7 0,2-3 4 16,10-1-4-16,1-4 4 0,-1 1-3 0,1 12 0 16,3-4-1-16,-3-3 1 0,0-5 6 0,3-1-5 15,-3-2 5-15,1 0-2 0,-3-2 0 0,-1 1 1 0,0-3-2 16,-6 0-4-16,0-1 10 0,-2-1-2 0,-1 0 5 16,-3 5-4-16,-3-14-3 0,0 0 0 0,9 0 0 15,-4-2 4-15,-3 2-7 0,-2 4-1 0,-2-2-2 16,0 2 1-16,-4 0 1 0,-1 2-2 0,1 3 1 15,-9 1 0-15,-7 1-5 0,-3 0 0 0,1-11-2 16,-2 4 2-16,0 4 0 0,0 3 1 0,-2 4-1 16,0 0 2-16,1 2-4 0,1 2 2 0,6-1-3 15,-1 3 1-15,8-1-3 0,2 1 2 0,-2 1-1 0,1-1 8 16,5-2-6-16,-1 3-1 0,-1 4-1 0,-1 2 0 0,6-5 8 16,1 3-1-16,1-2 2 0,0 0-6 0,0 3 10 15,0-5-3-15,1-3 7 0,1-1 0 0,6 3-6 16,10 5 0-16,-1-3-2 0,0-3-2 0,-2-1 9 15,-1-2-2-15,1 0 2 0,-4-2-17 0,2 0-45 16,-3 0-58-16,-1 1-4 0,-2 1-265 0</inkml:trace>
  <inkml:trace contextRef="#ctx0" brushRef="#br2" timeOffset="25266.17">12539 5415 19 0,'0'0'8'0,"0"0"-2"0,0 0 7 0,0-1 8 0,2-1-5 16,-1 0 6-16,1 0-3 0,0 0-5 0,0 0 4 15,0-1 7-15,0-1 0 0,0 0 7 0,-1-1-5 16,1-1 13-16,2-1-13 0,-2 3 11 0,0-2-12 16,0-1 8-16,-1 3-8 0,-1 2-2 0,0 0-1 15,0-1-5-15,2-5 5 0,-2 6-3 0,0-3 4 16,0 3 1-16,0-2-1 0,0 2-4 0,0 1 1 0,0-3-8 15,0 2 0-15,0 0 2 0,0-2-1 0,0-1 9 16,0 3-6-16,0-2 7 0,0 1-7 0,0-1 12 16,0 2-16-16,0 0 4 0,-2-2-7 0,1 1 8 0,-1-1-4 15,-2 2-1-15,0 0-1 0,-1 0 0 0,-6-1-5 16,-2 1 5-16,0 2-5 0,0 0 4 0,0 0-6 16,1 2 1-16,1 1-2 0,2 3-4 0,3-2 6 15,1-1-7-15,-1 5 6 0,1-1-7 0,1 6 2 16,2 0 0-16,-2-3 0 0,3 4-2 0,-1 1-2 15,0 0 5-15,-9 2-3 0,1 0-2 0,3-3 3 16,1 3-2-16,3-2 3 0,-1 0 1 0,0 0-1 0,1 1 0 16,1-5 0-16,0 4 0 0,0-4 5 0,0 1-5 15,2-1 4-15,0-2-9 0,0 0 5 0,0-5 1 16,0 0 3-16,0-1 2 0,0 1-2 0,0 0 2 16,0-2 0-16,0 0 8 0,0-1 0 0,2 3 0 15,0 0 1-15,2 0 1 0,-1-1 0 0,1-1-4 0,-2-2 3 16,5 4-7-16,3-2 12 0,-1 0-6 0,2-1 6 15,0-1-18-15,-2 0 15 0,3-1-6 0,-1-1 8 16,0-2-15-16,2-2 6 0,0 1-1 0,0-3 1 16,0-1-7-16,-6 5 4 0,6-12 1 0,-3-3 1 15,-5-1-8-15,4-1 1 0,-3 1-1 0,0-2 2 0,1 3 8 16,-5-1-8-16,0-4 2 0,13 3-2 0,-6 3 6 16,-4-1-9-16,-3 6 3 0,0-2-4 0,-2 0 1 15,0 4 0-15,-2 0 1 0,2 4 0 0,-2-1 5 16,-1 1-8-16,-1-1 0 0,0 1-4 0,4 5 8 0,-5-2-6 15,-6-3 4-15,-1 1-7 0,-1 1 1 0,2 1 8 16,0 2-5-16,2 2 5 0,-2 2 1 0,1 0-4 16,1 2 1-16,2-1-4 0,-1 3 4 0,1-4-7 15,-1 14 6-15,3-1-7 0,1 6 6 0,-1-5 1 16,1 3-7-16,0 5 5 0,0-3-6 0,1 3 7 16,-3-6-2-16,2 1 3 0,3-3-4 0,-11 1-1 15,1 4 5-15,6-7-3 0,1 1 9 0,2-2-4 16,0-3-2-16,2-1 0 0,0 0 0 0,0 0 5 0,0-1 3 15,2-1 2-15,0-1 19 0,-2-4-4 0,2 1 6 16,0 1-7-16,-2-2-5 0,7 0 1 0,4 7-2 16,0-1 1-16,2-3 0 0,-1-1 1 0,1 0-4 15,0-3 2-15,0-1-6 0,1 0 1 0,-2 0 4 0,-1-1-4 16,-2-3-7-16,-2 0 9 0,1-1-7 0,-1-5 7 16,1-10-14-16,-3-1 7 0,5-3-6 0,-7 2 7 15,16-6-1-15,-8 6-4 0,-4-4 3 0,-3 2-4 16,-2 3-1-16,-2-6 3 0,0 4-1 0,-2 3 2 15,-2 1-1-15,1 4-8 0,-1 2 6 0,-2-1-5 16,1 1 7-16,1 3-6 0,0 3-4 0,3 3-1 16,-5-1-3-16,-5-5 7 0,-2 3-6 0,0 1 6 0,2 3-4 15,-2 3-9-15,2 0 11 0,-1 1-10 0,-1 5 11 16,4 0-1-16,2 3-3 0,-1 17 1 0,3-2-7 16,-3 0 6-16,3 2-2 0,-1-4 5 0,2 3 6 15,1 1-2-15,-1-2-1 0,-13 0-3 0,4 2 0 0,6-6 0 16,3 1 3-16,2-5-1 0,2 1 3 0,0-4-1 15,0 0-1-15,0 0-2 0,0 0-2 0,2-2 10 16,0 0 0-16,0-1 4 0,2-1 0 0,-1-2 8 16,1 1-3-16,-2-5 6 0,2 3 3 0,1-4-8 15,8 0-1-15,0 0-2 0,2 9-3 0,0-2 4 16,0-3-3-16,-2-5 3 0,2 1-4 0,-2-2-1 16,0 0 0-16,1-2-1 0,-4-1 7 0,3-3-11 0,-4 1 7 15,-2 3-9-15,3-17 4 0,-5 2 0 0,3-1 1 16,-1-4-1-16,-5 1 3 0,4-5-3 0,12-2 0 15,-7-1 0-15,-1 1 3 0,-5 4-3 0,-1-2-3 16,-2 5 1-16,0-1-3 0,-2 0 1 0,0-1 4 16,-2 7-4-16,-2-1-5 0,0 4 4 0,-1 0-4 0,1 4 4 15,0 1-4-15,2 5 0 0,1-1-2 0,-3 0 1 16,0 2-3-16,-1 0-1 0,-8-1 3 0,1 1-2 16,-1 2 0-16,0 2 1 0,0 3 1 0,-1-3 1 15,1 26 0-15,0-2 4 0,0 2-7 0,3-2 7 16,-1 0 2-16,2 4-7 0,0-4 5 0,1-2-7 15,1-2 9-15,3-2-3 0,2 1 3 0,0-5-4 16,0 1-4-16,-9-2 6 0,6-4-3 0,-1 4 5 0,2 0 3 16,3-6-7-16,1 2 7 0,0-1-6 0,0-1 4 15,1 0 4-15,1-3-2 0,0-1 3 0,2 1 2 0,-2-4 3 16,13 0 0-16,-1 9 2 0,1-2-6 0,4-2 4 16,-1-3-5-16,3-2 6 0,-1-2 2 0,-3-2-5 15,-2 0 1-15,-2-1-3 0,0-3-2 0,-2 0 4 16,0-1-3-16,-2 3 4 0,1-12 0 0,-1-1-5 15,-5 0 3-15,1-3-6 0,-1-1-2 0,15-7 2 16,-8 6 0-16,-4-8 1 0,-1 1 1 0,-4-1 0 16,-2-1 0-16,0 1 0 0,-2 2-2 0,-2 0-4 15,-2 6 3-15,-1-2-2 0,0 5 5 0,1 2-7 16,0 4 1-16,5 8-5 0,-3-1-2 0,2 3 3 0,-17-1-3 16,3-7 4-16,-3 1-7 0,1 7 9 0,-1 3-8 15,-3 5 8-15,1 3-11 0,3 3 2 0,-1-4 6 16,6 23-3-16,-2 2 6 0,2-3-2 0,2 1 0 0,0-2 0 15,4 2-4-15,1-3 7 0,0-3-6 16,5-1 7-16,-14-3-1 0,5-3-1 0,5-2 3 0,1 0-1 16,4-4 2-16,0 0-1 0,0 0 0 0,0-4-1 15,2 1-1-15,2-1 5 0,-1 1 1 0,1-3 1 16,0 1-3-16,9-1 3 0,2-1-4 0,0 7 5 16,-1-1 0-16,-2-5-1 0,2 1 0 0,-2-3-2 15,1-1 2-15,0 0 3 0,0-2-2 0,-2 0 2 0,0 0-1 16,2-2 0-16,-2-1 3 0,0-3-2 0,0 0 5 15,-3 1-7-15,-5-6 4 0,5-10-6 0,-1-1-1 16,-3-2 1-16,9 0 1 0,-9-6-1 0,1 2-1 0,5 2-4 16,8-7-1-16,-7 5-1 0,-3-2 10 0,-5 1-8 15,-1 8 4-15,0 1-5 0,-2 3 1 0,0 2 2 16,-2-2-2-16,0 10 2 0,1-2-1 0,-1 5-11 16,0 0 6-16,0 1-6 0,-2-1 2 0,2 4 1 15,-12-6-3-15,-7 6 4 0,4 2 2 0,1 4-6 16,-1 5 3-16,0 6-3 0,1 12 19 0,1-1-12 15,-2 2 4-15,0-6-7 0,4 4 7 0,2-4-4 16,2 2 0-16,0-6-2 0,1 3 6 0,4-3-5 16,3-3 5-16,-11-2-6 0,5-2 2 0,1 0-1 0,3 0 2 15,1 0 0-15,2 0 0 0,0-4 5 0,2 2-2 16,1-2 2-16,1-1-2 0,0-3 1 0,-2 1 5 16,13-2-2-16,3 1-1 0,1-3 4 0,-3 0-6 15,5 0 6-15,-3 11-3 0,-1-6 4 0,5 1-2 16,-5-5 2-16,-4-3 0 0,2 0 0 0,0 0-2 0,0-3 0 15,0-1-1-15,-2-2 4 0,-10 4 2 0,3 1 0 16,-2-16-7-16,-1 0-1 0,5-1-1 0,7-5 0 16,-4 1 7-16,-2-2-5 0,-3 2 4 0,-3-3-4 15,1 3 0-15,-4-2-2 0,0-2-5 0,0 6 3 16,-4-8-2-16,2 11 1 0,-1 2 3 0,-1 2-3 0,2 8-7 16,-3-3 6-16,-1 5-9 0,-11-9 7 0,-5 3-14 15,2 7 7-15,-3 4 2 0,-3 6 0 0,4 3 1 16,0-8-2-16,3 23 2 0,4 0 1 0,2-1 10 15,4-5-7-15,2-3 2 0,1-1-4 0,2-3 7 0,2-2 1 16,-7 1 0-16,4-3 0 0,1-2 2 0,2 1 1 16,2-1-3-16,0-1 2 0,0 1 2 0,2-1-30 15,0-3-7-15,7 1-22 0,13 0-130 0,6 1-158 16</inkml:trace>
  <inkml:trace contextRef="#ctx0" brushRef="#br2" timeOffset="27900.99">18337 4108 94 0,'0'0'14'15,"0"0"24"-15,0-2-12 0,0 1 7 0,0-1-4 0,0 0 3 16,2 0-16-16,-2 0 5 0,2 0 10 0,0-1-1 16,0-1 30-16,0 0-9 0,-2 0-2 0,0 1-2 15,0-1-6-15,0 0 8 0,0-1-6 0,0 1 6 16,0-2-10-16,0 3-10 0,0-1 2 0,0 2-4 16,0 0 2-16,0-1 3 0,0-1-3 0,-2 0 1 15,0 0-6-15,0 1-10 0,0 1 6 0,0 0-7 0,0 0-8 16,-1 0 4-16,-1 0-5 0,-2 1 6 15,3 1-6-15,-5 0 1 0,1 0-5 0,-4 0 1 0,0 0 0 16,1 1-1-16,1 1 3 0,2 2-3 0,-3 2 0 0,3-1-1 16,-4-1-4-16,1 9 2 0,5 4-1 0,-3-1 5 15,-3 1 3-15,0 2 0 0,4-5-4 0,1 1-1 16,1 2 1-16,1-2 0 0,2 0 9 0,2-1-3 16,0 1-4-16,0-2 2 0,2 2 4 0,2-2 5 15,-1-2 6-15,1 0-1 0,0-1 7 0,-1-5 15 16,3 3-3-16,5 1 7 0,8 2-11 0,3-2-6 15,2-5-5-15,0-4 1 0,-1 0-9 0,-3-4-6 16,2-3 4-16,-3 0-4 0,-1-5 3 0,-1 1-7 16,0 6 3-16,-2-14-3 0,-4 1 8 0,2 1-6 0,-4 0 2 15,-1 0-3-15,3 3 1 0,-6-1-2 0,3 4-1 16,-5 0 0-16,7-1-1 0,-5 3 0 0,1-2 2 16,-4 4-2-16,0-1-1 0,-2 3-2 0,0-1 0 15,0 0-2-15,0 3 4 0,0 1-4 0,0 0 1 0,0 0-3 16,-8-3 8-16,-5-5-7 0,2 5 6 0,-4-1-7 15,0 2 5-15,-1 1-5 0,-3 1-2 0,0 2 2 16,3 0 1-16,-3 0-4 0,2 2 2 0,4 0-2 16,-3 1-3-16,-3 3 7 0,4-1-2 0,0 1 2 15,2 0-10-15,8-3 9 0,-8 5-5 0,5-3 7 16,1 5-1-16,1 4-4 0,-1 1 4 0,1 0-4 16,5 0 10-16,-11 0-7 0,3 1 6 0,4 1-6 0,1-2 5 15,0 0 2-15,4-2 0 0,0 2 2 0,0-2 1 16,2-2-3-16,0-2-2 0,0-1 1 0,0-5 4 0,-1 3 3 15,1-2 4-15,0-1-2 0,2-1 6 0,9 7 12 16,7 3-6-16,-5-9 7 0,2-1-12 0,0-2 2 16,-4-2-6-16,3-3 4 0,1-5-11 0,-4 1 6 15,-2 0-1-15,0-13 2 0,-3 1-9 0,-1-1 0 16,1-2 0-16,-5 1 1 0,-1 1 4 0,0 2-5 16,11 1 3-16,-4 1-4 0,-1-1 1 0,-5 4-4 15,-1-1 0-15,-2 3 0 0,0 0 4 0,0 0-4 16,-2 1 1-16,-1 3-3 0,-1 4-2 0,0-1-1 0,-7 0 0 15,-9 3 0-15,-4-1-8 0,3-11 10 0,-1 4-10 16,7 7 10-16,-5 1-7 0,-1 1-3 0,1 2 6 16,-1 0-5-16,5 2 11 0,1-1-10 0,-2 3 3 15,4 0-5-15,6 0 6 0,-1-1 0 0,-3 3 0 16,5-2 0-16,3-3-2 0,-1 1 6 0,2 2-4 0,-3 3 7 16,-1 3 9-16,2-3 12 0,1 2-1 0,1 1 1 15,0-1-18-15,2 0 4 0,0 2 1 0,2 1 1 16,1-3-2-16,1 0 0 0,4 2-5 0,-7-3 4 15,16 1-1-15,2-3-1 0,-4-3 6 0,1 1-5 16,-1 7 1-16,2-2 3 0,1-1 0 0,3-3 1 16,-1-1 0-16,-1-4-2 0,-1 0-3 0,-5-2 1 0,0-1 1 15,0-1-3-15,-3 0 3 0,1-3-3 0,-2-1-2 16,-1 3 6-16,-3-3-6 0,-1-5 6 0,-2 0-5 16,1 0 2-16,-1 4-1 0,8-4 0 0,-3 2-5 0,-1 0 5 15,-3-2-2-15,-1 2 3 0,0-1-8 0,-2 3 1 16,0 0 2-16,-2 0-1 0,0-1 2 0,-1 3-1 15,1 3 0-15,0 0-2 0,-7 1-6 0,-6-8-1 16,-2 1-1-16,0 5 0 0,1 1 2 0,-1 2 2 16,-4 2-2-16,3 4 2 0,3 0-4 0,-5 5-4 15,7-2 4-15,-4 4-3 0,0 1 7 0,6-5 1 16,-4 10 1-16,0-1-1 0,6 1 0 0,2-2 4 16,1 2-4-16,-5-1 5 0,2 1 0 0,1-2 5 0,4 2 1 15,3-2 2-15,1-2-4 0,1 1 4 0,3-1 1 16,2-3 1-16,1 1-5 0,1-4 8 0,6-1-7 15,7 1 7-15,5-3-6 0,0 13 10 0,4-6-5 16,-3-6 5-16,-2-5-13 0,-1 0 2 0,-4-2 0 16,1-3 1-16,-3-3 6 0,-1 1-8 0,0-2 7 0,-6 1-7 15,0 1 1-15,0-10 0 0,-2 0-4 0,4 3 4 16,-3-3 7-16,-7 2-8 0,1 0 0 0,7 0-3 16,-2 1-2-16,-5 2 3 0,0-1 0 0,-2 4 0 15,-2-2-3-15,0 4 0 0,-2-1 2 0,0 3-2 16,0-1-4-16,-2 0 3 0,-5 5-4 0,-8-3 5 15,-1-9-6-15,-3 2-2 0,3 3 2 0,-3 5-1 0,7 1-4 16,-7 2 1-16,1 0 0 0,1 3 2 0,1 1 6 16,3 2-6-16,2-1-3 0,2 1 1 0,1-1 4 15,3-1 2-15,5 11 3 0,-4 0-3 0,3-2-2 16,-8 2 2-16,1 1 1 0,5-1 1 0,-1 2-2 0,4-2 0 16,2 0 0-16,0-2 1 0,2 2 3 0,0-3 0 15,2 1 1-15,3 0 1 0,1-1 3 0,6 1-2 16,7-4 1-16,1-2-3 0,-3-1-3 0,3-1 3 15,-2 1 0-15,-1-4 4 0,0 0 3 0,-3 9 2 16,1-4-1-16,0-1 1 0,-2-2-1 0,-2-4 0 16,0 0 4-16,-2-2-1 0,-2-2 3 0,-2 0-8 15,1-1 2-15,-3-5-2 0,-1-8 2 0,-2-1-4 0,0 1-2 16,11-1 1-16,-4 1 0 0,-3 1 4 0,-3 2-4 16,-1 0 3-16,-2-1-6 0,-2 1-3 0,1 2 2 15,-3 2-2-15,0 1 5 0,-1 1-5 0,-1 2 0 16,0 1-4-16,-7 2-3 0,2 1 7 0,-4-3-3 15,1 4 3-15,1 0-3 0,0-7 0 0,-2 0 0 0,2 3-1 16,-6 1-3-16,2 3-2 0,3 2 2 0,-5 0-2 16,6 2 6-16,2 1-1 0,0 3-3 0,1-1 2 15,3 1 1-15,1-2-1 0,1 11 5 0,-6-1-4 16,1 1 2-16,3 2 1 0,3 0 0 0,2-1 1 16,2 1 0-16,0-2 1 0,2 2 1 0,2-3 0 15,2-1 2-15,-1-1 1 0,3-1 0 0,-3-4 1 16,-1-1-3-16,9-1 3 0,4 1-2 0,-3-4 3 0,-1 7 6 15,0-2-7-15,2-1 4 0,-2-2-6 0,4-2 2 16,-4-2 5-16,0-2-1 0,2-4 2 0,-2-1 2 0,-2 5-5 16,2-17 1-16,-4 1-2 0,2-3 5 0,-3 3-8 15,-4-3 3-15,-1 5-4 0,-1-1 4 0,9 0 0 16,-1 2-4-16,-5 2 2 0,-1 2-3 0,-2 0-5 16,-2 2 3-16,0 1-5 0,-2 1 5 0,0 3-6 15,0 1-2-15,-5-1-2 0,-14-5-4 0,-1 5 8 16,-6 4 2-16,2 4 1 0,0 3-5 0,-2 2 4 15,4 2-2-15,0 2 3 0,4-1 4 0,7-5 3 16,5-1-5-16,3-5 2 0,1 11-9 0,2-3 7 0,0 0 2 16,-5 0 0-16,1 1 2 0,4-3 3 0,2 2-1 15,0-1 1-15,4-1-4 0,0 1-10 0,-1-1-11 16,20 2-6-16,-3 1-78 0,-1 1-129 0,1 0-29 16</inkml:trace>
  <inkml:trace contextRef="#ctx0" brushRef="#br2" timeOffset="30111.18">10190 9820 188 0,'0'-2'3'0,"0"0"15"15,0-2 11-15,-2-3 7 0,-3-14 1 0,1 3-12 0,0 3 1 16,0 0-6-16,1 0 7 0,-1 4-2 0,0-2 1 16,2 4-1-16,1 1 0 0,-3-1-7 0,2 3 3 15,0-1 0-15,0 0 1 0,0-1 1 0,1 1 17 16,-1 1-7-16,2 2 10 0,-2-1-9 0,2 3-21 16,-2-2 7-16,0 1-13 0,0 1-2 0,0 0 7 15,2 2-10-15,0 0 10 0,0 2-1 0,0 0-6 16,0 1 4-16,0 16-6 0,0 5-3 0,0-2 2 0,0 4 0 15,2 0 1-15,2 0 3 0,2 2-7 0,-1 0 3 16,3 2-3-16,-1-2 7 0,0 1-6 0,1 1 1 16,1-2-1-16,0 0 5 0,3-1-6 0,-1-2 4 15,4 4-3-15,-4-6 9 0,2-1 0 0,0-4 0 16,-6-3 1-16,10-2 4 0,0-3-5 0,1 1 0 0,-3-8-1 16,4 1 5-16,-3 7 0 0,-1-3 6 0,0-3-3 15,5-1 4-15,1-2-10 0,-1-2-2 0,1-2-1 16,-8-2 4-16,7-5 3 0,-1-2-3 0,3 9 3 15,0-17-5-15,-1-5-4 0,-1 0 1 0,-3 0-2 16,5-2 2-16,-3 2-4 0,3-2 1 0,2 2-3 16,2-2-9-16,2 3 9 0,2-1-3 0,3 2 5 15,-1 0 3-15,3 3-9 0,0 1 4 0,2 3-6 0,-2 2 3 16,6 4 4-16,-5 1-1 0,1 3 0 0,-2-1-8 16,-3 4 2-16,-1 0 0 0,1-16 1 0,-4 8-1 15,-1 7 5-15,-1 3-6 0,-3 0 5 0,-1 3-3 0,-2 3-1 16,-1 1 6-16,-2 1-4 0,-4-1 9 0,2 3-5 15,-1-7-1-15,-2 14-2 0,-1 2 3 0,-2 1-4 16,2 0 4-16,0 3-4 0,0-1 7 0,1 2-3 16,-3 0 0-16,2 0-2 0,0 0 6 0,0-1-1 15,2 1 1-15,-2-6-2 0,1 1-2 0,-3-6 3 16,2 4 3-16,-2-2-2 0,-1-2 2 0,-1 0-1 16,-1-6-4-16,1 2 3 0,-1 4-2 0,-1-9 2 15,3 11 4-15,-5-13-2 0,3 0 6 0,-1 3-5 0,1-1-2 16,-2-2-1-16,-1 0 1 0,5 1 7 15,-3-1-1-15,5 2 2 0,1-2-3 0,0-2-7 0,2-2 2 16,0-2-4-16,4-5 5 0,3-4-5 0,2-2 4 16,4 6-4-16,4-14 6 0,-2 3-10 0,5-4 3 0,1 3-3 15,3-1 6-15,2 2-3 0,-2 1-2 0,-2 2 0 16,-1 1 2-16,-3 1-2 0,1 0 0 0,-2 4-2 16,1 2-2-16,1 1 6 0,-1 1-6 0,-3 1 5 15,2 2-2-15,0-1-3 0,1 3 6 0,4-18-5 16,-1 7 5-16,3 5-3 0,-2 3 0 0,-3 3-1 15,3 2-5-15,-3 0 7 0,-1 2-2 0,3 1 4 0,-5 1 6 16,3 2-10-16,-4-1 4 0,-2 1-8 0,-4 1 8 16,0 1-1-16,1-1 3 0,-1 0-1 0,0 3-1 15,2 1-3-15,0 0 0 0,-1 0 1 0,3 2 1 0,-2 0 1 16,4 4-6-16,1 0 5 0,1-1-9 0,5 3 1 16,6-1 7-16,6 3-3 0,5-1 5 0,2-3-2 15,-6-2 0-15,9 0-1 0,-1-4 8 0,2-4 32 16,1-1-10-16,0-2 15 0,-1-1-20 0,1-1 7 15,3-2-4-15,3-4 3 0,9-3-16 0,2 0 3 16,0-3-3-16,2-5 3 0,-9 1-2 0,-6-3-9 16,-2 0 8-16,-12 0-9 0,-1 1 1 0,-4-1-10 15,-5 2-10-15,-1 0-2 0,-5 2-49 0,-3 2-205 16</inkml:trace>
  <inkml:trace contextRef="#ctx0" brushRef="#br2" timeOffset="33721.39">11141 10423 372 0,'0'-2'0'0,"0"-2"99"0,-4-22 10 0,0 4 6 16,0 4-1-16,3 3-98 0,-1 5-11 0,-2-1 1 16,0 2 1-16,2 3 1 0,-1-1 4 0,1 3 6 15,-13 2 1-15,-4-11 0 0,-1 4-2 0,-4 5 7 0,-4 4-4 16,-2 6 4-16,-1 5-5 0,3 2 0 0,-2 2 3 16,4-13-2-16,-2 20 3 0,6-3-11 0,2-1-1 15,3-5-4-15,6 4-8 0,3 2-9 0,3-1 3 16,1-1-4-16,-7-2 10 0,5-4-1 0,3 2 0 0,1 0-1 15,2-2-7-15,4 4 11 0,1-2-1 0,1-4 4 16,5 6-6-16,13-6-1 0,2 4 0 0,2 0 1 16,-2-2 7-16,-2 4-6 0,0-2 3 0,-2-2-3 15,-1 0 9-15,-6 1-1 0,0-3-1 0,-4 0 1 16,-4-1 0-16,-1-3 6 0,-4 1 2 0,1-1 0 16,1 1 4-16,-2 1-7 0,-2-1 1 0,-2 1-4 0,-4 3-5 15,-7-1 9-15,-18 0-2 0,-3 4 3 0,-1-4-11 16,0 3 0-16,1-1 1 0,-1-4-1 0,0 1-2 15,11-1 1-15,-2-5-5 0,3 3 3 0,12-3-19 16,-2 8-31-16,4-5-20 0,5-3-10 0,2 0-131 0</inkml:trace>
  <inkml:trace contextRef="#ctx0" brushRef="#br2" timeOffset="34999.49">11610 10273 943 0,'-1'-2'64'0,"-1"0"13"0,-2-4-28 0,2-10-30 16,-9 8-8-16,0 6-16 0,3-3-4 0,3 3-4 16,-3 0 2-16,3 2-8 0,-1 2 14 0,-1 0 0 0,1 33 4 15,-3-2 1-15,0 8-1 0,-2-4 4 0,-1 2-2 16,1-5 6-16,2-4-5 0,-4-4-1 0,0-2 0 15,4-2 6-15,-2 0 3 0,7-3-3 0,-4-4 4 16,-1-4-7-16,4 0 8 0,-5-2-7 0,8-1 6 16,-3-1-8-16,1-1-3 0,0-1 6 0,3 1-5 15,-1-3 5-15,2-1-3 0,0 0 6 0,0 0-3 16,0 2 9-16,0-1-1 0,0 1-1 0,0-2 1 0,2 0 2 16,-1 0-10-16,1-2 1 0,2 0-4 0,0-2 5 15,5-4-7-15,6-5 3 0,2 6-4 0,-1-14 2 16,1-1-1-16,-2-1 0 0,-2 1-1 0,0-1-8 0,0 6 6 15,0 2-3-15,-4 4 5 0,0 5-2 0,-3 1-6 16,0-1 1-16,-1 0-2 0,-1 3 7 0,1-1-1 16,1 2 2-16,-2 0-3 0,-1 0 4 0,1 0 1 15,-2 0 1-15,0 0 1 0,2 11 2 0,5 0-5 16,0 4 0-16,-1-2-3 0,-3-2 11 0,-1-2-6 16,0-1 1-16,-1-1-3 0,-1-1 5 0,0-3-5 15,0 1 3-15,-2-2-4 0,4 0 1 0,5 5-10 16,2 1 2-16,0-3-6 0,0-1-2 0,0-2-4 0,2-2 1 15,0 0 0-15,2-4 9 0,0-2-1 0,2-1 0 16,1-4-1-16,-1 0 2 0,3 0 5 0,-1-8-2 16,-2-1 4-16,-2 1 3 0,3 2 1 0,-1-3 4 15,-4-2-4-15,0 3-7 0,-4 4 0 0,2 6 1 16,-3 3 2-16,1 5 5 0,-3-3-6 0,-3 2-1 0,3-2-3 16,-2 2-5-16,-1 1 10 0,1 1 2 0,0 0 2 15,-2 1 9-15,-1 3 9 0,5 13-7 0,-2 5 6 16,-4 0-18-16,0-3 3 0,0 1 0 0,0-1 2 15,0-2-3-15,0-4 1 0,-2 0-3 0,2-4 2 16,0-2 5-16,0 1-11 0,0-1 8 0,0-1-7 16,2-1 12-16,-2-3-5 0,0 0 1 0,15 9-1 0,7 0 1 15,4-3 1-15,-8-6-2 0,5-2 2 0,3-4 0 16,-2-2 3-16,6-5-3 0,-10 2 2 0,-3 0-11 0,-1-3 10 16,-1 1-4-16,-2 4 6 0,2-8-12 0,-6-2 3 15,1 1-1-15,-1 4 2 0,-4-2 1 0,1 6 2 16,-2-1 1-16,-2 0-1 0,-1 5 7 0,-1 2-12 15,0 0-2-15,4-1-4 0,0 1-1 0,-2 0 16 16,0 2 1-16,-1 0 4 0,1 2-6 0,-2 1-3 16,0 5 0-16,-3 14-2 0,-1-2 2 0,-2-1 2 15,1-2-5-15,1-2 3 0,0-2-7 0,1-2 5 16,1-4-2-16,2-1 1 0,0-1-6 0,0-1 9 16,0 0-2-16,0-2 5 0,0 1 0 0,2 1-3 15,-1-2 4-15,1 0-3 0,2 0 3 0,2-2-10 0,12 0 0 16,3-4-4-16,1-5-1 0,0-3 3 0,2-1-2 15,0 0 4-15,2 0-2 0,-1 0 0 0,-3 2-2 0,-2 2 2 16,-1 2 5-16,-1 1-6 0,-3 4 4 0,-4 2-7 16,1 0-2-16,-9 0 13 0,1 0-8 0,0 2 9 15,7 5-4-15,-9-3-3 0,9 11 8 0,-4-2-6 16,-1-2 4-16,-2-2 0 0,-1 1-1 0,-1-5 0 16,-2-1-2-16,2 0 5 0,-2-2-3 0,4 1 5 15,-1 1-7-15,1-2 3 0,0 0-2 0,5 0 2 16,6-1-1-16,2-1-1 0,3-3 1 0,1-5-2 0,3-3-8 15,-4 0 9-15,2-4-8 0,1 0 8 0,-5 12-14 16,6-14 1-16,-3 0 6 0,-5 6-3 0,-3 2 6 16,-1 7-5-16,-5 0-3 0,0-3 3 0,-1 1 8 0,0 2-6 15,1 0 6-15,-1 2-5 0,-1 0 10 0,-1 2-4 16,1 2 3-16,-3-4-4 0,4 15 2 0,-2-1-2 16,-3-1 0-16,1 0-1 0,2-2 1 0,-2-5 8 15,3 1-6-15,-3-3 5 0,2-2-2 0,2 2 6 16,-1-1 2-16,3 1-1 0,-1 0-6 0,2-2-2 15,1-2-2-15,-3-2 0 0,2-4 1 0,-3 3-1 16,1-14 0-16,-3-7-1 0,2-2-1 0,-3-2 0 16,-1-9-2-16,2 2-1 0,0-3 1 0,-1-1-1 0,-1 4 6 15,0 5-4-15,2 4 1 0,7 10 0 0,-4 3 0 16,-3 5 0-16,-2 1 8 0,-2 5-8 0,2-2-3 16,0 2-1-16,-1 1-4 0,-1 1 12 0,0 1-1 15,0 1 5-15,0 15-5 0,0 20 3 0,-3 0-1 16,1-1 0-16,-2 4-5 0,2-6 0 0,0-3-6 0,1-1 3 15,1 2-3-15,0-5 8 0,0 1-1 0,1 0 4 16,1 0-6-16,2-4 3 0,0-2-3 0,-1 1 1 16,1-5-25-16,0-1-66 0,0-4-24 0,-3-6-31 15,1-1-231-15</inkml:trace>
  <inkml:trace contextRef="#ctx0" brushRef="#br2" timeOffset="35114.56">13216 10579 998 0,'0'0'14'0,"0"0"-1"0,0-2-20 16,0 0 10-16,0 0-17 0,2 0 8 0,2-1-15 15,16-10-11-15,19-10-3 0,15-1-64 0</inkml:trace>
  <inkml:trace contextRef="#ctx0" brushRef="#br2" timeOffset="36328.3">17181 9563 86 0,'0'-2'21'0,"0"1"43"15,0-3-39-15,0-13-2 0,0 2 3 0,0 4-3 16,0 0-10-16,0 0-1 0,1-2-4 0,1 2 4 16,2 0 12-16,0-1 11 0,-1 3 8 0,1 2 0 15,-2 3 7-15,0 0 4 0,2-1-7 0,-1-1 5 16,-1 2-14-16,0 4-14 0,0 0 0 0,5-5-4 0,-1 3 3 15,-4 2-3-15,5-2 1 0,-5 2-4 0,2 2-9 16,-1 0 3-16,-1 2-2 0,4 29 3 0,-1-5-11 16,-1 5-1-16,0 1 3 0,1-6 0 0,5 1 7 15,-1-3-6-15,0-2-1 0,-3 1-2 0,7-9-2 0,-2 3 15 16,0-4-8-16,0-2 10 0,-3-2-7 0,1 0 11 16,-2-2 3-16,3-3 1 0,-1 1 5 0,-2-5-3 15,4 4 3-15,6-4-3 0,-6-1 2 0,8 1-1 16,-2 9-5-16,-3-3 2 0,5-1-7 0,-2-3-3 15,1-2 1-15,3-2-2 0,-3-2 0 0,1-2-6 16,-2-1 2-16,1-3-4 0,1-1 1 0,1-2 2 16,-3 0-3-16,1-2 2 0,1 0-10 0,0 7 7 0,1-12-3 15,0-3 6-15,1 1-13 0,3-1 4 0,-2 1 2 16,6-4 0-16,-2 0 2 0,4-1-2 0,0 1-2 16,-1 8 0-16,5-3 0 0,-1 4 2 0,2-2-1 15,-1 3 1-15,-3 4-1 0,3 1-8 0,-3-10 4 16,3 6-5-16,-1 6 9 0,-11 7-5 0,-1 0 5 0,-3 2-4 15,1 3 8-15,0 3-8 0,-1 3 1 0,-1-5-4 16,-2 18 5-16,0 4 3 0,-2 3 0 0,-2-7 1 16,0 4-1-16,-4-6 0 0,1 3 4 0,-1-5-3 15,-1-1-1-15,-1-5 2 0,-1 1-6 0,2 0 5 16,-3-2 0-16,1-2-3 0,2 0 5 0,-3-1-4 16,3-1 0-16,-2 0 1 0,1-1-3 0,3 1 3 15,-1-2 4-15,-1-1 2 0,-1 0-4 0,1-3 3 0,-1 1-5 16,1 0 7-16,-1-2-2 0,3-1 4 0,-1 5-9 15,4 1 6-15,-1-3-1 0,4 0 2 0,3 0-3 0,2-4 5 16,3-2-5-16,0-4 4 0,2-1-6 0,-3-3 2 16,7-4 3-16,0-1-4 0,-1-2-5 0,7 15 5 15,-4-22-7-15,1-2 7 0,6-4-5 0,2-1-5 16,0-5 3-16,0 3-4 0,4 1-2 0,-6 1 2 16,2-1 4-16,4 10-1 0,-2-4 5 0,-2 9-2 15,-2 1 1-15,0 3-1 0,-4 3-6 0,6 5 4 16,-3-16-2-16,-7 12 4 0,7 3-7 0,-10 6 10 15,9 0-5-15,0 6 6 0,-5 1-5 0,3 5-1 16,-3-3 1-16,-2 2 0 0,2 2 3 0,1 0-1 0,-5-2 1 16,6 2 1-16,-5 0 4 0,5 2-4 0,3 0-1 15,-1-2-2-15,1-2-8 0,2 0 9 0,4 0-3 16,4 0 5-16,1-1-2 0,8 1 1 0,-4-2-2 0,2-3 2 16,0-1 0-16,0-3 3 0,2 0 1 0,0 0 1 15,-4-2 7-15,0 0 6 0,-4-6 1 0,3 1 0 16,-3-1-6-16,-3-1-6 0,1-3 3 0,-5 1-4 15,-3 0-2-15,-1-2-4 0,-5 0-6 0,-6-2 0 16,2-2-25-16,-6 9-95 0,-5-22-59 0</inkml:trace>
  <inkml:trace contextRef="#ctx0" brushRef="#br2" timeOffset="37558.9">18792 10102 427 0,'0'0'45'0,"-2"-2"-5"0,0 0 11 0,1 0 0 15,-1 2-13-15,-15-9-9 0,2 1-15 0,-2 3 3 16,-1-1-9-16,-1 4-1 0,1 2-3 0,-1 2 9 16,-3 2-6-16,3 2 9 0,3 1-13 0,-1 2-1 0,4-1-2 15,2-1 11-15,3-5-13 0,5 11 2 0,-10 6-5 16,2 5 8-16,5-4-1 0,2 6 3 0,4 0-4 16,2-4-6-16,2 3 13 0,3 2-11 0,3-1 10 15,1 0-7-15,0-1 4 0,2-1 3 0,0-4-2 16,0 1-10-16,2 1 4 0,-2-4 2 0,1 3 2 15,-1-1 9-15,-1-1-4 0,-3-1-3 0,-2 1 1 16,-3-4 2-16,-2-2 12 0,-2 0-5 0,0-2 6 0,-2 0 1 16,0-4 7-16,-2 1 2 0,1-3 2 0,-16-1 5 15,-3 0-7-15,-4-2 3 0,-2 16-6 0,0-7-3 16,-1-3-11-16,1-4 1 0,-2-3-5 0,2-1-7 0,6 0 3 16,1 0-7-16,10 0 5 0,0 0-6 0,4 0-37 15,-1-1-3-15,5 1-19 0,-1-2-63 0,2 0-19 16,0 0-27-16</inkml:trace>
  <inkml:trace contextRef="#ctx0" brushRef="#br2" timeOffset="38073.76">18944 10532 90 0,'0'0'33'0,"0"0"21"16,0 0 31-16,0 0 5 0,0 2-19 0,0 0-18 0,2 0 0 15,0-2-4-15,0 2 2 0,0-2 0 0,0 0 0 16,0 0 2-16,-1 0 10 0,3 0-12 0,0 0-5 15,0 0-3-15,-1 0-21 0,7-4-4 0,-1-1 3 16,0-1-5-16,6 1-2 0,-4-10-8 0,0-2-1 0,2-2-1 16,-5 5-2-16,1 1 3 0,-5 1 3 0,-1 1-1 15,-1-2-1-15,8 0-2 0,-3 0 0 0,-3 4 0 16,-2 2-1-16,-2 5 6 0,1-2-3 0,-1 0 4 16,0 1-10-16,0 1-3 0,-1 0 0 0,-3 0 0 15,-11 2 3-15,-7 4-4 0,-1 7 1 0,3 4-3 0,5-6 2 16,-3 17 0-16,-1-2-5 0,8 2 4 0,-2-4 0 15,9-1-1-15,2-1 4 0,-9-3-3 0,4 0-6 16,3-3 11-16,4-1-2 0,0-3 6 0,0-3 7 16,2 1 0-16,0-5-1 0,0 1 1 0,16 9-3 0,3-2 1 15,8-2-1-15,-6-7 1 0,8-2-10 0,1-3 3 16,-6-3 1-16,3-3 2 0,-1-2-2 0,-4-1-4 16,1-2-1-16,-1-1 0 0,-2 0 4 0,-3 2-4 15,-3 7 2-15,1-10-4 0,-2-5 4 0,0 3 1 16,-1-6 1-16,3 1-1 0,-2 5 3 0,-2-3-4 15,0 3-3-15,-4 1 1 0,1 4 4 0,-3 4-3 16,0 5-3-16,-1 0-2 0,0 1 1 0,-5 3-10 16,3-2 11-16,0 0-10 0,0 0 16 0,-1 2-5 0,-1 2 3 15,0 2-2-15,5 25 9 0,-5-1-5 0,-2 2-1 16,-3 0-1-16,-3-3 0 0,0-2 4 0,3-5 1 16,-3-2 0-16,2-3-4 0,3-2-1 0,-1 0 0 15,0-3 0-15,2-3 0 0,0 0 6 0,0-1-6 0,0 0 4 16,0-1-14-16,0-1-31 0,0-2-8 0,0 0-17 15,2 1-118-15</inkml:trace>
  <inkml:trace contextRef="#ctx0" brushRef="#br2" timeOffset="38297.8">19695 10130 461 0,'-2'0'246'0,"0"-2"-352"15,0 0 296-15,0 0-173 0,0 0-33 0,-1 2-34 16,-1 0-14-16,0 2-25 0,0 2-236 0</inkml:trace>
  <inkml:trace contextRef="#ctx0" brushRef="#br2" timeOffset="38780.48">19711 10443 25 0,'0'0'9'0,"0"2"-6"0,-2 0 9 0,1 2-4 15,-7 13-3-15,-1 3 11 0,3 0-1 0,3-3 4 16,1-6-1-16,2 2 42 0,0-5 8 0,0-5 14 15,0-1 41-15,2 2-1 0,-1 0-15 0,1-3 5 16,0 1-61-16,0 0 0 0,5-2-9 0,12-4 4 0,5-3-19 16,0-4-8-16,0-4-4 0,-1 8-2 0,1-14-7 15,-6-5-8-15,-1 4 6 0,-2 2-6 0,-6-5 11 0,-1 5-7 16,-3 0 4-16,1 1-6 0,-4 0 4 0,7 8-1 16,-4 2 3-16,-1 2-2 0,-2 1 8 0,0 0-6 15,-2 5-6-15,0-1 2 0,0-2-4 0,0 2 0 16,-2 0 1-16,0 2-2 0,-2 0-2 0,-5 4 5 15,-7 7 2-15,-3-3 1 0,-3 16-7 0,7-2 3 16,0-3-2-16,4-1 3 0,5-5-7 0,3 2 5 16,-9 0-5-16,7-4 6 0,-1 2-3 0,4-7 5 15,2-1-1-15,0 3 2 0,0-5 3 0,4 1 1 16,9 5 2-16,15 4-2 0,4-7-6 0,7-6 0 0,-2-4 4 16,3-5-2-16,1-2 2 0,-2-4-5 0,2 0-6 15,-4 0 2-15,0 2-3 0,-1 2 8 0,-1 2-6 16,0 3 5-16,-1 2-8 0,1 4 5 0,2 2 0 15,-3 4 2-15,-10-1-4 0,-2 3 4 0,-3 1-5 0,1 2 6 16,8 4 3-16,-4 0-5 0,-6-4 7 0,3 2-8 16,-3-2 3-16,-1-1 20 0,4 1-1 0,-7-4 10 15,-1-1 19-15,0-1 10 0,-1 1-9 0,-1-1 4 16,-4-1-36-16,1-2-2 0,-5 0 1 0,-1-2-1 16,2 2 4-16,0-1 1 0,-3 1-7 0,1 0 0 15,-2 0-40-15,-2 2-71 0,-20 3-44 0</inkml:trace>
  <inkml:trace contextRef="#ctx0" brushRef="#br2" timeOffset="46524.42">4243 14575 256 0,'0'0'113'15,"0"0"-47"-15,-2-2 33 0,0 0 4 0,0 0-80 16,0 0-7-16,1 0-11 0,-1 0-1 0,2 1-2 15,-2 1 4-15,2 0-5 0,0 0 4 0,0 0-5 16,0 0-3-16,0 0 6 0,0 0-3 0,0 0 5 16,0 0 0-16,0 0-5 0,0 0 10 0,-2 0-7 0,0 0 12 15,0 0 6-15,0 0-1 0,1 1 3 0,-1 1 1 16,-2-2 1-16,0 0 1 0,-11 2 1 0,1 0-5 16,-1 2 4-16,-4 1-3 0,2 1 4 0,-1-1-2 0,1 1 1 15,-5 1-1-15,1 1 2 0,-1 1-5 0,2 0-3 16,3-1 7-16,0-1-4 0,6-1 6 0,2-1-6 15,0 1-6-15,5-4 3 0,0 0-7 0,1 0-4 16,-1-1-2-16,0 1 0 0,2 0-1 0,0 0 0 16,2 0 3-16,0 0-4 0,2 0 0 0,0-1 5 15,2-1-2-15,20 0 4 0,9-1 2 0,3-5 6 16,6-3-6-16,5-2 7 0,3-4 0 0,9-2-6 16,4-2 4-16,2 1-5 0,2-1 4 0,0-1-1 15,-6-2 3-15,3-1-4 0,-3-1-10 0,6 2 4 0,5 1-2 16,6 5 3-16,4 1-6 0,3-2 4 0,-3 0-4 15,-6 1 5-15,-4-1-5 0,-5 4 6 0,0-2-4 16,-4 2 6-16,6-2 1 0,0 2-2 0,-1-1-2 16,1-1-1-16,-6 4-4 0,4-2-2 0,-10 1 1 0,-3 3-3 15,0-2 4-15,-9 2-1 0,3-2 4 0,-3 1-3 16,-3 1 3-16,-3 2-8 0,0-1 1 0,-3 3-3 16,-1-1 5-16,-2 2 5 0,1 1-3 0,-6 1 3 15,1 0 1-15,-6 0-3 0,-7 2 0 0,-1 0-1 16,-7 0-1-16,-3 0 6 0,4 0 0 0,-7 0 2 15,2 0 2-15,0 0-1 0,-3 0 0 0,1 0-1 0,-2 0-7 16,0 0-3-16,-2 2-2 0,-16 3-1 0,-23 5 1 16,0 1 1-16,-5 0 2 0,-2 2-2 0,-4 2-4 15,-6 3-5-15,-1 5 3 0,-10 3-2 0,-9 5 6 0,-11-29 1 16,-11 33-5-16,-1 1 4 0,-1 3-4 0,9-2 5 16,2-2 0-16,0 2 1 0,0-3 0 0,-7-8 5 15,-2-2 1-15,3-8 1 0,4 1-2 0,13-4 2 16,10 0 3-16,9-2 0 0,3 2 6 0,8-3-9 15,0-3 0-15,2-3-2 0,-3-1 6 0,11-1-13 16,10 2 4-16,0-2-6 0,8 0 3 0,1 0 1 16,-3 14 0-16,15-10 0 0,5-4 1 0,2-2-9 15,-1 2-1-15,-1-1-4 0,2 1 1 0,0 0-2 0,2 0 3 16,2 0-2-16,2 0 5 0,18 5 5 0,15 2-1 16,6-3 1-16,5-6-10 0,2 0 6 0,2-4 0 15,4-3 3-15,4-2 4 0,4-3-3 0,11-1-3 16,12 0 2-16,2-1 4 0,8-1-2 0,-1 0 3 15,-7-2-3-15,-1 2 3 0,-5-1-1 0,3-1-2 0,6 2 0 16,3-2 1-16,7 1-1 0,-3 1 3 0,-8 0-1 16,-4 2 5-16,-13 2-1 0,2 1-4 0,-7 1 2 15,0 4-7-15,-4-1 5 0,-2 4 2 0,-6-2 2 16,-5 3-3-16,-9-1 4 0,0 0-1 0,-12 2 2 16,-7 0-1-16,-1 0 0 0,-16 0 3 0,1 0 1 15,-7 0 10-15,3 0 1 0,0 0-6 0,-2 0 4 0,-2 0-1 16,-2 2-10-16,-2 0 9 0,-16 5-10 0,-21 4 1 15,-11 0-2-15,-4 0-4 0,-5 1 4 0,2-3 3 16,-3 0-2-16,-1-1 0 0,0 1-1 0,-2 2-5 0,-9-2 3 16,-4 2-2-16,-11-3 3 0,-2-1-6 0,2 1 6 15,-1-1-4-15,7 1 5 0,1 1-9 0,0 4 7 16,-9 2 2-16,-3-4 2 0,-5 4-3 0,-5 0 0 16,8-1-6-16,3 3 3 0,8 0-6 0,10-2 8 15,1 1-2-15,0-1 5 0,3 0-6 0,12-2-1 16,7-2 2-16,9-1-1 0,10-3 2 0,5-1-5 15,9-3-1-15,10-1-2 0,3-2-1 0,3 0-14 16,-1 0 5-16,2 0-8 0,2 0 13 0,2 0 5 0,2 0-1 16,37-11 2-16,14-6 1 0,8-3 2 0,4-4 2 15,9-4 0-15,2 0 6 0,10-4-6 0,12-1 0 16,6 0-2-16,7-1-2 0,-2-3 4 0,-7 2 0 16,-2 33 1-16,-1-37 1 0,3 2 0 0,7 0 1 15,4 3-1-15,-3-3-2 0,-7 9 6 0,-8-1-6 0,-12 1 6 16,-3 7-4-16,-4 3-3 0,0 1 4 0,-7 2-4 15,-6 4 1-15,-8 0 5 0,-10 3 0 0,-12 3 2 16,-4 3 3-16,-10-13-4 0,-10 10 0 0,-2 1 0 16,-3 2 3-16,-2 0 7 0,-1 0-2 0,-1 0 3 15,0 2-7-15,-2 0-3 0,-2 0 1 0,-2 2-2 0,-23 8-5 16,-24 6 4-16,-2 1-3 0,-14 2 4 0,-6 1-4 16,8 0-4-16,-1 3 5 0,-1-1-3 0,-2 2 6 15,-5 0-4-15,-2 4-3 0,-19 0 1 0,-3-2 0 16,-6-2 5-16,-4 0-6 0,13 2 4 0,-1 2 0 15,-1 0-6-15,0 0 6 0,-8-4-6 0,-3 0 8 0,4-4-2 16,6-3-1-16,14 0-2 0,12 0-3 0,7-3 3 16,5 1-2-16,5-2 2 0,1-2-2 0,11-1 0 15,6-3 3-15,13-3-1 0,7 0 0 0,8-3-10 16,3-1 0-16,2 2-3 0,1 0 2 0,1-2-2 16,2 0 0-16,2 0-1 0,18-2 6 0,28-5-3 15,10-6 9-15,5-6-8 0,2-3 10 0,6-2-4 16,12-4-2-16,12-4 0 0,7-1 6 0,6 0-6 15,-6 29 3-15,-4-37-5 0,-5-2 4 0,-4 2 8 0,4 6-4 16,7-2 5-16,-5 7-10 0,2 1 6 0,-10 3 1 16,-11 5 2-16,-4 3-2 0,-16 5 3 0,-4 2 0 15,-9 3 1-15,-6 3 4 0,-7 3-23 0,-8-13-2 0,-7 7-12 16,-6 5-46-16,-7 3-66 0,2 0-25 0,-3 0-19 16,1 0-156-16</inkml:trace>
  <inkml:trace contextRef="#ctx0" brushRef="#br2" timeOffset="51951.91">5296 16281 1010 0,'-2'0'10'0,"0"0"1"0,-2 0 2 16,1 0-5-16,-1 0 1 0,-2-2-7 0,3 0-7 15,-1 0 0-15,2 0-4 0,0 1 4 0,0-1 8 16,2 0 2-16,2-19 1 0,6-1 0 0,5-4 4 15,3-3 4-15,3 1-1 0,-16 0-1 0,18-2-4 16,-1 0-3-16,1 6 2 0,-5-2-4 0,-1 4 3 16,0 5 4-16,-2 1-2 0,-4 1 1 0,-1 4-8 0,-4 1 3 15,-3 5-3-15,1 1 9 0,-2 2 16 0,0 0-9 16,4-1 12-16,-2-1-5 0,0 0-10 0,0 2-1 16,-2 0-3-16,0 2 2 0,-2 0-6 0,0 2 0 0,-2 2-3 15,-9 7 1-15,-5 23-3 0,-5-5 5 0,1-1-6 16,0 4 4-16,3-1 6 0,4 1-2 0,-1-2 1 15,3 1-4-15,3-3-1 0,-1 0 2 0,4-2-2 16,-1-4-1-16,-1-5 1 0,-4 1-4 0,6-3 2 16,3-2-1-16,4 0 1 0,0 0 0 0,0-4-1 15,2 1-5-15,2-3 3 0,-3-3-1 0,9 0 2 16,12 10 5-16,0-2-5 0,2-7 0 0,2-5-2 16,0 0-5-16,2-5-1 0,2-5-3 0,1-1 0 0,1-4-6 15,-4 0 5-15,2-1 2 0,-4-1 1 0,-2 13 5 16,4-16 7-16,-4-2-3 0,-4-3 2 0,1 3-2 15,-3 2 0-15,3 1 1 0,-7 4 0 0,-1 1-3 0,-3 1 7 16,-7 1 1-16,1 3 3 0,2 7 10 0,-6 0 10 16,3-1 0-16,1-1 4 0,0 2 9 0,0 0-16 15,-3 2-3-15,1 0-5 0,0 2-18 0,0 2 7 16,0 5 0-16,5 13 1 0,-3-1-4 0,-2-4-1 16,0-3-3-16,-2-2 2 0,0-5-1 0,0-5 2 15,0 2 1-15,0-1-2 0,2 1 3 0,-1 0-9 16,1-2 5-16,0-1-5 0,2-1 4 0,0 0-1 0,12-5 1 15,5-6 0-15,1 3 4 0,2-20-6 0,-4-1-1 16,-3 3-1-16,2 3 8 0,-3-6-6 0,-1 5 2 16,0 1-2-16,-2 5 3 0,-2 10-3 0,-5-1 2 15,1 7-3-15,-1-2 4 0,-1 1 9 0,1-1 3 0,0 2 1 16,-3 2 4-16,3 0-4 0,-2 0-5 0,-1 0 3 16,3 2-6-16,-4-2-5 0,1 11 5 0,1 10-5 15,0-10 1-15,0 5 1 0,-1 3-3 0,3-4 1 16,-2 5-6-16,1-1-4 0,-1-2-5 0,0-6-4 15,-1 0-58-15,1 0-43 0,-2-2-20 0,2 1-6 16,-1-1-64-16,3-2-73 0</inkml:trace>
  <inkml:trace contextRef="#ctx0" brushRef="#br2" timeOffset="52213.31">6243 16188 150 0,'0'0'80'0,"0"0"-58"15,0 0 85-15,0 0-31 0,0 0-29 0,0 0 16 16,0 0 1-16,0 0 7 0,0 0 21 0,1-2-25 15,1 0 3-15,0 1-12 0,2-3-11 0,5-4-9 16,6-5-3-16,4 0-1 0,-3-5-3 0,3-3-1 16,1-1 2-16,-3-6-3 0,2 4-7 0,1 0-3 15,0 0-2-15,1 2 1 0,-4-1 3 0,3 8-8 16,-5-1-3-16,2 8 0 0,-3 1 4 0,1 5 11 16,-4-7 1-16,-5 5 0 0,5-2-1 0,-2 3-1 15,1 1-1-15,4 2-1 0,-1 2-12 0,2 1-4 0,4 5-4 16,5 3 2-16,-2 0-2 0,1 0-16 0,-3-1-13 15,-3-5-6-15,3 3-84 0,2-3-101 0,1-5-77 16</inkml:trace>
  <inkml:trace contextRef="#ctx0" brushRef="#br2" timeOffset="53456.69">6283 13878 582 0,'-1'-2'154'16,"-1"1"42"-16,-2-1-72 0,-11 0-96 0,-7-9 0 16,-2-2-28-16,1 3-13 0,-6 1 1 0,-3 5-6 0,-11 1-6 15,-7-23 16-15,-7 11-3 0,-8 6 7 0,5 5-3 16,-5 4 9-16,4 0-2 0,-4 2 4 0,2 0-5 16,0 3 10-16,0 4-5 0,-4 3 7 0,-9 2-4 15,-10 3 12-15,-8 0 6 0,-7 1 0 0,7 1 14 0,5-2-1 16,3-1-8-16,8 3 6 0,-5 3-7 0,-3 1 6 15,-3 1 2-15,-6 2 0 0,4 0-4 0,2 2 2 16,8-2-2-16,10 0 1 0,8-2-5 0,7 0-7 16,2-2 0-16,2 2-3 0,6-1-10 0,3 1 2 15,2-2-5-15,8-18 3 0,0 18-8 0,5 4 2 16,4 0 1-16,5-2-1 0,4 2-3 0,6-2 0 16,7 2-1-16,-15 2 1 0,8 0-3 0,9 0 2 0,7 0 0 15,6-2 1-15,-5-4-6 0,29 0-5 0,6-3-1 16,5-3 1-16,11 1-3 0,1-4 4 0,-3-4 1 15,7-1 1-15,2-3 1 0,14-3 3 0,7 32-2 16,10-21 3-16,5-10 8 0,0-3-8 0,-3 0 2 16,-6-1-5-16,5-3 4 0,8 0 4 0,7 0-3 0,6 1 2 15,-2 1-6-15,-11 0 5 0,-2 0 0 0,-4 0 1 16,4-1 3-16,11-1-5 0,2 0 6 0,-2-3-5 16,-4-1 2-16,-12-1 8 0,-4-2-6 0,3-4 7 15,8-4 2-15,2-1 16 0,-5 0-2 0,-4-6 7 16,-6 0 0-16,-10-2-9 0,3-4 2 0,-3-1-6 15,5-1 0-15,-3 31 8 0,-9-33-5 0,-2-3 6 0,-14-2-8 16,-6 3-2-16,-8 0 2 0,-9 7-2 0,-7-3 4 16,-10 1-1-16,-1 1-3 0,-12 1 2 0,-1-1-5 15,-4 3-4-15,16-3 2 0,-10 0-4 0,-8-3-5 0,-8 0 5 16,-8 0-5-16,4-4 6 0,-32 1 0 0,-16-6 5 16,-8 1-4-16,-12 6 3 0,-13-6-7 0,-7 12-14 15,-6 7 2-15,-9 7-9 0,-11 13-11 0,-21-29-27 16,-13 35-20-16,-3 26-6 0,-10-19-84 0,-7 60-116 15,-7 12-117-15</inkml:trace>
  <inkml:trace contextRef="#ctx0" brushRef="#br2" timeOffset="67143.53">23993 7980 64 0,'0'-2'0'0,"0"0"9"16,0 0 102-16,0 0-19 0,-2-13 15 0,2 2-44 15,-2 0-6-15,0 2-24 0,0-4-3 0,1 2 0 16,-1-3-2-16,2 1 20 0,0 5-5 0,-2-4 7 16,2 6-22-16,-2 3-6 0,0-3-4 0,0 4 3 15,0 1 3-15,-1-1 9 0,1 4-4 0,-17-9 4 0,-1 5-9 16,-1 4-7-16,-1 4-1 0,0 3-1 0,-2 2 0 16,1 4-8-16,5 0 3 0,-1-5-6 0,4 16-3 15,2-5 4-15,2-3-5 0,9 7 4 0,-1-5-10 0,-12 3 5 16,6-5 1-16,3-1 0 0,4 0 1 0,2 2 6 15,0-1 0-15,4 1 1 0,2 0-4 0,3-2 1 16,-4 1-3-16,16 3 2 0,1-1-3 0,2 3 0 16,0-1 2-16,0 1-2 0,-3 1-3 0,-3 0 6 15,-1 1-4-15,-2 1 5 0,0 0-3 0,-2-2-5 16,-4 0 1-16,0 1-2 0,-3 1 4 0,-4-4 7 16,11-1-1-16,-4-1 2 0,-5-3-1 0,-2 2 7 15,-2-2 5-15,-2-2-1 0,-4 0 4 0,1-4 8 16,-6 0-10-16,-17-3 9 0,0 1-3 0,-2 12-3 0,0-6 4 15,1-4-4-15,-5-3-2 0,6-4-6 0,1-2-2 16,-1 0-1-16,0-2-12 0,4-2 2 0,-4-1-1 16,11-1 1-16,2 2 2 0,4 1-5 0,8 1-2 15,-5-2-4-15,4 2-22 0,1 0-17 0,-1-1-4 16,2-1-5-16,0-2-35 0,2-5-9 0,2-2-7 0,6-5 1 16,1 3-16-16,6 2-42 0,14-2-10 0</inkml:trace>
  <inkml:trace contextRef="#ctx0" brushRef="#br2" timeOffset="68484.63">24303 7759 107 0,'0'-2'101'0,"0"-2"-7"16,-2-20 41-16,-2-2 7 0,3 7-26 0,1 3-11 16,0 3-48-16,-2 0-5 0,2 5-14 0,0 3-22 0,0 3-5 15,-2-2-2-15,0 0-1 0,0 2-16 0,0 1 8 16,0-1-3-16,1 2 4 0,-1 0 4 0,0 2-6 15,2-1 2-15,-15 35-3 0,2 3 1 0,2 2 6 16,0 3-3-16,1 4 4 0,5-1-3 0,-1 5 0 16,1-2 0-16,-1-6 0 0,1-1-1 0,1-2-2 15,2-6 0-15,0-1-2 0,-2-3 0 0,3-1 3 16,-1-2 5-16,2-4-1 0,0 0 7 0,0-3-2 16,0-1 3-16,0-3-2 0,0-4 8 0,2 0 2 0,-2-4-1 15,0 0 1-15,0-5-11 0,0-2 20 0,0 0 0 16,0 0 10-16,1 1 27 0,1 1-20 0,0-2 1 15,0 0-11-15,0 0-21 0,0-2-8 0,0-2-1 16,1 0 0-16,1-2 3 0,0-13 0 0,1-7-1 16,6 0-1-16,1 0-8 0,-3-4 1 0,9 2 1 0,-1 0 0 15,2 0-2-15,-1 2-1 0,-3-4 1 0,4 6-1 16,-5 1 10-16,1-1-9 0,2 7-4 0,-8-3-1 16,4 5-2-16,-5 3 8 0,3 3 1 0,-6 3 1 15,3 2-6-15,-1-3-3 0,-1 1-4 0,-1 2 2 0,-3 2-4 16,0 0 5-16,2 2 2 0,0 2-1 15,1 5 2-15,3 13-1 0,-3 3 5 0,-3-3-3 16,-2 0 8-16,0 0-5 0,0 1-2 0,0-1-1 0,0-3-1 16,0-5 5-16,0 1 0 0,0-2 2 0,0 0 1 0,2 0-2 15,2-3 0-15,-1-1-2 0,1-2 0 0,0-1 1 16,-1-1 1-16,-3-3 2 0,12 8 0 0,1-3-2 16,1 0 4-16,-1-3-2 0,4-2 5 0,-2-2-7 15,0 0 0-15,2-4-1 0,-1-1-1 0,1-3-1 16,2-3-1-16,-1-2 0 0,1 11 0 0,-1-16 3 15,-1-3-3-15,-2 3 4 0,0-1-2 0,-4 2 3 16,0 3 0-16,-2-1 0 0,-1 0-7 0,-1 2 3 16,1 0 3-16,-3 2 0 0,3 0-2 0,-1 3 0 15,-3 3-3-15,-2 1 5 0,-1 0-2 0,3 0 3 0,0 1-5 16,0-1 3-16,-1 0-9 0,-1 2 2 0,0 1 5 16,0-1-4-16,0 0 2 0,0 2 3 0,-2 0-4 15,0 2 4-15,0 0 3 0,0 1-3 0,-2 8 0 16,-4 10-1-16,1-1 4 0,-1 3-8 0,2-1 10 0,1-2-10 15,1-1 9-15,2 1-2 0,0-3-1 0,0-2-1 16,0 0-4-16,0-2 8 0,2 0-5 0,-1-4 5 16,1-2-7-16,2 1 9 0,0-1-3 0,-1-1 6 15,5-2-7-15,3-3 2 0,4 11 0 0,2-3 0 16,-4-5-4-16,11 1 1 0,-6-5-2 0,1-2 2 16,3-1 2-16,-7-3-2 0,2-1 4 0,1-5-3 0,-3 1 0 15,2 4-2-15,-1-12 0 0,1-3-1 0,0 2 1 16,0-3 0-16,-1 3 1 0,-1 1-1 0,-2-1 0 15,2 5 5-15,-8-4-2 0,1 5 3 0,-1 1-6 16,-3 0-3-16,2 3-1 0,-5 5 0 0,1 3 4 0,0 2-1 16,2-4-2-16,0 0-1 0,-1 3-4 0,1-1 5 15,-2 0 0-15,0 2 1 0,0 0 1 0,-1 2-3 16,-1 0 4-16,0 1-4 0,-1 8 5 0,-5 8 0 16,0 1 0-16,1-3-1 0,-1 2 0 0,3-4 0 15,1-4 1-15,0 0 0 0,0-4 0 0,2-1 2 16,0-1-2-16,0-1 2 0,0-2 1 0,0 0 5 15,0 2-2-15,0-1 2 0,2-1-8 0,0 0 8 16,0 0-4-16,1-2 5 0,8 0-10 0,8-6 2 16,1-3-4-16,-3-2 2 0,4 9-2 0,-3-17 2 0,1 3-1 15,-4 3 1-15,-1 0 1 0,-2 7-2 0,-3 1 1 16,-2 3-5-16,-3 0-6 0,0 0 1 0,-2 2 1 16,-1 0 0-16,1 0 5 0,0 0-1 0,2 0 4 15,0 2-3-15,-1 2 4 0,1-3 0 0,3 16-1 0,1-2 1 16,1-4 8-16,-1-2-11 0,5-1 7 0,0-4-6 15,5-3 5-15,3 12 1 0,1-3-4 0,6-5 2 16,3-5-3-16,8-3-3 0,0-9 0 0,2-2 0 16,-2-3 2-16,-2-2-2 0,-2-1 3 0,-3 16-2 15,-2-24 3-15,-2-1 3 0,-1-3-3 0,3-5 0 16,-6-4-7-16,0-7-3 0,-1-6-2 0,-3-2 0 16,1-1 3-16,-5-3-5 0,1 3 8 0,-4 3-6 0,0 4 12 15,-2 7-5-15,-3 2 0 0,-3 8-1 0,-1 1 9 0,-2 8 2 16,13 2-2-16,-8 5 1 0,-3 4-7 0,-4 4 6 15,0 5 0-15,0 0 1 0,-2 1-9 0,0 1 5 16,-2 0 0-16,-11 2 4 0,-7 4-6 0,2 5 4 16,-1-5-2-16,-3 29 4 0,6 4-4 0,1 2 2 15,0-2-5-15,8 6 3 0,1 3 0 0,7 3 0 16,-24-3 3-16,12-1-2 0,6-6 2 0,5-4-1 16,2 2 5-16,4-3-4 0,3-3-2 0,1-1 6 15,1-2-6-15,2-4 7 0,0-2 0 0,0-2-5 16,1-3 7-16,-11-2-6 0,16 0 8 0,0-2-8 0,-2-2-2 15,-2-5-2-15,0-1-7 0,-4-1-6 0,2-2-2 16,-3 3-1-16,-1 1-12 0,-3-4-30 0,-2-2-16 16,1 2-7-16,1-1-70 0,0-1 0 0,-2 0-3 15,-1-1 3-15,1-1 5 0,-2-6 0 0</inkml:trace>
  <inkml:trace contextRef="#ctx0" brushRef="#br2" timeOffset="68647.42">26050 7807 338 0,'-2'-2'92'0,"-3"-2"120"16,-8-3-75-16,0-2-34 0,5 3-9 0,1 2-8 15,-1-1-40-15,5 3 7 0,-1-2-10 0,0 2 5 16,2 0-34-16,1 1 6 0,1-1-3 0,1 0 4 16,1-2 0-16,0 2-5 0,26-9 2 0,2-2-3 0,5-2-12 15,0 2 3-15,2 2-4 0,-1 2 3 0,3 3-11 16,-8 1-55-16,3-1-8 0,-1 4-27 0,-5 0-145 0,2-16-72 16</inkml:trace>
  <inkml:trace contextRef="#ctx0" brushRef="#br2" timeOffset="68846.94">26579 7879 1107 0,'0'-2'84'0,"0"1"182"0,0-3-245 0,0 0-27 0,2 0 8 16,0 1-12-16,2-1 11 0,16-9-4 0,10 2-4 15,9 2 0-15,0 3-5 0,-6 2-32 0,1 1-5 0,-10 1-12 16,-4 0-37-16,-1-2 10 0,-2 0-8 0,-3-1 5 16,-1-1-30-16,0 1-107 0,0-1 47 0</inkml:trace>
  <inkml:trace contextRef="#ctx0" brushRef="#br2" timeOffset="69254.08">27816 7369 677 0,'-2'-2'234'15,"0"0"-309"-15,0-2 277 0,0-5-152 0,-18-4-19 0,-2 6-17 16,-6 3-2-16,-6 2-4 0,1-17-3 0,0 10 1 16,-10 5 4-16,8 4-3 0,-2 6-4 0,-1 1-4 15,11 1-1-15,2 1 0 0,1 0 5 0,15-5-1 16,2 0-5-16,1 0 3 0,6-3-7 0,-9 12 7 15,1 0 3-15,5 0-1 0,3 2 0 0,1 0 2 16,5 0-1-16,3 0 2 0,-1 1-7 0,21 1 5 16,1 2-5-16,-8-1 5 0,12 3-5 0,-10 1 2 15,2 2 0-15,-2-2 1 0,-5 8-3 0,-5-2 3 0,-2 0-4 16,-3 0 3-16,-4-6 3 0,-3 0 2 0,2 4 6 16,11-3-3-16,-6-1 13 0,-5-4 2 0,-4-3 4 15,0-2-2-15,-4-3 5 0,-1-1-2 0,-1-4 2 0,-18 1-3 16,2-2-4-16,-1-2-14 0,-3 14 1 0,4-5-5 15,-4-3 0-15,6-6 0 0,3-2-1 0,2 0 1 16,10 0-11-16,-7 0-18 0,9 0-3 0,-1 0-5 16,0 0-30-16,1 0-85 0,1 0-1 0,0 0-36 15,0-2-77-15,0 0 45 0</inkml:trace>
  <inkml:trace contextRef="#ctx0" brushRef="#br2" timeOffset="69905.44">27974 7801 970 0,'0'0'16'0,"0"0"2"0,2 0 1 16,-1 0-6-16,1 0 0 0,0 0 2 0,2 0 10 15,3 0-3-15,10-3 4 0,-2-1-5 0,2-2-5 16,1-1 0-16,-5-1 0 0,2-1 8 0,0 0 4 16,0 3 6-16,1-10-5 0,-8-5-5 0,5 1-3 15,0-3-2-15,0 1 1 0,7 4-2 0,-7-3-3 16,-2 4-1-16,-3 1 0 0,1 1-14 0,-5 2 3 15,-1 0-2-15,-1 4 3 0,6-1 3 0,-3 1-4 0,-1 2-2 16,-2-1-1-16,-2 3-7 0,0 1-1 0,0 2 1 16,-2-2-1-16,0 1 4 0,-2 1 7 0,-16-8-4 15,0 7 4-15,-10 3-6 0,2 3-6 0,-2 5 6 16,3 5-5-16,-3 4 8 0,6-16-4 0,0 29 4 0,1-2-3 16,5 4 2-16,3-3 5 0,4-1-7 0,1 4 7 15,3-6-4-15,3-2-5 0,2-4 4 0,-9-5-4 16,0 6 3-16,6-1 5 0,1 2-3 0,4-3 3 15,0-6-6-15,4 0 10 0,-3-8-1 0,7 5 4 16,10-3-10-16,10-3 3 0,6-2 2 0,1 16-1 16,2-8-6-16,4-10 4 0,0-4-5 0,1-5 4 0,5-4-6 15,-4-4 4-15,-3-2-3 0,1-3 4 0,-4 15-1 16,-3-21-1-16,-1-4 2 0,-5 4-1 0,0-1 4 16,-4 3-4-16,-3 1 0 0,-5 9-3 0,1-1 5 15,-4 6 3-15,-4 3 1 0,-3 3-2 0,-2 3-7 0,-3 2-5 16,3-2 1-16,0 0-1 0,0 0 3 0,-1 2 7 15,-1 0-1-15,0 2 2 0,0 8 1 0,-2 23-3 16,-6 2 3-16,-1-5-3 0,-2-2-2 0,1-6 5 16,1-3 0-16,1-4 2 0,2-4-1 0,1-2-1 15,1-2-1-15,2-3 2 0,-2 2 8 0,2-4 11 16,0 1-3-16,0 1 4 0,0-2-7 0,2 0-9 16,0-2-1-16,0 0-2 0,20-6-2 0,4-5-1 15,0-4 0-15,4 11-1 0,3-16-4 0,4 3 3 0,-7-3-1 16,3 1 1-16,-3 4-2 0,0 1 4 0,5 6 1 15,-2 3 1-15,-5-1 0 0,-2-11-3 0,-5 8 1 16,-3 3-2-16,1 6-2 0,-8 0-1 0,-2 2-1 16,-1 2 0-16,-5-2-3 0,1 0-3 0,7 14 4 0,-2 1-4 15,-3 0 1-15,-4-6-31 0,0 0-1 0,-2-2-9 16,0 1 6-16,0-5 2 0,0-3 3 0,0 2-2 16,0 0-1-16,-2-3-16 0,0 1-14 0,2 0-6 15,0-2-102-15</inkml:trace>
  <inkml:trace contextRef="#ctx0" brushRef="#br2" timeOffset="70066.07">29192 7051 1481 0,'0'-2'22'0,"0"-1"-2"0,0-12-2 15,2-8-1-15,-2 10-10 0,0 8-18 0,0 3-18 16,1-2-11-16,1 2-6 0,0 1-78 0,0 1-67 15,0 0-33-15,0 0-8 0,-2 1-81 0</inkml:trace>
  <inkml:trace contextRef="#ctx0" brushRef="#br2" timeOffset="70453.84">29221 7632 922 0,'0'0'64'0,"0"0"-6"0,0 0-20 0,0 0 12 0,0 0-36 16,0 0 19-16,0 0 9 0,2 0 0 0,0 0-1 15,2 0-17-15,0 0-2 0,10-3 0 0,7-5 2 16,1-1 13-16,-1-2 4 0,5-6-2 0,0 10 1 16,0-16-10-16,5-3-3 0,-1 4 0 0,1 0-2 0,-1-1-11 15,0 7-3-15,-2-1-8 0,-4 2 4 0,-2 2-6 16,-5 2 1-16,-4 2 2 0,-8 1-3 0,8 5-2 15,-11-1-6-15,0 4-2 0,2-4-1 0,-1 0-13 16,-1 3 2-16,0-1 5 0,0 0-1 0,0 2 9 16,2 2 6-16,-3 0-6 0,3 1 6 0,-2 5-3 0,15 16 2 15,9-2 3-15,2 0 0 0,1 3 4 16,1-3-4-16,2-2-1 0,-3 1 0 0,5-3 2 0,-6 1 2 16,1-1 2-16,-1 1 0 0,0-2 12 0,-4 5-2 15,0 0 4-15,-5 1-3 0,-1-5 2 0,-5 1-7 16,-2-4-2-16,-7-1-1 0,-2 3 2 0,7-2 2 15,-3-2-4-15,-4 2 1 0,-4-2-12 0,-9 5-38 16,-2 8-7-16,-28-3-17 0,-2 3-82 0,-3 0-322 0</inkml:trace>
  <inkml:trace contextRef="#ctx0" brushRef="#br2" timeOffset="72764.5">3396 14751 490 0,'-2'0'0'0,"-1"0"89"0,-16 0 16 0,-7-2 13 0,2 0-1 15,4 2-86-15,3 0-14 0,4 0-1 0,0 0-3 16,5 0 6-16,1 0 13 0,3 0 4 0,1 0 5 0,1 0-3 15,0 0 1-15,-2 0-21 0,0 0 3 16,3 0-11-16,-1-2-4 0,2 1-3 0,0-1-1 16,2 0 1-16,-1-2 4 0,12 2-4 0,17-9 5 0,5-4-5 15,6 2 7-15,9-3-3 0,4-1-2 0,7 2 2 16,4-4 5-16,0-1 13 0,4-2 5 0,-4-4 1 16,4-2 9-16,5 0-11 0,10 2-5 0,18-2 1 15,0 2-4-15,13 0 1 0,-5-5 3 0,-3 3-3 16,1 0-7-16,3 4-3 0,8 0-6 0,9 3 3 0,-3 1-10 15,-6-2 5-15,-4 1 0 0,-8 1 3 0,5 1 2 16,1 1-7-16,-2-3 4 0,-5 1-6 0,-11-3 0 16,-10 5 4-16,-10-1-4 0,-9 3 3 0,-4 1-3 0,-5-2 1 15,-3 6-1-15,-9 0 2 0,-6 1 0 0,-6 3 5 16,-12 0 2-16,-7 1-1 0,-10 4-1 0,-2-2 15 16,-2 3-5-16,0-1 6 0,0-2-11 0,0 0-2 15,0 2 0-15,-37-20-3 0,-11 7-9 0,-6 12-6 16,-8 4-1-16,-4 7 0 0,-7 7 1 0,-9 5 0 15,-10 2-2-15,-18 4 2 0,-3 0 4 0,-4 0 3 16,4 4 1-16,7-2 0 0,-4 0-1 0,-5 3 0 16,-7-1 2-16,1 0-1 0,2-2 10 0,17 1-8 0,5 1 6 15,3 0-6-15,6 1 11 0,-3-3-7 0,6 2 3 16,7-4-5-16,9-4 5 0,17-1 1 0,8-3 1 16,10-3 0-16,10-4-5 0,9-3 5 0,8-5-8 15,3-1 8-15,1 0-14 0,1 2 5 0,2-1-1 0,2-1 5 16,20 8-5-16,45-1 7 0,7-13-4 0,19-11 4 15,7-7-4-15,-2-10-4 0,10-3 2 0,2 31-2 16,8-35 8-16,16 2 5 0,2 0 0 0,-4-2 1 16,-4 4-6-16,-4 0 0 0,0 1-3 0,8 5 2 15,-2-1-2-15,-11 4-5 0,-8 4 6 0,-14 1-5 16,-8 6-1-16,-7 2 3 0,-6 6-5 0,-9 1 3 16,-11 4-4-16,-19-20 1 0,-15 15-1 0,-15 5 1 0,-3 0 2 15,-2 2 2-15,-2 0-1 0,-2 0 2 0,-18 4-9 16,-47 14 0-16,-7 8 1 0,-16-22 0 0,-4 35 1 15,-14 2 4-15,-5 3 2 0,-15 3 1 0,-4 1 0 0,4 2 1 16,0-2-2-16,5 3 3 0,-1-7 4 0,-10-7-2 16,6 0 1-16,9-7-1 0,11 0 0 0,23-4 3 15,5-6 3-15,13 1 0 0,8-6 7 0,12-4-11 16,12-2 3-16,11-5-5 0,5-1-3 0,12-1-5 16,5 2-4-16,0 0 0 0,0-1 1 0,4 1 5 15,13 4 1-15,52-1 2 0,11-11-4 0,11-12 2 16,17-12-3-16,22-4 1 0,6-3-7 0,9-4 1 15,-2 33 6-15,0-35-3 0,4-5 7 0,13 1-4 0,-2-1 0 16,-8 0-1-16,-1 5-4 0,-19 4 3 0,4 1 1 16,-17 7 1-16,-11 3 5 0,-21 3-9 0,-21 9 3 15,-20 1-4-15,-12 3 14 0,-19 5 6 0,-9 1 0 16,-2 2 1-16,0-2 2 0,-2 1-12 0,-39-18 4 16,-42 10-7-16,-16 15-1 0,-18 14 3 0,-9 7-3 0,-11 6 4 15,-3 1 0-15,-12 7 0 0,-7 0 4 0,1 2-4 16,-2-38 3-16,6 34-1 0,-4 2-3 0,2-5 4 15,11 1 6-15,23-2 4 0,14-3 0 0,17-4 1 16,8-5-9-16,5-7-7 0,13-2 0 0,16-3-2 16,8-2-4-16,23 3-5 0,7-3-2 0,7-1 0 15,2-1-5-15,2 3 9 0,4-3 4 0,35-1 1 0,31 26 4 16,20-23-2-16,2-13-4 0,18-14 0 0,14-10-3 16,23-9 5-16,13 36-2 0,-1-42 2 0,3-7-4 15,-2 2-1-15,1 2 4 0,4 3-3 0,-9 4 1 0,-22 6 1 16,-10 3-3-16,-18 10 2 0,-4 4-3 0,-22 6 1 15,-13 3 2-15,-22 5 1 0,-25 1 8 0,-9-7 6 16,-7 7 1-16,-2 1 2 0,-2 0-1 0,-4 2-9 16,-65 0 4-16,-14 13-3 0,-16 9 6 0,-6 10-7 15,-9-28-1-15,-14 42-2 0,-9 2 4 0,-15 0 0 16,-1 4 1-16,3 2 0 0,-1-4 1 0,3-3-2 16,-4-6 4-16,12-6-1 0,14-2 16 0,15-7-11 0,14 0 8 15,12-7-9-15,3-2 7 0,21-6-4 0,14-2-1 16,16-5-2-16,16 0-5 0,9-1-4 0,3 1-4 15,1 0 0-15,0-2-8 0,4-1 6 0,26-1-1 16,46-13 3-16,11-11-3 0,8-9-1 0,15 20-4 16,13-34 2-16,10-5-5 0,11-3 10 0,-1 1-1 15,-6-6 2-15,-3-3-7 0,0 10 3 0,-4-1-6 0,-7 7 5 16,-10 6-8-16,-26 4 5 0,-12 6 3 0,-23 8-1 16,-13 3 2-16,-20 9 7 0,-12 3 2 0,-1 3 4 15,-4 1 2-15,-2 0-6 0,-20-9-5 0,-58 4 0 16,-18 17 0-16,-25 19 3 0,-7 12 1 0,-7-31 0 15,-2 49-4-15,-8 8 0 0,-7-3 4 0,-6 3-2 16,0-8 1-16,6-3 5 0,10-2-3 0,1-7 5 16,5-5 0-16,19-4 2 0,13-7-4 0,27-3 3 0,12-1-7 15,17-7-3-15,11-3 2 0,16-2-3 0,9-6-9 16,12 1 0-16,-2-3 0 0,4-1 0 0,0 0 0 0,4 0 7 16,55 16-4-16,23-18 5 0,18-13-5 0,34-17-9 15,11-9 5-15,12 33-5 0,5-48 11 0,14-2-2 16,3-7 3-16,3-2-1 0,-2 0 4 0,-10 1 1 15,-6 7-1-15,-6 6 0 0,-14 7 4 0,-27 5-6 16,-11 9 3-16,-24 7-3 0,-15 8 3 0,-28 8 3 16,-15 1-5-16,-20 2 3 0,-2-2 1 0,-2 3-46 15,-4-1-8-15,-67 4-22 0,-23 22-83 0,-27-17-249 16,-24 54-102-16</inkml:trace>
  <inkml:trace contextRef="#ctx0" brushRef="#br2" timeOffset="98187.01">22929 3219 83 0,'0'0'-25'0,"0"0"38"0,-2 0 5 0,0 0 7 16,-1-2 26-16,-1 0-20 0,0 2 5 0,-5-4-10 16,5 3 9-16,-1-1-4 0,-3-2 2 0,6 4 1 0,-3-2-5 15,-3-2-17-15,5 3-9 0,-1-1 3 0,0 0-6 16,2 0-5-16,0 0 2 0,1 0 0 0,-1 0 1 16,0 1-3-16,2-1 6 0,0 0-1 0,2 0 4 15,0 0 2-15,1 0 3 0,-1 2 3 0,20-5-1 16,1 1 0-16,1 0-8 0,2 1 4 0,-2-1-5 15,-4 2 10-15,5-2-6 0,2 1-4 0,1 1 0 16,4 0-3-16,1 0 8 0,1 0-1 0,1 0 3 0,-2 0-11 16,3 1 7-16,-1-1-6 0,8 2 5 0,-3 0-3 15,3 0 0-15,0 0 0 0,-10 0 0 0,6 2-2 16,-3-1-1-16,1 3 5 0,2 0-3 0,-4-2 0 0,-2 1-3 16,-1 1 1-16,-2 0-1 0,-3 0 3 0,-1-1 7 15,0 3-7-15,0-2 4 0,-1-1-1 0,-1 1-3 16,0 0 3-16,2-1-4 0,0-1-4 0,0 0 11 15,-2 0-1-15,2 0 5 0,0 0-15 0,2 0 13 16,0-2-5-16,1 0 9 0,-4 0-3 0,1 0-2 16,0 0-2-16,0-2 0 0,9 0-2 0,-6 2 3 15,-3-2 1-15,0 2 0 0,-9-2-9 0,4 0 2 16,-1 0 0-16,-3 1 3 0,1-3-1 0,-5 2-3 0,2 0 1 16,-4 0 0-16,0 0 4 0,-1 1 1 0,-1-1-4 15,-2 2 3-15,1-2 1 0,-3 2-4 0,3-2 1 16,-4 2-3-16,3-2-1 0,-3 2 1 0,-1 0 5 15,-1 0-3-15,0 0 10 0,0 0-6 0,0 0 4 0,0 0-5 16,0 0 1-16,-2-2 2 0,1-5-2 0,7-2 2 16,-4 3-1-16,-1 0-3 0,1 1-3 0,2-4 1 15,-3-1 4-15,3-3-5 0,-2-2 3 0,-1 4-4 16,1-2-1-16,-2 4 0 0,0-2 3 0,0-2-1 16,1 0 2-16,-1 2-2 0,0 1-3 0,0 1 3 15,0 2 5-15,1-3-3 0,1 1 4 0,0 0-6 16,1-2-8-16,1 0 8 0,-4 5-4 0,0 2 5 0,1-3-1 15,1 0 4-15,-2 3-3 0,2-2 3 0,-1 3-4 0,-1 3 0 16,4-4 3-16,-2 2-3 0,1-2 4 16,1 2 9-16,-1 1-9 0,1-1 9 0,-1 0-9 0,-1 0-3 15,2 0 4-15,-1 2-4 0,-1 0 10 0,2 0-6 16,-3 0 7-16,1 0-8 0,0 0 3 0,-2 0 3 16,3 2-10-16,1 0 7 0,-4-2-12 0,5 7 6 15,-1 8 2-15,-1 0 1 0,4 2-3 0,-3 1-1 16,1 3 5-16,1-3-5 0,-3-1 3 0,3 0 1 15,1-1-4-15,0 1 4 0,3 3-2 0,4-5-4 16,-8 2-1-16,5-2-1 0,3-2 8 0,-6 0-1 16,3 0-1-16,1-4 0 0,-2 0-4 0,-1 1 5 0,0-3 0 15,-4-1 2-15,3-3-5 0,-1 1 1 0,4-2 3 16,-6 0-1-16,1 2-2 0,-1-3 7 0,-1 3-8 16,5 4 10-16,0-3 6 0,-9-5-16 0,3 2 8 15,-3-2-8-15,0 0 7 0,4 0-5 0,-3 0 5 0,3 0-5 16,0-2 10-16,3-2-8 0,-4 1 1 0,3 1-3 15,-1-17-3-15,1-3 2 0,5-2-3 0,0-4 4 16,0 0 5-16,-2-5-8 0,2 1 3 0,-2-3-3 16,-2 1 2-16,2 3 2 0,-1 1-3 0,-1 6 2 15,0-2-7-15,1 6 2 0,-3-1 3 0,0 5 0 16,-1 4 0-16,0 1 1 0,-3 6 2 0,-1 1-2 16,0 2-3-16,-2 0-4 0,2 2-2 0,2-3 0 0,-1 1 0 15,1 0 8-15,0 2-2 0,-1 0 4 0,1 2-8 16,-2 0 6-16,2 3-3 0,7 19 5 0,0 4 2 15,-4 0-3-15,1 2-1 0,-3 1 0 0,3-1 2 16,-3-2-5-16,1-4 7 0,0-2-6 0,-1-3 1 0,1-3-1 16,1 3-2-16,-1-6 4 0,3 6 3 0,-2-5 2 15,1 1-5-15,-3-4 3 0,3 2-7 0,-3-3 5 16,-1-3-1-16,2 1 3 0,-1 1-6 0,1-2 4 16,-2-1 3-16,-1-1 0 0,-1-1-8 0,0 0 4 15,0 0 1-15,-2-3 3 0,2-1 0 0,1 2 1 16,1 0 0-16,-2-2 2 0,2 2 2 0,-2-2-8 15,1 2 3-15,3 0-3 0,-2-2 8 0,5 0-8 0,-2 0 3 16,1 0-3-16,1-4 7 0,2-2-6 0,0-1 3 16,4 5-4-16,5-15-1 0,1-5 4 0,1 0-6 15,-1-4 6-15,-5 2-2 0,3-2 3 0,-1-6 0 16,1 4 0-16,0-3-5 0,-1 5-5 0,3-2 4 16,-3 8-4-16,3 1 9 0,-7 2 1 0,-4 6-5 0,-1-2 2 15,-3 6-12-15,3 1 10 0,2-3-6 0,-4 5 6 16,5-1-6-16,-5 3 3 0,0 0 2 0,3 0-2 15,-3 2-6-15,2 0 11 0,-3 0-3 0,3 4 4 16,-3-1-4-16,-1 12-3 0,-1 4 4 0,2-2-1 16,-3-4 6-16,3 5-5 0,0 2-2 0,1-1-1 15,2 1 2-15,1-3 3 0,-1-4 3 0,0-2-1 0,4-3 4 16,0 1-8-16,2-3 5 0,4 1-5 0,1 0-5 16,4-3 5-16,0-2-3 0,8 0 4 0,-1 2 6 15,6 18-5-15,8-7 2 0,7-6-4 0,4-5 3 16,9-4-3-16,2-2 6 0,-1-2-6 0,1-1 7 0,-2-3-6 15,-4-1 5-15,1 1-4 0,1-3 10 0,0 2-10 16,6 2-2-16,1 1 0 0,3 0 3 0,7-1-2 16,-8 0 3-16,0-3-2 0,-1 3 7 0,-10-1-7 15,0 1 1-15,-9 0-3 0,0 1 8 0,0 2-9 16,-3 1 5-16,3-1-7 0,-8 0 6 0,-3 0-2 16,-4 1 2-16,-7-1-2 0,0 0 3 0,-8 1 0 15,-2 1-4-15,-9 0 2 0,-1 0-4 0,-5 2 0 0,-1 0-5 16,0-2 0-16,-1 0-42 0,-1 0-100 0,0 1-9 15,-2-1-38-15,0 0-110 0</inkml:trace>
  <inkml:trace contextRef="#ctx0" brushRef="#br2" timeOffset="99085.02">25298 1830 126 0,'0'-2'-27'0,"0"0"87"0,0 0-38 16,0-1 40-16,0-1-12 0,0 0-26 0,0 1-2 15,-2-1-6-15,0 0 3 0,1 0-12 0,1 3 2 0,0-1-6 16,0 0 8-16,0 0-10 0,0 0 11 0,0 0-11 15,0 2 18-15,0 0-5 0,0 0-2 0,0 2 0 16,0 0-5-16,1 2 8 0,-1 1-2 0,4 16 4 16,2 3-9-16,-3 2 1 0,1 4-2 0,-2 5 3 15,-2 6 2-15,0 1-3 0,-2 1 1 0,-2 0-3 16,3-8-5-16,-3 0 0 0,0-3-1 0,4-10 1 16,0-1 5-16,0-8-9 0,0-2 9 0,0-4-8 15,0 1 9-15,0-3-6 0,0-1-1 0,0 0 2 0,0-1 14 16,0 1 11-16,0 0 0 0,0-2 1 0,0-1-8 15,0 1-10-15,0 0-5 0,0-2 0 0,-2 0-4 16,0-2 0-16,1-1 8 0,-3-7-6 0,-5-16-2 0,3 0 6 16,2-3-9-16,2-7 7 0,2-1-1 0,2 2-5 15,4-8 5-15,1 4-5 0,3 2 0 0,-1 4 4 16,0 1 0-16,-1 6 0 0,3 0 0 0,0 2-2 16,0 2-5-16,0 1 2 0,2 3 2 0,-7 1-1 15,18 2 1-15,0 2-2 0,2 2 2 0,-2 2-1 16,0 1 0-16,-1 1-2 0,-3 3-2 0,-3 2 3 15,-2 0 0-15,-2-7 0 0,-4 4 3 0,2 1-5 0,-5 2 7 16,3 2-6-16,-4 0 1 0,-1 2 1 0,0 0-1 16,-1 1 3-16,1 5 9 0,0 12-8 0,-4 3 3 15,-4 3-3-15,-3 0 3 0,-6 1 0 0,-4 3 0 16,0-4 0-16,8 0 7 0,-15-2-6 0,0 0 1 16,-2-1-4-16,0-1-1 0,4-5 4 0,-1-4-4 0,7 0 3 15,-5-6-9-15,4-1 3 0,1-1 3 0,1 6 1 16,6-5 3-16,-1 0-4 0,8-6-2 0,-1 1 2 15,-1 1-1-15,0 0-6 0,1 0 4 0,1 0-6 16,0 0 1-16,0 0 9 0,2-1-4 0,0 1 4 16,2 2-9-16,0 0 6 0,0-1-2 0,22 5 3 15,-2-4 2-15,4 5-7 0,2-2 3 0,2 4-4 0,-3 1 7 16,1-1-1-16,2-4 0 0,-2-1-1 0,2-3 1 16,-3 1 3-16,1-2-3 0,-2 0 1 0,-2 0-3 15,0 14 0-15,-7-8 1 0,0-1-1 0,0-1-16 16,-4-2-5-16,5 3-1 0,-5-3-2 0,0-1-18 0,4 3-2 15,-6-4-52-15,0 0 16 0,2 0-180 0</inkml:trace>
  <inkml:trace contextRef="#ctx0" brushRef="#br2" timeOffset="99484.7">26137 2062 43 0,'0'-2'34'0,"0"0"40"15,0-1 19-15,0-10 17 0,0-6-50 0,-1 2-23 0,-1 1 3 16,0 1-9-16,0 2-3 0,0 0-3 0,0 2-4 16,0 3 2-16,1-1-7 0,-1 2-5 0,0 3 0 0,0-2-1 15,2 4-4-15,-6 1 1 0,-1-5-1 0,-8-1 0 16,2 3-5-16,4 2 1 0,-6 2-6 0,0 0 4 16,4 2 2-16,0 3-8 0,2 1 8 0,-1 5-7 15,-3 13 8-15,2 4-1 0,4-4-1 0,-1 2 0 16,3 6-2-16,3-8-2 0,2 8 4 0,4-3-1 15,-1-5 7-15,3 2-5 0,1-1-5 0,1-3 2 16,3 0 0-16,-2-1-2 0,2-1 6 0,-1-2-3 16,1 1 12-16,0-2-12 0,-2-2 6 0,-1-2-7 0,-1 1 1 15,0-1 7-15,-1-1-7 0,0 1 8 0,-1-2-6 16,1-2 1-16,-1 2 6 0,-3-3-2 0,2 1 7 16,-2-2-11-16,0 1 6 0,-2-3-5 0,0-1 13 0,0 0 24 15,0-1-7-15,0-1 13 0,0 2-3 0,0 0-22 16,-2-1-4-16,0 1-5 0,0-2-7 0,0-2-5 15,-11 6 7-15,0-3-7 0,0 1 5 0,2-2-5 16,-4 0-1-16,0-2 0 0,0 0 11 0,1 0-27 16,1 0 4-16,-4-2-15 0,2 0-6 0,2 0-55 15,-2 0-37-15,0 0-10 0,0 1-147 0</inkml:trace>
  <inkml:trace contextRef="#ctx0" brushRef="#br2" timeOffset="99741.67">25775 2344 512 0,'0'-2'12'0,"0"1"7"16,0-3 33-16,0 0-40 0,0 0 3 0,0 1-17 15,2-1-13-15,0 0 13 0,2 1-4 0,16-9 5 16,10 1 0-16,9 2 12 0,7 0 5 0,8 1 3 0,2-3 18 15,1 0-9-15,1-2 6 0,1-2-8 0,-5 4-6 16,-2 0-18-16,0 2 5 0,-9 3-8 0,-2 2-4 16,-2 4-19-16,-6 2-8 0,1 4-5 0,-3 1-41 0</inkml:trace>
  <inkml:trace contextRef="#ctx0" brushRef="#br2" timeOffset="169601.53">27446 3226 256 0,'0'0'-27'0,"0"0"25"15,0 0 5-15,2-2 3 0,0 1 25 0,0-1-9 16,2 0-9-16,-2 2 0 0,9-6 0 0,-4 3-4 16,1-3 1-16,-3 2 2 0,-1 2 0 0,1-3 13 15,-1 1 3-15,0-3-2 0,-2-3 2 0,3 3-5 0,-3 3-4 16,2-1 4-16,-4 3-4 0,4-2 7 0,-3 0-15 16,1 1 5-16,0 1-9 0,0 0 3 0,0 0 3 15,0 0-5-15,0 0 5 0,-2 1-7 0,0-1 4 16,0 2-2-16,0 0 2 0,0 0-11 0,0 0 7 15,0 2-7-15,0-1 6 0,0 1-9 0,0 0 10 16,0 0 4-16,0 2 0 0,0-1-8 0,-2 9 10 16,0 1-8-16,0 1 10 0,0 1-2 0,0 0-4 0,-1 4 7 15,-1 1-7-15,0-1 10 0,0 3 3 0,1 2-6 16,-1-2 4-16,0 1-13 0,1-1 2 0,-3 0 2 16,0 2-1-16,1 2-4 0,1-1-2 0,0-1-3 15,3 0 0-15,1 2 0 0,0-6-1 0,1 4 1 0,1-1 2 16,0-3 10-16,0 2-11 0,0-1 2 0,0-5-4 15,1 3 2-15,-1-4 3 0,0 0 3 0,-2-4-3 16,0 4-3-16,0 0 0 0,0-6-2 0,0 0 1 16,0 0 3-16,0-1 5 0,-2 3 0 0,0-4-1 15,1-1-3-15,-3 0-4 0,0-5 1 0,-14 5-1 16,-1 0 17-16,-7-5-9 0,-2 5 4 0,-2-4-6 16,-3 2 0-16,3-3 8 0,4 16-2 0,0-6 3 0,4-5-7 15,2-2-1-15,-1-3 2 0,3 1-2 0,-1 0 3 16,2 0-3-16,2-2-4 0,2 0 1 0,4 0-5 15,0 0 2-15,3 0-1 0,1 0 2 0,1 0-6 0,2 0 6 16,-2 0-7-16,1 2 5 0,-1 0-14 0,2 0 9 16,0-1 2-16,0 1 3 0,2 0 5 0,0 0-3 15,2 0 0-15,0 0-1 0,6 1-6 0,18 9 5 16,1-1 0-16,3-2 2 0,2-2 0 0,3 1-3 16,6-1-2-16,-2-1 0 0,-4-1 4 0,-1 1 3 15,-7 0 0-15,-2-3-1 0,-1 3-5 0,-2-1 1 16,-3 1-4-16,-3 0 4 0,1-1 5 0,-8-1-2 0,2 1 0 15,-7-3-1-15,0 0-4 0,0 2 4 0,-1 0 1 16,-1-1 3-16,0 1 2 0,-2-2 5 0,0 5-5 16,0 1 4-16,-2-3-5 0,-2 1-4 0,-20 1 4 15,-9-1-6-15,1-1 0 0,-1 3 6 0,-1-4-2 0,5-1 4 16,1 1 3-16,0 0-8 0,0-2 2 0,6-1-3 16,-4 1 2-16,5 13 1 0,1-4-2 0,0-3 0 15,3-3-4-15,2-1 1 0,2 0 1 0,6-3 0 16,-1 1 1-16,1 0-4 0,3-2 0 0,0 0-1 15,1 0-2-15,-1 2 3 0,0 0 0 0,0 0 1 16,3 0-7-16,-1-1 10 0,0 1-4 0,0 2 7 16,2 0-1-16,0-1-8 0,0 1 2 0,2 0-4 0,0 0 6 15,0-1 1-15,1 1 0 0,8-2-1 0,4 0 3 16,2 3-3-16,-2 3 4 0,-2 1-4 0,7 0-3 16,-9 1 3-16,2-1-1 0,0 0 3 0,-9 0-3 15,5 1 4-15,-5-3-3 0,-2 1 6 0,2 1-6 0,-1 0-3 16,-1 2 1-16,8 0-1 0,-1 4 7 0,-2 4-4 15,-3-2 4-15,-2 1-4 0,-2 4 8 0,-2-3-10 16,0 5 3-16,-2 4-4 0,1-6 0 0,-3 2 1 16,2-3-1-16,1-4 3 0,-1 3 5 0,0-3-8 15,2 3 2-15,1-1-5 0,-1-4 5 0,2 1 2 16,0-1-2-16,0 0 2 0,0 0-1 0,0-2-1 16,2 2 3-16,-2-2-2 0,1 0 6 0,1 0-4 15,0-4-1-15,2 2-1 0,0 0-2 0,-3-2 7 0,1 1-4 16,0-3 5-16,0 1-6 0,-2-3 0 0,0-1 0 15,0 0 0-15,0-3-10 0,0 1-21 0,0 2-8 16,0 0-5-16,2-1-47 0,0 1-47 0,-2-2-50 16</inkml:trace>
  <inkml:trace contextRef="#ctx0" brushRef="#br2" timeOffset="170234.11">27879 4038 558 0,'0'0'16'0,"0"-2"-2"0,0 0-12 16,0 0 5-16,0 0-13 0,0 2 5 0,2 0 2 15,0 0 1-15,-2 2 0 0,0 0 1 0,0 5-1 16,0 19 1-16,-2 2 0 0,-4 2 3 0,-3 3 11 15,-2 3 0-15,2-1 3 0,-3 0 6 0,3 4-3 16,0-4-3-16,0 3 0 0,1-3-1 0,3-4-5 16,-1-3 4-16,0-4-6 0,1 1-5 0,3-11 6 15,-2 5-6-15,2-8 5 0,2-5-9 0,-1 3 6 0,1-5 3 16,0-1 0-16,-2 1 12 0,0 0 11 0,0-2-4 16,0 0 5-16,0-1-21 0,0-1-5 0,1 0-2 15,1-1 0-15,-2-1-4 0,0-8 2 0,-2-23-2 0,4 1 1 16,0-5-5-16,4-2 0 0,1 4 4 0,5-4-4 15,1 4 0-15,4-1 1 0,0 1-6 0,3 2 5 16,1 1-6-16,-17 4-8 0,22 4 6 0,2 2-6 16,2 0 11-16,-2 5 4 0,3-2-1 0,5 5 0 15,-3 1-12-15,3 1 8 0,-3 3-3 0,-1 4 7 16,1 1 7-16,1 0-7 0,1-16 0 0,-10 10-3 16,1 5 1-16,-11 3-1 0,-4 2 0 0,-1 0 0 15,-7 0 1-15,3 2 5 0,0 0-1 0,-2 1 4 0,0 7 5 16,-2 5-5-16,-6-2 4 0,-3 0-5 0,-17-2 12 15,-6 0-3-15,2 0-3 0,-7 0-1 0,4 0-10 0,-4-1 5 16,2 1 4-16,3-4 0 0,6 1 0 0,0-1-10 16,2-1 2-16,5-1-3 0,1 3 5 0,3-3-2 15,2 3-4-15,4-1 2 0,1 0 0 0,3 3-1 16,1 1 2-16,0 2-2 0,2 3-6 0,-9 1 6 16,2 2-6-16,1 1 7 0,5 2 1 0,3-1 1 15,0-1 3-15,3 3-2 0,3-5 5 0,1 1-7 16,5 3 1-16,-1-3-3 0,0-3 3 0,0 1 7 15,-5-6-7-15,10-2 7 0,1-1-8 0,-2-3 4 16,-2 5 1-16,0-1 0 0,2-2 1 0,-2-1-19 16,-2 3 2-16,4 1-11 0,0-3-21 0,-1 0-25 0,5 1-9 15,-8-4-3-15,2 1-25 0</inkml:trace>
  <inkml:trace contextRef="#ctx0" brushRef="#br2" timeOffset="170592.33">28440 4415 458 0,'0'-2'35'16,"0"0"-6"-16,0-2 7 0,0 0 8 0,0 1-17 0,0-1-13 16,0 0-13-16,0 2 0 0,0 1-3 0,0-1-1 15,0 0 1-15,0 0 4 0,0 2-1 0,0 0 13 0,0 2-4 16,0 0-1-16,-2 0 1 0,0 3 9 0,-5 17-4 15,-1 3-1-15,3-1-2 0,-3-2-6 0,1-2 6 16,-1 3-1-16,-1 3 1 0,2-4-6 0,-1-2-1 16,3-1 2-16,-1-4-2 0,0 0 8 0,3 0-11 15,1-4 7-15,0 2-8 0,0-4 11 0,0 2-2 16,2-2 1-16,0 3 1 0,0-5 9 0,0 2-11 16,2 1 10-16,2-3-8 0,-2-3 18 0,0 3-12 15,18-5-3-15,4 15-2 0,0-6-5 0,2-2-3 0,-2-3 0 16,-1-5 0-16,-3-1 11 0,1 0-14 0,-3 0 2 15,-1 0-5-15,-2 0-4 0,0 0 0 0,-2-1-4 16,0-1-1-16,-4 0-27 0,0 0-9 0,-3 0-6 16,-3 2-1-16,1-2-21 0,0 1-149 0</inkml:trace>
  <inkml:trace contextRef="#ctx0" brushRef="#br2" timeOffset="170830.98">28380 4686 342 0,'0'-2'147'16,"0"0"-162"-16,0-2 162 0,0-1-81 0,0-5-45 15,2 3-8-15,0 1-3 0,0 1 0 0,3-3 1 0,8 3-1 16,10-1 0-16,1 1-2 0,0-3-5 0,2 1 1 16,0 3 2-16,0 2 0 0,-4-13 2 0,1 4-8 15,-7 6 1-15,-3 1-1 0,-2 2 6 0,-3 0-4 16,-1 2 0-16,-1 0-1 0,-2 0-5 0,-1 0-27 15,1 0-3-15,0 0-11 0,-1 0-52 0,-1 0-84 16</inkml:trace>
  <inkml:trace contextRef="#ctx0" brushRef="#br2" timeOffset="170970.38">28416 4433 412 0,'0'0'44'0,"0"-2"16"0,0 0 29 15,0-1 7-15,0-1-60 0,1 0-18 0,1 1-6 0,2-3-3 16,0 0-8-16,18-1-3 0,4 1-3 0,0 3-5 16,-2-3-45-16,0 4-54 0,-1 0-46 0</inkml:trace>
  <inkml:trace contextRef="#ctx0" brushRef="#br2" timeOffset="171341.3">28806 4275 437 0,'0'0'41'0,"0"0"-1"0,0-2 4 16,0 1-12-16,0-1-8 0,1 0-23 0,1 0 2 16,0 2 0-16,20-9-1 0,4 1-7 0,-3 3 2 15,1-1 0-15,2 2 3 0,3 1 12 0,-1 1-1 16,-4 2 0-16,2 0-1 0,-5 0 7 0,1 2-4 15,-3 1 9-15,-4 3-7 0,-2 1 14 0,-6-1-19 16,0 9 3-16,-3 13-5 0,15 5 11 0,-10 2 4 0,-9 4-2 16,-6 4 2-16,-5-4 4 0,-5 0-4 0,-3-4 0 15,0-5-3-15,18-8-12 0,-20-7 9 0,4 2-11 16,4-10 9-16,8 3-12 0,1-1-1 0,0-2 4 16,1-1-5-16,-1-2-2 0,0-1 7 0,1 1 2 15,1 0 4-15,0 0 6 0,2-1-10 0,0 1 1 0,2 0-5 16,1-2 6-16,23 9-11 0,6-2 8 0,-2-5-9 15,-4-2 2-15,0-2 4 0,-4 0-10 0,2 0 6 16,0-2-33-16,-1 0-17 0,-3 0-10 0,-1 2-2 16,-5 0-35-16,-4 0-139 0</inkml:trace>
  <inkml:trace contextRef="#ctx0" brushRef="#br2" timeOffset="171955.81">26815 5144 124 0,'0'0'21'0,"-2"0"22"16,0 0-28-16,-1-2 1 0,-1 1-2 0,-9-1 6 15,0 0 23-15,-4 0 11 0,1-2 2 0,3 2 3 16,-2 1 4-16,2-1-16 0,3 0-4 0,-3-2-5 0,2 0-7 16,-2 1 5-16,-5-5 3 0,8 6-2 0,-1-1-11 15,0 1-8-15,2 0-2 0,-2 0-1 0,1 0-8 0,3 2-4 16,0 0 2-16,-3 0-3 0,-1 0 1 0,4 0 1 16,1 0-4-16,2 0 3 0,1 2-3 0,-1 0 1 15,0 0 10-15,2 0-2 0,1 1 23 0,-1 1-7 16,2 0-3-16,2 0 0 0,3-1-5 0,32 20-12 15,8-9 8-15,3-6-9 0,2-4 2 0,8-3 6 16,-1-1-9-16,-1-1 8 0,5-1-7 0,1-2 15 16,-1 2 8-16,6 0 1 0,-2 2 17 0,3 0-27 15,-6 0 3-15,1 0-9 0,-6 2-3 0,-8 0-9 0,-5 0 0 16,-10 0-2-16,-5 0 4 0,-6-2 5 0,-5 1 0 16,-3-1 1-16,-4 0 0 0,-3 0-5 0,-3 0 4 15,-1 0-3-15,-2 0 8 0,1 0-9 0,1 0-4 16,-2 0-4-16,0 0-23 0,0 0-8 0,-2 0-5 15,0 0-1-15,-2 2-21 0,-2 0-149 0,-11 4-14 0</inkml:trace>
  <inkml:trace contextRef="#ctx0" brushRef="#br2" timeOffset="172217.32">26862 5657 803 0,'0'-2'11'0,"-2"0"21"0,0 0-25 0,0 0-7 16,0 0-3-16,0 1-1 0,0-1 3 0,1 0 1 16,1 2 2-16,0 0-2 0,0 0 0 0,0 0 14 15,0 0 6-15,1 0 2 0,1 0 16 0,2 0 11 16,11-4 2-16,9-1 3 0,4-1 5 0,1-1-21 15,3-1-8-15,0 1-3 0,1-1-19 0,-1 5-7 16,-5-1 4-16,1 2-7 0,-2 2-16 0,0 0-38 0,4 2-11 16,5 0-12-16,2 0-71 0</inkml:trace>
  <inkml:trace contextRef="#ctx0" brushRef="#br2" timeOffset="173014.87">27558 3206 264 0,'0'-2'15'0,"0"0"9"15,0 0 21-15,0 0-36 0,0 1 4 0,0-1-14 16,0 0 3-16,0 0 6 0,0-2-1 0,0 2 1 15,0 1-3-15,0-1 28 0,0-2-9 0,0 0 14 16,0 1-12-16,0-1 7 0,-2 0 2 0,0 0 0 0,0 1 0 16,0-1-7-16,0 0-2 0,1 1-1 0,-3-1-8 15,0 2 4-15,2 2-5 0,-9-6 3 0,2 3-4 0,-10-1-1 16,6 4 2-16,-3 0-4 0,1 0-4 0,7 0 3 16,-6 2-6-16,4 0 4 0,7 0-6 0,-14 5 1 15,6-1 1-15,0 1-2 0,-4 2 2 0,5-3 0 16,7-4 5-16,-1 0-5 0,0 1-5 0,-3 7 0 15,1-3 2-15,4-1 0 0,-1 3 0 0,3-4 10 16,0 3-9-16,0-3 11 0,0-1-2 0,0-2 9 16,2 2 3-16,1-1 0 0,8 3 4 0,8 1-10 15,3-3 2-15,2-4-4 0,-3 0 5 0,1-4-15 16,0-3 3-16,-3 0-6 0,0-3 10 0,-6 3-4 0,1-2 1 16,-8 5-4-16,1-5-7 0,-5-4 2 0,0-2 3 15,9-2 2-15,-3 2 6 0,-5 4-7 0,-1-2-4 16,-2 2-1-16,0 3-7 0,-2 3 6 0,0 1 0 15,-1 2 1-15,-14-5 0 0,-3 1-5 0,1 3 2 0,1 3-4 16,8 0 5-16,1 1-22 0,3 1-1 0,1 0-9 16,1 0-20-16,0 4-22 0,-1 3-1 0,1 2-7 15,4-2-4-15,2 2 14 0,2-5-53 0</inkml:trace>
  <inkml:trace contextRef="#ctx0" brushRef="#br2" timeOffset="173745.64">27846 3052 268 0,'0'-2'10'0,"0"0"65"0,-2 0-10 15,0 0 28-15,0-1-67 0,0-1-4 0,0 0-3 16,0 0 1-16,1 1 0 0,-1-1-7 0,0 2 0 16,0-2-2-16,0 3 3 0,0-3-2 0,2 0 2 0,0 2-1 15,0-1 9-15,0-1-7 0,0 0 7 0,0 2-7 16,2 0 9-16,0 1-8 0,0-1-1 0,0 0-1 15,0 0-1-15,1 0-9 0,1 0 7 0,0 0-6 16,9-1 10-16,3-1-6 0,5 2-2 0,5 2-1 16,5 2-2-16,8 2 1 0,0-1 3 0,4 1 0 15,5-2 11-15,8 0-2 0,5-2 3 0,4 0-1 16,0-2 3-16,0-2-6 0,-3-1-1 0,-1 1-1 0,4-2 0 16,0 1-7-16,4-1 1 0,8 3-2 0,3-3 3 15,4 0-6-15,-2 3 2 0,-12-3-4 0,-5 2 3 16,-13 4 0-16,-5 0 3 0,-7 0-2 0,-1 0 3 15,-1 0-6-15,-1 0 1 0,-2 0-1 0,2 0 8 0,-9 0-6 16,-4 0 1-16,-5-1-1 0,-6 1 1 0,0-2 4 16,-4 0-1-16,-5 2 3 0,-1 0-1 0,1-2-2 15,0 0 0-15,-1-2 0 0,-3 3 2 0,8-12-7 16,-4 2 6-16,-3-2-7 0,1 3 9 0,-2-1-7 16,0 2-4-16,0 1 1 0,-2-1-1 0,-1 0 0 15,-1 1-2-15,0 1 1 0,1 1-6 0,-5 1 5 16,-1-3 1-16,-2 1 0 0,1 1-2 0,5 5-4 0,-8-3 0 15,0 2-1-15,-4 2 0 0,-1 2 6 0,1 3-4 16,0 5 4-16,-1 3-8 0,-1-4 10 0,2 13-5 16,2 4 5-16,1 0-8 0,3 0 4 0,1-2 2 15,5-5 0-15,-1-2-5 0,4-4 7 0,0-2-7 0,-5-2 8 16,3-2 0-16,2-3 9 0,2-2 8 0,0 0 0 16,0 0 19-16,0 1-12 0,2 1-3 0,0-2-3 15,2 0-8-15,5 0 2 0,10-2-1 0,3-2 2 16,-4-4-2-16,1-1 6 0,0-2-6 0,-8 1 5 15,-4 3-11-15,-1-7 5 0,-3-2 3 0,12-9 0 16,-7 10 5-16,-3-2-11 0,-1 1 2 0,-4 3-7 16,-4-4-20-16,1 9-35 0,-25 1-11 0,-17-16-10 0,-7 17-63 15,-9 12-308-15</inkml:trace>
  <inkml:trace contextRef="#ctx0" brushRef="#br2" timeOffset="174470.43">23026 3223 151 0,'0'0'48'0,"0"0"-1"0,0-2 10 0,-2 0-4 16,0 0-12-16,0 0-15 0,0 0-11 0,0 0 0 15,-1 1-4-15,-1-1-8 0,-5-2 27 0,-4 0-11 0,-6 1 17 16,2 1-2-16,-9 0 6 0,0 0 2 0,11 2-1 15,-7 0-4-15,2 2-7 0,-4 2-5 0,-8 1-1 16,4 1-16-16,2-1-3 0,6 1 3 0,3-1-4 16,0 5 1-16,6-3-3 0,0 1 5 0,5-5-4 15,1 5 3-15,-3 1 3 0,1 2-7 0,3-3 8 16,2-1 12-16,2-1 13 0,0-5 4 0,0 3 1 0,2 0 10 16,2 0-12-16,9 1 7 0,20 3-11 0,-3-8-11 15,0-2-5-15,0-2-5 0,-4-2 4 0,-4 1 0 16,-2-1-6-16,1-1 7 0,-12 3-7 0,-2 0 1 0,-5 4 6 15,2-3-4-15,0-1 4 0,-2 0-8 0,1-5-3 16,-1 2-1-16,-2 1 0 0,0 0 2 0,0 5-31 16,-2-3-5-16,0 2-16 0,-9-2-82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31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10442 0 0,'0'0'1008'0'0,"2"0"-1008"0"0,-1 0 32 0 0,3 0-24 0 0,-3 0 56 0 0,14 0-96 0 0,1 0 8 0 0,-2 0-56 0 0,2-2-256 0 0,1 0-2312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8T03:46:03.8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25541 11062 31 0,'-1'-2'-1'0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26:45.31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9048 3094 63 0,'0'0'13'0,"0"0"12"0,-2 0 35 0,0 0 16 0,-1 0 4 16,-16-1-5-16,4-1-20 0,4 0-5 0,-2 0 0 16,2 0-6-16,-2 2-7 0,4 0-1 0,3 0-3 15,-3-2-13-15,7 2 8 0,-2 0-3 0,2 0 3 16,-1 0-11-16,-1 0-2 0,0-2-4 0,1 2 4 16,1 0 2-16,0 0 4 0,0 0-6 0,2 0 4 15,0 0-2-15,0 0 1 0,2 0 9 0,2 0-6 0,10 0 8 16,16-3-4-16,4-1-1 0,5 0-1 0,3-1 6 15,1-3-7-15,-2 1 0 0,1-4-3 0,5 0 3 0,3-2-5 16,4 0 1-16,7-2-3 0,8-2-3 0,3 0-7 16,6 2 0-16,0 1-3 0,0 1-2 0,-7 3 1 15,-4-1-1-15,-8 2 3 0,-3-4 1 0,-4 2 0 16,3-2 1-16,-3 5-2 0,0 3-3 0,2 1 3 16,-2 2-2-16,-4 0 3 0,-1 2 5 0,1 0-11 15,-3 0 8-15,-3 4-8 0,1 2 6 0,-9-3-5 16,-5 3 1-16,1 1-1 0,0 1 3 0,-2-1 2 15,1 1-4-15,-5-3 3 0,1 1-4 0,-3 1 1 0,2 1 1 16,-4-3 0-16,1 1 0 0,-3-3 0 0,-1 1 2 16,-2-2-1-16,-2 0 0 0,-2 0 3 0,-4-2-5 15,3 0 4-15,-1 0-1 0,-5 0 4 0,3 0 1 16,-5 0 0-16,2-2 2 0,-1 0-6 0,-1 0 6 16,-2 0-7-16,6-14 2 0,-2-1 1 0,-3-5-4 0,-1 1 3 15,0 1-5-15,0-1 3 0,0-3-1 0,0 2 2 16,0-2 2-16,-1-4-5 0,1 6 4 0,0-1-4 15,0 3 7-15,1 1-5 0,1-1 4 0,0 3-4 16,0 2 6-16,0 2 0 0,-2 2-6 0,0 2 4 16,0 0-5-16,0 1 5 0,0 3-1 0,0 1 2 15,0 2-4-15,0-2 1 0,2 1 1 0,0-1-1 0,-1 0 0 16,1 2-2-16,0 1 1 0,0-1-1 0,0 0 6 16,0 0-5-16,0 2 3 0,1 0-4 0,1 2 4 15,2 0-5-15,7 3 7 0,-2 3-7 0,0-6 8 0,2 18-9 16,-2 4-1-16,2 0 0 0,-7 2 3 15,5-2-1-15,-2 2 2 0,-2 4-1 0,10 0 1 0,-4 0-3 16,-2-4 2-16,4 1-2 0,-7-4 7 0,-3-1-8 16,10 0 6-16,0-3-6 0,0 1 3 0,0-5-2 15,-8-2-1-15,2-4 1 0,1 1 11 0,-1-1-7 16,-2-5 3-16,-3 3-4 0,3-5 0 0,-1 2 4 16,1 1-3-16,1-1 2 0,-4-2-5 0,1 0 4 15,-1-1-1-15,0 1 2 0,-3-2-5 0,1 0 3 16,2 0-1-16,0 0 1 0,-1 0-5 0,1-2-1 0,0 1 0 15,3-1 0-15,-3-21 4 0,3-1-2 0,1 0-1 16,1 0 0-16,0 2 1 0,3-4-4 0,-1-2 3 16,0 2-6-16,0 0 6 0,0 4 2 0,4 3-1 15,-4 2 1-15,-2 4-4 0,1 0 5 0,-1 4 0 16,-2 4 2-16,3-1-3 0,-3 4-4 0,-1 0 2 0,1-3-2 16,2-1 5-16,-3 4-2 0,1 0 0 0,-1 1 0 15,-2 1 8-15,-1 0-5 0,1 0 3 0,-2 0-4 16,0 0-6-16,1 3 4 0,1 1 0 0,4 7 3 15,-1 0 0-15,-1 2 2 0,-1 0-2 0,-1-2 2 16,1 2-1-16,1 2-5 0,-2-5 0 0,-2-5-2 0,1 4 5 16,-1-5-4-16,2 2 5 0,0-1-5 0,3-1 5 15,8 2-5-15,3-1 1 0,5 1-2 0,-3-4-3 16,8 3-1-16,-6-3-1 0,10 17 2 0,1-6 3 16,3-6-5-16,8-5 4 0,-1-2-4 0,1-2 3 0,3-2-3 15,-3-1-3-15,-3-3 3 0,4-1 6 0,-1 0-6 16,3-2 2-16,3-1-4 0,0 3 0 0,4 0 8 15,3 0-2-15,3-1 3 0,-6 3 1 0,5-2-1 16,-7 1 0-16,-2-1-1 0,0 1 1 0,-9 1 1 16,0 1 1-16,-6 1 1 0,1-1 1 0,-9 3-1 15,1-1-3-15,-4 0 0 0,-3 2-6 0,-6 0 7 16,0 2-1-16,-4 0 4 0,-4 0-1 0,-1 0-9 16,-1 0 6-16,-1 0-7 0,0 0 3 0,-1 0-24 0,-1 0-14 15,0 0-12-15,0 0-146 0</inkml:trace>
  <inkml:trace contextRef="#ctx0" brushRef="#br0" timeOffset="645.95">11319 3334 729 0,'-2'-2'72'0,"-9"-3"156"0,-2-3-207 0,2 3 7 16,0-1 0-16,1 0 4 0,1 3-1 0,2-1 1 16,1 2-9-16,-1 0 4 0,5 2-14 0,-2 0 6 15,-3 2 2-15,5-2 1 0,-4 15 7 0,2 15-7 16,-16 3 6-16,7-1-8 0,4 3 3 0,3-2-7 15,4 3 1-15,2-3-3 0,0-1 3 0,0 3 0 16,0-2-2-16,2-3 1 0,2-2-12 0,0-4 9 16,-3-11-7-16,1 0 7 0,0-2-18 0,-2-2 5 0,2 4-5 15,-2-5 4-15,0-3-2 0,0-3-1 0,0 2 4 16,0 0-4-16,0-2 1 0,0-1-3 0,0-1-5 16,-2 0 1-16,0 0 1 0,0-1 3 0,1-3-1 15,-5-7 0-15,-3-15-4 0,1-2 7 0,3 0 4 0,-1-4-2 16,2-3-2-16,3 5 3 0,1-3-1 0,0 1 3 15,1 3 7-15,1 1-6 0,4-2 1 0,1 6-3 16,4 0 0-16,2 2 0 0,-11 1 1 0,15 5 1 16,2-1 2-16,8 2 0 0,-4 0-3 0,8 4 2 15,-3 4 3-15,-6 1 3 0,-1 2 5 0,-6-7-3 16,-2 6-3-16,-2 1-3 0,0 4 0 0,-5 0-1 16,-3 0 2-16,1 2 0 0,-4 0-1 0,9 20 1 0,-5 2 6 15,-4 2-4-15,-6 0 0 0,-5 2-2 0,-4-4 0 16,10 2 9-16,-21-2-6 0,5-3 5 0,-3-1-12 15,4-1 5-15,1-3 1 0,1-5 1 0,7 4-7 0,-4-6 6 16,0-3-4-16,7 1 5 0,-1-1-7 0,4 0 1 16,3-1-2-16,-4 3 2 0,2-3-3 0,-3 6 3 15,1 2 2-15,5-5-1 0,-1 8-8 0,2-12 5 16,0 4-1-16,2-1 5 0,-1-3 3 0,5 5-10 16,13-5 4-16,-6 5-4 0,1 0 7 0,9 1 0 15,3-3-6-15,2-3 1 0,-2-4-13 0,-2 0 2 16,0 0-5-16,0 0 4 0,0 0-10 0,-2-4-27 15,-1 0 6-15,1-1-19 0,2-1-56 0,-1 2-335 0</inkml:trace>
  <inkml:trace contextRef="#ctx0" brushRef="#br0" timeOffset="925.26">11937 3369 713 0,'-2'0'48'0,"0"-2"81"16,-1 1-62-16,-10-3-2 0,-6-2 8 0,1 3-5 15,3 1 14-15,-2 0-25 0,2 2 4 0,4 0-13 16,2 0-16-16,3 0-7 0,2 2-4 0,1 0 1 0,1-1-7 16,-2 18 1-16,0 0-5 0,-10 3 3 0,2 0-8 15,5 4 5-15,3 4 1 0,4 0 0 0,0-1-1 16,4 1 4-16,2-2-2 0,3 5 3 0,2-5-7 0,2 4 1 16,0-1 1-16,0-5 0 0,0 8-1 0,0-3 2 15,0 1-2-15,-4-4 2 0,-1-2-11 0,-3-4 5 16,-1 2-3-16,-2-2 6 0,-2 1 5 0,0-3-11 15,-2 0 0-15,-4 3-3 0,-1-5-4 0,-4 3-7 16,-2-1-3-16,7-1-4 0,-12-1-28 0,-1-5-137 16,-3 0-75-16</inkml:trace>
  <inkml:trace contextRef="#ctx0" brushRef="#br0" timeOffset="1107.61">11679 3878 1297 0,'0'0'7'0,"0"0"1"0,0-2 10 0,0 0 4 0,2 0 3 16,0 1 44-16,0-3 24 0,1 0-19 0,18-9 13 15,5 4-72-15,3-6-14 0,9 4 0 0,1-4-6 16,0-2-19-16,1 6-31 0,5-4-22 0,5 0-44 16,4-3-493-16</inkml:trace>
  <inkml:trace contextRef="#ctx0" brushRef="#br0" timeOffset="1866.36">12659 2747 340 0,'-1'0'34'0,"-1"0"-6"0,0 0 25 15,-2 0 1-15,-5 0-5 0,-4 0-2 0,2 0 2 16,-2 0 7-16,2 0-4 0,1 0 9 0,1 0-4 0,5 0-3 15,2 0 0-15,1 0-14 0,-3 2-4 0,0 0-5 16,2 0 0-16,0 0-17 0,2-2-3 0,2 0-5 16,2 0 2-16,24 2-16 0,22-1-7 0,-2-1 5 15,10-1-3-15,9-3 21 0,0-2 7 0,7-1 0 0,2-1 1 16,4-1 7-16,3-2-10 0,10 0 3 0,11 0-5 16,0 1 10-16,6 1-12 0,-5 0 11 0,-4 0-12 15,-1 1 6-15,0 1-14 0,10 1 0 0,1-1-2 16,-1-3 14-16,-8 1 7 0,-9 0-4 0,-6 0 6 15,-3-3 5-15,-5 3-4 0,1 0 3 0,-4 0-5 16,-1 1 4-16,-9 3-9 0,-8-3 4 0,-12 4-6 0,-5 1 7 16,-9-1-7-16,-6 2 1 0,-6 0-4 0,-1 0 6 15,-6 2-4-15,-2 0 0 0,-5 0-3 0,-1 0-4 0,-3 0-3 16,0 0-1-16,2 0-1 0,-1 0-7 0,-1 0-27 16,0 0-3-16,0 0-9 0,-2 0-20 0,0 0-76 15,-2 0-18-15,-2 0-27 0,-20 0-110 0</inkml:trace>
  <inkml:trace contextRef="#ctx0" brushRef="#br0" timeOffset="2974.19">14683 2690 527 0,'0'0'43'0,"0"0"-5"0,0-2 26 0,-2 0 5 0,1 0-9 16,-1 0 5-16,0-1 1 0,0-1 3 0,0 0-4 16,0 0-10-16,-1-3-13 0,1 1-6 0,0 1 0 15,0-1-5-15,0 1-9 0,2 3 3 0,0 0-4 16,-4-2 6-16,1 1-3 0,-1-1 1 0,0 2-2 16,1 0-5-16,-1 2 0 0,-2 0 2 0,3 0 0 15,-3 0 2-15,2 0 0 0,2 0-1 0,1 0 1 0,-1 0 2 16,-2 4-9-16,2 0-2 0,-2 1-2 0,1 1 0 15,1-3-5-15,0 1 4 0,0 0-5 0,0 0 4 16,2-1-7-16,0 1-1 0,0-2-1 0,0 0 0 16,0 0 2-16,2-2-1 0,0 0 2 0,0-2-3 0,0 0 3 15,0 0 0-15,-1 0 0 0,1-2 0 0,0-1 2 16,0-4 0-16,0 1 1 0,-2 1 2 0,0 1-8 16,0 1 9-16,0 1-8 0,0 0 13 0,0 2-9 15,0-1-2-15,0-1-1 0,0 0-4 0,-2 2 3 16,0 0-2-16,0 1 2 0,0-1 3 0,1 0-8 15,-1 2 7-15,0 0-6 0,0 2 3 0,0 0 0 16,2 1 0-16,-2 10 1 0,0 13-1 0,1 4 1 16,-1 5-1-16,0 2 2 0,2 2 1 0,0 4-3 15,0-4 0-15,0 6 0 0,-2 1 0 0,0-3 3 0,-2 1-2 16,1-7 4-16,-1-3-5 0,0-1 3 0,1-3-2 16,-1 0 2-16,2-2-3 0,0-2 3 0,-2-2 0 15,1-2 1-15,-1 2 3 0,0-3-1 0,2-3 3 0,1-3-3 16,-1 0-5-16,2-4 7 0,0-2-4 0,0-1 5 15,0-3-1-15,0-1 0 0,0 0 3 0,0-1-2 16,0 1 3-16,0 0 0 0,0 0-1 0,0-1 0 16,0-1-1-16,0 0-1 0,0 0-2 0,0 0 1 15,-2 0 3-15,0-1-7 0,0 1 4 0,0 0-6 16,-1-2 6-16,-16 2-6 0,-1 0 3 0,-1-2-4 0,3 0 6 16,-3 0-6-16,3 2 4 0,-5 0-3 0,3-1 2 15,1 1 1-15,-3 0-1 0,5 0 0 0,-1 0-4 16,1 0 0-16,6 0-1 0,-6-1 1 0,8 1 4 15,0 0-4-15,3-2 3 0,2 0-3 0,1 2 0 0,-1 0 0 16,0 0 0-16,2 0 0 0,0 1 1 0,1 1-3 16,-1 0 0-16,2-1-1 0,0 1 3 0,0 0-12 15,2 1 2-15,-1-1-4 0,18 4 10 0,9-3-3 16,5-1 1-16,-9-1-3 0,8 16-7 0,-2-8 6 16,1-2-2-16,1-3 4 0,-1-2 7 0,1-2 1 15,-4-1 1-15,-2 1 1 0,-4 0 0 0,-7 0-5 16,2 2 4-16,-4-2-4 0,-2 1 4 0,-4-1 0 15,1 2-5-15,-3 0 4 0,-3-4-2 0,-2 1 2 0,9 14 2 16,-3 2-1-16,-2 2 10 0,-4-5-8 0,-6 3 9 16,-3 0-9-16,-4 1 9 0,0 1 4 0,-13 0-9 15,-4-3 8-15,-5-3-6 0,7 8-1 0,-5-6 4 16,-1-1-4-16,4 3-2 0,-3-4-2 0,3 0 2 16,2-2-1-16,4 0 0 0,0-3-3 0,6 1-1 0,-1 2 0 15,2-3 0-15,4-1-1 0,2-1 3 0,6-3-3 16,-1 1 3-16,4 0-3 0,0 0-7 0,2-3 3 15,0 1 4-15,0 0-1 0,0 0 4 0,-1 2-3 16,-1-1 3-16,0 1-8 0,2 0 1 0,2-2-3 16,0 0 7-16,1-1 0 0,8 5 2 0,4 0-2 15,-4-3-5-15,8 3 5 0,-6-2-1 0,2-1 2 0,-2 1-4 16,-6 0-1-16,-1-2 1 0,-1 1 0 0,1 3 3 16,-2 11-3-16,-3 1 1 0,5 4-1 0,-4 4 0 0,16 4-2 15,-5 2-2-15,-5 1 1 0,-3 6 6 0,-1 2-4 16,-4 0 3-16,0 3-4 0,-2-3 11 0,-1-2-6 15,-1 0 2-15,4 2-3 0,0-4 5 0,-2-2-2 16,2-3 3-16,-2-6-5 0,0-2 4 0,2-2 2 16,0-1-3-16,0-3 2 0,0-1-9 0,0 0 7 15,0-4-6-15,0 0 5 0,0-2-11 0,0-2-7 16,0 0-2-16,0-3-5 0,0 0-29 0,0-1-31 16,0-1-58-16,0 0 1 0,0-1-262 0</inkml:trace>
  <inkml:trace contextRef="#ctx0" brushRef="#br0" timeOffset="3551.92">14993 3871 1086 0,'0'0'3'15,"-2"1"-1"-15,1 1 6 0,-1 0 6 0,-2 2 0 0,-7 14 33 16,2 7 16-16,1-1-1 0,1 0 4 0,-1-2-17 16,1 0-22-16,1 3 2 0,3-1-9 0,-3 0 1 15,2 0-11-15,1 0 2 0,1-2-5 0,0-3 0 0,-9-2-3 16,1-3-4-16,7-4 2 0,1-3-4 0,2-3-4 16,0-2 1-16,-2 1-2 0,0 1 2 0,2-2-8 15,0 0 1-15,0 0-3 0,0-2 6 0,0-2 3 16,0 0 2-16,0-5 1 0,-2-18 2 0,2-1-6 15,0 1 6-15,0-5-6 0,0-4 6 0,4-3 2 16,0 0-2-16,1-6 2 0,3 1-1 0,3-1 4 16,0 4-4-16,0 4 4 0,2 5-4 0,2 0 1 15,-2 6 1-15,0 4 2 0,-11-4 7 0,24 11-1 0,-4 1 3 16,-1 9-4-16,1-12-2 0,-5 7 11 0,-1 5-7 16,5 1 8-16,-5 2-13 0,-4 2 3 0,-5 1-1 15,-3-1 2-15,-1 22 3 0,-1 4 2 0,15-2 4 16,-6 6-2-16,-7-2-3 0,-6-3 9 0,-5 3-2 15,-5-8 5-15,-1 1 3 0,10-5 2 0,-18 1-5 0,3-4 5 16,-6-2-5-16,3 2-6 0,3-1 1 0,-5 1-3 16,7 0-4-16,4 2-5 0,3-2 2 0,7 0-4 15,-1-1 2-15,-9 3-6 0,3 0 0 0,2 1-2 16,3-1-1-16,4-2 4 0,0 0-2 0,0-4 4 16,2 2-5-16,2-2 0 0,1-2-1 0,1-1-1 15,5-1-1-15,9-3-14 0,3 0 4 0,-3 10-9 0,-3-4-8 16,9-3-3-16,-4-3-9 0,4-2 4 0,4-2-14 15,-8-2-89-15,0-2-5 0,1-1-35 0,-3-1-68 16,2-1-62-16</inkml:trace>
  <inkml:trace contextRef="#ctx0" brushRef="#br0" timeOffset="3830.93">15463 4093 278 0,'0'0'53'0,"0"0"-4"0,0-1 57 16,0-1-11-16,0 0 5 0,0-2-17 0,0 0-4 15,0-3 2-15,0 1-3 0,0 1-7 0,0 1-10 16,0 2-1-16,0 0-4 0,0 1-9 0,0-3-16 15,0 0 4-15,0 0-7 0,0 3 4 0,0-1-5 16,0 0-1-16,-2 2-2 0,0 0 0 0,1 2 2 16,-1 0-2-16,-2 5 2 0,-7 15-3 0,2 1-3 0,-1 3 4 15,3-2-4-15,-1 2-2 0,3-2 0 0,-1 0-3 16,3-2 3-16,-1 0-6 0,4 1-5 0,0-5 3 16,0-1-4-16,2 0 2 0,1-2-4 0,1-2 1 0,4 1-1 15,-5-6 3-15,3-1-3 0,1-1 3 0,10-4-2 16,2 1 3-16,1 12-5 0,0-5-2 0,4-3 0 15,-1-3-1-15,3-2-1 0,-4-2 1 0,6-4-2 16,-2-2-8-16,-4-1-1 0,8-4 0 0,-12 1 0 16,1 1-2-16,-2 0-4 0,-6 1-4 0,4-1 2 15,-6 4-12-15,-5 3-31 0,-1-2-14 0,-1-3-9 16,6-3-75-16,-5 3-93 0,-1 1-34 0</inkml:trace>
  <inkml:trace contextRef="#ctx0" brushRef="#br0" timeOffset="4035.01">15445 4221 969 0,'0'0'3'0,"0"0"2"0,0 0 9 16,0 0-9-16,0 0 10 0,1 0 20 0,1 0 32 16,2 0 0-16,5-1 8 0,13-3-8 0,3-2-9 15,2 1-3-15,3-3-3 0,-2 1-21 0,5-2-15 16,-1-1-4-16,-2 3-4 0,3-2-13 0,-12 3 3 0,5 1-9 15,-8 1 3-15,-9 2-39 0,4 0-32 0,-9 0-80 16,0 2-3-16,0 0-415 0</inkml:trace>
  <inkml:trace contextRef="#ctx0" brushRef="#br0" timeOffset="4191.97">15417 4062 813 0,'0'0'15'15,"0"0"-3"-15,0 0 48 0,0 0-4 0,0 0 13 16,0 0-9-16,0-2-17 0,0 0-2 0,2 0-6 15,-1 0-15-15,5 1-9 0,24-11-6 0,7-1 0 16,5 0-15-16,7-1-19 0,6-5-7 0,7-1-11 0,1-3-79 16</inkml:trace>
  <inkml:trace contextRef="#ctx0" brushRef="#br0" timeOffset="4473.37">16093 3874 979 0,'-2'0'31'0,"0"-2"46"0,0 1-32 0,0-1 2 16,0 0 3-16,0 0 0 0,1 0 14 0,-1 0-15 15,2 0 5-15,2-1-9 0,-1-1-9 0,1 4-3 16,28-2-5-16,1-16 1 0,3 5-8 0,-3 5-1 0,3 4-3 16,-1 4 1-16,-3 6-2 0,-4 1-9 0,0 8 1 15,-9-5-5-15,1 23-4 0,-12 4 4 0,-4 2 6 16,20 2-3-16,-15 0-4 0,-7 3 7 0,-7 1-5 15,-8-2 7-15,-2-1 4 0,-1-5 8 0,-1-1-4 0,1-3 4 16,1-3-6-16,4-6 4 0,2-2 1 0,2-3-2 16,1 1-9-16,3-3-4 0,1 0-3 0,4-8-1 15,0 2-6-15,0-7 4 0,2 0-6 0,-2-3 5 16,20 12-16-16,8-3-20 0,4-10-1 0,10-10-14 16,3-8-69-16,11-8-242 0</inkml:trace>
  <inkml:trace contextRef="#ctx0" brushRef="#br0" timeOffset="4970.37">13768 5245 575 0,'-2'0'111'0,"0"0"245"0,-2-2-328 16,1 0-16-16,1 2 0 0,0 0-3 0,0 0 18 15,0 0 42-15,2 0 2 0,0 0 8 0,2 0-18 0,2 0-8 16,9 0-2-16,18 0-1 0,5-2-7 0,1-2-4 15,6 1-9-15,3-3 4 0,0-1-17 0,8-1-1 16,0 1-1-16,2-1-1 0,-6 1-12 0,-2 3-7 16,2-1 2-16,-9 3-5 0,2 0-7 0,-13 2-25 15,-6 0-22-15,-6 2-14 0,-3 1-208 0</inkml:trace>
  <inkml:trace contextRef="#ctx0" brushRef="#br0" timeOffset="5124.91">13948 5698 716 0,'0'0'35'0,"0"0"-48"0,0 0 50 15,2 0-27-15,2 0 26 0,7 0 64 0,20 1-14 0,6-1 31 16,6-1-6-16,5-3-32 0,1-2 1 0,4-3-17 16,-2-2-46-16,2-2-20 0,-1-2-18 0,2-4-11 15,2-1-163-15</inkml:trace>
  <inkml:trace contextRef="#ctx0" brushRef="#br0" timeOffset="5889.03">14698 2697 707 0,'0'0'32'0,"0"0"13"0,-2-2 16 0,0 0 8 0,1 1-45 16,-1-1-5-16,2 0 2 0,0 0-3 0,0-2 0 16,2 1 5-16,-1-1-1 0,3 2 0 0,28-5-14 0,9-3 7 15,5 1-3-15,13 0 6 0,10-1 4 0,9 3-1 16,2 0 7-16,-4-1-5 0,-2 1 4 0,-5-1 8 16,3-1-11-16,-5 0 11 0,0 1-5 0,5-1-11 15,-3 2 7-15,-6-1-11 0,-1 3 2 0,-7-1-9 16,-5-1 1-16,-3 1-3 0,-8-1 0 0,-9-1 1 15,-6 1 0-15,-4-3 1 0,-3 3 0 0,-6-4 11 16,-4 3 1-16,-3-1 4 0,0 0 5 0,3 0 12 16,-1-1-6-16,-1 1 8 0,1-2-15 0,-2 2-1 0,-3-3 0 15,-1 3-1-15,0 2-6 0,0 3-2 0,0-2-6 16,0 3 4-16,0 1-12 0,0-2-4 0,0 2 1 16,-1-1-1-16,-3-1 2 0,0 2-8 0,-11-2 8 0,-1 4-8 15,-3 4 7-15,-5 5 3 0,2 2-3 0,1 4 4 16,3-9-6-16,5 12 9 0,0 3-5 0,9-4 7 15,-5-1-8-15,-2-1-1 0,1 0 4 0,5-2-3 16,3-2 5-16,2-3 0 0,0-1-2 0,2 0 2 16,0-1 0-16,-2-4 1 0,18 11-1 0,3-4 1 15,3-1 2-15,4-5 6 0,1-3-1 0,-1-3 1 16,-4-3-6-16,-5 0-1 0,-6 1 4 0,-6 1-2 0,1 0 4 16,-7 4 1-16,5-7-4 0,1-4 3 0,-1-2-13 15,-6 0-13-15,-2 0-7 0,-3 0-5 0,-3 4-45 16,-38 3-211-16,-6-20-120 0</inkml:trace>
  <inkml:trace contextRef="#ctx0" brushRef="#br0" timeOffset="6582.91">9169 3163 181 0,'0'0'67'0,"0"-2"14"0,-2 0 1 16,0 1-41-16,0-3 9 0,0 0-15 0,-3-5 5 15,-3-4 2-15,3 0 1 0,-3-4 10 0,3-1-10 16,-1 1-1-16,1 0-5 0,1 2-8 0,2 2 2 15,-2-3 3-15,-1-1-2 0,-1 2-2 0,1 4 4 16,-1 2-6-16,4 5 6 0,0 0-4 0,-5 2 7 16,-8-9-5-16,2 4 2 0,-2 1-13 0,0 4 5 15,-3 2-3-15,-4 6 2 0,-4 7-11 0,1-11 7 16,1 29 1-16,6-5 2 0,1 4-6 0,4-2 7 0,6-8 0 16,1 1 3-16,2-6-1 0,-3-6-7 0,1 0 3 15,3-1-3-15,3-3 10 0,0-3-9 0,0 2-1 16,1-1-3-16,3-1-9 0,24 9 7 0,5-7-3 15,-7-6 6-15,0-5 2 0,4-4-1 0,0-4 1 0,-2-2-2 16,-10 12 1-16,-1-16 3 0,-6 1 2 0,-3 5 1 16,-1 6 3-16,2-3-2 0,-1 1-3 0,-5 0 0 15,-3 0-19-15,0 5 0 0,-1 3-4 0,-3-1 0 16,-26-9-31-16,-9 9-110 0,0 12-96 0</inkml:trace>
  <inkml:trace contextRef="#ctx0" brushRef="#br0" timeOffset="7347.51">7537 3501 538 0,'-2'0'0'0,"0"0"1"0,-2 0 16 0,1-2 2 15,-1 0 14-15,0 1 13 0,0-1 16 0,3 0 24 16,-1 0-1-16,0 0 2 0,0 0-12 0,0 0-19 15,0-1 0-15,0-1-6 0,2 0 3 0,0 1-4 16,6-7-5-16,3 1 0 0,21-2-13 0,2-2-8 16,3 0-1-16,-4 2-4 0,5 0-6 0,-5 3-10 15,1 3 7-15,3 3-8 0,-5-2 1 0,-2-15-7 0,-1 8-1 16,-2 6-3-16,-1 1-10 0,-4 2-12 0,1 0-7 16,-1 2-4-16,-5 0-47 0</inkml:trace>
  <inkml:trace contextRef="#ctx0" brushRef="#br0" timeOffset="7534.06">7724 3202 717 0,'0'0'339'0,"-2"0"-491"0,1 0 408 0,-1 0-238 0,0 0-16 15,0 2 0-15,0 2 5 0,-15 25-2 0,3 9 16 16,1 2-7-16,1 7 1 0,1 3-4 0,2 6-8 15,0 3-5-15,3 6-3 0,1 7-3 0,1 6-13 0,2 4-105 16,2-4-119-16</inkml:trace>
  <inkml:trace contextRef="#ctx0" brushRef="#br0" timeOffset="7857.72">7897 5480 682 0,'-2'2'22'0,"0"0"34"16,0 0-24-16,-1 0 2 0,-1 0 2 0,0-1 0 15,2 3 10-15,0 0 13 0,2 0 0 0,0 9 6 16,2-2 7-16,4-2-24 0,3-3-4 0,28-5-7 16,8 24-15-16,9-11-2 0,0-12-2 0,5-4-1 15,0-5-13-15,1-4 0 0,-4 0 1 0,-6 0-2 0,-4 1-13 16,-5 3-26-16,-2 1-3 0,-8 1-8 0,-1-1-28 0,-6 1-363 16</inkml:trace>
  <inkml:trace contextRef="#ctx0" brushRef="#br0" timeOffset="8371.99">6900 4398 418 0,'0'-2'34'0,"-2"0"-6"0,-2-9 34 0,-3-13-5 16,-1 2-12-16,3 3-4 0,-1 4 1 0,3 2-1 0,1 4-1 15,0 3-11-15,2 4-6 0,0-1 0 0,0-1-7 16,0 2 1-16,0 0 5 0,0 2-2 0,0 0 17 16,0 2-11-16,2 13 3 0,3 24-7 0,1 0-2 0,-2 2-2 15,-1 3-2-15,-1-1 1 0,2 2-2 0,-2-1 1 16,0-1 3-16,-1-6-3 0,-1 0-3 0,2-7 10 16,-2-6-8-16,2 0 9 0,0-7-6 0,0-6 2 15,0-2 4-15,-2-5-1 0,0-2 8 0,3 2-1 16,1-1 0-16,7 1-1 0,2-4-8 0,2-2-1 15,2-5-1-15,1-1 0 0,-1-25-2 0,0-4-2 16,0-6-5-16,-3 4 3 0,5-7 6 0,-2 1-3 16,-4 1 4-16,0 1-6 0,-4 2-7 0,-2 8 3 0,-1 3-2 15,0 4 1-15,-3 5-4 0,8 5-5 0,-5 6-3 16,-2 3-3-16,-4 3-12 0,0 2-22 0,2-1 2 16,-2-1-8-16,0 2-10 0,0 2-28 0,0 0-81 15,0 2 20-15,0 4-233 0</inkml:trace>
  <inkml:trace contextRef="#ctx0" brushRef="#br0" timeOffset="8613">7529 4377 376 0,'0'0'34'16,"-2"0"0"-16,1 0 44 0,-1 0-5 0,-9 2 8 16,-14 6 6-16,1 3 7 0,0-7-15 0,6 29 9 0,-7 6-30 15,7 2-7-15,-4-2 6 0,3 4-6 0,4-4 4 16,-2 1 3-16,4-1 0 0,6-3 1 0,1-1-1 15,5-5-19-15,-18 1 2 0,8-5-8 0,5 0-4 0,6-2 2 16,2-1-6-16,2-1 3 0,3 0-14 0,3 2 3 16,-1-1-1-16,2-3 0 0,0 2-13 0,-2-3 6 15,1-1-6-15,-5-1 7 0,-1-2-8 0,-2 2-1 16,-2-2-5-16,0-1 0 0,-4 3-17 0,0-4-8 16,-3 0-4-16,0-4-4 0,-1 1-37 0,-12-3-170 15,1 2 5-15</inkml:trace>
  <inkml:trace contextRef="#ctx0" brushRef="#br0" timeOffset="8790.37">6991 4979 750 0,'0'0'38'0,"0"0"-1"0,0-2 25 0,2 0 2 0,0 0-3 16,-1-1 27-16,7 1-16 0,22-17 0 0,5 1-7 15,4-3-28-15,9-1-9 0,6 0-5 0,11-1-1 16,4 1-15-16,1 2-34 0,-1-4-6 0,-10 5-14 15,-5-1-60-15</inkml:trace>
  <inkml:trace contextRef="#ctx0" brushRef="#br0" timeOffset="9336.17">8045 2406 444 0,'-1'0'48'0,"-1"0"-12"0,-2 0 43 0,-7-4-5 0,0 2-24 15,0 0 1-15,3 0 8 0,3 2-4 0,-1 0 7 0,2-2-6 16,1 1-4-16,1-1 2 0,0 0-3 0,2 0-4 16,0 2 1-16,2 0-3 0,0 0-2 0,33-7-13 15,4 1 2-15,2 0-5 0,5 1-2 0,-3-1 5 16,5 3-4-16,-5-1 4 0,-4 0-14 0,-2 0-8 15,-5 1-1-15,-6-1-1 0,1 0-5 0,-2 2-1 16,-1 1-4-16,-2-1 0 0,0 0-12 0,-3 0-8 16,-1 0-3-16,-1 0-4 0,0 0-25 0,-4 2-100 0,-2 0-53 15</inkml:trace>
  <inkml:trace contextRef="#ctx0" brushRef="#br0" timeOffset="9569.01">8560 2235 645 0,'0'-2'27'0,"0"0"41"16,0 0-41-16,0 0 1 0,0 1-1 0,0-1 3 15,0 0 21-15,2 0 16 0,-1 0 1 0,9-2 3 16,12-3 2-16,2 1-23 0,4 1 1 0,2-1-9 16,3 4-7-16,1 1-11 0,-1 1 4 0,-3 1-6 15,-1 5-2-15,-6 0-2 0,-7-1 1 0,-4 1-1 0,-7-4-1 16,1 1-1-16,-1 1-2 0,-1 2 1 0,2 7-3 15,-5 1-11-15,-2 1 3 0,-9 2-4 0,3 0-5 16,-32 1-13-16,7-1-3 0,3-2-4 0,1-2-24 0,7 0-92 16,6-2-39-16,4 0-27 0,6-2-209 0</inkml:trace>
  <inkml:trace contextRef="#ctx0" brushRef="#br0" timeOffset="9958.2">9505 1756 579 0,'-2'0'48'0,"0"-2"87"16,0 0-93-16,-1 0 0 0,-1 0 1 0,2 2 0 15,-11 0 2-15,2 0 0 0,2 2 2 0,1 2 0 16,1 1 2-16,3 1-16 0,0 16-1 0,1 1-5 15,1-1-7-15,0 6-5 0,-15-2-7 0,6-2 3 16,4 0-11-16,1 0 0 0,2 4 1 0,2-2-2 16,2 2-6-16,0-8-3 0,0 1 7 0,0-5-6 15,0 1 5-15,0 5-3 0,0-9 0 0,0 4 1 0,0-8 7 16,0-3-2-16,0 3-3 0,0-7 0 0,0 4 3 16,0-4 1-16,0-1 3 0,-1 3-2 0,-1 0 9 15,0 0 0-15,0-1 6 0,0-1-5 0,0 0 11 0,0 0 3 16,1 0-4-16,-1 0 5 0,0-1 6 0,2-1-3 15,0 0-1-15,0 0-3 0,2-1-13 0,0-1 3 16,-1 0 2-16,1 2-2 0,19-8-10 0,-3 1 0 16,5-6-5-16,-3 2 1 0,2 0-11 0,2-2-16 15,-1 0-2-15,-3-2-7 0,1 4-21 0,-5 0-25 16,-5-1-62-16,-1 1-13 0,-5 2-438 0</inkml:trace>
  <inkml:trace contextRef="#ctx0" brushRef="#br0" timeOffset="10130.79">9358 1741 606 0,'0'0'49'0,"0"-2"-12"0,-2 0 43 16,0 0-6-16,1 0-31 0,1 1 3 0,0-3 5 0,0 0-2 15,0 0 3-15,1 1-10 0,1-1-11 0,21-5 2 16,8-1-25-16,6 3-8 0,0 0-3 0,4 1-5 16,4 0-18-16,1 3-27 0,4 1 1 0,-1-22-11 15,-3 13-18-15</inkml:trace>
  <inkml:trace contextRef="#ctx0" brushRef="#br0" timeOffset="10534.27">9817 2005 326 0,'0'0'207'0,"2"0"-283"0,-1-2 253 0,3 0-141 16,22-7 5-16,2-1 30 0,0 1 1 0,0 0 10 0,1-1-4 15,3-1-41-15,-2 0-2 0,-1 0-13 0,3 0-21 16,0 0-48-16,3 0-2 0,-2 1-22 0,1 3-80 15</inkml:trace>
  <inkml:trace contextRef="#ctx0" brushRef="#br0" timeOffset="11550.73">9932 1774 107 0,'-2'-2'0'0,"0"1"100"16,0-3 18-16,-3-9 19 0,-3-8 6 0,3 5-80 0,1 3-8 15,2 5-3-15,0 1 2 0,2 3-4 0,0 2-6 16,-2-1-28-16,1-1 10 0,1 0-15 0,0 2 19 15,0 0-3-15,0 1 0 0,0 1-4 0,0 1-13 0,0 1-1 16,0 4 2-16,-2 24-1 0,-2 3 1 0,0 6 0 16,1 2-9-16,-3 0 6 0,0 3-3 0,3-1 2 15,-1 3 0-15,4 1-1 0,0-3-6 0,0-1 9 16,0-4 4-16,-2-2 0 0,0-5 0 0,2 3 21 16,0-5-10-16,0-1 13 0,0 1-21 0,0-4-3 15,-2 0-2-15,1-2-1 0,-1 0-8 0,-2-1 4 16,2-3 1-16,0-3 0 0,-1 0 2 0,1-3 2 15,-2-2-1-15,0-3 1 0,2-4-11 0,-1 1-8 0,3-4-24 16,0 0 5-16,-10 5-84 0,1-1-47 0,-2-3-20 16,-2-1-21-16,4-2-172 0</inkml:trace>
  <inkml:trace contextRef="#ctx0" brushRef="#br0" timeOffset="11750.54">9549 2248 617 0,'0'0'30'0,"0"0"-12"0,-1-2 22 0,1 0-3 16,0 0-26-16,0 0 42 0,1 1 2 0,1-1 12 16,8 0 6-16,23-9-3 0,4 0-4 0,8-4 2 15,9-2-6-15,-1-2-20 0,5-3 3 0,-2 2-11 0,-3-1-19 16,-4-1-15-16,1 0-3 0,0 3-4 0,-5 4-21 16,-3 4-22-16,3 4 0 0,-2-1-22 0,5 1-146 0</inkml:trace>
  <inkml:trace contextRef="#ctx0" brushRef="#br0" timeOffset="12466.38">16973 2938 924 0,'0'0'20'15,"-2"-1"39"-15,0-1-45 0,0 0-2 0,2 0 3 16,0 0 0-16,0 0 25 0,2 0-4 0,0-3 7 0,9-12-7 15,-7 6 2-15,22 2-17 0,1 3 0 0,5 1-6 16,1-3 0-16,1 5-15 0,-3 1 4 0,3-19-7 16,-4 10 3-16,-1 6-15 0,-5 3-2 0,-7 2-5 15,4 0-4-15,-3 0-13 0,-3 0 3 0,-2 0-11 16,-4 0-52-16</inkml:trace>
  <inkml:trace contextRef="#ctx0" brushRef="#br0" timeOffset="12630.23">17262 2591 619 0,'0'0'31'0,"0"0"-3"0,0 0-11 15,0 0 10-15,0 0-18 0,-2 2 31 0,1 0 19 16,1 0-2-16,-8 20 4 0,-1 6-25 0,0 5-12 16,-1 6-5-16,1 6-3 0,2 0-16 0,-1-1 4 15,3 3-7-15,-1-1 3 0,2 4-11 0,1 0-21 16,-1-3-10-16,0 5-23 0,2-2-224 0</inkml:trace>
  <inkml:trace contextRef="#ctx0" brushRef="#br0" timeOffset="12916.05">17056 4946 665 0,'0'0'21'15,"0"0"-4"-15,-2 0 35 0,0 0 2 0,1 0 6 0,-1 0 35 16,2 0-26-16,0 0 8 0,0 0-19 0,0 0-20 16,0 0 0-16,0 0-1 0,0 0 1 0,2 0-4 15,-1 0-5-15,1 0-12 0,24-4 6 0,6 0-14 0,1-1-4 16,3-3 0-16,4 1-5 0,-2 1-20 0,1 2-14 15,-6-1 4-15,-3 1-7 0,1 0-10 0,-1 1-11 16,0-1-23-16,-1 0-7 0,-5 2-197 0</inkml:trace>
  <inkml:trace contextRef="#ctx0" brushRef="#br0" timeOffset="13228.94">17535 3767 565 0,'0'-2'40'0,"-7"-32"53"16,-1 5-28-16,5 12 4 0,1 2-2 0,2 4 3 15,0 5 2-15,0-1-3 0,0 3-11 0,0 2 1 16,0 0-52-16,0-1 8 0,0 1-1 0,0 0 4 15,0 0 4-15,0 2-12 0,0 2 0 0,0 0-5 0,0 0 4 16,3 16-7-16,-1 6 4 0,0 1-6 0,0 2 0 16,0 9-2-16,0-7-2 0,-2 9-1 0,0-9-15 15,0 1-10-15,0 3-13 0,0-7-3 0,0 2-90 0,0-2-97 16,0-2-37-16</inkml:trace>
  <inkml:trace contextRef="#ctx0" brushRef="#br0" timeOffset="13416.34">17444 4203 273 0,'-2'0'75'0,"0"0"-3"0,1 0 0 16,-3 0-4-16,-11 2-24 0,-4 1-19 0,3 1 20 16,3 0-5-16,2 0 11 0,5-3 7 0,1 1-9 0,1 0 4 15,0 0-7-15,0 0 1 0,3 0-7 0,-1 0-2 16,0-1-3-16,2 1-9 0,0 0-2 0,2 0-7 16,1-2 2-16,18 4-12 0,5-2 6 0,-2-2 2 15,7-2-1-15,7-4-7 0,-5 1-7 0,-1-1-3 16,-6 0-2-16,1-1-19 0,-4 1-5 0,-3 3-1 15,-1-1 0-15,-6 2-8 0,2-2-16 0,-1 1-8 0,-1-1-11 16,2 0-109-16</inkml:trace>
  <inkml:trace contextRef="#ctx0" brushRef="#br0" timeOffset="14099.37">17543 3815 392 0,'0'-2'45'16,"-2"0"-5"-16,0-2 29 0,-11-20 3 0,0 0-8 15,5 6 6-15,-1-3 7 0,0-1 3 0,1 3-1 0,1 1-4 16,0 1-25-16,1 6-3 0,2 2-7 0,2 3-11 16,1 2-9-16,-1 1-3 0,0-1-2 0,0 2-18 0,0 0 6 15,0 2-3-15,0 2 7 0,2 2-3 0,-1 27-3 16,1 10 6-16,0 4-4 0,0 1 6 0,0-3-3 15,1-2-5-15,3-4 2 0,0-6-3 0,0-1 8 16,-1-2 3-16,-1-2 1 0,2-4-5 0,0-1 15 16,-1-6-9-16,3-1 11 0,-2-2-2 0,-1-1-8 15,1-4 11-15,-2-3-10 0,0 0 15 0,-2-3-2 16,3 3 3-16,-1-4-1 0,8 6 9 0,-1-4-12 16,4-2 0-16,2-2-4 0,5-8 3 0,1-3-9 0,-1 0 5 15,0-22-6-15,1-2 6 0,1-8-10 0,0 1-1 16,1-4-1-16,-1-8 5 0,-3 4-4 0,-1 0-2 15,-3 5-1-15,-2 5-7 0,-4 3 6 0,1 2 0 16,-5 5 0-16,3 8-8 0,-5 4-3 0,-1 7-3 16,0 5-1-16,4 1-16 0,-6 5-29 0,3-2 0 0,1 0-12 15,-2 3-36-15,0-1-103 0,0 2-22 0,-1 2-43 16,1 1-243-16</inkml:trace>
  <inkml:trace contextRef="#ctx0" brushRef="#br0" timeOffset="14377.68">18116 4045 679 0,'-2'0'35'15,"1"0"-32"-15,-1 0 38 0,0 2-15 0,-2 0 14 0,-3 2 49 16,-12 9-10-16,1 0 17 0,5-4-35 0,1-4-27 16,9 10-3-16,1-2-7 0,0 0-9 0,-5-2-1 15,1 1 7-15,4-5-4 0,2 0 12 0,0-1 9 16,0-2-5-16,0-3 6 0,22 14-8 0,8-2 4 15,2-5 3-15,-1-6-1 0,1-2-1 0,1-6 4 16,1-1-7-16,-5-3 8 0,-1-1-2 0,-2 0-8 16,-5 2 7-16,-3-2-8 0,-5 3-2 0,-5 3-11 15,-1-5-1-15,-5-6-2 0,11-3 5 0,-4-1-12 0,-3-1 5 16,-6-1-9-16,-2-2-2 0,-4 5-7 0,-5-3-7 16,6 7 1-16,-23 6-21 0,-4 0-53 0,-1 1-24 15,-1 4-22-15,-3-18-171 0</inkml:trace>
  <inkml:trace contextRef="#ctx0" brushRef="#br0" timeOffset="15066.12">16139 2123 459 0,'0'0'25'0,"0"-1"38"0,0-1-42 0,0 0 17 16,0 0 2-16,0 0 7 0,0 0 20 0,0 0-4 16,0 1-13-16,0-1 6 0,0 0-22 0,2 0-6 15,0-2 10-15,-1 1-8 0,25-7 18 0,6 5 1 16,5 1-1-16,4-3 0 0,2-18-8 0,3 11-12 16,1 6 1-16,-5 4-7 0,3 3-10 0,-8 1-6 0,-5 1-1 15,-1 1-1-15,-7 0 0 0,-3 0-3 0,-1 0-4 16,-5 0 0-16,-2 0-11 0,-2-1 3 0,-5-1 2 15,-4 0-1-15,1 0 6 0,1 2-35 0,-2 0-7 16,0 0-16-16,-2-2-78 0,0 0-41 0,-2 0-21 16</inkml:trace>
  <inkml:trace contextRef="#ctx0" brushRef="#br0" timeOffset="15284.98">16102 1849 512 0,'0'0'36'0,"0"0"-2"16,-2 0 20-16,0-2 2 0,0 2-6 0,0 0 4 16,1 0-2-16,-3 0-5 0,0 0 3 0,2 0-9 15,-11 2 3-15,2 1-2 0,-4 7 2 0,-3-9-9 0,-1 20 11 16,1 3-2-16,1-2 6 0,0-1 5 0,0 3-15 16,-1-6-2-16,7 1-7 0,3-4-13 0,6-6-15 15,-7 2 2-15,2 0-5 0,1 2-1 0,4-5 1 16,-1 3 0-16,3 0 0 0,0-2-10 0,0 1-7 15,3 3-5-15,5 2-1 0,-5-2-27 0,29-2 1 16,3-4-4-16,6 15 1 0,-4-9-38 0</inkml:trace>
  <inkml:trace contextRef="#ctx0" brushRef="#br0" timeOffset="15690.41">17316 1604 868 0,'0'0'61'16,"0"-2"5"-16,-2 0-17 0,0 0-7 0,1 0-16 16,-1 0 28-16,0 0 0 0,0 1 0 0,2 1-1 0,0 0-4 15,0 0-24-15,-2 1 2 0,0 1-10 0,0 0-6 16,1 4-11-16,-11 16 3 0,3 0-5 0,2 0 7 15,-1 1-6-15,1 3-6 0,-1 0 0 0,1 0-9 0,1 2-15 16,1-4 9-16,-1-2-14 0,1 0-11 0,-1-5-63 16,-1 0 3-16,-1-1-20 0,3-3 11 0,-1-1 46 15,1-3 5-15,-1 0 18 0,6-7 45 0,-6 4 9 16,-3-3 4-16,5 1 2 0,1-2 15 0,-1 0 11 16,2-2 1-16,-2 2 3 0,3-2 7 0,-3 1 2 15,0 1 3-15,0 0-3 0,3 0-7 0,-1 0-12 16,0-2-4-16,0 0 0 0,2 0 0 0,0 0-5 15,2 0 3-15,2-2-6 0,7-2 1 0,15-5-9 0,5-4 10 16,1 0-10-16,1 0 5 0,4 0-23 0,-5 2-2 16,0 2-7-16,-7-1-7 0,-2 3-15 0,6-4-1 15,-3 0-3-15,-1 1-10 0,-3 1-179 0</inkml:trace>
  <inkml:trace contextRef="#ctx0" brushRef="#br0" timeOffset="15874.97">17294 1553 730 0,'0'0'51'16,"0"0"2"-16,-2-1-11 0,0-1-14 0,0 0-11 15,0 0-13-15,2 0 11 0,0 0 4 0,0 0 0 0,2 1 3 16,2-1-16-16,11-2 2 0,13-3-6 0,3 1-8 16,3 2-28-16,5 1-3 0,0 1-7 0,-2 0-9 0,2 2-2 15,-6 0-66-15</inkml:trace>
  <inkml:trace contextRef="#ctx0" brushRef="#br0" timeOffset="16123.99">17901 1676 305 0,'0'0'32'0,"0"0"-2"0,0 2 34 15,0 0 1-15,0 1 1 0,-4 20 5 0,1-3 11 16,-3 0-4-16,-1 3 4 0,1-3-14 0,0 1-5 16,1-3-6-16,1-3 0 0,0 2-15 0,3-1 6 0,1-3-2 15,0 2 2-15,0-4-13 0,0-3 15 0,1-1-4 16,1-1 8-16,-2-4-8 0,17 9-8 0,7 2 1 15,6-6-3-15,0-3-1 0,-3-4 4 0,5-4-4 16,-2-3 4-16,-3-4-5 0,3 0-6 0,-2-1 3 16,-2-1-5-16,-2 2-6 0,-5 0 3 0,-8 4-6 0,-2 1 5 15,-3-9-8-15,5-1-2 0,-2-1 1 0,-3 0-3 16,-4 4-9-16,-2 0-6 0,-4 2-7 0,-2 4 0 16,-18 1-26-16,-9 4-13 0,-4-18-40 0,3 10 7 15,-3 9-159-15,4 2-311 0</inkml:trace>
  <inkml:trace contextRef="#ctx0" brushRef="#br0" timeOffset="24192.01">28453 1685 424 0,'0'0'77'0,"0"0"-27"0,0-2 51 0,-2 0 7 15,0 1-45-15,0-3-4 0,0 0 2 0,0 4-11 16,-14-2 12-16,-8-1-32 0,1-12-3 0,-5 2 1 0,-7 5-3 16,0 8-10-16,-4 4 3 0,4 3-6 0,-1 5 5 15,7 1-12-15,-1 3 2 0,0-14-4 0,6 24 3 16,4 0-3-16,5 0-1 0,7 2 1 0,5-2-3 15,1 4-7-15,-15-1 2 0,10-3 3 0,5 4 0 16,6-4 10-16,5-4-10 0,8 6 2 0,-4-5-5 16,18 1 8-16,-3-2-6 0,4 0 3 0,-5 1-5 0,5 1-1 15,-4 0 11-15,-8-4-6 0,-1 3 8 0,-10-7-3 16,-2 3-4-16,-5-2 5 0,8-4-3 0,-5-1 22 16,-3 1 12-16,-2-1 2 0,-4-1 3 0,-3 0 8 15,-15-2-10-15,-12 0 4 0,-3-1-6 0,-4-1 2 0,0-1-12 16,-1-1-3-16,1-3-3 0,6 4-4 0,1-4-8 15,4 3 3-15,4-3-6 0,4 0-2 0,5 0-3 16,4 0 2-16,4 5-2 0,4-3 1 0,3-4-60 16,-2 4 1-16,2-3-22 0,0 1-2 0,2 0-7 15,0 0-25-15,2-2-4 0,22 0-166 0</inkml:trace>
  <inkml:trace contextRef="#ctx0" brushRef="#br0" timeOffset="25411.01">28739 1587 697 0,'0'0'43'0,"0"0"-3"0,0-2 23 0,-2 0 4 0,0 0-8 16,0-1 20-16,0-1-26 0,-1 0-1 0,-1 0-10 16,0 3-22-16,2-1-20 0,0 0 5 0,-1 0-8 15,-1 2 6-15,2 0 2 0,-9 7-2 0,0 12 1 16,0 20-6-16,-4 4 4 0,2 5 2 0,-2 4 1 15,0 4-6-15,2 3 3 0,-2 2-1 0,2-3 3 0,2 3-1 16,2-7 0-16,1-11-3 0,1-2 3 0,1-10-1 16,-1-5 0-16,1-2 4 0,1-5-2 0,-1-3 14 15,1-1-11-15,1-2 3 0,2-2-5 0,-3-3 6 16,3-4-4-16,0-1 3 0,-2 1-3 0,2 0 3 0,0-1 18 16,1 1 0-16,-1-2 7 0,0 0 4 0,0 0-25 15,2 0 0-15,0-2-9 0,2 0-1 0,0-2-7 16,0 0 3-16,-1-4-4 0,18-18 3 0,0 0 1 15,-1-4-2-15,3-3 2 0,-1-1-3 0,-1-3 6 16,-1 0-3-16,-1-1 2 0,-2 7 3 0,3-1-5 16,-5 4 4-16,4 7-5 0,-2-1-4 0,-8 5 8 15,4 6-2-15,-5 3 5 0,-4 2 0 0,2 1-6 0,-1-1 3 16,1 2-3-16,-2 0 1 0,0 2 1 0,0 0-4 16,-1 2 2-16,-1 0-4 0,12 30 2 0,-7-6 1 15,-3 5-1-15,-2-1 6 0,0-2-3 0,0-2 4 16,-2-4-5-16,0-3-6 0,0-1 6 0,1-1-1 15,-1-2 4-15,2 0 1 0,0-6-5 0,0 0 4 0,0-3-3 16,0-1 6-16,2 1-2 0,-2-4-1 0,0-1-2 16,9 7-9-16,11 1-4 0,4-3 2 0,-1-4-1 15,-1-4 7-15,4-4 0 0,-6-1-2 0,3-6 1 16,1-4 3-16,-6 4 3 0,3-13 0 0,-6-4 1 16,-1 1 0-16,1 1-4 0,-2-6 7 0,0 8-5 15,-2 0 5-15,-3 2-5 0,-4 9 0 0,-3 2 0 16,1 2 10-16,2 6 3 0,-2 1-4 0,0 0 2 0,1 1-14 15,-1-1-1-15,0 2 4 0,0 0 0 0,0 2 6 0,-2 0-4 16,0 2-4-16,-2 2 1 0,-5 14 3 0,-3 6-3 16,1 1 1-16,2-3-1 0,-1-2 8 0,3-3-8 15,-1 7 1-15,2-7-4 0,2-4 4 0,1 5 0 16,1-8 0-16,0 1 0 0,0-2-1 0,0-3 4 16,0-4-3-16,3 5 6 0,-1-3 0 0,2-1-6 15,3 3 7-15,6 0-7 0,4-1 0 0,0-1 5 16,-4-4-5-16,2 0 6 0,-2-4-6 0,0 0-6 15,1-3 5-15,-1 0-3 0,-1-1 7 0,-3 4-4 16,0-9 1-16,-3-5-1 0,3-1 6 0,-2 6-5 16,1-5 0-16,-1 3 0 0,1 2 0 0,-3-2-3 0,1 2 2 15,-2 2-1-15,-1 0 5 0,-1 5-2 0,-2 4-4 16,2 2 1-16,2-3-8 0,-1 1-1 0,1 0 7 16,0 2-3-16,0 0 12 0,-3 0-5 0,1 2-1 0,0 1-2 15,4 16 3-15,-3 3-3 0,-1-1 3 0,-2-1-1 16,0-7 1-16,0 0 1 0,0 0 1 0,0-2 0 15,0-7 3-15,0 2-6 0,0-3-1 0,2 1-2 16,-2-2-3-16,4 0-5 0,13 7 2 0,-3-5-1 16,5-4 0-16,-2-6 5 0,-1-1 1 0,1-4 3 15,2 5-1-15,-3-16 9 0,1-6-6 0,-2 0 8 16,2 0-9-16,3 0-2 0,0 0 0 0,-3 6 2 0,-8 4 3 16,3 6-4-16,-5 5 3 0,0 5-4 0,3 0 3 15,-7 0 4-15,-1 2 0 0,2-1 3 0,-2 1-1 16,2 0 4-16,5 3-3 0,-2 3 3 0,8 14-14 0,0 10 9 15,-8-6-4-15,1 4 7 0,-3-2-7 0,1-4-1 16,-2-3 1-16,-2-2-1 0,-1-4 1 0,1 0 1 16,0-4 1-16,0-5 1 0,-2-3 3 0,2-1 0 15,20 15-1-15,-9-9 1 0,9-4-11 0,-3-4 5 16,-2-6-4-16,5-6 4 0,-5 1-10 0,-1-19 8 16,-1-1-4-16,0-6 5 0,0 0 0 0,-2-2-1 15,0-2 2-15,0 0-2 0,2 1 1 0,0-1-3 16,0 0 1-16,1 2-1 0,-1 2 9 0,-2 6-6 15,0 1 1-15,-2 6-3 0,-3 6 10 0,-1 3 30 16,2 4-4-16,-3 4 12 0,-2 3-4 0,-4 5-24 0,1-3 1 16,1 0-9-16,0 2-11 0,0 0 1 0,0 2 0 15,0 2 2-15,-2 2 2 0,0 7 1 0,0 19-2 0,-2 1 2 16,-4 3 2-16,1-1-5 0,-1 4 8 0,1 2-8 16,-3 2 8-16,3 2-4 0,-1-4-3 0,2 0 1 15,1 0 0-15,1-4-14 0,0-1-5 0,2-5-8 16,0-1-54-16,0-4-79 0,0-1-27 0,0-5-22 15,0 1-146-15</inkml:trace>
  <inkml:trace contextRef="#ctx0" brushRef="#br0" timeOffset="25569.32">29895 2025 955 0,'-1'-2'47'0,"-1"0"-9"16,0 0 9-16,0 1 23 0,0-3-25 0,0 0 54 0,0 0-15 15,1 1-3-15,1-1-8 0,0 0-42 0,0-3-14 16,1-2-4-16,1 1-2 0,4-1-2 0,3-4-11 15,21 2-5-15,5-4-4 0,2 2-21 0,6-4-23 16,3 2 4-16,4-1-12 0,6-1-11 0,5 2-224 16,3 0-32-16</inkml:trace>
  <inkml:trace contextRef="#ctx0" brushRef="#br0" timeOffset="25725.22">30653 1843 1001 0,'0'0'35'0,"-2"0"63"16,0 0-60-16,0 0 10 0,1 0-2 0,-1-2 3 15,0 2-19-15,2 0-20 0,0 0-3 0,2-2-5 16,0 0-18-16,1 1-14 0,18-5-4 0,14-3-3 16,0-1-18-16,-1 3-32 0,1-2-64 0</inkml:trace>
  <inkml:trace contextRef="#ctx0" brushRef="#br0" timeOffset="26053">31422 1485 639 0,'-2'0'100'0,"0"-2"5"0,-2 0 1 16,-13-5-16-16,-7-1-21 0,2 3-11 0,0 3-21 16,0 2 1-16,3 0-9 0,-3 2-11 0,5 1-13 15,-3 5-1-15,7-1-3 0,5-1-4 0,1 3 0 16,-6 10 6-16,3-1 0 0,7 3 23 0,3-3 8 15,2-1-3-15,3 1 5 0,3-1 1 0,5 2-8 16,-2-3-2-16,-8 1-3 0,20 2-10 0,-3-1-9 16,2 1 4-16,-5-1-5 0,-8 1 13 0,-7 1-9 0,0 3 7 15,13 1-6-15,-8-2 15 0,-7 4-5 0,-9 2 0 16,-6 0-3-16,2-2-5 0,-26-4 1 0,-3-2-3 16,-1-5 3-16,0-2-3 0,4-2-2 0,2-5 0 15,5 13-3-15,5-6-6 0,2-6 2 0,7-3 5 0,5-1-2 16,2-1-3-16,5-2-14 0,2 0-18 0,3 0-4 15,-3 0-97-15,0 0-76 0,2 0-29 0</inkml:trace>
  <inkml:trace contextRef="#ctx0" brushRef="#br0" timeOffset="26629.5">31509 1882 860 0,'-2'0'42'0,"0"-2"76"0,0 0-64 0,-1 0 26 16,-1 1 3-16,0-1 6 0,2 2-12 0,-1-2-32 16,-1-2-2-16,0 0-10 0,2 1-25 0,0-1-1 15,1 0-7-15,1 1 5 0,0-1 1 0,1-2 1 16,5-3-1-16,1 0-1 0,1-2 0 0,12-1 2 16,-1-1 5-16,-1 0-3 0,-1 0-3 0,-6 0 9 15,0 2-10-15,-3-2 11 0,-3 2-6 0,-3 0 2 16,8-2 3-16,-3 2-1 0,-1-2 0 0,-3 2-1 15,-1 0 0-15,0-2 0 0,-2 2-7 0,0 1-3 0,-2 1 0 16,0 3 0-16,0 3 5 0,1-3-10 0,1 4 0 16,-4-1-4-16,0-1 4 0,2 4-14 0,-7-6 4 15,0 3-7-15,1 1 2 0,1 2 10 16,-2 0-5-16,1 0 7 0,-3 3-6 0,2 3 4 0,1-4 2 16,-1 20-1-16,2 2-2 0,-1 2 5 0,-1 2-4 0,0-2 5 15,-3 4 0-15,7-2 2 0,-1-1 0 0,4-1 0 16,-14 0 0-16,5-3 1 0,3 3-2 0,6-10 1 15,2 5 3-15,2-6-3 0,0-6 6 0,2 2-5 16,-2-7 10-16,-2-2 2 0,9 0-4 0,6 9 2 16,3-2-6-16,3-3-8 0,1-6 6 0,0-4-6 15,4-5 4-15,-3-3 2 0,1-2-1 0,-2 12 1 0,0-22-3 16,1-1 1-16,1-1-1 0,-2-3 1 0,2 5-1 16,0-1 2-16,-3 1-1 0,3 4 0 0,-2-1-5 0,0 7 4 15,-3-1-3-15,0 5 3 0,-10 3-1 0,0 3-3 16,-3 1-1-16,-3 1 2 0,1 0 9 0,0 0-8 15,0 0 5-15,-1 0-6 0,3 0 10 0,-2 2-9 16,-1 0 2-16,1 2-4 0,0 0 5 0,-3 2 3 16,5 7 4-16,0 6 0 0,-3-1 18 0,-1 1-1 15,0-2 1-15,2 0-2 0,-1-2-1 0,1 0-16 16,-2-2 3-16,2 0-7 0,-1 0 5 0,1-3-3 16,2 1-4-16,-1-2 2 0,-1-1-14 0,9 0-22 0,-2-5 0 15,4 1-11-15,4 0-37 0,-5 9-60 0,7 0-7 16,-6-5-20-16,1-2-63 0,1-4-111 0</inkml:trace>
  <inkml:trace contextRef="#ctx0" brushRef="#br0" timeOffset="26799.58">32253 1509 338 0,'0'-2'83'0,"0"0"138"15,0 0-155-15,0 0 5 0,0 1-1 0,0-1 4 16,0 0 4-16,0 0-42 0,0 0-3 0,0 0-12 15,0 2-10-15,0 0-13 0,0 0 6 0,0 2-8 16,0 0 2-16,0 0-23 0,0 2-3 0,0-1-11 0,0 7-60 16,0 3-108-16,0-2-23 0</inkml:trace>
  <inkml:trace contextRef="#ctx0" brushRef="#br0" timeOffset="26986.13">32242 1655 187 0,'0'0'72'0,"0"0"-19"15,0 0 66-15,0 2-11 0,0 0-41 0,0 0 11 16,-2 2-7-16,1 1 7 0,-3 10-16 0,0 0-15 15,0-2 2-15,1 0-6 0,-1-2-3 0,0 0-9 16,1 2 3-16,1-2-3 0,0-1 22 0,2-3 1 16,0-1-4-16,0 1 1 0,0 1-17 0,0-1-15 15,0-3 3-15,0-1-7 0,0 1 0 0,0 0-13 0,0 0 3 16,0-1-6-16,0 1-10 0,0-2-42 0,2 2-18 16,0-1-20-16,-1 1-179 0</inkml:trace>
  <inkml:trace contextRef="#ctx0" brushRef="#br0" timeOffset="27363.25">32318 1559 301 0,'0'0'22'0,"0"2"36"15,-1 0-36-15,-1 0 30 0,0-1-4 0,2 1 14 0,0 2 6 16,0 0 38-16,0-1-16 0,2 1 21 0,-2-2-34 15,2 2-5-15,18-1 5 0,4-1-7 0,0 15-2 16,-1-6-17-16,-1-3 0 0,0-5-4 0,-1-1-8 0,-1 0-24 16,-1-2 2-16,-1 0-8 0,1-2 5 0,-4 0-6 15,1-1 1-15,-6-1-3 0,1-2 4 0,-6 4-3 16,3-3 6-16,-5 3-6 0,1-4 2 0,5-7 2 16,-5 4-3-16,0-2 4 0,-2 4-2 0,-2 3-5 15,0-2-3-15,0 4 0 0,0-1-12 0,0-1-5 16,0 2 0-16,0 0-1 0,-2 2 2 0,0 0 2 15,0 2 3-15,0 0-2 0,0 4 5 0,-1 14 3 16,1 0-3-16,2-1 3 0,2 0-4 0,1-1 20 16,5 1 2-16,3-1 6 0,-9-1 1 0,14 0 10 0,7-3-2 15,-3-1 4-15,2-1-9 0,-1-5-11 0,-6 0 1 16,-4-1-5-16,-2-2-8 0,-3-2 5 0,1 1-4 16,-3-1 4-16,0 2 0 0,-1 0-20 0,1-1-10 15,0 1-9-15,-2-2-87 0,-1 0-282 0</inkml:trace>
  <inkml:trace contextRef="#ctx0" brushRef="#br0" timeOffset="29066.21">28161 2829 76 0,'0'0'0'0,"0"0"6"0,0 0 75 0,0-2-9 15,0 0 12-15,0 0-17 0,0 1-6 0,0-1-17 16,0 0 7-16,-2 0-9 0,1 0 9 0,-1 0-12 15,0 0 1-15,0 1-5 0,0-1 7 0,0 0-4 16,0 0-4-16,1 0 0 0,-1 0-13 0,0 2 4 16,0 0 0-16,0 0 0 0,0 0-8 0,0 0-11 0,1 0-1 15,-1 0-2-15,2 0 4 0,0 0 16 0,0 0 6 16,2-2 2-16,-1 1 9 0,3-1-12 0,11-6 0 16,18-5-4-16,3 2-6 0,8-4 9 0,4 2-7 15,1-2 7-15,6-1-15 0,3-1-5 0,5-2 3 0,4 1-3 16,9-1-1-16,6 3 10 0,-1-1-8 0,12 2 9 15,-2 0-7-15,-7 2-8 0,1 0 0 0,-10 4-2 16,-3 0-1-16,4-1 7 0,4 3-2 0,3-1 4 16,5 1-6-16,-5-2-5 0,-1-1 3 0,-8 1-4 15,2 0 6-15,-3 0-2 0,3-1 3 0,9 3-2 16,-1-1 2-16,5 1 3 0,-2-2-5 0,-5 1 5 16,-2 1 2-16,-4-1 16 0,-4 3-2 0,-1-1 5 0,1 1-9 15,4 1 1-15,1 0-5 0,-9 2 3 0,-3-1-11 16,-2-1 5-16,-3 0-1 0,-1 1 0 0,-1 1-3 15,-6 2-1-15,-8-2-2 0,-1 2 0 0,-4-2-2 0,-7 2 8 16,-1 0-1-16,-3 0 2 0,-2 0-7 0,-4 0 19 16,-1 0-5-16,-6 0 10 0,3 0 3 0,-5 0-4 15,-2 0 2-15,-1 0-5 0,-5 0-5 0,3 0-7 16,-3 0 3-16,1 0-3 0,-3 0 7 0,1 0-10 16,0 0-1-16,0 0-4 0,-1 0-4 0,-1 0 1 15,0 0 0-15,0 0 2 0,0 0-1 0,0 0-5 16,-1 0 4-16,1 0-6 0,0 0-2 0,0 0 7 15,0 0-1-15,0 0 4 0,0 0 2 0,-2 0-1 0,0 0-4 16,0 0 1-16,0 0 3 0,0 0-4 0,0 0-2 16,0 0-5-16,0 0-25 0,0 0-84 0,0 0-41 15,0 0-36-15,0 0-350 0</inkml:trace>
  <inkml:trace contextRef="#ctx0" brushRef="#br0" timeOffset="35158.58">9960 7744 408 0,'0'-2'0'0,"0"0"6"0,0-2 58 0,0-1-23 0,0-16 12 15,0 3-18-15,0-1 10 0,0-3 7 0,2 0-3 16,1 1 0-16,1 1-5 0,0 1-17 0,-1 1 1 0,-1 1-7 16,0 2 0-16,0 2-4 0,0 2 7 0,0 0-6 15,-2 1 15-15,0 3-5 0,0 1 5 0,0 1-4 16,0-1 20-16,0 4-2 0,0 1-4 0,-2-3 0 15,0 0-26-15,0 4 1 0,-15-9-5 0,1 3 4 16,-10 3-9-16,2 3-7 0,-1 1 0 0,-10 5-1 16,9 1 6-16,-9 6-2 0,-4 4 0 0,4 2-1 0,-2 1-4 15,-1-18 4-15,7 26-4 0,1 3 3 0,-1 1-11 16,3 3 9-16,2 1 0 0,3-1 1 0,5-2-1 16,1-1 2-16,6 1 0 0,4-7 1 0,1 2-9 0,-11-2 2 15,6 0 1-15,7-9 1 0,1 5 7 0,3-9-5 16,0 0 0-16,3 4-1 0,1-6 6 0,2-2 0 15,-3-3 1-15,3-3-3 0,9 9-3 0,2-3 8 16,3 0-4-16,0-5 5 0,3-4-8 0,1 0 6 16,0-6-5-16,4-3 5 0,2-4-1 0,-4-2-5 15,1 10 7-15,-2-19-7 0,-1-2 3 0,4 0-3 16,-4 0 4-16,-2 0-3 0,-2 0 3 0,-5-4 1 16,-4 6-6-16,-1 0 5 0,3 1-9 0,-6 3 7 0,2-1 3 15,1 3 2-15,-5-1-2 0,4 6-2 0,-5 0 2 16,-2 2-1-16,5 2 7 0,-1 0 8 0,-2 1-8 15,-2 3 8-15,1-3-8 0,-3 4 7 0,0 1-2 16,0-1 3-16,0 0-1 0,0 1-11 0,0-1 6 16,0 2-7-16,0 0 2 0,0 0-1 0,0-1-3 0,0-1 2 15,0 0-4-15,0 0-4 0,0 3 1 0,0-1-2 16,0 0 3-16,0 0 0 0,0 0-2 0,0 0 1 16,0 0-4-16,0 1 3 0,0-1 1 0,0 0 0 15,0 2 5-15,0 0-3 0,0 0 0 0,0 0-1 16,0 0-3-16,0 0 7 0,0 0-6 0,0 0 5 15,0 0-4-15,0 0 0 0,0 0 4 0,0 0-2 0,0 0-2 16,0 0 0-16,-2 0 0 0,1 0 0 0,-1 0 2 16,0 0-1-16,0 0-1 0,2 0 0 0,-2 0-4 15,2 0 6-15,-2 0-2 0,2 0 5 0,0 0-3 0,-2 0-1 16,1 0-1-16,-1 0 0 0,0 0-1 0,0 0-3 16,0 0 4-16,2 0-2 0,-2 0 0 0,0 2 1 15,1 0-5-15,-1-1 5 0,0 1-1 0,0 2-4 16,-7 13 3-16,-2 5-4 0,-1 6-1 0,1 3 2 15,2 5-3-15,3 5 3 0,1 1 3 0,-3 1-3 16,3 3 6-16,-1 3-5 0,4 3-3 0,1-4 4 16,1 4-2-16,-4-8 5 0,0 1 7 0,0 1-3 15,1 1-3-15,1 1-1 0,0 2-3 0,2 2 8 0,-2 0-5 16,-3 0 5-16,-1 0-4 0,-1-2 7 0,-3-7 0 16,-1 2 0-16,0-8-6 0,-2-8 5 0,-2 1-1 15,2-8 2-15,-2-1-3 0,8-4 12 0,-17-6-3 16,0-2 5-16,-4-5-1 0,4-2 12 0,0 14 0 15,-4-5 4-15,2-7 9 0,-4-4-1 0,2-2-2 0,2-5-1 16,2-2-7-16,2-3-10 0,-1-2 5 0,7 8-8 16,-5-20 0-16,5 2-2 0,1 5-5 0,0-1 3 15,4-2-8-15,3 9-7 0,-5-2 6 0,6 5-7 16,-1 5 3-16,7-3-12 0,-3 3 0 0,-2-3-5 16,4 5 5-16,1-1 5 0,1 0-2 0,0 2 3 15,1 1-3-15,1-1-41 0,2 0 10 0,15-7-22 16,3 1-11-16,2 1-91 0,4 1-7 0,2 1-34 0,3-1-91 15</inkml:trace>
  <inkml:trace contextRef="#ctx0" brushRef="#br0" timeOffset="35561.81">10010 8603 610 0,'0'-1'25'0,"0"-1"47"0,0 0-37 0,-2-2 17 0,0-7 8 16,-2-8 1-16,3 3 14 0,-1-1-14 0,0 0-1 16,2 4-5-16,-2-3-9 0,2 3-15 0,0 0 1 0,0 0-6 15,0 3-4-15,0 3-2 0,0 1-1 0,0 1 2 16,0 1-3-16,0 2 4 0,0 0 0 0,0-1 3 15,0-1 12-15,0 0-20 0,0 2 6 0,0 0-11 16,0 1 4-16,0 1-5 0,0 1-3 0,0 1 1 16,0 9-5-16,0 21 9 0,0 9-3 0,0-4 5 15,0 2-11-15,-2 0 3 0,0-2-4 0,0 4 5 0,1-4 1 16,-1-2-1-16,0-1-3 0,-2-6 1 0,0 1-9 16,1-1 10-16,1-6-4 0,0-1 7 0,0-3-5 0,2-5-3 15,0 2 1-15,0-4-3 0,0 1-6 16,0-3-22-16,0-2-5 0,0-1-9 0,0-2-36 0,0-3-14 15,2 3 7-15,0 0-8 0,2-2 14 0,-1-2-60 16,10 0-7-16,2 0-27 0,-2-4-109 0</inkml:trace>
  <inkml:trace contextRef="#ctx0" brushRef="#br0" timeOffset="35785.16">10194 8702 116 0,'0'-2'63'0,"0"0"-6"0,2-17 64 16,1-10-11-16,1-1 4 0,0 4-16 0,-1-2 4 15,1 2-3-15,0 4 0 0,0 2-22 0,-3 1-1 0,1 0 0 16,-2 6-2-16,2-1-4 0,-2 4-8 0,0 3 0 15,0-2-4-15,0 5-16 0,0-2-4 0,0 3 0 16,0 1 0-16,-2-2-3 0,0 0-12 0,1 2 0 16,-1 1-4-16,0-1-7 0,0 2 7 0,-2 0-8 15,1 2 7-15,-5 7-2 0,-10 22-9 0,3 1 5 0,4 3-6 16,-1 8 4-16,3-4-1 0,2 6-1 0,-1-7-1 16,1 3-6-16,1-2 6 0,1-5-5 0,1 1 5 15,2-9-5-15,0 0 1 0,0-4 3 0,2-1-1 16,0-3 0-16,0-1-5 0,2 0-12 0,2-4 1 15,2 0-51-15,-5-8-51 0,1-1-9 0,21 11-23 16,4-4-117-16</inkml:trace>
  <inkml:trace contextRef="#ctx0" brushRef="#br0" timeOffset="36285.86">10884 8009 456 0,'0'0'27'16,"0"0"1"-16,0 0 52 0,-1 0-7 0,-1 0 15 16,0 0 17-16,0-2-26 0,-2 2 6 0,1-2-13 15,-3 2-12-15,-1-1-6 0,-3-1-7 0,1 0 3 0,3 2-12 16,1 0-3-16,3 0 0 0,0 0-3 0,-2 0-16 15,1 0-5-15,-1 0-2 0,2 0 1 0,0 0-3 16,0 0-3-16,2 0 0 0,0 2-1 0,2 0 6 16,2-1 6-16,13 1 1 0,12 0 2 0,5 0-2 0,3-2-6 15,4-2 3-15,0-2-3 0,3-3 3 0,1 0 1 16,-10 1-6-16,4-1 4 0,-11 1-3 0,2-1-2 16,-4-1 3-16,-10 3-3 0,7-1 1 0,-10 2 1 15,0 3-3-15,0-1 4 0,-12 2 6 0,3 0-10 16,0-2 4-16,0 2-8 0,-1-2-12 0,-1 2-25 15,0 0-7-15,0 0-6 0,0 0-29 0,0 0-27 16,-2 0-42-16,0 2-5 0,0 0-207 0</inkml:trace>
  <inkml:trace contextRef="#ctx0" brushRef="#br0" timeOffset="36552.78">10907 8226 806 0,'-2'0'41'0,"0"0"-23"0,-2 2 40 0,-1 0-10 16,-14 7 2-16,4-1 13 0,2-3-2 0,2 1 4 15,2 0-16-15,1-3-15 0,3 1-1 0,3-4-6 16,-4 7-14-16,1 1-1 0,1-1-3 0,2 1 1 16,2-3-1-16,0-1-2 0,0 2 7 0,2-3-4 0,7 5 8 15,23 7-7-15,1-8 4 0,6-5-4 0,6-4 9 16,1-4-4-16,1-1-7 0,1 1 3 0,-5 1-6 15,-4-1 2-15,-6 3 0 0,-7 1-1 0,2-2-1 0,-2 2 6 16,-9 2-3-16,3-2 0 0,-7 2-24 0,-2 0-48 16,2 0-10-16,-7 0-26 0,1 0-169 0</inkml:trace>
  <inkml:trace contextRef="#ctx0" brushRef="#br0" timeOffset="59291.13">12645 6613 256 0,'0'0'-25'0,"0"0"25"16,0-2 8-16,0 0 3 0,0 0 31 0,0-1-7 0,0-1-5 15,0-2-1-15,0-5-3 0,0-4-26 0,0 2 10 16,0-1 5-16,1-3 7 0,1 0 44 0,0 2-16 15,-2 0 4-15,0 1-10 0,2-1-7 0,0-2 8 16,0 2-5-16,0 4 6 0,-1-2-4 0,1 2-9 16,0-4 11-16,0 6-10 0,0-1 11 0,-2 3-3 15,0 5-3-15,0-5 2 0,0 3 7 0,0 0 1 16,0 1-4-16,0-1-1 0,0 2-30 0,0 0-7 16,0 2-4-16,-2 2-1 0,0 0-1 0,-5 15-1 15,-6 16 5-15,-2 4-4 0,4-2 0 0,-2 3-2 16,0 2 2-16,2-2-1 0,-1-1 0 0,3 2 5 0,2-2-6 15,-3 2 5-15,1-2 0 0,0-2-1 0,1 0 3 16,3-5-2-16,-3 2 7 0,3-4-2 0,-3 1-1 16,3-5 0-16,-1-1 1 0,1-5 0 0,1-7 4 15,0 2-1-15,-1 2 9 0,1-4-11 0,-2 4 2 0,5-9-5 16,-3-1 6-16,0 1 2 0,2-2 6 0,-1-1-3 16,-1 1 10-16,0 0-3 0,2-4-3 0,-5 5 1 15,-1-1-11-15,3-2 2 0,-1 0 2 0,3-2-1 16,1 0-6-16,0 0-6 0,0 0 0 0,-2 0-2 15,1 0-1-15,1 0-7 0,0-2 2 0,0 0-2 16,2 0 4-16,0-1 3 0,4-10-3 0,5-6 4 16,2 2-1-16,4 4-3 0,13-2 3 0,2 4-3 0,1-4 0 15,4 6 3-15,-1 0 0 0,-1 3 3 0,8 4-3 0,-9 1 0 16,-4-18-4-16,-6 10 4 0,-11 5-2 0,2 0 3 16,0 1-1-16,0 1 1 0,-6 2-1 0,5-2 0 15,-5 2 2-15,-5 0-1 0,3 0-3 0,-1 0 2 16,0 0-3-16,0 0 3 0,-1 0 1 0,1 0-6 15,0 0 2-15,-2 0-5 0,-1 0-14 0,1 0-68 16,-2 0-28-16,0 0-20 0,0 0-156 0</inkml:trace>
  <inkml:trace contextRef="#ctx0" brushRef="#br0" timeOffset="59505.28">12331 6492 1264 0,'0'0'24'16,"-2"0"-1"-16,0-2 3 0,0 1-5 0,0-1-4 16,0 0 11-16,2 0 28 0,0 0 5 0,0 0 4 15,2-1-8-15,2-5-28 0,11-9-5 0,15-1-6 16,5-1-16-16,4 3 0 0,-2-3 1 0,6 2-1 16,-4 1 0-16,5 4-2 0,1 3 0 0,-8 0-2 15,6-15-11-15,-2 9-77 0,1 6-10 0,5 5-29 16,-8 4-92-16,-2 4-144 0</inkml:trace>
  <inkml:trace contextRef="#ctx0" brushRef="#br0" timeOffset="59832.62">13306 6464 700 0,'-2'0'94'0,"0"0"5"0,0 0-11 15,-2 0-16-15,-7 0-20 0,-7 0 21 0,1 2-14 16,-2 2 5-16,3 2-11 0,-3 1-5 0,4 0-23 15,-2 3 4-15,4-1-10 0,0-5-1 0,6 16-6 16,-2 1 0-16,3 1 0 0,-1 2 2 0,1 0-8 0,4 4-3 16,0-2 0-16,-16 4 4 0,9-1-1 0,3 3 4 15,4 5-4-15,2-5 1 0,4 7-1 0,0-4 2 16,1 0 0-16,3-1 8 0,-1-3-4 0,2 4 6 16,1-7-4-16,-1 4 2 0,-2-6-5 0,-1 0-6 15,-1 0 3-15,1-2 4 0,-2-2-2 0,-2-1 5 0,-1-3-5 16,-1 1 6-16,0-2 17 0,0-3-5 0,-1 1 8 15,-1-2-10-15,-2-2-6 0,0 0 2 0,1-1-4 16,-1-3-4-16,0 1-12 0,0-3 3 0,1 1-5 16,-8-1 0-16,-1 1-8 0,3-2-6 0,-4 5-2 15,2-2-20-15,0-1-57 0,-4-1-3 0,8-3-22 0,-3-2-50 16,3 0-41-16,3 0-21 0</inkml:trace>
  <inkml:trace contextRef="#ctx0" brushRef="#br0" timeOffset="60039.87">12897 7129 371 0,'0'-2'214'0,"0"0"-250"16,0 1 241-16,0-1-120 0,0 0-27 0,0 0 14 15,2 0 1-15,2 0 1 0,-1 0-17 0,10-7 26 16,6-4-10-16,5-4 15 0,-2 4-23 0,1 0-10 16,3 0-3-16,1-1-3 0,1-1-16 0,2 2-18 15,-2 0 1-15,0 3-8 0,0 3-3 0,-4 1-5 0,-4 3 3 16,2-3-4-16,-3 1 1 0,3-1-10 15,2 0-6-15,-9 3-5 0,0 1-53 0,-6 0-107 0,-1 2-15 16,-1 0-40-16,-3 0-148 0</inkml:trace>
  <inkml:trace contextRef="#ctx0" brushRef="#br0" timeOffset="60365.07">12089 7757 844 0,'-1'0'86'0,"-9"2"16"15,-29 5-32-15,6-1-39 0,7-1-10 0,9-1-4 16,4 0 2-16,6-3 4 0,3 1 0 0,0 0 14 0,2 0-5 16,1 0-2-16,1 2-2 0,1-1-15 0,24 8-5 15,19 2 6-15,8-9-5 0,-2-4 4 0,4 0 23 16,2-7-4-16,0-1 13 0,1-1 6 0,4-6-10 15,6-3-2-15,7-5-3 0,4-1-12 0,2 4-9 16,-5-3 6-16,-9 5-8 0,-4 3 0 0,-9 0-6 16,-4 2-2-16,-7 4-1 0,-6 1-4 0,-7 3 6 15,-3 1-6-15,-5 2 7 0,-3 0-10 0,-3 1-1 16,-2 1 1-16,-2 0-1 0,-3 0-4 0,-4 0-11 16,-3 0-5-16,3 0-5 0,0 1-53 0,-2 1-77 0,0 0-24 15,-1 2-23-15,-1 5-133 0</inkml:trace>
  <inkml:trace contextRef="#ctx0" brushRef="#br0" timeOffset="60784.72">12396 8018 815 0,'-2'0'71'0,"0"-1"105"15,0-1-124-15,0 0-4 0,0 0-2 0,-1 0 4 0,-1 0 9 16,2 0-21-16,0 1-5 0,0-1-5 0,1 2-20 16,-1 0-7-16,0 2 0 0,0 1-1 0,-2 8 3 0,-1 19 5 15,1 0-2-15,2 1 1 0,2 5-6 0,0 3-3 16,0 3 5-16,0 7-3 0,2-1 7 0,0 2-2 16,0 4-3-16,-2-4 2 0,2-2-3 0,-2-5 2 15,1-8-2-15,1-1 1 0,0 3-1 0,0-7 6 16,0-3-2-16,-2-2 3 0,0-11 5 0,2-1 5 15,0 0 3-15,-1-1-2 0,1-5-5 0,0-1 0 16,0-1-6-16,-2-1 4 0,0-2-7 0,2 1 23 16,2-1-2-16,-1-2 11 0,10 0 3 0,6-2-21 0,1-7 2 15,3-2-9-15,4-30-1 0,3-13-5 0,0 0 5 16,7-7-3-16,-4-2 10 0,6 4 6 0,-1-1 1 16,-3 3 1-16,8 3 1 0,-6 7-20 0,-4 3 3 15,-5 7-8-15,-6 3 5 0,-9 8-4 0,0 0 4 0,-4 8-5 16,-3 1-2-16,0 4-4 0,-1 6-2 0,-1 1-1 15,-2-3-15-15,3 1-68 0,-1 5-18 0,0-1-20 16,-2 2-91-16,-1 0-147 0</inkml:trace>
  <inkml:trace contextRef="#ctx0" brushRef="#br0" timeOffset="61085.99">13202 8299 1120 0,'0'0'41'0,"-2"0"-3"0,0 0 15 16,-2 0 17-16,-7 0-15 0,-6 0 55 0,2 0-38 15,2 2-8-15,0 1-11 0,4 1-39 0,0 2-10 16,0-1 5-16,3 18-8 0,0 1 1 0,-1 2 3 16,5 7 1-16,-18 2 0 0,7 4-3 0,3 2 3 15,7-2-5-15,3-2 4 0,0 6-2 0,2-4 9 16,-1 2 2-16,3 3 2 0,0-5 4 0,0 0-3 15,-1 0-1-15,1-3 0 0,-2-3 0 0,0 1-1 0,0-3 0 16,-2 1-1-16,0-1 3 0,-4-1-9 0,0 0 2 16,-1-2-5-16,-1-1-1 0,0 1-2 0,-1-6-1 15,-2-1-1-15,1-4-7 0,1-6-36 0,1-4-25 0,-1-3-12 16,-15 11-148-16,-1-4-86 0,1-4-44 16</inkml:trace>
  <inkml:trace contextRef="#ctx0" brushRef="#br0" timeOffset="61258.84">12691 8943 1233 0,'0'-2'23'0,"0"0"46"15,2 1-48-15,0-3 45 0,0 0 8 0,18-13 11 0,6-1 7 16,6-3-32-16,3-1-11 0,6 2-3 0,0-1-22 0,1-1-9 16,-5 2-2-16,2 1-2 0,-2-5-7 0,2 7-7 15,2-1-3-15,0-5-3 0,0 7-27 0,-4-5-205 16,-2 3-71-16</inkml:trace>
  <inkml:trace contextRef="#ctx0" brushRef="#br0" timeOffset="61833.13">13926 6735 736 0,'-2'-1'48'15,"0"-3"-10"-15,-5-18 31 0,-5-8 17 0,3 2-18 16,2 2 28-16,1 6-9 0,2 1-4 0,1 4-5 16,1 4-39-16,0 2-20 0,2 3 1 0,0 3-7 15,0 1-3-15,-2-2-10 0,0 0 6 0,2 2-7 16,0 1 11-16,0-1 1 0,0 2 4 0,0 2-1 15,0-1 4-15,0 3 6 0,-2 11-9 0,1 11 8 0,-1 4-9 16,0 5-4-16,-2 2 4 0,0 9-5 0,1 5-1 16,-3 10-2-16,2 8 0 0,-1 7 0 0,1 2-6 15,0 2 1-15,1-2-1 0,-1 1 1 0,0 5 10 0,2 5-13 16,1 9 5-16,-1 5-7 0,0 4 7 0,0-5 1 16,-2-1-4-16,2-9 2 0,2-4 3 0,-1-3-5 15,-1 1 3-15,-2-3-3 0,2 1-4 0,0 3 7 16,0-9-3-16,1-6 5 0,1-7 0 0,-2-13 0 15,0-3-1-15,2-10 0 0,0 0-7 0,0-2 4 16,0-6 0-16,0-3 4 0,0 0 4 0,0-4 9 16,0-2 3-16,0-5 2 0,0 0 4 0,0-6-2 15,0-2-1-15,2 1 0 0,-2-9-8 0,0 3-4 16,0-2-4-16,2 2 0 0,-1-1 0 0,1 1-2 0,-2 0 2 16,0-2-3-16,0 0-6 0,0-1 8 0,0 1-3 15,0 0 7-15,0 0-5 0,0 0 4 0,0 0 3 16,0 0-1-16,0-1 0 0,0 1-5 0,0 0 2 15,0 0-2-15,0 0 1 0,0 0 0 0,0-2-3 0,0 0 2 16,0 0 1-16,0 0-5 0,0 0 0 0,0 0-3 16,0 0-5-16,0 0 5 0,0 0-3 0,0 0 3 15,0 0-3-15,0 0-40 0,0 0-2 0,0 0-18 16,0 0-56-16,0 0-130 0,2-2-50 0</inkml:trace>
  <inkml:trace contextRef="#ctx0" brushRef="#br0" timeOffset="70817.31">14522 8718 420 0,'-2'-1'0'0,"0"-1"16"0,0 0 154 16,-2 0-52-16,1-2 12 0,-1 1-70 0,2-1-3 15,0-4-11-15,-3-5-2 0,-5 6-3 0,9-2-17 16,-1-1-12-16,-4 3-2 0,2 1-2 0,3 1 0 16,-1-1-7-16,2-1 3 0,0 1-4 0,0 1 7 0,0-1-3 15,0 1-1-15,0 1-1 0,0 0 3 0,0 2-4 16,2-1 4-16,-1-1-4 0,1 2 8 0,0 0 6 15,0 0 3-15,0 1 1 0,0 1 1 0,0 1-12 16,-1 3-2-16,5 15-3 0,0 12 1 0,-5 4-1 16,-1 1 2-16,-1-7-2 0,-3 7-2 0,-2-5 3 15,1 1-5-15,-1 1 3 0,2-7-1 0,-3 2-1 16,0-6 7-16,-3 1-5 0,1-3 0 0,2-3 9 16,-3 0-10-16,3-4 9 0,-2 1-7 0,1-2 1 0,1-1 4 15,-1-2-3-15,3-2 16 0,-1 1-4 0,-1-4 3 16,-1-1-3-16,-3 3 12 0,2-4-6 0,0 0 11 15,1-1-9-15,1 5 9 0,-4 1-2 0,3-3 0 16,-1 0 2-16,1 0 3 0,7-4-5 0,-3 0-2 0,0 1-1 16,0 1-12-16,1-2-7 0,1 0-5 0,0 0 0 15,0 0-13-15,2 0 8 0,0 0-2 0,2 0 4 16,2 0-1-16,11 0-6 0,12-3 2 0,-1 1-3 16,2-4 6-16,4 1 0 0,-4-1 1 0,3 0 0 15,-3 1 7-15,-4-1-10 0,0 1 5 0,-5 1-5 16,-2 0 5-16,-4 1-3 0,0 1 0 0,-4 0 0 15,2 0 3-15,-2 0-4 0,-3 2-2 0,0 0 0 16,-3 0 4-16,-1 0-14 0,0 0 3 0,2-2-9 0,-1 0 0 16,1 1-49-16,-2-1-13 0,0 0-17 0,0 0-88 15,0 0-43-15,-1 0-36 0</inkml:trace>
  <inkml:trace contextRef="#ctx0" brushRef="#br0" timeOffset="71035.27">14217 8640 1085 0,'-2'-1'54'0,"-1"-1"91"0,-12-6-107 0,7 5-9 0,5 1 4 16,-1 0-2-16,0 0 19 0,2 0-12 0,1-1-7 16,1-1-1-16,0-2-20 0,7-9 6 0,8-1 2 15,20-1 0-15,2 0-11 0,0 4-1 0,-3 0-3 0,1 2 2 16,-2 4-1-16,-3 1-8 0,-4 2 2 0,-2 3-6 15,-3-1-11-15,-5 0-64 0,1-9-28 0,0 1-16 16,-2 7-122-16,1 3-139 0</inkml:trace>
  <inkml:trace contextRef="#ctx0" brushRef="#br0" timeOffset="71518.83">15027 8954 466 0,'-2'0'137'0,"0"0"7"0,-2-2-21 15,-3-1-35-15,-10-5-31 0,0 1-43 0,6 3 57 16,-2-1-14-16,8 3 25 0,-3 0-22 0,1 0-31 16,-1 0 3-16,5 2-13 0,-3-2-7 0,2 2-4 15,3 0-3-15,-3 0 0 0,2 0-9 0,-2 0 6 16,1 0-2-16,-1 2 6 0,0 0-2 0,0 4-2 15,-7 12 0-15,2 3-1 0,0 1 0 0,1 0 2 16,3 0 1-16,-1-1 0 0,2-1-2 0,1-1 6 0,-1 1-4 16,0-1 4-16,1-1 0 0,1 1 3 15,0-4 3-15,0-2-2 0,2 0 6 0,0-4-8 0,0 2 5 16,0-3-5-16,0-3 1 0,0 1 13 0,0-1-4 16,2 1 7-16,-2-4 0 0,0 0-11 0,4 1-5 15,9 7-1-15,5-1-3 0,1-4-7 0,7-3 8 0,-2-2-7 16,0-3 8-16,4-5-7 0,-8 1 3 0,-1-3-4 15,-4 1 3-15,0 0 3 0,-6 2 1 0,-2-1 2 16,1-5 15-16,-3-2 5 0,-3 0 3 0,0-1-2 16,0-1-12-16,9 0-4 0,-2 1-1 0,-3-1 1 15,-4 2 4-15,-2 0-11 0,0 2 4 0,-2 2-5 0,-2 0 14 16,0 2-4-16,1 1 2 0,-3 3-4 0,-11 1-6 16,1 2-9-16,-3-2 0 0,1-9-4 0,1 4 0 15,2 3-6-15,0 3-5 0,4 1-3 0,2 2-47 16,3 0-59-16,1 0-17 0,1 0-18 0,0 0-107 0,0 2-131 15</inkml:trace>
  <inkml:trace contextRef="#ctx0" brushRef="#br0" timeOffset="71792.17">15409 8679 873 0,'-2'-1'110'16,"1"-1"208"-16,-1 0-269 0,-2 0-6 0,0 0 4 16,2 0 2-16,1 0 45 0,-1 1-44 0,0-1 1 0,0 0-21 15,0 0-25-15,0 0 8 0,2 0-4 0,0 0 5 16,2 1-6-16,2-1 3 0,7-2 1 0,11-3 0 16,-1 1-8-16,-3 2-4 0,3 3 3 0,-3-1-3 15,-1 0 8-15,0 2-13 0,-3 0-2 0,-1 0-4 16,0 0-12-16,-5 0-84 0,-1 0-11 0,-1 0-34 15,-4 0-118-15</inkml:trace>
  <inkml:trace contextRef="#ctx0" brushRef="#br0" timeOffset="71930.53">15443 8960 848 0,'-2'0'173'0,"0"0"-226"15,0 0 197-15,0 0-108 0,0 0-33 0,1 0 50 16,-1 0-4-16,0 0 21 0,0 0 13 0,0 0-23 15,0 0-4-15,2 0-9 0,0 0-35 0,2 0-13 16,0 0 1-16,2 0-6 0,3 0-7 0,14-4-31 16,4 0-8-16,5-1-19 0,2-3-142 0,1 1-131 15</inkml:trace>
  <inkml:trace contextRef="#ctx0" brushRef="#br0" timeOffset="72383.66">16254 8453 1006 0,'-2'0'82'0,"0"0"159"16,-1 0-209-16,-14 0 3 0,2 0 8 0,0 2 1 15,0 2 46-15,2-1-36 0,-2 3 2 0,6-2-15 16,-2 3-22-16,7-5-9 0,-3 3 3 0,1 8-6 16,4 6 3-16,-5-4-2 0,3 0-2 0,-1 1 2 15,-1 3 2-15,3 7-3 0,-14 0 2 0,2 4-3 0,4-1 3 16,3-1-9-16,1 2 5 0,1 0-5 0,3-4 4 15,-1 0 2-15,0-2-2 0,1-2 2 0,1 0-8 16,0-3 6-16,2-2-4 0,0-1 4 0,0-3-9 0,2-2 5 16,0 1 0-16,-1-7 3 0,1 1 6 15,0-3-9-15,9-1 3 0,8 11-5 0,1-3 1 0,1-5 4 16,-1-3-3-16,2-2 4 0,2-2-10 0,1-3 11 16,1-3-7-16,-2-1 8 0,0-2-9 0,0-2 6 15,-2 0-1-15,-1 0 2 0,-3 0 1 0,-3 2-4 16,-4 7 5-16,0-13-4 0,-3 2 8 0,-4-3-4 15,1-1 1-15,-3 1-3 0,13-7 0 0,-6 5 3 16,-3-4 6-16,-4 2 1 0,-2-1 32 0,-2 3-12 16,-4-1 6-16,-1 5-8 0,-3-1 4 0,-1 0 1 15,9 4 0-15,-16 2 1 0,-1 4-2 0,3-4-21 0,-3 1 0 16,0 5-9-16,1 1-10 0,-1 4 0 0,-1 2 1 16,3 2 0-16,2 3-3 0,0 2-29 0,4-1-9 15,2 7-13-15,-2 1-102 0,5 3-179 0,3 7-79 16</inkml:trace>
  <inkml:trace contextRef="#ctx0" brushRef="#br0" timeOffset="74099.42">20541 6438 256 0,'0'0'6'0,"0"0"16"0,0-1 26 0,0-1 24 0,0-2 21 15,0-5 4-15,0-8-10 0,0 0-8 0,-2-3-2 16,-1-2-9-16,-1-1-1 0,-2-1 0 0,-1-2-4 16,1 2-3-16,-1 0-5 0,-2 0 2 0,1 3-3 15,-3-1-3-15,0 0-6 0,0 1 2 0,9 1-3 16,-11 7-4-16,-2 2-4 0,-2 0-5 0,-3 3 0 16,0 1-12-16,-3 1 3 0,-1 4-5 0,2-12 3 0,-2 2-11 15,-2 5 6-15,-2 3-1 0,0 4 1 0,-5 6-9 16,5 3 5-16,-4 4-4 0,2 4 5 0,6-6-4 15,-2 17-4-15,2 7 4 0,2 0-6 0,0-5-3 0,1 3 5 16,4-3-8-16,5 0 8 0,-5-2-4 0,9-2 0 16,3 0 0-16,3-2 0 0,-13-2 0 0,8-5-4 15,3-2 4-15,4-2-5 0,0 2 2 0,4-4 3 16,1 0 0-16,1-4 1 0,12-3 2 0,7 0-3 16,-1 12 2-16,5-4-2 0,1-7 6 0,3-3-4 15,3-4 0-15,3-5 0 0,3-4-2 0,1-4 3 16,2-2-2-16,1-2 3 0,1-3 2 0,-5 0-6 15,-3 1 5-15,-7 16-5 0,-6-19 8 0,-4 0 1 0,-5-2-1 16,-8 5 1-16,-1-3-7 0,6 4 12 0,-6 5 2 16,-3 2 4-16,-1 3 15 0,-2 5-13 0,0-1 2 15,-2 4-6-15,0 1-6 0,0-1-2 0,-2-2-4 16,0 0 3-16,0 2-9 0,0 1 1 0,-1 1-1 16,-1 0 0-16,-5 3-6 0,1 3 5 0,-8 7-4 0,6 18 5 15,-1 5 1-15,-2-3-3 0,9-1 3 0,-5 1-2 16,2 1 4-16,-1-1-3 0,-1 0 0 0,5 1-2 15,2 3 2-15,-1 0-4 0,1 0 2 0,-20 4-2 16,7 0 7-16,5 2-4 0,5-1 3 0,1 3-2 16,0-1 8-16,1-3-7 0,-3-5-1 0,1-3 0 15,-1-3 0-15,-1-2 0 0,-1 1 3 0,-1-6-2 0,0-3 7 16,-1-3 0-16,1-2-1 0,0-2 1 0,3-6 0 16,-9 2 8-16,0-3-2 0,-3 7 4 0,1-4 6 15,0-3 4-15,1-3 2 0,-1-1 0 0,-2-2 0 0,5-2-6 16,-3 1-6-16,0-5 1 0,2-1-4 0,4 1-6 15,-2-1 7-15,4 1-8 0,1 0-5 0,1 1-2 16,1 1-1-16,1 0 0 0,-1 1 0 0,4 3-5 16,-1-4-2-16,-1 0 1 0,0 1 6 0,1-1-13 15,1 0-4-15,0 2-8 0,0 0-44 0,2 1-27 16,0 1-5-16,2 0-8 0,0 0-24 0,1 0-117 16,23 9-5-16,8 4-61 0,-1-2-225 0</inkml:trace>
  <inkml:trace contextRef="#ctx0" brushRef="#br0" timeOffset="74585.39">20775 7281 632 0,'-2'-1'119'0,"-1"-1"233"15,-10-4-315-15,-6-1 4 0,4 1 3 0,0 1 7 16,2-1 50-16,2 2-25 0,6 2 0 0,1 1-11 15,2 1-28-15,-2-2-14 0,1-2-3 0,-1 0-4 0,2 1-11 16,0-1-5-16,2 0 5 0,0-5-4 0,2-2 8 16,2 1 6-16,1 1-4 0,3 0 5 0,1 1 3 15,10 1-6-15,-1 1 0 0,-1 5-3 0,0-11-6 0,-3 5-4 16,1 3 2-16,-4 4-2 0,1 0 8 0,-7 2 0 16,3 2-3-16,-7-4 2 0,1 13 1 0,13 11 1 15,-6 0 3-15,-5 2-3 0,-4 4 3 0,-5 0-2 16,-5-3 3-16,-3 1-2 0,-2 0 3 0,-1 0 0 15,14-2 0-15,-19 0 1 0,-5-2 6 0,4 0 0 16,0-3 1-16,-2-3 0 0,5 1 2 0,1-4-9 16,1-2 4-16,4-4-7 0,-2 0-1 0,11-1 1 15,-3-5-4-15,3 1 4 0,0 2-12 0,4-5 2 0,-3 5-2 16,-1 0 2-16,2-3-2 0,0 1 6 0,0 0 0 16,2-1 4-16,0 1-1 0,2 0 0 0,0-2 2 15,2 0-1-15,7-1-5 0,9 1 11 0,1-2-8 16,-1-2 8-16,6-1-16 0,-3-3 6 0,-1-1-3 15,0-1 4-15,-1 1-3 0,-1-1-4 0,-1 3 3 16,-3-1-3-16,1 1-2 0,-4 1 6 0,0 0-4 0,-2 2 4 16,-2 1-6-16,-1-1 0 0,-1 0-5 0,-1 2 2 15,1-2-26-15,-3 2-43 0,3-2-10 0,-3 2-13 16,2 0-37-16,1 0-190 0,2-2 2 0</inkml:trace>
  <inkml:trace contextRef="#ctx0" brushRef="#br0" timeOffset="75070.96">21265 7294 806 0,'-2'0'94'0,"1"0"18"0,-3-1-32 15,2 1-38-15,-11-6-8 0,6 4 32 0,1 0 19 16,-1-1-6-16,3 1 4 0,0 0-45 0,0 0-20 15,3 0 1-15,-1 0-7 0,0 0 0 0,2-1 10 16,0-1 3-16,2 0 4 0,0 1 18 0,5-3-11 0,12-7 0 16,3 0-5-16,0 2-5 0,-1 3-16 0,-1 3-2 15,-9 3-4-15,2 2-2 0,-5 0-2 0,-1 0 2 16,-1 2-2-16,-3 0 0 0,-1-2 3 0,4 7 2 16,5 12 1-16,-4 1 4 0,-1 2-4 0,-4 3-2 15,-2-5 0-15,0 4 2 0,-4-2-3 0,-5 2 0 0,-2 1-1 16,-6 1 0-16,15 0 6 0,-17 1-3 0,-5 1 2 15,6-2-10-15,-10-3 9 0,6-1-2 0,-3-4 4 16,5 1-6-16,3-4 5 0,-1-2 0 0,5-2 0 16,-4-4 0-16,4-1 1 0,2-4-1 0,5 2 1 15,1-1 2-15,3-3 6 0,-2 4-6 0,1 0 5 16,-1-1-11-16,2 1-5 0,0-2 6 0,0 0-6 16,0 0 6-16,1 0-2 0,1-1 2 0,0 1-1 0,1 0 4 15,3-2-1-15,5 0-3 0,17 0 2 0,2-4-4 16,6-1 5-16,-14 1-4 0,6-3 4 0,2-1-4 15,-2 1-1-15,5-1 3 0,-6 3-3 0,-5 1-1 0,-1 0 0 16,-1 1-1-16,-1-1 1 0,0 2-1 0,-6 0 0 16,-2 0-2-16,-2 1 0 0,-1 1-20 0,1-2-38 15,3 0-4-15,-3 0-24 0,4-2-147 0,0 1-154 16</inkml:trace>
  <inkml:trace contextRef="#ctx0" brushRef="#br0" timeOffset="75486.28">21952 6594 935 0,'-2'0'33'0,"1"0"-2"15,-3 0 25-15,-2 0 14 0,-7-1-8 0,-3-3 50 16,4 2-30-16,1 0 0 0,0 0-13 0,6 2-25 0,1 0-21 16,0-2 0-16,0 2-8 0,3 0-7 0,-1 0 0 15,2 0 1-15,0 0 2 0,2 0 13 0,1 0 11 16,33-5-4-16,-3 1 4 0,0 0-7 0,8 1-7 15,-5-1 4-15,1 0-5 0,0 1-2 0,-4-1-3 16,1 0-4-16,-3 2 0 0,-5 0-8 0,-2 1-2 16,-3-1 1-16,-3 0 0 0,-3 2 4 0,-4 0-4 15,-1 0-1-15,-3 0-1 0,-1 0-1 0,-4 0-4 16,-1 0 0-16,1 0-3 0,2 0-14 0,0 0-29 0,-1 0-10 16,-1 0-10-16,0 0-76 0,0 0-104 0,0 2-17 15</inkml:trace>
  <inkml:trace contextRef="#ctx0" brushRef="#br0" timeOffset="75805.09">21910 6799 1017 0,'-2'0'33'15,"0"0"-1"-15,-2 0 18 0,-11 1 1 0,4 1-1 16,2 0 34-16,1 0-17 0,5-2-10 0,-1 2-5 0,0 0-41 15,2 0 3-15,1-1 3 0,1 3-2 0,0 0-2 16,1 0-3-16,1-4 6 0,32 18-1 0,-3-7 33 16,5-5-10-16,-3-4 2 0,-1-4-6 0,5-2-12 0,-2 2-10 15,-3-1 4-15,-5-1-5 0,-2 2 2 0,-9 0-10 16,1 0 2-16,-6 2-4 0,0 0 7 0,-1 0-1 16,-7 0-3-16,3 0 2 0,-2 0-2 0,-3 0-2 15,5 0 2-15,-2 0-3 0,-1 0-5 0,1 0 3 16,0 0-6-16,0 0 5 0,-3 0-17 0,3 0-35 15,0 0-32-15,0 0-23 0,-1 0-300 0</inkml:trace>
  <inkml:trace contextRef="#ctx0" brushRef="#br0" timeOffset="78834.19">23777 5393 29 0,'0'-2'0'0,"0"0"58"0,-5-33 31 0,1-4 54 16,0 9 34-16,1 1-33 0,-1-1-2 0,0 4-82 15,1-2-4-15,-1 6-16 0,0 0-12 0,2 5 15 16,0 0-7-16,1 4 9 0,-1-2-5 0,-2 2 5 16,0 2-3-16,3 2 2 0,-3-2-15 0,0 1 0 15,2 3 4-15,0 0-1 0,1 1 4 0,-1 2-7 0,0 1-2 16,2 1-2-16,0 0-11 0,-2-2-6 15,0 0 0-15,0 3-1 0,0-1-1 0,1 0-5 0,-1 2-1 16,-2 0 0-16,2 2 0 0,0 0 0 0,-5 11 0 16,-6 16 0-16,4 3-1 0,-1 3-2 0,5 2 4 15,1 2-1-15,2 8 5 0,2-5-5 0,0 5 0 0,2 1-1 16,0-5 4-16,-2 0-4 0,0-3 0 0,0-6-2 16,-2 1 4-16,0-3 4 0,0-3-3 0,2-1 3 15,0-2-2-15,0-2-2 0,0-1 0 0,0-3-1 16,2-1 1-16,0-5 6 0,0 1-2 0,-2-2 3 15,2-3-4-15,-2-3 9 0,0-3-4 0,0-1 6 16,0-1 0-16,0 0 1 0,3 2 3 0,1 0-2 16,0-3-6-16,7 5 4 0,2-4-7 0,-2-2 5 0,6-2-6 15,-2-4 15-15,1-5-3 0,5 0 5 0,-3-19-9 16,3-3 1-16,-1-2-5 0,-1-4 4 0,-1-4-11 0,1 0 7 16,-1-3 1-16,-1-2 1 0,2 5 9 0,-3-5-4 15,-3 3 3-15,-1 2-4 0,-3 1-3 0,-4 8-9 16,3 5 3-16,-6 3-3 0,1 5 5 0,10 3-3 15,-5 3 2-15,-3 4-3 0,-1-1 2 0,-2 5-9 16,-2 3 1-16,0 2-4 0,0-1 4 0,0-1-6 16,0 0-2-16,0 1-3 0,0 1-8 0,0 0-6 15,0 2-7-15,0 0-2 0,-2 2-38 16,0 0-45-16,0 9-19 0,-1 18-14 0,3 5-102 0,0 1-159 16</inkml:trace>
  <inkml:trace contextRef="#ctx0" brushRef="#br0" timeOffset="79149.07">24381 5642 705 0,'-2'0'24'0,"0"0"-2"0,0 0 6 0,0 0 7 0,-14 7-6 16,-5 4 48-16,-1 4-1 0,0-13 2 0,1 19-7 16,5-5-24-16,1 3-4 0,2-1-3 0,2-3 2 15,5-2-6-15,2 0-5 0,-3-3-2 0,1-1 0 16,5-2-4-16,1-3-1 0,0 2 1 0,0-5-1 15,1 3 0-15,3 0 28 0,4 1-8 0,12 5 13 0,0-5-12 16,6-3-3-16,-3-2 4 0,-1-4-3 0,0-3 3 16,-1-2-8-16,1-4-2 0,-5 2-1 0,-4 9-6 15,-4-17-5-15,0 2 1 0,-5-1-2 0,-2-3-1 0,13 1-2 16,-8 0-3-16,-3-3 1 0,-4 5-15 0,-2 3 6 16,-4-4-4-16,-1 6 3 0,-1-2-11 0,-25 4-1 15,3 4-8-15,-1 5 5 0,-3-18-18 0,3 10-23 16,-4 7-8-16,1 4-7 0,3 7-39 0,1 1-36 15,0 6-9-15,12-2-16 0,1-4-89 0,8 19-194 16</inkml:trace>
  <inkml:trace contextRef="#ctx0" brushRef="#br0" timeOffset="79522.03">23737 6299 335 0,'-2'0'97'0,"-2"0"0"0,-22-4-29 0,-7 1 0 0,-3 3-42 16,1 0 9-16,-8 2 42 0,4-1-6 0,4 1 18 15,0-2-7-15,7 0-2 0,6 0-8 0,1 0 3 16,5 0-15-16,4 0-11 0,5 0 8 0,1 0-10 16,3 0-9-16,1 0-18 0,-2 2 0 0,0-2-5 0,3 2-6 15,-1 0 6-15,0 0 3 0,2 0 4 0,2-1 24 16,1 1 7-16,29 8-2 0,14-3 2 0,5-3-10 15,10-4-17-15,0-4 4 0,0-2-7 0,-3-5 2 0,1-2-5 16,1-2 2-16,3-1-2 0,6 1 1 0,-1 2-11 16,8 0 2-16,-7 2-4 0,-6 1 0 0,-7 3-3 15,-10 1 0-15,-7 3-1 0,-2 1 2 0,-9 0-2 16,-7 2-1-16,-5 0-1 0,-4-2-4 0,-5 2 3 16,0 0 0-16,-3 0 2 0,0 0 4 0,0 0-2 15,-1-2-5-15,1 2 0 0,0 0-20 0,-1 0-34 16,1 0-10-16,-2 0-13 0,0 0-80 0,0 0-64 15,-2 2-22-15,0 2-28 0,-2 13-219 0</inkml:trace>
  <inkml:trace contextRef="#ctx0" brushRef="#br0" timeOffset="80023">23891 6663 798 0,'-2'0'141'16,"0"0"15"-16,-2-2-26 0,1 2-49 0,-9-3-20 15,-2-3-24-15,2 2 31 0,-1-1-8 0,4 1 12 16,2 2-27-16,3 2-25 0,0-2 0 0,1 0-11 16,-1 2-12-16,0 0 4 0,0 0-1 0,1 2 3 15,1 0-1-15,0 2 1 0,-7 13 1 0,-2 7 0 0,3 2-2 16,1 0 4-16,1 1-3 0,2 5 3 0,1-2 5 16,-3 1-10-16,3 3 8 0,-3-1-9 0,0-3 7 15,1 0 1-15,1-6-2 0,-1-4 3 0,-1 1-3 0,-1 1-1 16,-1-2-2-16,3-3 2 0,-1-2 0 0,2-6 2 15,1-1-1-15,-1-3 1 0,-2 4-3 0,1-1 2 16,-1-1 3-16,-1 3-3 0,3-5-4 0,-9-3 4 16,-6 2-3-16,6-1 4 0,-5-1-1 0,-1 4-6 15,1-1 9-15,-6-3-7 0,1 4 9 0,5-2 21 16,1-1-7-16,4-1 11 0,2 7-16 0,3-3-2 16,5-4-4-16,1-2 2 0,0 0-10 0,-2 4 4 15,1-3 3-15,1 1 0 0,2 0-4 0,0 0 2 0,2 0-3 16,3-2 4-16,23 4-5 0,9-4 4 0,0 0-4 15,-1-4 3-15,8-4-10 0,-5 1 6 0,4-2 1 16,-6-1 1-16,-4 3 0 0,-1 0-3 0,-4 1-3 16,0 2 0-16,-8 1-1 0,-3 1-1 0,-2 0 1 0,-2 0-1 15,0 0-1-15,-4 0 4 0,0 0-3 0,-1 2 3 16,-1 0-8-16,-3 0-2 0,1 0-6 0,-1 0 0 16,0 0-28-16,-2 0-22 0,1 0-11 0,1-1-8 15,0-1-83-15,-1-2-43 0,-1 0-2 0,6-12-14 16,-6 8-40-16</inkml:trace>
  <inkml:trace contextRef="#ctx0" brushRef="#br0" timeOffset="80194.1">23508 6721 793 0,'-2'0'194'0,"1"-2"-244"16,-1 0 231-16,0 0-122 0,0 0-8 0,0 0 33 15,0 1-3-15,0-3 13 0,1 0-4 0,1 0-23 16,0 3-1-16,5-9-7 0,3-1-4 0,29 2-19 15,4-2 0-15,-6 1-8 0,2 1-14 0,-4 2-11 16,-3-1 1-16,2 1-4 0,-5 1 0 0,1-1-20 16,-2 3-9-16,0 0-11 0,2 3-97 0,-2-16-101 15,4 6-38-15,-4 5-27 0,4 6-214 0</inkml:trace>
  <inkml:trace contextRef="#ctx0" brushRef="#br0" timeOffset="80539.05">24463 6904 893 0,'0'0'47'0,"-2"0"99"15,0 0-125-15,0 0 26 0,0 2 2 0,-2 0 9 16,1 0 16-16,-1 0-33 0,-3 2-1 0,-10 20-11 16,6-4-11-16,0 6 4 0,1 2-2 0,1-2 1 15,0 2-9-15,-1-2 11 0,1-2-2 0,2-2 5 16,3-1-1-16,0-5-7 0,1 1 6 0,1-4-6 0,2 0-2 15,0 2-1-15,0-6-3 0,2-3 3 0,1 1 5 16,-3-5 21-16,8 0 1 0,12 13 6 0,-3-8 10 0,0-1-23 16,3-2 9-16,-1-4-13 0,-1-2 12 0,1-4-8 15,-1 1-2-15,-3-3-2 0,2 1-9 0,-8 1 2 16,-1 1 0-16,-5 1 2 0,-1-13 9 0,13-3-14 16,-6-1 3-16,-1-7-7 0,-5-1-2 0,-3 3-7 15,-3 3-1-15,-5 1-3 0,-3 2-5 0,-4-3-8 16,0 1 5-16,-14 7-5 0,5 4 0 0,-2 4-23 15,7 5-10-15,2-2-6 0,1-7-56 0,4 5-60 16,3 3-23-16,2 3-20 0,3 0-149 0</inkml:trace>
  <inkml:trace contextRef="#ctx0" brushRef="#br0" timeOffset="81290.86">25721 5202 456 0,'0'-4'75'0,"-5"-33"112"0,1 4-102 0,2 7-21 16,-1-2 9-16,1 5-7 0,0 1 52 0,2 5-53 16,0 1 9-16,0 3-27 0,0 0-13 0,0 2-1 15,0 3-4-15,0 1 1 0,0 1-7 0,0 1 11 16,0-1-1-16,0 2 5 0,0 2 3 0,0-1 3 16,0 1 0-16,0-2 1 0,0 0-6 0,0 1-9 15,0-1-2-15,0 0-4 0,-2 1-14 0,0-1 3 16,0 2-1-16,0 0 2 0,1 0-6 0,-1 0-3 0,0 2-3 15,0 0 1-15,0 0-3 0,0 2 1 0,0 0 4 16,1 2-2-16,-5 11 4 0,0 3-7 0,3 3 1 16,1 3-1-16,2 0 3 0,0 2-2 0,4 2-1 15,-1 0 1-15,1 0 3 0,0 1-5 0,-2 5 1 0,-1 3-2 16,1 0 4-16,-2 4-2 0,0 5 1 0,0-1-1 16,-2 5-2-16,-1 0 1 0,-3-2 0 0,1 2 1 15,-1 1-2-15,-1 1 2 0,-1 1 0 0,1 7 1 16,-1-1-1-16,1 6 2 0,-2 6-1 0,-1 1 1 15,3 1-2-15,0-7 0 0,-1-1 3 0,3-11-2 16,-1 0-2-16,0-6 1 0,3-5-1 0,1-2 1 0,2-4 0 16,0 0 3-16,0-1-2 0,2-3 3 0,0-1-6 15,-1-3 1-15,3 3 1 0,0-3 2 0,-2-3 7 16,1 2-6-16,-1-5-2 0,0-1 1 0,0 4-2 16,0-4 0-16,-2 0 3 0,0-1-2 0,0-6 1 0,0 1 5 15,0-1-6-15,0-2 6 0,0-3-3 0,0-3-1 16,0 2 3-16,0-5-2 0,0 0-3 0,0-1 5 15,0-1-3-15,0 0 3 0,0 2 0 0,0 0 2 16,0-1-2-16,0 1 2 0,2 0-2 0,0-1 2 16,-2 1-1-16,0 0-1 0,0-2-7 0,1 0 6 15,1-1 0-15,-2 1 4 0,0 0-7 0,0 0 4 16,0 0-5-16,0 0 5 0,0 0 3 0,0-1-8 0,0 1 2 16,0 0-3-16,2 0 8 0,-2-2-6 0,2 0 1 15,0 0-3-15,-2 0-1 0,2 0 1 0,0 0 2 16,-1 0 0-16,1 0-2 0,0 0-6 0,0 0 0 15,0 0-3-15,0 0-10 0,0 0-40 0,-1-2-28 16,1 0-13-16,0 0-184 0,2 1-257 0</inkml:trace>
  <inkml:trace contextRef="#ctx0" brushRef="#br0" timeOffset="82128.14">26330 6884 101 0,'0'-2'63'0,"0"0"-9"15,0-1 59-15,0-25 2 0,0 0-6 0,0-6-13 16,0 5-7-16,0-3 4 0,0 1-6 0,0 3-9 0,0 2 8 16,0 0-5-16,0 4 5 0,0 3-24 0,0 0-9 15,0 6-13-15,0 2 5 0,0 0-18 0,0 4-10 16,0 1 3-16,0 2-6 0,0 1-2 0,0-1-10 15,0 2 1-15,0 0-4 0,0 2 1 0,0 2 3 16,-1 0-2-16,-5 13 3 0,-5 18 2 0,2 4-2 16,-1 2 5-16,1 2-4 0,2 0 8 0,1-2-11 15,2 0 8-15,1 2-8 0,1-6 13 0,0-1-3 16,2-3-3-16,0-9 3 0,0 4-2 0,0-3 3 16,2 1 0-16,0-4-1 0,0-3-8 0,-1-4 6 0,3-2-3 15,0 0 5-15,-2-3-4 0,-1-3 9 0,1-1 1 16,0 0 8-16,0-1 50 0,0 1-15 0,2-2 7 15,-1 0-14-15,1-2-17 0,2 0 2 0,5-6 0 16,0-1-1-16,4-25-6 0,0-5-9 0,3-2-2 0,3-7-3 16,-3-1-3-16,-1-1-3 0,5 3 5 0,-5 5-4 15,3 4-4-15,-1 5-6 0,-1 3 1 0,-1 6-1 16,-8 1 4-16,3 6-3 0,-9 2-4 0,-1 0 0 16,11 6-6-16,-5 1-5 0,-1 1-6 0,0 3-3 15,-5-2-43-15,2 1-91 0,0-1 6 0,-1 2-38 16,10-4-29-16,-1 5-112 0,6-1-26 0</inkml:trace>
  <inkml:trace contextRef="#ctx0" brushRef="#br0" timeOffset="82410.89">26964 6581 487 0,'0'0'172'0,"0"0"-165"16,-2-1 182-16,0-1-80 0,-2 0-69 0,-7 0 44 15,-6 2-9-15,1 0 21 0,-3 2-6 0,1 2-39 16,-1 1 7-16,0 4-18 0,-1 4-1 0,5-1-10 15,-5 14-4-15,3 3 0 0,6 5-7 0,-4 1 0 16,11 6 2-16,-18-2-1 0,7 2 8 0,6-2-2 16,5-6-2-16,0 4-1 0,4 0-8 0,2-1-2 0,2-1 1 15,2-7-1-15,1 0-2 0,-1-2 0 0,1 0-4 16,0 0 2-16,-1-2-3 0,-2-6 4 0,-2 5-3 16,-1-7 2-16,-1 1-8 0,0 0 10 0,0-4 1 0,-1-2 3 15,-1 2-7-15,-2-4 5 0,0 2-4 0,-1-2 4 16,-1 1-10-16,1-3-16 0,-18-1-18 0,1-3-2 15,5 1-73-15,-5 11-158 0,-2-4-1 0,3-3-65 16,-1-3-118-16</inkml:trace>
  <inkml:trace contextRef="#ctx0" brushRef="#br0" timeOffset="82565.27">26451 7263 1159 0,'0'0'47'0,"0"-2"6"16,0 0 4-16,2 0-9 0,0-1 0 0,3-1 53 15,21 0 12-15,2-11-11 0,0-1 4 0,4 3-61 0,3 1-21 16,0-1 0-16,1 4-8 0,-5-4-12 0,-3 4-16 16,0 1-2-16,-4-3-8 0,4 8-33 0,-2-5-202 15,0 1-25-15</inkml:trace>
  <inkml:trace contextRef="#ctx0" brushRef="#br0" timeOffset="82773.98">27259 6947 925 0,'-2'-2'244'0,"0"0"46"0,0 1-123 0,0-1-104 16,1-2-40-16,-1 0-19 0,0 1 89 0,2 1-26 0,0-2 42 16,0 0-69-16,2 1-24 0,1-1 1 0,3 0-8 15,13 2-2-15,7-3-15 0,-2-1-1 0,2-11-6 16,-2 6-17-16,-6 4-111 0,8-1-6 0,-7 5-49 15,-2 1-144-15</inkml:trace>
  <inkml:trace contextRef="#ctx0" brushRef="#br0" timeOffset="82925.17">27357 7200 535 0,'-2'-2'137'0,"1"0"299"0,1 0-408 0,0 0-9 15,0 0 7-15,0 1-3 0,0 1 36 0,1 0-16 16,1-2-2-16,2 0-9 0,20-6-32 0,13-3-18 15,8 0-27-15,-1-4-2 0,3-1-122 0,-3 1-34 16,1 0-25-16</inkml:trace>
  <inkml:trace contextRef="#ctx0" brushRef="#br0" timeOffset="83286.39">28358 6758 558 0,'0'-2'134'0,"0"0"-70"0,-2 0 125 15,0 0-33-15,0-1-68 0,-1-1 21 0,-1 0-4 16,0 2 6-16,-7-5-28 0,-2-1-24 0,2 5-7 15,0 1-5-15,-2 0-20 0,-2 2-6 0,0 4 3 16,-2 3-4-16,3 2 0 0,1 4 1 0,-2 17 2 0,2 2-2 16,-4-3 4-16,0 5-4 0,6 1 2 0,-4 0-3 15,6 1-6-15,2-5 1 0,-1-1-2 0,6-6 2 16,-14 2 2-16,6-4-6 0,5 3 5 0,3-5-5 16,2 0-1-16,6-1 4 0,-1-6-5 0,3 0 4 15,-5-4-9-15,21 1 4 0,8-1-2 0,-4-5 2 16,3-1 1-16,3 16-8 0,-1-8 4 0,8-5-5 15,-4-6 5-15,-2-2-2 0,3-4 4 0,-7-1-3 0,3-4 3 16,-7-1-4-16,-1-1 3 0,0 0-3 0,-3 0 7 16,-3 0 6-16,1 6 1 0,-3-21 4 0,-3 0 9 15,0 4 6-15,-6-9-1 0,-5-1 2 0,0-1-9 0,18-6-10 16,-13 2 3-16,-5 2-5 0,-4 0-2 0,-6 3 0 16,-3 1-3-16,-2 7 2 0,-4-2-4 0,2 6-7 15,9 2-1-15,-18 3-1 0,-4 2-4 0,0 4-17 16,-2 2-10-16,0 3-9 0,-1 4-95 0,1-15-185 15,-6 6-102-15</inkml:trace>
  <inkml:trace contextRef="#ctx0" brushRef="#br0" timeOffset="84426.36">20469 9120 601 0,'0'0'30'0,"0"-2"3"0,0 0-6 15,0-2-7-15,0-7-6 0,-2-8-2 0,2 1 28 16,0-3-8-16,0 1 15 0,-2-2 6 0,0 1 37 15,-1-1-3-15,1-4 12 0,0 0-11 0,0 4-18 16,-2-8-8-16,-1 8-4 0,-1 3-36 0,-3 1 3 16,0 3-1-16,7 4 2 0,-19 1-2 0,1 8 0 15,-4-14-1-15,-2 5-1 0,-2 5-9 0,0 6 2 16,-4 2 2-16,3 7 0 0,-7 10 7 0,3-16-9 0,1 31-1 16,-1 1-3-16,5-1-3 0,0 1 5 0,4 0-1 15,4-3 1-15,1-1-2 0,2-3-11 0,3-2 4 16,4-4-6-16,5 1 5 0,-8-5 3 0,4-3-4 15,1 2 3-15,4-2-5 0,4-4 3 0,2 0 2 16,0-5 0-16,2-1 1 0,0-3-5 0,18 13 2 0,4-4-2 16,0-7 1-16,3-4-2 0,3-4 0 0,1-7-1 15,1-4 0-15,-4-2 8 0,3-3-5 0,0 18 7 16,1-22-3-16,1 2-3 0,-1-1 3 0,-7-1-4 16,-1 2 2-16,-5 1 6 0,-3 1 4 0,-6 0 1 15,-1 3 11-15,-2 2-5 0,-5 4 2 0,-1-2-3 16,1 2 5-16,4 1-9 0,-3 1-2 0,-1 4 0 15,-2-1-4-15,-2 4 0 0,0 0 7 0,2-1-5 0,-1-1 8 16,1 0-8-16,0 2-2 0,0 0 0 0,-2 1-4 16,0-1 1-16,0 0 2 0,0 0-2 0,-2 2-3 15,0 0-2-15,0 0 1 0,1 2 1 0,-1 0 4 0,0 1-4 16,0 1-1-16,0 13 0 0,-5-4 3 0,-1 0-4 16,6 0-1-16,1 2-1 0,-1 1-2 0,-2 3 1 15,-3 0 1-15,3 1 0 0,0 4 4 0,-13 2-4 16,3 6-1-16,1 1 0 0,3 4 3 0,1 6-3 15,0 2 4-15,1 5-4 0,1 3 1 0,-1-1 0 16,-1 4-2-16,2-4 1 0,-1-2 1 0,1-3 0 16,-1-3 0-16,1-7 0 0,1-1 5 0,1-1-5 0,-1-3 5 15,-1-3-5-15,-1 1 4 0,1-4-2 0,0-4 2 16,-3 2-1-16,1-3 4 0,-2-3 7 0,2-3-3 16,7-2 3-16,-17-4-5 0,1-1 9 0,-5-4-4 0,5-3 5 15,-5 14-8-15,3-5 8 0,0-5 0 0,-1-5 3 16,3 0-4-16,-3-4-3 0,-1-1-5 0,3-3 0 15,4 1-9-15,4 0-1 0,2 1-3 0,0-1-4 16,-4 1-31-16,7-5-44 0,4 2-47 0,-3 1-1 16,-1-1-177-16,4 1-94 0,2 3-53 0</inkml:trace>
  <inkml:trace contextRef="#ctx0" brushRef="#br0" timeOffset="84725.94">20764 9792 1137 0,'-2'-2'106'0,"-2"0"231"0,-7-4-317 0,0-5-14 15,4 2 7-15,3 2-4 0,-3 1 47 0,5 4-23 16,-2-2 7-16,0 1-17 0,1-1-20 0,1 2-4 0,0 0 1 15,0 2-1-15,0 0 5 0,0 2 1 0,0 2-1 16,1 14 0-16,-1 10 2 0,2 4 8 0,0-2-6 16,0 1 7-16,0 2-3 0,-2-1 0 0,0 1-2 15,0 1-1-15,-2-4-6 0,1-1-1 0,-1-1 3 0,2-6-3 16,0 4 2-16,2-3-19 0,0-3-5 0,0-1-17 16,0-4-123-16,2-6-238 0,2 0-11 0</inkml:trace>
  <inkml:trace contextRef="#ctx0" brushRef="#br0" timeOffset="85097.21">20996 9873 953 0,'-2'-1'130'0,"0"-1"273"0,-1-2-366 0,-1 0-15 16,4 2 15-16,-4-3-7 0,1-1 70 0,-1 1-37 15,0-3 0-15,2 3-16 0,2-1-27 0,0 1-1 16,0 1-1-16,2 0-2 0,9 2-16 0,13-14 4 15,-3 6-4-15,-3 5 3 0,1 1-4 0,-6 4 5 16,0 0 5-16,0 4 1 0,-2 1 14 0,-7-3-4 16,7 22 1-16,6 4-2 0,-12 2-1 0,-5 1-7 15,-9 5-1-15,-4-3 0 0,-2 2-1 0,-3-3 2 16,16-1-2-16,-21-6 1 0,1-1-6 0,2-4 3 16,1-3 2-16,4 1 1 0,2-5 4 0,4-5-4 0,0 1-5 15,3-5 0-15,4 3-5 0,0-3 1 0,1 0 2 16,-3 1 1-16,2-1-3 0,0 0 1 0,0-1-2 15,0 1 2-15,2 0 5 0,0 0-2 0,2-1-1 16,0-1-1-16,2 0 1 0,5 2-2 0,13 3 5 0,3-1-5 16,2-4 9-16,3-2-11 0,4-4-1 0,-5-4-5 15,8-3-9-15,-3 0-15 0,-1-2-4 0,8-2-7 16,-8 2-38-16,6-5-88 0,-1-1-6 0,-3 17-35 16,0-20-107-16</inkml:trace>
  <inkml:trace contextRef="#ctx0" brushRef="#br0" timeOffset="85411.95">21843 9402 862 0,'-2'0'323'0,"0"-2"-437"16,-2 0 382-16,-3 0-213 0,-6 0-31 0,9 2 28 16,1 0-1-16,-1 0 12 0,0 0 15 0,0 0-40 15,3 0 7-15,-1 0-18 0,0 0 9 0,0 0 6 0,2 0 1 16,0 0 0-16,2 0-6 0,2 0-12 0,21 0-5 16,3-2-2-16,2 1-13 0,-2-1 2 0,0-2 2 0,1 2-1 15,-3 0 0-15,0 0-8 0,4 1 2 16,-6 1-4-16,-3-2-6 0,-1 0-15 0,-5 2-6 0,2 0-4 15,-2 0-36-15,-2 0-80 0,0 0-10 0,-4 0-31 16,4 0-105-16</inkml:trace>
  <inkml:trace contextRef="#ctx0" brushRef="#br0" timeOffset="85608.07">21835 9736 949 0,'0'0'79'0,"0"0"167"0,0 0-233 0,0 0 7 16,0 0 10-16,2 0 6 0,0 0 82 0,2 0-26 16,11 2 5-16,18-2-21 0,0 0-39 0,8-4-21 15,2-3 0-15,-2-3-7 0,3 1-11 0,-3 0-14 16,0-4-15-16,-2 0-9 0,-2 0-147 0,-1 4-316 16</inkml:trace>
  <inkml:trace contextRef="#ctx0" brushRef="#br0" timeOffset="86446.24">26058 8698 538 0,'0'-2'101'0,"0"0"-85"0,-10-37 106 0,3 2-42 15,-1-2-36-15,5 13 29 0,1-2 2 0,0 4 13 16,2 6 27-16,0-1-49 0,0 2 10 0,0 4-23 16,0 4 0-16,0 0-24 0,0 3 7 0,0 3-12 15,0 1-1-15,0-2-16 0,0 0-1 0,0 2-4 16,0 1-2-16,0-1 2 0,0 2 0 0,0 2 2 0,0 1 7 16,-2 33-2-16,-2 10 4 0,3 6-3 0,1 2 6 15,-2 5-1-15,2 4-2 0,0 0 1 0,-2 2-5 16,-2-1-3-16,-1 1 5 0,-3 5-5 0,-1 6 0 0,5 12 1 15,-1 1-3-15,1 5 3 0,2 1-1 0,-4-4-2 16,1-2 2-16,-6-5-3 0,3-3-4 0,3 1 7 16,-3 3-7-16,8-1 7 0,-3-2-6 0,-1-8 3 15,2-2 3-15,0-8-1 0,0-5-6 0,0-1 6 16,1-8-2-16,1-4 4 0,0 0-5 0,0-3 3 16,-2 0-4-16,0-4 4 0,2 2 4 0,-2-2-4 15,2 0 5-15,0-6-5 0,0 1 7 0,0-3 2 16,0-3-3-16,0 2 2 0,2-1-7 0,-2-3 3 15,2 0 0-15,0-7 0 0,-1-2 2 0,1-4-7 0,-2 0 3 16,2 1-5-16,2-2-1 0,-2-1-25 0,0-6-11 16,-2-3-12-16,1 2-90 0,1 0-153 0,2-1 10 15</inkml:trace>
  <inkml:trace contextRef="#ctx0" brushRef="#br0" timeOffset="86895.42">26520 10310 1140 0,'-2'0'72'0,"0"0"12"0,-2-2-38 16,1 0-25-16,-1 0-15 0,0 0 1 0,1 0 23 15,1 1-4-15,-2-1 9 0,2 2-6 0,0 0-8 16,-1 2-1-16,1 1-4 0,-6 10-8 0,-7 21 6 15,4 3-4-15,2 2 5 0,2 2-2 0,1-2 3 16,0 3 8-16,1-3-4 0,-1 0 7 0,3-2-9 16,1-1 0-16,0-1-2 0,0-3-4 0,2-1-3 15,0-1 4-15,0 0-2 0,2-1-4 0,0-6 4 0,1 1-10 16,-1-8 10-16,2 3-2 0,2 0-6 0,1 1 3 16,-1-5-4-16,-3-6 0 0,1-1 0 0,-2-5 3 15,0 3-2-15,0-2-1 0,-2-3-1 0,5 1-1 16,6 6 4-16,-1-3 19 0,3 1 13 0,0-6-2 15,3-2 3-15,3-7-17 0,-2-1 0 0,-3-25 0 16,9 0-1-16,-5-4 5 0,8 0 1 0,0-4 3 0,-7 0-1 16,-1-1 2-16,1 1-12 0,-4 4-1 0,5 4-2 15,-5 1 9-15,-2 8-7 0,2 0 1 0,-6 6-5 16,1 5-16-16,-5 4 2 0,1 2-1 0,-3 3 1 16,1 1-10-16,0 3-38 0,1-2-28 0,1 0-5 15,0 1-106-15,-1 1-25 0,3-2-29 0,1 2-9 0,0 2-176 16</inkml:trace>
  <inkml:trace contextRef="#ctx0" brushRef="#br0" timeOffset="87162.47">27168 10616 1003 0,'-2'0'97'0,"0"0"12"0,0 0-33 15,-24 9-26-15,4 1-20 0,2 1 25 0,1 2 24 16,0-8-5-16,3 18 6 0,-3 1-37 0,6-2-10 15,0 2-3-15,6-2-1 0,-1 6-6 0,5-2-7 16,-1 2-1-16,2 4-2 0,-17-3-7 0,6 3 1 0,6 5 1 16,3-5 0-16,4 1 2 0,2 1-6 0,0-10 4 15,2 4-4-15,1-1 10 0,-1-3-6 0,2 4-1 16,-3-4-1-16,1-1-3 0,-2-1 3 0,2 4 2 16,-3 0 0-16,1 0 9 0,-2 0-8 0,0-2-1 15,-2 0-1-15,-1-1 3 0,-3 1 2 0,-1 0-3 0,-1-2 1 16,-1-1-4-16,0-1-2 0,-1-1 5 0,-1-3-7 15,2-1-30-15,2-4-73 0,-1-1-38 0,3-3-15 16,5-5-160-16,-4 2 2 0,0-1-24 0</inkml:trace>
  <inkml:trace contextRef="#ctx0" brushRef="#br0" timeOffset="87346.19">26707 11390 1261 0,'-1'0'78'0,"-1"0"6"15,0-2-22-15,0 1-11 0,0-1-22 0,0 0 11 16,0 0 5-16,2 0-1 0,0 0 2 0,2 0-3 15,0 1-10-15,2-3-1 0,5-2-2 0,17-5-3 0,2 2-12 16,0 0-2-16,0-1-3 0,-2-1-13 0,-6 2 2 16,4 0-5-16,-3-3 2 0,-3 3-21 0,1-4-17 15,-3 0-29-15,1 2-2 0,-2-4-148 0,2 6-106 16</inkml:trace>
  <inkml:trace contextRef="#ctx0" brushRef="#br0" timeOffset="87537.79">27528 10811 1221 0,'0'0'140'0,"-2"0"9"0,0 0-66 0,1 0-17 0,-1 0-54 16,2 0 18-16,0 0 52 0,0-2-10 0,0 0 22 15,0 2-29-15,0-2-21 0,2 1-5 0,-1-1-6 16,3 0-25-16,-2 2-8 0,13-4-3 0,-2 0-2 15,-2 3-10-15,-4-1-70 0,1 0-16 0,-5 2-24 16,-1 0-99-16,2 0-12 0,0 0-34 0</inkml:trace>
  <inkml:trace contextRef="#ctx0" brushRef="#br0" timeOffset="87998.92">27482 11049 794 0,'0'0'36'0,"0"0"75"0,0 0-88 0,0 2 14 15,0-1 10-15,2 1 1 0,-1 0 24 0,3 0-27 16,5 0-8-16,16 0-7 0,0-2-24 0,5-6-12 15,4-9-2-15,5-7-5 0,1 18-7 0,1-27-33 16,2 1-10-16,2 2-10 0,-1-2-39 0,6 8 51 16,0-2-3-16,2-2 20 0,2 2 12 0,-7-2 15 15,-3 2 9-15,-9 1 1 0,-3 3 22 0,-8 3 30 16,-5 2-2-16,-8 4 14 0,-6 2 10 0,-1 3 50 0,-2 3 0 16,2-1 16-16,-1 0-25 0,-1 1-69 0,0 1-5 15,0 0-17-15,-2 0-7 0,0 2 11 0,-2 0 1 16,0 2 4-16,-1 0 9 0,-9 7-1 0,-1 0-4 15,-3 15 2-15,3-1-6 0,-2-1 3 0,4 2 3 16,0-2 1-16,1 3 14 0,7-1-16 0,-1 0 2 16,2 0-8-16,-15 0 5 0,8-3-9 0,4-1 5 0,3-7-7 15,2 2 8-15,0 0-10 0,0-6 2 0,3 4-4 16,-1-6-2-16,0-3 4 0,4 4-1 0,5-5 3 16,11 12 1-16,-3-6-2 0,1-3-3 0,2-4 1 15,1-2-7-15,-3-4 1 0,4-3 3 0,-5-3-3 16,-4 1-4-16,-1 5 1 0,1-18-3 0,-2 0 4 15,0 0 0-15,-2-1 2 0,-3-3 0 0,-1 2 1 16,-3-4-3-16,-2-3 10 0,16 1-1 0,-5-2 5 0,-5 5 11 16,-4-1-7-16,-4 2 1 0,0 2-4 0,-6-1-4 0,0 7-17 15,-1-1-1-15,-4-1-4 0,0 1-1 0,1 4-14 16,7 3-3-16,-16 0-9 0,4 5-50 0,-7-6-171 16,-2 2-29-16,0 3-70 0,5-3-299 0</inkml:trace>
  <inkml:trace contextRef="#ctx0" brushRef="#br0" timeOffset="88868.25">23920 8579 506 0,'0'-2'45'0,"-1"-5"73"0,-5-19-83 0,0 0 5 15,3-2-9-15,1 2 10 0,0 0 0 0,0 2 34 16,2-2-11-16,0 4 16 0,0-1-22 0,0 3 1 15,2 0-2-15,2 1 0 0,-1 0-7 0,-1 6-1 16,2 2 7-16,0 2-5 0,-2 2 3 0,-1-1-12 16,1 4-6-16,-2 3-1 0,0-1-19 0,2-2-16 15,0 0 4-15,0 2-7 0,0 1 12 0,0 1-6 16,-2 0 5-16,0 1-6 0,0 7 8 0,0 20 2 16,0 3-4-16,-2-1 2 0,-2 3-5 0,2 3-3 15,-2-1 2-15,1 2-2 0,-1 0 0 0,2-1 3 0,-2 3-2 16,1-6 1-16,-1 0-7 0,-2 4 4 0,3-5-5 15,-3 5 4-15,1-3-6 0,-1-5-12 0,0-3 8 16,1-2-10-16,-3-5 5 0,3-2-1 0,-3 1 2 0,3-7 0 16,-3 1 12-16,3-5 1 0,1-1 1 0,-9-3 1 15,-4-1 7-15,1 9-1 0,1-1 0 0,-4-3 0 16,8-3 1-16,2-2 2 0,0-2-1 0,3 0 2 16,-5 0 0-16,5 0-3 0,1 0 6 0,1 0-4 15,0-2-1-15,1 0 1 0,-1 0-7 0,2 0 6 16,0 0 0-16,0 0 2 0,2 1 6 0,0-1-4 15,2 0 5-15,2 0-2 0,18-5-2 0,1-1 0 0,4-1-10 16,1 1 3-16,-4 3-1 0,2-3 1 0,-2 3-1 16,-3 1-1-16,1-1-2 0,-3 1 1 0,-1 0-6 15,-3 0 1-15,0 3-4 0,0-1 2 0,-4 0-8 16,-2 0-9-16,1-2-3 0,-5 2-4 0,3 1-21 0,-3-1-49 16,4-2-6-16,-5 2-16 0,-2 2-37 0,7-13-30 15,-1 0-2-15,-1-2-20 0,-1-1-108 0</inkml:trace>
  <inkml:trace contextRef="#ctx0" brushRef="#br0" timeOffset="89051.22">23609 8375 797 0,'-4'-2'140'0,"-17"-5"262"0,5-1-319 0,5 3-47 0,9 5-4 16,-2-2-12-16,0 0 2 0,2-2 51 0,1 1-6 15,1-1 17-15,0 0-29 0,5-7-29 0,32 0 3 16,4 0-12-16,0 1-5 0,-4 3-12 0,0 1-4 0,-3 1-1 15,-1 3-1-15,-3-17-21 0,1 6-14 0,-1 6-7 16,0 3-66-16,-2 4-43 0,-1 2-8 0,1 4-19 16,0 1-93-16</inkml:trace>
  <inkml:trace contextRef="#ctx0" brushRef="#br0" timeOffset="89346.72">24344 8386 271 0,'0'0'165'0,"0"0"-130"0,0 0 164 0,-2-2-64 0,0 0-92 16,0 1 23-16,0-1 4 0,1 0 7 0,-3 0 15 15,0 0-13-15,0 2-5 0,-9-4-1 0,-3 1-14 0,3 1-24 16,0 2 1-16,0 0-10 0,5 2-5 0,-5 3-4 16,0-3-2-16,6 26-1 0,-6 4-1 0,4 7-4 15,1 7 6-15,-1 2-6 0,5-1 3 0,-1 5 3 16,1-4-2-16,-2 0 3 0,4 2 3 0,-20-9 5 16,9 0-4-16,8-2 5 0,1-4-3 0,4 1 1 15,0-3 3-15,2-1-3 0,0-3 3 0,1-1 2 16,1-2-2-16,0 0 2 0,-1-2-2 0,-1-7-1 15,2 3-2-15,-2-3-1 0,0-2-10 0,1 0-1 16,-1-6-1-16,-2-5 0 0,0-1 0 0,0 1 1 0,0 0 5 16,0 0-1-16,0-1 12 0,0 1-11 0,-2 0-5 15,1-1-3-15,-3-1-27 0,-4 2-60 0,-10 2-1 16,-3-5-30-16,3-1-106 0,-3-3-65 0,3-3-25 16,3 1-18-16,0-3-182 0</inkml:trace>
  <inkml:trace contextRef="#ctx0" brushRef="#br0" timeOffset="89517.43">23985 8978 1146 0,'0'-1'77'0,"0"-1"145"15,2-2-195-15,-2 2 55 0,13-16-7 0,-2 3 27 0,17-4 12 16,4 4-59-16,-4 0-3 0,-2 4-19 0,3 4-27 16,-4 1-7-16,2 4 3 0,-1-14-4 0,-5 6-2 15,3 5-14-15,-7 3-5 0,3 2-5 0,-1 0-38 0,-1 4-58 16,3 3-13-16,-8-1-24 0,-4 1-144 0</inkml:trace>
  <inkml:trace contextRef="#ctx0" brushRef="#br0" timeOffset="89846.8">23362 9591 736 0,'-4'-2'132'0,"-24"-7"257"0,-2 0-340 0,10 3-31 0,3 4-3 16,4 0-4-16,2 2 25 0,5 0 18 0,1 0-7 16,1 0 4-16,0 0-36 0,1 0-12 0,1 0 8 0,0 0-8 15,0 0 8-15,2 0 21 0,2 0 2 0,0 0 8 16,2 0 13-16,22 0-3 0,5 0-9 0,6 0 5 16,10 0-20-16,3-1 5 0,6-3-5 0,7-2 4 15,2-1-12-15,2-1-2 0,1-5 3 0,-1 0-3 16,4 0-4-16,-1 0-5 0,8 4-2 0,0 2 0 15,-2-1-4-15,-7 5 1 0,-10-1-3 0,-7 2 2 16,-11-2-3-16,-6 2 1 0,-5-1 0 0,-6-1 1 16,-3 2 2-16,-8 0-6 0,-2 0 3 0,-6 2-5 0,-1 0-1 0,-2 0 7 15,0 0-11-15,2-1 7 0,-1 1-27 16,-1-2-39-16,0 2-9 0,-2 0-17 0,0 0-80 0,-2 0-89 16,-2 2-25-16</inkml:trace>
  <inkml:trace contextRef="#ctx0" brushRef="#br0" timeOffset="90333.71">23764 10000 1246 0,'-1'-2'186'0,"-1"0"-237"0,-2 0 211 15,2 2-115-15,-7-6-40 0,1-3 44 0,3-2-1 16,1 5 17-16,2 1 4 0,-1 1-23 0,1 2-6 15,2 0-6-15,-2 2-30 0,-2-3-8 0,1-1 2 0,1 2-4 16,0 0 5-16,0 2 9 0,0 2 1 0,0 2 4 16,0 11 3-16,-3 18-3 0,3 2 0 0,0 4-1 15,0 0-1-15,2 2 0 0,0-2-1 0,-2 0-1 16,1 0-3-16,-1-5-1 0,-2-3-2 0,0-3 0 16,1 4-4-16,1-4 2 0,0-4 2 0,-2-2 0 15,0-3 2-15,-1-3-3 0,-1 1-1 0,1-4 0 16,-1-2-4-16,1-2-6 0,3-1 2 0,-15-1-3 0,-5-3 0 15,1 1 4-15,6 1 0 0,-3-2 2 0,-1-1 2 16,-1 1-1-16,-2 0 3 0,3-2-2 0,2 1-1 0,1-1 8 16,1 0-5-16,2 0 6 0,5 0-3 0,5 0 3 15,1 0-2-15,-2 1 1 0,0 1-4 0,1 0 6 16,1-1 2-16,0-1 2 0,0 0 3 0,2 0 17 16,0 0 0-16,2 0 7 0,0 0 14 0,9-1-17 15,20-1 0-15,-1-1-8 0,0-3-17 0,3 0-6 16,-5 0-1-16,0-1 0 0,-4 1 5 0,-2 0-8 15,4 1 1-15,-5 1-4 0,-3 0-3 0,-3 0 0 16,-4 0 0-16,1 0-1 0,-1 2-14 0,2-1-21 16,-4-1-6-16,0 0-6 0,0 0-22 0,1 0-37 15,-3-2 3-15,-3 3-16 0,0-1-30 0,-3-9-21 0,9-2-12 16,-3 0-9-16,-1-2-116 0</inkml:trace>
  <inkml:trace contextRef="#ctx0" brushRef="#br0" timeOffset="90507.97">23386 10024 1173 0,'0'0'59'16,"0"0"6"-16,-2-2-23 0,0 0-16 0,2 0-16 16,0 0-1-16,0 0 38 0,2 1 5 0,2-1 9 15,27-17-5-15,8 2-40 0,0 4-1 0,0 6-11 16,8 0-4-16,-5 3-8 0,3 2-12 0,-6 2-5 0,-6 0-112 16,1 2-124-16,-5 2-53 0</inkml:trace>
  <inkml:trace contextRef="#ctx0" brushRef="#br0" timeOffset="90754.76">24101 10328 755 0,'-2'0'68'0,"0"2"2"0,0 0-20 16,-2 2-10-16,2 18-19 0,-12 10 22 0,2-1 38 16,-1 3-2-16,2-1 10 0,2-5-24 0,3 0-17 15,3-2-1-15,1-2-6 0,-15 0-5 0,8-2-5 0,5-1 1 16,4-3 0-16,2-1 25 0,2-4 27 0,1 0-6 15,-1-6 10-15,-2 1-30 0,18-5 2 0,6 14 1 16,2-4 2-16,-6-7 5 0,14-4 0 0,-1-4-1 16,2-6 1-16,4-3-4 0,-9-2-29 0,-1-4-2 15,-7 4-10-15,-3 0-11 0,-3 0 25 0,-12 12-4 0,-4-14 10 16,-1-4-8-16,12 1-21 0,-5-3 1 0,-4 1-8 16,-4 1-3-16,-6 1-14 0,-3 1-3 0,-4 0-5 15,-19 2-22-15,-5 4-60 0,2 0-42 0,0 7-20 16,3-1-263-16</inkml:trace>
  <inkml:trace contextRef="#ctx0" brushRef="#br0" timeOffset="94799.52">14512 7203 432 0,'-1'0'0'0,"-1"0"12"15,0 2 128-15,-6 0-10 0,-12 2 18 0,-6 0-49 0,11-3-1 16,0 1-22-16,2 0-5 0,4 0 5 0,2 0-4 16,3-2 2-16,0 0-6 0,0 2 2 0,3-2-30 0,-3 0 2 15,2 0 0-15,-2 0 1 0,1 0 6 0,-1 0-7 16,2 0 2-16,0 0-4 0,0-2 1 0,2 0-10 15,0 0 1-15,2 0-3 0,2-1 10 0,18-1-5 16,13-9 5-16,6-6-6 0,-4 1 0 0,6 1-17 16,-4 4 1-16,4 0-7 0,0 4-1 0,-3 3-8 15,-1-1 3-15,-3 3-4 0,-1 2 3 0,-4-16 3 16,-1 5-6-16,2 3 6 0,-10 7-6 0,0-1 4 16,-7 2 4-16,-7 2-2 0,1 0 1 0,-5 0 1 15,-1 0-4-15,1 0 5 0,-2 0 3 0,0 0-6 0,0 0 2 16,-2 0-5-16,0 0-3 0,0 0-9 0,-2 0-2 15,0 0-6-15,-2 0-31 0,0 0-55 0,-10-2-10 16,4 2-15-16,1 0-58 0,0 0-53 0,1 0 4 16,1 0-25-16,1 0-47 0</inkml:trace>
  <inkml:trace contextRef="#ctx0" brushRef="#br0" timeOffset="95080.56">14620 7435 406 0,'-2'0'87'0,"0"0"193"0,1 0-251 16,-1 0 32-16,-11 0 7 0,0 0 9 15,-2 0 28-15,4 0-13 0,1 0-9 0,1 0-1 0,0 0-28 16,3 0 1-16,-3 0-4 0,5 0 2 0,1 0-5 0,-1 0-12 16,0 0 8-16,2 0-9 0,0 0 0 0,1 0 2 15,-1 0-3-15,0 0 5 0,2 0 15 0,2 0-10 16,0 0 3-16,9 0-5 0,17 0 0 0,3 0-12 15,4-3 6-15,4-5-9 0,6-1 0 0,0-4 4 16,1 0-6-16,4 2 5 0,-2 0-17 0,-5 3-5 16,-4 3 0-16,-13 1-2 0,-4 2 5 0,-3 0-11 15,-2 2 3-15,3 0-7 0,-3 0-21 0,5 0-124 16,2 2-51-16,0 0-52 0,10 0-428 0</inkml:trace>
  <inkml:trace contextRef="#ctx0" brushRef="#br0" timeOffset="105194.07">10084 1494 43 0,'0'-2'16'0,"-2"0"0"16,0 0 11-16,1-1 3 0,-5-8-7 0,-5-8-3 16,0 0 1-16,0 1 1 0,-2-1 1 0,1 3 10 15,11-3-14-15,-20-3 10 0,4 7-12 0,-5-4 6 0,-4 3-15 16,0 4 0-16,-4-1-3 0,1 2 16 0,1 4-15 15,0-2 5-15,-4 3-8 0,1-1 17 0,1 3-21 16,1 2 12-16,3-15-15 0,1 6 4 0,-1 4 5 16,2 5-7-16,0 2 6 0,0 4-4 0,2 1-7 15,-6 4 5-15,0 4-5 0,2 0 9 0,0 4 11 16,0-9-5-16,2 23 6 0,-4-3-4 0,2 4-1 16,0-3 2-16,-4-3-3 0,-1 4 5 0,-1-4-4 15,-5-2 1-15,-2-2-3 0,0 1-7 0,0-3 9 0,8 4-2 16,-1 0 4-16,0 4 0 0,3 4 0 0,-1 1-1 15,4 2 1-15,6 1-11 0,1 5 3 0,2-1-3 16,4 7 0-16,4 1-5 0,0-3 11 0,5 5-7 16,0-4 6-16,2-1-7 0,-22 1 2 0,11-5 1 15,8-6-1-15,1-3-8 0,2-2 12 0,2-1-4 0,2-1 6 16,2 2-8-16,1 1-2 0,5 1 2 0,3 3-2 16,3 1 5-16,5 1-3 0,-19 2-1 0,27-2-1 15,1 2-2-15,5 0-8 0,1-4 2 0,4 0-3 16,5-1 1-16,-4-6 1 0,3-4-1 0,-5-7 2 15,-7-4 2-15,1 1 12 0,-3-6-5 0,2-5 6 16,1 18-1-16,0-12-5 0,5-5 5 0,-1-4-4 0,2-6 13 16,3 1-5-16,5-8 0 0,1-2-4 0,0-2 1 15,3-1-3-15,-3-1 5 0,-2 1-6 0,2-5-5 16,-7 3 9-16,-4-2-7 0,-5 14 9 0,-4-20-1 16,-2-1-1-16,-4-3 5 0,4-1-5 0,-4-1 8 0,3-1 7 15,1-4 1-15,-2 0 2 0,0-6-1 0,2-5-2 16,-2-4-2-16,0-14 1 0,-2-8-2 0,1-8-8 15,-3 0 1-15,-1 8-4 0,-4 8-5 0,-6 8 2 16,-2 8 1-16,17 6 1 0,-12 3-2 0,-11 10 1 16,-2-3 1-16,-9 5-1 0,-5 1-2 0,-3 0-10 15,1 1-22-15,-18 5 1 0,-4 11-90 0</inkml:trace>
  <inkml:trace contextRef="#ctx0" brushRef="#br0" timeOffset="105634.9">6866 4127 75 0,'-26'55'10'0,"6"42"17"0,-30 11-1 0,0 11-16 16,-4-1 7-16,11-6-11 0,6-6 1 0,6-10-6 0,10 6-1 15,3 6 0-15,6 5 16 0,7 4-25 0,3-9 11 16,-31-12-16-16,25-5 12 0,10-13-13 0,7-3-3 16,10 1-1-16,7 0-1 0,-21 9-5 0,38-5 2 15</inkml:trace>
  <inkml:trace contextRef="#ctx0" brushRef="#br0" timeOffset="105752.53">7607 6604 51 0,'4'-4'40'0,"20"-28"5"0,30-44 47 0,4-22-4 15,1-14 6-15,10-5-47 0,10-1-3 0,7 1-15 16,1 5-25-16,-5-7-3 0,-19-11-2 0,-15-7 1 0,-12-4-1 16,-16 17 1-16,-5 10 4 0,-6 10-2 0,-7 4 2 0,33-8-5 15,-27-3-8-15,-16 7 2 0,-8 7-12 0,-5 21-4 16,-3 11-102-16</inkml:trace>
  <inkml:trace contextRef="#ctx0" brushRef="#br0" timeOffset="106286.99">11003 4207 453 0,'0'0'21'0,"0"0"36"0,-2-2 14 16,1 0 16-16,-1 0-10 0,0 0-9 0,0 0 3 15,0 0-6-15,0 1 2 0,0-3-22 0,1 0 1 0,-1 0-10 16,0 1-24-16,0 1-9 0,0 0-7 0,2 0 1 15,0 0-13-15,0 1-10 0,0-1 2 0,0 0-7 16,2 0-15-16,2 2-107 0</inkml:trace>
  <inkml:trace contextRef="#ctx0" brushRef="#br0" timeOffset="106535.64">14165 4110 836 0,'-2'0'-6'0,"1"0"-10"15,-3-2-10-15,2 2-2 0,-7-2-8 0,3 2 8 16,-1-1-26-16,1 1 2 0,1 0-170 0</inkml:trace>
  <inkml:trace contextRef="#ctx0" brushRef="#br0" timeOffset="114238.35">16540 5933 33 0,'0'0'0'0,"0"0"22"0,0 0 8 0,0 0 20 15,0 0 6-15,0 0-8 0,0 0-1 0,0 0-3 16,0 0-1-16,0 0 1 0,-2 0-6 0,0-1 9 16,0 1-3-16,1 0 3 0,-1 0-16 0,0 0 5 15,0 0 2-15,0 0 2 0,0-2 7 0,0 2-5 16,1-2-3-16,-1 2 2 0,0-2-2 0,0 0-4 0,0 0 0 16,0 0-1-16,2 1 1 0,0-1-10 0,0 0 2 15,0 0-5-15,0 0-2 0,0 0-2 0,0 0-1 16,0-1 0-16,2-3-4 0,4-11 8 0,1 3-3 0,2-3 4 15,3 0-3-15,-5 4-8 0,2-2 4 16,-3 2-6-16,-1 2 3 0,1-2-3 0,-2 4 2 0,-1-2-1 16,1 1 6-16,-2 1 2 0,0-2-6 0,0 4 5 15,-2-1-6-15,0 3 9 0,0-1-1 0,0 0 2 16,0 5-4-16,0-3 0 0,-2 0 1 0,0 0-1 16,0 1-8-16,0 1 5 0,0 0-12 0,-1 0 8 15,1 0-12-15,0 2 8 0,-2 0 2 0,1 0 2 16,-1 2-13-16,0 0 4 0,0 0 2 0,3 2 1 15,-3 3-3-15,-4 6 3 0,3 2-3 0,1-2 4 0,-1 4-1 16,1 1 1-16,2 3-2 0,-2 1 1 0,2 0-4 16,2 0 0-16,0 3-1 0,0-1 1 0,0 0 4 15,0 2-1-15,-1 2 0 0,1-4 0 0,-2 2 7 0,0-4-9 16,0-1 5-16,0-1-6 0,0-3 6 0,0-1-3 16,1 5 2-16,-1-6-2 0,0-1 1 0,-2 3-1 15,2-11 1-15,-3 7 1 0,1-4 6 0,2-3-5 16,-3 5-1-16,1-6 0 0,-4 5-2 0,1-1-3 15,3-5 7-15,-5 1-5 0,0 1 3 0,-2-1-2 16,1 1-3-16,-1-1 2 0,0-3 8 0,2 0-4 16,-1 2 2-16,1 0-3 0,0-1-3 0,0-1 1 15,1 0 2-15,1 4 1 0,-1-1 6 0,3-1-11 0,-1 0 5 16,1-1-6-16,-1-1 6 0,2 0-2 0,2-2 0 16,1 0 0-16,-1 0 4 0,-2 2-9 0,0 0 1 15,1 0-3-15,1-1 9 0,0 1-3 0,0 0 2 0,2 0-3 16,0 0 2-16,2 0-4 0,0 0 4 0,1-2-3 15,23 1 5-15,0-1-3 0,2 0-3 0,0-1 1 16,0-1 0-16,2 0 0 0,-1 2-2 0,-3 0 0 16,-1 0-2-16,-7 0-12 0,-1 0 7 0,0 0-9 15,-3 0 9-15,-1 0-18 0,2 2 0 0,-5-2-6 16,-1 2 6-16,0-1-5 0,-1 1 1 0,-1 0-4 16,-3 0-14-16,-1 0-159 0,1 2 21 0,-2-1-70 0,5 12-15 15</inkml:trace>
  <inkml:trace contextRef="#ctx0" brushRef="#br0" timeOffset="114800.29">16005 6819 484 0,'-2'0'22'0,"1"0"0"0,-3 0 30 0,-11 0-6 16,-5 0 8-16,1 2 2 0,-3 0-17 0,7 0 3 16,-4-1-8-16,3 1 0 0,-1 0 6 0,-7 2-2 15,7-2 1-15,-3 1-8 0,1 1 7 0,6 0-1 16,-6 1 3-16,5-1-7 0,-3 2 3 0,2-1 1 0,2 1 1 16,0-1 10-16,2 1-9 0,2-2 6 0,-3 1-7 15,5-1 5-15,0-2-8 0,1 0-2 0,4-2-1 16,0 0-8-16,-1 2-17 0,-1-1 1 0,0 1-6 15,2 0 5-15,0 0 8 0,1 0-4 0,1 0 4 16,0 0-8-16,1-1-1 0,1 1 3 0,6 0-2 16,20 4 0-16,3-3-2 0,6 1 0 0,2 0 1 15,-3 0-2-15,8-1-2 0,-1 1-1 0,1-4 0 16,7 0 1-16,-5 0-3 0,-1 0 2 0,-1-2-2 0,2-3 4 16,1-3-2-16,5 1-4 0,2-1 2 0,1-3-1 15,9-2 5-15,1-4 6 0,3 1-3 0,-1-1 3 0,0 0 3 16,-6 4-6-16,-3-2 5 0,-4 1 5 0,-10-1-4 15,1 0 3-15,-3 2-3 0,-3 0 2 0,0 2-4 16,0 2 3-16,-1 1-3 0,-3 3 4 0,-5 1-6 16,-8 0 0-16,0 2-3 0,0 0 2 0,-5 2-5 15,4-1 3-15,-12 1-3 0,-5 0 8 0,3 0-5 16,-3 0 0-16,5 0-2 0,-3 0-6 0,-5 0 8 16,3 0-2-16,-2 0 3 0,4 0-3 0,-3 0 0 0,1 0 2 15,-2 0-1-15,1 0 0 0,1 0-4 0,0 1 0 16,0-1-2-16,-1 2 8 0,1 0-9 0,0 0 3 15,-2-2-5-15,-1 2 6 0,1-2-19 0,0 2 4 16,0 0-11-16,0-1-1 0,0 1-30 0,0 0 5 0,-1 0-17 16,1 0-41-16,-2 0-411 0</inkml:trace>
  <inkml:trace contextRef="#ctx0" brushRef="#br0" timeOffset="116972.06">15976 7463 96 0,'0'0'22'16,"0"0"1"-16,0 0 37 0,0-2-7 0,0 1 10 15,0-1-4-15,0 0 5 0,0 0 0 0,0 0 1 0,0 0-5 16,0 0 9-16,0 1-7 0,0-1 10 0,0 0-4 15,0 0-2-15,0 0-4 0,0 0-2 0,-2 0-28 16,0 1 0-16,0-1-6 0,0 0 2 0,0 0-9 16,0 0-14-16,1 2 7 0,-3 0-10 0,0 0 9 0,0 0-7 15,1 2-1-15,-1 2 0 0,-3 7 5 0,-8 17-2 16,4 1-4-16,1 7 2 0,3 1-3 0,-1 4 5 16,5 1 7-16,-3-1-4 0,1 2-1 0,-1 0 8 15,-1-4-11-15,1 0 10 0,0-4-6 0,-1 0 12 16,0-5 8-16,-3 1-1 0,3-5 11 0,-1-3-3 15,1-5-5-15,1-3 1 0,1 0-20 0,1-4 3 16,0-2-6-16,4-5 5 0,-1 0-8 0,-1 0-2 0,0-1 6 16,0 1-5-16,0 0 9 0,0-2-10 0,0-1 3 15,1 1-5-15,-1 0-3 0,2-2-1 0,0 0-3 16,0-2 3-16,0-1 0 0,2-14-6 0,3-9 4 16,1-6-3-16,1 3 10 0,2-7-5 0,-1-1 1 15,-1 0-3-15,1-6 8 0,-3 6-6 0,1-4 4 0,-2 4-4 16,-3 2 10-16,5 2-9 0,0 3 5 0,1 2-6 15,0 2 1-15,3 0 4 0,-3 4-8 0,2 3 8 16,1 2-4-16,-1 4 1 0,4 4 2 0,6 2-2 16,-3-1-4-16,1 6 4 0,-2-1-4 0,2 1 4 15,1-11 4-15,-1 4 0 0,-2 3 1 0,1 2-2 16,-1 2-4-16,-4 2 2 0,-1 2 1 0,-5 0 3 16,1 0 2-16,-1 2-2 0,-1 1 3 0,9 14-3 0,-2 1 5 15,-3 3-6-15,-5-3 6 0,-3 4-5 0,0-3 4 0,-3 3 1 16,-5 0-7-16,-1 0 6 0,-2 0 0 15,0-3-6-15,9-3 6 0,-19 1-7 0,3-1 2 0,1-7 1 16,4 4 1-16,-7-5 1 0,-1-5 7 0,3 8-4 16,3-7 1-16,2 1-2 0,2 1 1 0,7-3-9 15,-5-1 1-15,3 3-3 0,4 3 5 0,-7 1-5 16,2 0 5-16,1 4-5 0,2-4 0 0,2 0 2 16,2 4-1-16,0-4 4 0,2 0 0 0,2-2 2 15,0-1-5-15,-1-3 4 0,12 1 2 0,4-2 6 16,-2-1 3-16,3-1-1 0,0 4-5 0,-1-1 1 15,-2-3-4-15,-6 2 2 0,4-2-8 0,-4 0 4 0,2 3 0 16,-2-1 0-16,-4 0 0 0,1-3-2 0,-1 1-1 16,-3 0-2-16,1 0-7 0,1 0-4 0,0 2-6 15,3 3 1-15,-4-3-21 0,1-1-8 0,1 3-3 0,1 0-2 16,1-1-30-16,0-1-186 0,3 0 13 0,1-1-89 16,1 1-149-16</inkml:trace>
  <inkml:trace contextRef="#ctx0" brushRef="#br0" timeOffset="117303.54">16560 7788 377 0,'-1'0'114'0,"-1"-2"2"16,-2 1 11-16,-3-3-24 0,-10-2-19 0,-2 1-23 16,4 1 10-16,1 0-1 0,1 2 0 0,1 1-13 0,1 1-22 15,4 0 3-15,1 0-10 0,1 0-3 0,-1 0-17 16,1 0 4-16,1 0-7 0,0 1 10 0,4 1-7 15,-2 13 7-15,-11 4-6 0,6-4-4 0,-1 3 7 16,3 3-6-16,1 1 8 0,4 4-2 0,0-6 1 16,0 1-1-16,0 3 2 0,2-2 6 0,0 0-4 15,0 4 0-15,0-5-1 0,1-1-3 0,1 2 8 16,0-1-1-16,-1-3 2 0,1 5-7 0,0-3 1 16,-2 1-1-16,0-3 1 0,-1 3 0 0,1-5-3 0,0 3 2 15,0-2-2-15,-2-3 3 0,0 1 4 0,0-2-3 16,-2-3 1-16,-2 1-13 0,1 0 2 0,-3 2-1 15,1-4 0-15,-3 2-5 0,3-3-9 0,-3-3-5 16,-7 3-2-16,0-6-18 0,2-1-23 0,0 9-54 0,4-5 2 16,0 1-240-16</inkml:trace>
  <inkml:trace contextRef="#ctx0" brushRef="#br0" timeOffset="117538.58">16325 8160 650 0,'0'0'402'0,"-2"-2"-559"0,0 0 478 0,0 0-273 0,0 0-38 16,0 0 29-16,0 0 10 0,2 1 8 0,0-1 43 0,0 0-33 15,2 0-4-15,0 0-11 0,0 2-30 0,18-11-4 16,1 2-6-16,1 1 1 0,0 1-12 0,-3 1-1 16,0 3 0-16,-3-1-2 0,3 0-10 0,5-1-26 15,-5 1 1-15,1 0-10 0,-5 2-2 0,-4 0-43 16,6-1-77-16,-6 1 7 0,6-2-267 0</inkml:trace>
  <inkml:trace contextRef="#ctx0" brushRef="#br0" timeOffset="117723.45">16841 7885 577 0,'-2'0'125'0,"0"0"-4"0,0 0-21 0,0 0 0 0,0 0-50 15,1 0-2-15,-1 0 18 0,0 0-1 0,0 0 6 16,0 0-4-16,2 0-2 0,0-2-1 0,2 0-2 16,0 0-17-16,2 0-8 0,1 1-6 0,16-9 0 15,-5 3-19-15,1-1-5 0,2 1-7 0,-3 1 0 16,3-1-21-16,-4 0-9 0,-2 1-3 0,0 2-1 16,0 1-10-16,-4 1-127 0,0-2-44 0</inkml:trace>
  <inkml:trace contextRef="#ctx0" brushRef="#br0" timeOffset="117990.6">16989 7554 1075 0,'0'0'21'0,"-2"0"1"0,1 0 15 15,-1 0 1-15,0 0 1 0,0 0 27 0,0 0-6 16,0 0-3-16,-1 0-5 0,1 0-36 0,0 2-2 15,0 0 1-15,0 2 1 0,0-1 2 0,-7 22-2 0,2 2 2 16,1 1 0-16,2 4 11 0,2-1-9 0,1 1 3 16,-1 5-5-16,0-2-2 0,2 3-12 0,-2-3-1 15,0-4-1-15,0 3 3 0,0-10-4 0,-1 4-3 0,1-8-2 16,0-1-6-16,0-3-17 0,2-3-1 0,0 2-7 16,0-4-16-16,2-1-94 0,0-1-45 0,0-3-26 15,1 1-228-15</inkml:trace>
  <inkml:trace contextRef="#ctx0" brushRef="#br0" timeOffset="118553.74">17481 7348 823 0,'-2'0'96'0,"1"0"-98"0,-1 0 105 0,0 0-48 0,-11-2-27 0,4 1 26 16,-3 1-5-16,5 0 13 0,-6 0-1 0,6 1-21 15,-3 3-2-15,3 0-8 0,5-1-9 0,-2 20 4 16,-12 1 3-16,3 6-2 0,3 1-4 0,1 4 9 16,2 4-6-16,-3 2 7 0,1 0-10 0,2 4-7 15,-3 1 2-15,3 1-5 0,1-5-1 0,3-5 3 16,-1-1-5-16,0-8 4 0,-1 3-11 0,1-9 6 16,-2-3-6-16,3-6 6 0,-1-2-3 0,2-2-11 15,0-1 4-15,2-6-7 0,0 3 3 0,0-1-4 16,0 0 4-16,0-1-3 0,0-1 6 0,0 0-5 0,0-2-1 15,0-2 0-15,0-2-2 0,4-23 8 0,0-10 3 16,-1-2 1-16,1 0 5 0,0-6-8 0,-2 2 2 16,0-5-4-16,1 2 3 0,3 5 6 0,-1 0-5 0,3 2 6 15,1 4-5-15,2 3-1 0,2 4 5 0,-2 4-3 16,1 2 6-16,1 3-8 0,-2 2 1 0,-6 3-1 16,16 2 8-16,-5 3-8 0,5 4 5 0,-3 1-5 15,1-9 5-15,-4 6-1 0,-6 5 0 0,-2 2 1 16,1 0 5-16,-4 0-2 0,1 2 0 0,-1 1 0 15,3 10 5-15,3 11-5 0,-7 0 0 0,-3 2-2 0,-5 4 0 16,-6-2 1-16,-6 4-3 0,0-3 2 0,0-3-3 16,14-2 6-16,-12-1-1 0,-9-3 3 0,7-1-2 15,-3-1 6-15,-1-3-1 0,12 0 2 0,-4-2-7 16,6 0-2-16,-3 0 1 0,3 0-1 0,1-2 2 0,1 2-6 16,3-2-4-16,0 2 1 0,2 2 0 0,0-2-4 15,4 4 7-15,-1-6-6 0,3 0 10 0,1 0-4 16,-3 2-1-16,9-2-2 0,-2-1 4 0,4-5-1 15,0 6 0-15,3 1-2 0,-1-5-9 0,2-1-16 16,-1-1-4-16,-3-1-4 0,6 0-20 0,-1-1-77 16,-1-1-31-16,3-2-23 0,-2 0-173 0</inkml:trace>
  <inkml:trace contextRef="#ctx0" brushRef="#br0" timeOffset="118881.3">17849 7617 431 0,'-2'0'294'0,"0"0"-345"0,-1-1 328 0,1 1-167 16,-13-2-74-16,2 0 23 0,2 2-3 0,-2 0 10 15,2 2 4-15,1 0-27 0,1 1 0 0,0 3-10 16,1-1-15-16,3 8-8 0,1 10 7 0,0-3-7 16,-1 1 12-16,1-3-2 0,0-3 0 0,-1 7 0 15,-8-3 8-15,3-1-5 0,1 5 7 0,5-10-7 0,1 0 1 16,1-2 2-16,0 6-7 0,0 3 7 0,0-1-2 15,2-3-10-15,0 1 9 0,0-10-10 0,2 6 3 0,2-1-2 16,0-3 0-16,-1-2 1 0,1 1 8 0,-2-5-9 16,-2-1 2-16,7 4-5 0,6 3-3 0,0-2 3 15,2 1-5-15,0-3 4 0,2-1-5 0,-1-2-13 16,-1-2 6-16,2 0-10 0,-2 0 5 0,-2-2-11 16,-2 0 2-16,2-1-6 0,-4 1-8 0,1-2-15 15,-1 0 1-15,-2 1-6 0,1-1-15 0,-5 2-150 16,-1 2-5-16,2-4-65 0,0 2-177 0</inkml:trace>
  <inkml:trace contextRef="#ctx0" brushRef="#br0" timeOffset="119114.43">17687 7911 959 0,'0'0'56'0,"0"0"3"0,0 0-17 0,-1-2-3 0,-1 0-19 15,2 0 24-15,0 0 26 0,0 1-5 0,0-1 12 16,0 0-9-16,2 0-6 0,-1-2-6 0,1 2 2 16,19-11-8-16,-1 0-13 0,2 4 3 0,3-4-9 15,-5 2-9-15,0 4-8 0,-1-3-4 0,-4 7-1 0,-4-5-9 16,0 6-9-16,-2-3-1 0,-5 1-2 0,2 2-12 16,-4-2-13-16,-1 1 5 0,3-1-10 0,0 0-13 0,-2 1-208 15,0-1-1-15</inkml:trace>
  <inkml:trace contextRef="#ctx0" brushRef="#br0" timeOffset="119275.14">17773 7636 871 0,'0'0'39'0,"0"0"1"0,-2 0 17 16,0 0-8-16,0 0 0 0,2-2 12 0,0 0 4 0,0 0 5 15,0 1-4-15,0-1-11 0,2 0-26 16,0 0-3-16,2-2-7 0,7-1-20 0,7-6-24 0,5-1-5 15,-5 3-6-15,3 0-17 0,-3 1-47 0,-3 3-101 16</inkml:trace>
  <inkml:trace contextRef="#ctx0" brushRef="#br0" timeOffset="119675.5">18111 7564 710 0,'0'0'89'16,"-2"0"-4"-16,0 0 2 0,0-2 5 0,0 0-32 15,0 0 14-15,1 0 1 0,-1 0-1 0,0 0-1 16,2 1-19-16,0-1-1 0,0 0-8 0,2 0 5 0,0 0-9 16,1 0-5-16,8-3 4 0,4-3-5 0,2 3-3 15,0 1-7-15,-4 2-1 0,-2 2-2 0,-4 0-4 16,1 0 0-16,-1 2-4 0,2 4 3 0,-5-5-2 0,-2 22-2 16,15 5 1-16,-10 1-2 0,-5 7-4 0,-6 1 2 15,-3 0-2-15,-4 0 1 0,-6 0 2 0,0-3-6 16,1-1 6-16,-1-1-5 0,4-5 3 0,0-4 4 15,2-3-4-15,1-5 5 0,3-4-1 0,0 2-6 16,3-6 0-16,0 1-3 0,0 3-3 0,3-5 0 16,-1-1-3-16,2 1 2 0,0-4-2 0,2 3 6 15,-1-1 3-15,3 0 0 0,4-1-4 0,8 5 4 0,10-1-3 16,-7-3 4-16,9-2-2 0,-6-2 1 16,-3 0 1-16,3 0 0 0,-5 0 2 0,-3-2 3 0,1 0-3 15,0-2 3-15,-2 1 5 0,0-1 0 0,0 0 0 16,-2 2-3-16,0-1-10 0,-1-1 5 0,-1 0-2 0,-2 2 3 15,-1 0-4-15,0 1-7 0,-3-1-3 16,1 0-2-16,0 0-16 0,-1 0-66 0,3 0-8 0,0-1-49 16,3-3-319-16</inkml:trace>
  <inkml:trace contextRef="#ctx0" brushRef="#br0" timeOffset="120972.16">27400 5595 287 0,'0'0'35'0,"0"0"10"0,-2 0 63 15,0-1 25-15,-1-1-2 0,-1 0-6 0,-5-2-32 0,1 0-6 16,-5-1 1-16,0 1-18 0,4 0-9 0,1 3-6 16,5 1 0-16,-1-2-23 0,0 0-21 0,2 0 6 15,1 0-10-15,-1 2 23 0,2 0 1 0,0 0 2 0,2 0-1 16,1 0-9-16,31-2 12 0,12 2-9 0,4-2 10 16,4 1-6-16,-2-3-6 0,2-2 0 0,-2-1-3 15,2-1-8-15,1-1-3 0,-1 2 1 0,2-3-2 16,0 5-3-16,-1 1 0 0,-3 4 1 0,-9 0-1 15,-11 0-2-15,1 0-3 0,-5 0 3 0,-6 0-2 16,0 0 9-16,-12 0-8 0,-5 0 1 0,-1 0-2 0,0 0 8 16,-1 0-2-16,-1 0 0 0,0 0-3 15,0 0-16-15,-2 0-13 0,0 0-1 0,-2 0-5 0,0 2-12 16,0-2-45-16,-20 7-17 0,2 1-14 0,-3 1-107 0,3 0-103 16</inkml:trace>
  <inkml:trace contextRef="#ctx0" brushRef="#br0" timeOffset="121195.99">27569 5837 604 0,'-2'0'221'0,"0"0"-263"16,0 0 251-16,-1-2-128 0,-5 2-39 0,3 0 36 16,3 0-15-16,-2 0 18 0,0 0-36 0,1 0 19 0,1 0-2 15,0 0 6-15,2 0-17 0,2 0-2 0,2 0-5 16,21 0 1-16,13-2-23 0,2 0-2 0,3-1-10 15,4-3 5-15,-1-1-18 0,4-1-14 0,2 1-6 16,4-1-5-16,0 3-27 0,1-1-106 0,1 2-99 0</inkml:trace>
  <inkml:trace contextRef="#ctx0" brushRef="#br0" timeOffset="129565.26">8901 3234 60 0,'0'0'0'0,"0"0"30"0,0 0 18 0,0-2 34 0,0 0 17 16,0 0-16-16,-1 0-6 0,-1 0-18 0,0 1-8 15,0-1 4-15,-2 0-14 0,1 0 23 0,-1 0-9 16,0 0 11-16,0 0-31 0,1 1-23 0,-1-1 4 15,0 0-10-15,2 0 3 0,1 0-7 0,-1 0 0 16,0 0 0-16,0 1 13 0,0-1-14 0,0 0 5 0,2 0-6 16,0 2 6-16,0 0-6 0,0 0 6 0,0 0-5 15,0 0 19-15,0 0-10 0,0 0 1 0,0 2-2 16,0 0 16-16,2 0-4 0,-2-1 4 0,2 1-4 16,0 0 6-16,0 2-1 0,1 11-3 0,3 5 0 0,1 6-10 15,1 2-6-15,-1 4-1 0,-1 1-2 16,1 0-4-16,1 3 0 0,-1-1 4 0,2 2-1 0,-1-2-2 15,-1-1 2-15,3 5-2 0,-3-6 1 0,2 2 2 16,1 1-4-16,-1-3-1 0,-2 2 0 0,-1 1 2 0,-1-1 0 16,-1-3 2-16,2 3-2 0,-1-5-2 0,-1-1 3 15,2-1 0-15,-5-4 2 0,1 4 0 0,0-2 2 16,0 4-1-16,2-2 0 0,-2 0-1 0,-2 1-4 16,0 1-3-16,0 3 1 0,1-3 6 0,1 5-4 15,0 1 6-15,0 1-7 0,0 0 0 0,-2 0 2 16,0-4-1-16,0-5 4 0,0 2 3 0,0-8-4 15,0 2-2-15,0 1 0 0,0-9 4 0,0-1-5 16,0-2 4-16,0-4-4 0,0 1 10 0,0-3-2 16,0 2 0-16,0-1-1 0,0-3-1 0,2 5 1 0,-2-5 0 15,0-1 0-15,2 2-6 0,-1-3 2 0,1 1 1 16,0 0 1-16,0-1 4 0,0 1-8 0,0 0 4 16,0 0-5-16,-2-1 5 0,1 1 3 0,-1 0-8 0,0-1 6 15,0 1-7-15,0-2 1 0,0 0 3 0,0 0-2 16,0 0-1-16,0-1 4 0,0 1-1 0,0 0 2 15,2 0-4-15,0 0-15 0,-2 0-5 0,0-1-7 16,2 1-38-16,0 0-53 0,0 0-2 0,0 0-24 16,-1-2-80-16</inkml:trace>
  <inkml:trace contextRef="#ctx0" brushRef="#br0" timeOffset="130022.98">8792 5001 248 0,'-2'0'40'0,"0"0"-5"0,0 0 14 16,-1 0 13-16,1 0-18 0,-8 0-1 0,-3 0 14 15,4 0-14-15,-2 0 15 0,2 0-15 0,-1 0 6 0,-1 0 2 16,0 2-1-16,-2 0-13 0,2 0 6 0,0 2-5 16,3-3 7-16,-1 1-6 0,4 0-1 0,1-2-3 15,0 0 2-15,2 0-4 0,0 0-1 0,-1 2-2 0,-1 0 0 16,2 0-2-16,0 0 4 0,0-1-4 0,2 1 2 16,0 0-7-16,2-2-8 0,0 0 2 0,2 0-6 15,20-2-8-15,8-1 3 0,3-3-5 0,6-1 5 16,0-1-2-16,-1 1-6 0,3 1 8 0,-6 1-9 15,6 1 4-15,-11 2-1 0,-3 0 0 0,-3 0 1 16,-5 0 4-16,-3 1-1 0,3 1 0 0,-7 0 0 16,-2 0 0-16,-1 0 3 0,-4 0-2 0,-1 0 3 15,-1 0-2-15,1 0 3 0,-2 0-4 0,-1 0 4 0,1 0-3 16,0-2-3-16,-1 2 1 0,1-2-2 0,0 2 4 0,0 0-4 16,-3 0 0-16,1 0-3 0,0 0-13 15,0 0-19-15,0 0 0 0,0 0-8 0,0 0-23 0,-1 0-14 16,1 0-11-16,0 0 0 0,0 2-33 0,-2 0-27 15,0-1-11-15,0 1-11 0,0 0-78 0</inkml:trace>
  <inkml:trace contextRef="#ctx0" brushRef="#br0" timeOffset="130269.46">9007 5278 422 0,'-2'0'84'15,"1"0"132"-15,-1 0-107 0,0 0-13 0,0 0-2 16,0 0-4-16,-2 0-10 0,3 0-10 0,-1 0-2 16,0 0-3-16,0 0-11 0,2 0-16 0,0 0-2 0,2-2-7 15,0 0-18-15,1 0-5 0,9-5-3 0,6-4-1 16,-3 3-1-16,2-1 2 0,-1 2 0 0,-1 1 0 16,-2 1-3-16,-3 1 1 0,-1 0 1 0,0 2-2 15,-2 0-29-15,3 1-28 0,-5 1-6 0,3 0-6 16,-3 0-29-16,-3 0-19 0,2 0-10 0,0 1-4 0,-1 1-33 15,1 0-37-15,-2 2 21 0</inkml:trace>
  <inkml:trace contextRef="#ctx0" brushRef="#br0" timeOffset="130397.28">9143 5341 90 0,'0'2'40'16,"0"0"42"-16,-2 0 37 0,0 0 13 0,-2 1-9 0,-3 3-21 15,-8 5-2-15,6-4-6 0,1-5-12 0,3 4-13 16,1-4-3-16,-1 5-3 0,1-1-8 0,2-3 6 16,0 3-1-16,2-4 1 0,0 2-13 0,0-1-12 15,0 1-5-15,2 0-2 0,0-1-19 0,0-1-2 16,1 0-1-16,5 0-1 0,5 0-7 0,3 0-23 15,-1 0-23-15,4-1-7 0,1 1-154 0</inkml:trace>
  <inkml:trace contextRef="#ctx0" brushRef="#br0" timeOffset="135568.07">29290 4805 40 0,'0'0'43'0,"0"0"2"0,0 0 49 0,0-2 17 0,0 0-19 15,0 0-12-15,0 0-31 0,0-2 0 0,0 1-3 16,0-1 3-16,0 0-5 0,0-1 2 0,0-8-2 16,0 2-4-16,0-4 2 0,0 2-7 0,0 0 6 15,0 3 3-15,0-3 0 0,0 0 5 0,0 4-5 16,0-4 7-16,0 4-18 0,0 5-3 0,0 0-5 0,0 3-5 15,0-3 2-15,0 0 0 0,0 0 0 0,0 3 0 16,0-1-9-16,0 0 3 0,0 2-5 0,0 0-5 16,-2 2 0-16,0 1 4 0,-5 23-1 0,-2 4 14 15,1-6-7-15,1 2 4 0,1-2-4 0,1-3-1 0,-3 5-2 16,1 2-3-16,-1-1 2 0,1 5 1 0,1 0 4 16,-1 1-5-16,0 6 4 0,-3 0-19 0,1 6 7 15,2-3-2-15,-3 1 5 0,3 2-2 0,-2-5 3 16,-1 3-3-16,3-6 3 0,-1 0-7 0,3-1 2 15,-3-7 1-15,3-3-1 0,-3-7 3 0,3-4-7 16,-3 3-1-16,5-3-1 0,-1 0 3 0,2-4-3 16,0-3-2-16,0 1-2 0,1 0-16 0,1-1-58 15,0-1-14-15,0-3-22 0,0-2-112 0,0 1-169 0</inkml:trace>
  <inkml:trace contextRef="#ctx0" brushRef="#br0" timeOffset="136028.57">29149 4903 841 0,'0'-2'17'15,"0"0"-2"-15,0 0 30 0,-2-1-3 0,0-10 6 16,-1-4 4-16,1 2 1 0,2 2 0 0,0-2-3 16,2 2-23-16,1-2-2 0,5-1 0 0,1 3-1 15,-3-2-12-15,16 2 10 0,2 4-5 0,2-1 7 0,-2 1-9 16,0 5 0-16,2 2-3 0,2-14 4 0,-2 6-2 15,-2 9-3-15,0 1 3 0,-5 3-4 0,-1 5-3 16,-5-1 9-16,0 2-5 0,-7-3 6 0,-2 11-2 0,-1 1 7 16,12 3 0-16,-5-1 3 0,-7 1 4 0,-3-1-3 15,-5 4-2-15,-6-4-1 0,9 3-6 0,-24-1-2 16,0-3-1-16,0 1 0 0,2-1-1 0,1-1 19 16,5 1-3-16,-3-3 7 0,5 1-9 0,-1-2-6 15,0-4 1-15,6 0-3 0,0 0-5 0,5 1-9 16,-1 1-2-16,3 0-2 0,2-4 0 0,1 6-4 15,-11 0 3-15,5-1-5 0,1-1 6 0,5-1-1 16,-1 2 2-16,2 1-1 0,0 2 6 0,3-2-8 0,1 0 3 16,2-4-3-16,-1-2 8 0,3 0 6 0,-6-7-3 15,12 6 3-15,1-3 1 0,2 1-5 0,-2 1-3 16,0-3-2-16,1 7-5 0,-3-3 3 0,2-1 2 16,-4-1 1-16,1-1-1 0,-1 1-13 0,0-1 2 0,0 1-7 15,-2-2-5-15,-1-1-34 0,5 3-18 0,0 1-8 16,-4-3-86-16,2 2-98 0,4-1-31 0</inkml:trace>
  <inkml:trace contextRef="#ctx0" brushRef="#br0" timeOffset="136334.82">30083 4998 915 0,'0'0'35'0,"-2"-2"-1"0,0 0 36 16,0 0 4-16,-1 0 0 0,-5 0 23 0,-5-1-18 15,0-1-5-15,-3 0-5 0,-1 2-35 0,0 2-6 16,2 0-4-16,2 2-1 0,-3 4-20 0,1 1 14 16,-4 4-12-16,4 0 11 0,8-1-11 0,-1 12 11 15,7 0 1-15,-1 1 1 0,-4-1-10 0,-9 0-2 16,2 8-2-16,8-6 1 0,3 6 2 0,2 1 1 16,2-5-1-16,3 8 0 0,-1-6 1 0,2 1-1 0,-1 3 1 15,3-4-1-15,3 5 6 0,-4-5 6 0,2 0-3 16,-1 0 3-16,-3-6-4 0,1 4-2 15,-2-6 4-15,-2-1-4 0,-1 1 5 0,1 1-1 0,-2-5-2 16,0 3 0-16,-2-4 4 0,1 0 3 0,-5 1-4 16,0-3 2-16,-3 2-18 0,4-2-1 0,-16 0 1 15,-7-2-2-15,0 1-4 0,-1-3-29 0,-1 0-11 0,2-3-15 16,2-1-113-16,-2-3-112 0,-1 17-42 0</inkml:trace>
  <inkml:trace contextRef="#ctx0" brushRef="#br0" timeOffset="136524.34">29658 5477 1160 0,'0'-2'37'0,"0"0"-3"15,0 0 49-15,0 0-1 0,0 0 5 0,2-1 3 0,-1-1-14 16,3-2-1-16,7-5-6 0,13 2-7 0,6 2-17 16,-2-3-4-16,4 3-6 0,-6-2-23 0,1-3-6 15,-1 5 2-15,-3-2-5 0,1 7-11 0,-2-2-1 16,0 0-16-16,3-12 3 0,-3 3-72 0,-2 3-91 15,1 3-37-15,-1 0-41 0,4-1-350 0</inkml:trace>
  <inkml:trace contextRef="#ctx0" brushRef="#br0" timeOffset="136880.31">30733 4621 892 0,'0'-2'35'0,"0"-2"6"0,-2-13-1 0,0-10-2 0,0 2-3 16,0 7 52-16,0 1 4 0,1 6-2 0,-1 2-1 15,0-1-23-15,2 7-9 0,0-1-7 0,0 2 0 16,-2-2-20-16,0 1-13 0,0 1 4 0,0 0-7 16,1 0 5-16,-1 2-3 0,0 0 1 0,0 2-2 15,0 2 7-15,-14 24-4 0,3 3 9 0,3-3-8 0,1 7 3 16,2 4 1-16,1-3-7 0,0 3 7 0,1-4-3 15,-3 2-15-15,1 2 8 0,0 4-10 0,-3 1 8 16,-3 4-2-16,-3 6-6 0,-3 8 4 0,0 1-3 0,-3 2-1 16,2-4 4-16,-1-3-4 0,-1-3 2 0,3-8 0 15,3 1-3-15,1-9 2 0,2-4-1 0,2-5-3 16,0-2 4-16,3-6-5 0,1-2 1 0,1-1 4 16,1-2-3-16,1-2 3 0,0-2-9 0,2-4-1 15,-1 2-8-15,1-2 2 0,2-3-40 0,0-2-64 16,0-1 2-16,-2 1-26 0,2 0-46 0</inkml:trace>
  <inkml:trace contextRef="#ctx0" brushRef="#br0" timeOffset="137228.82">31054 4389 806 0,'-2'-2'143'0,"0"0"-174"0,0 0 167 0,-1 0-85 16,-1 0 11-16,0 0 18 0,-3-1-8 0,-1-1 7 16,1 2-37-16,1 0-24 0,-1 2 4 0,3 0-12 15,2 0 7-15,-1 2-1 0,1-2 3 0,-15 24-2 16,4 6 8-16,2 7-5 0,4 4 2 0,3 0-1 0,2 2 11 16,0-1-5-16,0 3 1 0,0-2-3 0,-1-1-3 15,-3 1 5-15,1 1-6 0,-3 1 4 0,-1 3-8 16,0 4-3-16,-3 0 6 0,-1 2-5 0,-1 4-3 0,-1-4 4 15,0 3-4-15,2-3 3 0,2-9-9 0,-2-1 0 16,2-7 1-16,1-2 0 0,1-3-1 0,2-4-3 16,1-2-3-16,2-6 0 0,1-1 1 0,-1-4-1 15,2 0 0-15,0-6-2 0,0 0-6 0,2-1-27 16,0-5-11-16,0 3-12 0,0-4-91 0,0 0-127 16,0 1-134-16</inkml:trace>
  <inkml:trace contextRef="#ctx0" brushRef="#br0" timeOffset="137836.75">31492 4628 857 0,'-2'-2'101'0,"0"0"204"15,1 1-276-15,-3-1 32 0,0 0-9 0,-1-2 19 16,-5 0-7-16,5 3-44 0,-3 1 2 0,3 0-16 15,-3 1-3-15,1 5 5 0,1 33 2 0,1 2 0 16,-3 3 4-16,1-1 1 0,-6 0-4 0,-2-1 3 16,2 3 3-16,-4 1-10 0,4-1 6 0,4 5-7 0,-4-3 6 15,2-5 0-15,-2 3-5 0,2-6 3 0,0-2-8 16,3-5 5-16,-1-5-5 0,0-4 4 0,5-3-5 0,-3-1-6 16,5 1 1-16,-2-7-5 0,-3-4-7 0,3-3-29 15,0 0 4-15,4-5-13 0,0 1-4 0,-4 2-35 16,1-2 9-16,1 0-15 0,0-2 31 0,0-2 33 15,0 0 0-15,0-15 13 0,-1-18 20 0,3-10 4 16,2 3 1-16,3-5 1 0,3 1 14 0,-3-1 10 16,1-1 4-16,-1 2 0 0,5 3 13 0,-1 2-2 15,2 2 2-15,0 2-2 0,0 0-7 0,0 2 5 16,4-6-5-16,-2 11 4 0,2-5-7 0,-2 9-8 16,2 5 4-16,-13 1-4 0,20 7 2 0,-3 2-2 0,-3-2-1 15,1 4 1-15,-4 5 0 0,0-5-10 0,0 1 3 16,-2 4-5-16,0 3-1 0,-1 1-2 0,-3 0-3 15,-3 1 2-15,-1 3-3 0,10 17 12 0,-1 6-5 16,-9-6 6-16,-1 3-13 0,-2-2 4 0,-4-1 6 0,-3 3-3 16,-2-4-5-16,-2 1 1 0,9 1-3 0,-19 2 4 15,-5 0-7-15,-2 0 6 0,2 0-8 0,0 2 7 16,-3 2-5-16,5 2-3 0,5 2 4 0,-1-1-4 16,7-1 2-16,2 1 1 0,1-1-4 0,7-4 3 15,-14-2-5-15,4 2 0 0,5-2 1 0,7-3 1 16,1 3 1-16,1-7 3 0,1-6-2 0,2 2 3 0,0-6-1 15,-1-1-3-15,3 3 0 0,14-3-1 0,3-3 5 16,-3-1-4-16,4 0 1 0,0 13-3 0,0-6 0 0,1-3-25 16,-5-4-5-16,0-2-11 0,-1-4-59 0,0-2-179 15,1-1-81-15</inkml:trace>
  <inkml:trace contextRef="#ctx0" brushRef="#br0" timeOffset="138164.04">31851 4949 1252 0,'0'0'19'0,"-2"0"-1"0,0 0 40 0,0 0 0 16,0 0 10-16,-11 0 12 0,-2 2-32 0,2 0 1 16,0 2-13-16,2-1-22 0,2 1-8 0,0 2 0 15,-1-1 0-15,-1 16 8 0,2 1-1 0,1 2-1 16,-1 0-1-16,4 2-7 0,-3 0 5 0,3 2-2 0,1 0 4 15,0 0 6-15,2 0 4 0,0-2 0 0,-12-4-1 16,1 6-3-16,7-8-11 0,4-3 3 0,0 0-4 16,2-10 6-16,0 2-5 0,2 1 2 0,2 3-2 15,0-4 4-15,-3-3 6 0,5 1-3 0,5 2 3 16,11 4-3-16,1-4-7 0,1-3 2 0,4-4-5 16,-4-2 4-16,0-2-7 0,4-4 4 0,-4 1-5 0,-4-1 1 15,-3 1-6-15,-4 1 3 0,-4 0-5 0,3-1-5 16,-3-1-42-16,-5 4-6 0,3 1-18 0,-5-14-76 15,9 0-130-15,-4 4-46 0</inkml:trace>
  <inkml:trace contextRef="#ctx0" brushRef="#br0" timeOffset="138368.66">31635 5311 1307 0,'0'0'19'0,"0"0"2"0,0 0-2 15,0 0 7-15,0-1-3 0,2 1 66 0,0-2 22 0,2 0-1 16,-3 2 4-16,24-8-28 0,1 1-24 0,7 0 0 16,2-1-8-16,-1 1-7 0,3-3-23 0,-7 1 3 15,3-2-10-15,-3 0-9 0,-6 2-4 0,-2-1-1 0,-3 3-2 16,5-2-7-16,-8 1-28 0,3 1-15 0,-12 3-8 16,-3 2-79-16,0 0-165 0,0 0-22 0</inkml:trace>
  <inkml:trace contextRef="#ctx0" brushRef="#br0" timeOffset="138540.1">31708 4972 590 0,'0'0'470'16,"0"0"-687"-16,0-2 576 0,1 0-336 0,1 0 3 0,0-2 3 15,0 4-6-15,24-5 3 0,4-6-23 0,7-1-4 16,6 1-1-16,5 4-5 0,6-1-24 0,-4 1-112 15,4 1-11-15</inkml:trace>
  <inkml:trace contextRef="#ctx0" brushRef="#br0" timeOffset="138897.81">32389 4888 879 0,'0'0'50'0,"0"0"-5"0,-2 0 76 15,0 0-4-15,0 0 9 0,1 0-18 0,-1 0-37 0,0-2-4 16,0 2-13-16,0-2-25 0,0 0-1 0,2 1 0 15,0-1 1-15,0 0 6 0,2 2-1 0,0 0 2 16,2 0-2-16,7-2 9 0,7 0-15 0,1 0 1 16,-2 2-6-16,-1 2-7 0,-1 2-4 0,-2 0-1 0,-3 1-1 15,-5-1 0-15,1 7-5 0,-3 11 4 0,14 4-3 16,-8 4 10-16,-7 3-7 0,-4 5 6 0,-9-1-7 16,-4 4 9-16,-3-4-1 0,-1-8-3 0,16 5 3 15,-22-4-2-15,3-4 6 0,0-2 0 0,3-4 1 16,3-5-4-16,3-4-7 0,3 4-1 0,3-9-1 15,5 3-5-15,-5 0-5 0,-1 2 2 0,4 0-1 0,3 1 4 16,1-7 3-16,0-1 0 0,1 0 2 0,3-1 8 16,18 10-1-16,10-2 0 0,-6-5-1 0,4-2 1 15,-1-4-6-15,1 0 2 0,-4 0-3 0,2-4 0 0,-6 0 3 16,4-1-4-16,2-3 4 0,-9 3-8 0,1-1 7 16,-7 2-4-16,-6 3 3 0,3-3-10 0,-3 0-7 15,1 0-13-15,-3 1-3 0,1 1-97 0,-3-11-216 16,1 2-138-16</inkml:trace>
  <inkml:trace contextRef="#ctx0" brushRef="#br0" timeOffset="139662.04">27153 9045 256 0,'-2'0'307'0,"0"0"-134"0,0 0 89 15,-1 0 13-15,-1 0-213 0,0 0-5 0,1 0 4 0,-1 0-2 16,0 0-3-16,0 0-32 0,3 0 4 0,-1 0 3 16,2 0 2-16,0 0 11 0,2 0 2 0,-1 0-3 15,35 0 4-15,5-2 3 0,3 1-9 0,4-1-6 0,-3-2-1 16,3 0-19-16,-3 1-10 0,-4-1 0 0,-8 2-3 16,-5 0 2-16,0 0-2 0,-6 0 2 0,2 1-4 15,-5-1-11-15,-3 2-33 0,-3 0-1 0,-5 0-15 16,1 0-44-16,-3 0-124 0,-4 0-14 0,-1 0-49 15,3 0-157-15</inkml:trace>
  <inkml:trace contextRef="#ctx0" brushRef="#br0" timeOffset="139803.48">27159 9242 1099 0,'0'0'63'0,"-2"0"3"16,0 0-29-16,0 0-10 0,0 0-23 0,0 0-4 15,0 0 36-15,2 2 1 0,0 0 15 0,0 0 18 0,2 0 3 16,2-1-1-16,18 9 3 0,12 1 1 0,5-4-7 15,0-1-4-15,0-3-4 0,3-1-26 0,3 0-21 16,-4-2 5-16,2 0-10 0,-3-2-1 0,3 0-44 16,0 1-26-16,1-1-21 0,1-2-221 0</inkml:trace>
  <inkml:trace contextRef="#ctx0" brushRef="#br0" timeOffset="144058.13">9976 1390 48 0,'0'-2'0'0,"0"0"45"16,0 0 17-16,0 1 34 0,-1-1 10 0,-1-2-30 0,0-2-8 15,-2-3-27-15,-1-2 0 0,-3-4-4 0,3 2-2 16,-3-2-10-16,1 0 8 0,-1-1-9 0,3 3 9 0,-3-2-17 16,3 4 3-16,1 3-4 0,-2 1 23 0,5 3-10 15,-7-1-5-15,-3 1-3 0,-2-5-27 0,0 1 9 16,-2 1 3-16,-2 1 3 0,1 4-1 0,-8 2 11 15,-1 2-8-15,0 4 8 0,-9 5-15 0,-1 4 7 16,-4 1-7-16,4 3 7 0,-1 1-13 0,3-14 7 16,-1 20 1-16,1 2 3 0,1-4 8 0,5 2-11 15,-1-2 6-15,4 0-8 0,-1 2 3 0,3-3 2 16,0 1 2-16,-4-2 0 0,2 0-3 0,-2 2 1 0,-4 1-6 16,2-1 6-16,-1 2 4 0,8 0-4 0,4 3-1 15,3 1-2-15,-1 0-3 0,0 1-1 0,0 6 2 16,6 2-3-16,1 0 2 0,-1 2 5 0,5-2-2 15,2 4 1-15,-1 0-7 0,-20-2 4 0,10-1-1 0,6-1 3 16,5-3 1-16,2-3-4 0,0-3 6 0,4-4-6 16,1 0 0-16,1-2 3 0,5 2-5 0,-2-2 4 15,4 4-8-15,2-2 5 0,0 0 1 0,2 0 2 16,-12 0 0-16,18 0-6 0,6 2-2 0,-8-4 0 16,-3 2 7-16,3-6 6 0,-5 3-3 0,3-5 3 15,1 1-5-15,-1-1 9 0,1-5 2 0,-1-3 3 16,1-5 17-16,1-1-10 0,5 1 4 0,2 1-7 15,0-4-9-15,-2 15 5 0,3-6-7 0,-3-8 6 0,8 1-17 16,-1-4 3-16,2 0 1 0,3-4 1 0,-7-1-2 16,4-3-1-16,-3 1 0 0,0-2 1 0,-1-2 6 15,-1-2-1-15,3-2 0 0,-3 0-1 0,-2-2-5 0,-2 2-1 16,-6 13 1-16,1-16-1 0,-1-3 3 0,0-1 0 16,1 2 2-16,-1-1-2 0,-1-3-1 0,-2 2 7 15,-1 0-4-15,-1-3 6 0,0-1-8 0,-2 0 6 16,2-1-4-16,-4-3 5 0,2 0-3 0,-2-9 3 15,-2 2-3-15,-1-2 3 0,-3-5 2 0,3-1-12 16,-3-5 7-16,-1 0-8 0,0 1 10 0,0 5-1 16,18 3 1-16,-9 4-3 0,-6 0-7 0,-3 5 4 0,-4 1 2 15,0 3 1-15,0 2 2 0,0 3-6 0,-2-1-1 16,0 4-1-16,-1-4 8 0,-3 3-7 0,-1-1 6 16,-1 4-6-16,-3-5 10 0,-2 1 3 0,11 5-2 15,-24-7 2-15,-2 6-5 0,-1-5-11 0,-7 3-4 0,3 5-3 16,-4 6-2-16,0 5-16 0,-6 2 1 0,-5-20-9 15,1 14-26-15,-9 14-77 0,3 11-34 0,-7-15-38 16,-5 40-347-16</inkml:trace>
  <inkml:trace contextRef="#ctx0" brushRef="#br0" timeOffset="146800.37">10667 1902 9 0,'0'0'16'0,"0"0"12"0,0 0 27 15,0 0 5-15,0 0 2 0,0 0-13 0,0 0 2 16,0 0-3-16,0-1 4 0,0-1-10 0,0 0-5 16,0 0 2-16,0 0-3 0,0 0 6 0,0 0-11 15,0 1 6-15,0-1-9 0,0 0 7 0,0 0-2 16,0 0 0-16,0 0-1 0,0 0-5 0,0 1 5 15,0-1-3-15,0 0 3 0,0 0-4 0,0 0-7 0,0 0 3 16,0 0-4-16,0 1 1 0,0 1 8 0,0 0-2 16,0 0 6-16,0 0 1 0,0 0-8 0,-2 1 1 15,0 1-4-15,1 0-4 0,-1 2-7 0,0 3 0 16,-2 10-1-16,0 0-4 0,3-2 2 0,-3-1-5 0,2-1 4 16,-2 0 1-16,-1 4-1 0,1 0-4 0,0 0 2 15,1-4 0-15,1 0-6 0,0-6 10 0,0 0-10 16,2-1 8-16,-2-2-6 0,2-2 1 0,0 1 0 15,0 5 1-15,0-6 0 0,0 1-3 0,0 1 4 16,0 0 10-16,2-1 23 0,0-1-9 0,0 0 11 16,0 0-23-16,1 0 2 0,7-2-1 0,8 0 0 15,3-4-10-15,-1-3 3 0,2-4-3 0,6-6 3 0,-2 8-5 16,4-19 3-16,3-2-4 0,3-5 2 0,3 3-4 16,5 1-2-16,3-7 5 0,1 5-5 0,4-2 5 0,-2-1-5 15,0 5-1-15,-2 3-1 0,-3-2-5 16,1 4-17-16,1-1 5 0,-5-3-11 0,-6-2-20 0,-1 3-19 15,-2-3-11-15,1 4-2 0,5-2-37 0</inkml:trace>
  <inkml:trace contextRef="#ctx0" brushRef="#br0" timeOffset="149347.04">18634 1776 539 0,'0'0'-1'0,"0"0"25"0,0-2 12 16,0 0-1-16,0 1 12 0,0-1-22 0,0 0 10 15,0 0 12-15,0 0-3 0,0 0 18 0,0 0-11 16,0 1-5-16,0-1-2 0,0 0-19 0,0 0-2 16,0 0 1-16,0 0-1 0,0 2 8 0,0 0-1 0,0 0 0 15,0 2-1-15,0 0-13 0,0 0 4 16,0 2-6-16,0-1 6 0,0 3-5 0,0 7-9 0,0-2 5 15,2 0-6-15,0 0-4 0,0 0 4 0,0-3-3 16,1-1 4-16,1 1-1 0,0-3 24 0,-2 1-3 16,14 5 11-16,3 0 3 0,9-2-12 0,0-5-2 15,14-4-4-15,3-2-14 0,3-7 2 0,8-6-5 0,0-3 2 16,-1-5-18-16,7-1-26 0,-3 0-10 0,2-2-8 16,4-4-69-16,10-1-113 0</inkml:trace>
  <inkml:trace contextRef="#ctx0" brushRef="#br0" timeOffset="159175.53">29615 7980 87 0,'0'0'16'0,"0"0"3"0,0-2 27 16,0 0 8-16,0 0 4 0,0-2-1 0,0 2-5 0,0-12 2 16,0-1-2-16,0 0-6 0,0 2 6 0,0-2-9 15,2-2 7-15,2-1-8 0,-1-3-2 0,1 3-1 16,-2 1-4-16,2-2-23 0,-1 3 9 0,-1 1 2 0,0 2 3 16,0 2 4-16,0-2 9 0,-2 5-4 0,0 1 6 15,0 1 2-15,0 3-1 0,0-1-1 0,0 2-1 16,0-2-12-16,0 2 1 0,0-1 1 0,0-1-2 15,0 0-1-15,0 2-13 0,0 1-1 0,0-1-5 16,0 0-9-16,0 2 1 0,-2 0-2 0,0 2 2 16,-4 7-3-16,-12 23 3 0,-3 5 1 0,3 0 2 15,-3 2-1-15,3 4-2 0,-1-6 1 0,-1 4-1 16,1-2 0-16,1-2 7 0,1 2-8 0,0-8 7 0,3-1-9 16,-1-2 10-16,2-2-1 0,0 0 5 0,0 0-7 0,2 0 2 15,1-4-1-15,1-2 0 0,0-1-1 0,1-2 2 16,3-4-2-16,-1-2 1 0,1 0-5 0,3-5 5 15,2-3 0-15,0-1 2 0,0 0 7 0,-2 2 20 16,0-1-2-16,0-1 7 0,0 0-17 0,0 0-15 16,1-2-1-16,1 0-4 0,0-2-1 0,0 0 3 15,0-3 0-15,0-21 0 0,0 0-7 0,3-2 6 16,3 0-4-16,-1-2 4 0,3 1-7 0,-1 1 1 16,3-4 1-16,1-1 0 0,0-1 6 0,2-7-1 15,0 2 0-15,2-1-2 0,1-5-3 0,1 8 2 0,0 2-3 16,-1 3 2-16,-3 12 0 0,-11 1-5 0,17 6 5 15,5 4-4-15,-2 3 7 0,2 3-5 0,2 1 2 16,-5-13-3-16,-1 6 5 0,4 3-2 0,1 6-2 16,1 4 0-16,-2 3 1 0,-8 2 0 0,3 4 1 15,-8-5-1-15,0 18 6 0,-1 4-3 0,-5-3 5 0,-3 3-5 16,2-2 1-16,11-4 6 0,-8-2-5 0,-3 4 4 16,-6-2-7-16,-7 2 3 0,-8 2 2 0,4-4 2 15,-19 1-3-15,-9-3 1 0,-5-2-5 0,0 1 4 16,-6-3 2-16,9-1-6 0,2-2 9 0,6-6-8 15,5 0 2-15,4-1 3 0,2-1-3 0,5-3 3 16,3 0-2-16,3 5 4 0,0-2 1 0,3-1 3 16,5-4 3-16,3-2-8 0,-2 2-1 0,1 0-3 0,-1-1-3 15,2 1-2-15,0 0 2 0,0 2-2 0,2 0 5 16,0-3-2-16,2 12 2 0,2 0-3 0,5 4 0 0,0-2 1 16,-5 0-1-16,18 2 1 0,1-4 3 0,-1 1-4 15,0-2 4-15,2 2-4 0,0 3-2 0,1-4 1 16,-1 0-3-16,-4-7 4 0,8 1-4 0,-9-3-5 15,-1 1-3-15,3 5 0 0,-8-5-21 0,7 5-8 16,-3-1-2-16,-1-5-11 0,7-1-105 0,1 1-78 16,2-2-18-16,4 16-17 0,-4-5-115 0</inkml:trace>
  <inkml:trace contextRef="#ctx0" brushRef="#br0" timeOffset="159521.71">30194 8251 551 0,'0'-2'71'16,"0"0"127"-16,0 0-152 0,-2-2-18 0,1 1 6 0,-1-1-6 16,0 0 24-16,0 0 5 0,0 3-2 0,0-1 4 15,0 0 0-15,1 0-19 0,-1 0-4 0,0 0-6 16,-2 0-28-16,0 1 3 0,1 1-3 0,-1 0 4 16,2 0 1-16,-5 3-3 0,-3 1 2 0,3 16-4 15,-4 5 1-15,2-3 4 0,-3 2 2 0,3-2 0 16,0 2 5-16,0 1 2 0,1-3 0 0,1 2 0 0,1 0 2 15,3-3 10-15,1 1-5 0,-8-9 6 0,-1 5 0 16,6-6 10-16,1 2-3 0,2 3 4 0,2-9-20 16,0 1-1-16,0-5-5 0,0-3 2 0,4 3-7 0,13 7 6 15,5 0 0-15,0-3 1 0,6-1-10 0,-4-3 3 16,2-2-3-16,-4-2 4 0,2 0-4 0,1-4-6 16,-3 0 0-16,2-1-5 0,-4-1-3 0,1-1-18 15,-1-1-3-15,-5 1-6 0,-2 0-9 0,-7 3-61 16,-1 0 3-16,1-3-26 0,3-6-28 0,-1 0-64 15,-5 3-61-15</inkml:trace>
  <inkml:trace contextRef="#ctx0" brushRef="#br0" timeOffset="159753.76">29999 8470 673 0,'0'0'64'16,"0"0"112"-16,0 0-148 0,0 0-2 0,0 0-6 0,0 0 8 15,0 0 24-15,2-2 31 0,0 0-6 0,0 0 10 16,0 2-25-16,18-4-11 0,1-1 0 0,1-1-5 16,4 1-14-16,-2-1-14 0,4 1 2 0,0-1-5 15,-2 2 1-15,-4 1-17 0,-3 1 4 0,-5 0-7 16,1 0 3-16,-4 0-11 0,-1 0-7 0,-7 2-6 0,1 0-69 16,0-2-83-16,0 1-8 0,-1-1-31 0,-1 0-113 15</inkml:trace>
  <inkml:trace contextRef="#ctx0" brushRef="#br0" timeOffset="159892.54">30072 8187 752 0,'0'0'114'16,"0"0"-120"-16,0 0 119 0,0-1-57 0,0-1-41 0,0 0-3 16,0 0 28-16,0 0-12 0,2 0 81 0,0 0-40 15,1 1-1-15,12-5-15 0,11-3-31 0,4-1-16 16,-2 3-4-16,7 0-2 0,2 1-14 0,2 2-26 15,2 1-24-15,-6 1-10 0,-3 0-172 0</inkml:trace>
  <inkml:trace contextRef="#ctx0" brushRef="#br0" timeOffset="160270.31">30594 8156 810 0,'0'0'19'15,"0"0"-1"-15,0 0-1 0,0 0 7 0,0 0-9 16,0-2 31-16,0 0-17 0,0 0 8 0,1 0-11 16,1 1 18-16,2-1 10 0,0 2 1 0,16-8 2 0,-3 3-10 15,1-3-12-15,1 3-3 0,0 1-1 0,3 0-4 16,-6 2-5-16,3 2 3 0,-2 0-4 0,-2 0 4 16,-2 2 2-16,-4 2-3 0,-2 0 5 0,-1-1 8 15,-4 5-8-15,11 10-1 0,-2 7-5 0,-6-1-16 0,-3 2 3 16,-2 2-3-16,-5-4 1 0,-5 4-8 0,-1-2 6 15,0-2 0-15,-2 0 1 0,2-4-3 0,0 1-2 16,0-3 2-16,1 1-2 0,3-4 9 0,1-2-7 16,3-4 5-16,-1 4-5 0,2-2 11 0,0 0 5 15,2-3-1-15,0-5 1 0,0 3-8 0,2-2-1 16,2 1-3-16,9 5 2 0,13 3-4 0,4-4-5 16,1-5 2-16,1-4-1 0,-1-2 6 0,1-2-14 15,-2-2-1-15,-3 1-6 0,-4-1-14 0,-7 1-13 0,-6 3-11 16,-7 2-10-16,1-2-135 0,-2 0-221 0</inkml:trace>
  <inkml:trace contextRef="#ctx0" brushRef="#br0" timeOffset="160754.06">29186 8111 408 0,'0'0'88'0,"0"-2"-8"0,-2 1 10 0,0-1 7 15,1 0-33-15,1 0-9 0,0 0 18 0,-2-2-6 0,2 1 8 16,0-1-6-16,0 0-18 0,0 1 7 0,0-1-10 15,0 0 5-15,2 2-18 0,-1 0-1 0,1 1-5 16,0-1 3-16,0 2 8 0,0 0-6 0,0 2 3 16,0-1-27-16,-1 3 3 0,7 15 1 0,-3 5-1 15,-3 2-9-15,-2 2 8 0,-3 0-12 0,-1-1 11 16,-2 1-8-16,-1 0-3 0,-1 0 6 0,1 0-5 16,0 0 3-16,-1 0-4 0,1-1-1 0,1-2-2 0,1 1-16 15,-1-2-25-15,0 0-15 0,3 4-14 16,1 0-150-16,0-1-187 0</inkml:trace>
  <inkml:trace contextRef="#ctx0" brushRef="#br0" timeOffset="161408.63">29327 8020 243 0,'0'-2'87'0,"0"1"8"0,0-1 2 15,-5-17-31-15,-1 3-8 0,2 4-27 0,3 3 35 16,-1 2-3-16,-2-6 14 0,0 0 1 0,2 7-18 16,-1-3-3-16,1 3-6 0,0 1-11 0,0 1-8 15,0 0 9-15,0 1-8 0,1-1 14 0,-1 0-18 16,0 0-1-16,0 3-6 0,0-1-16 0,0 0 0 16,0 2-1-16,1 2 0 0,-1 1-1 0,-2 12 1 0,-2 15-2 15,3-2 2-15,-1 3-2 0,0 3 3 0,1-3 0 16,-3 3 0-16,2 1-5 0,-1 2 11 0,-1 4-8 15,1 2 9-15,-3-2-13 0,1-1 0 0,-1 3 3 16,1-4-1-16,-2 2 15 0,-1 0-9 0,1 2 6 16,0-6-6-16,-1-2 11 0,1 0-1 0,0-7 3 0,0 0-2 15,-1-2-4-15,3-4-3 0,-1-1 2 0,1-1-2 16,1-1-1-16,1-1 0 0,1-5-7 0,0-2 5 16,3 0 2-16,-1-3-4 0,0 1 3 0,0-3-2 15,2-1 8-15,0-1-8 0,0 0 4 0,-2-1-5 16,0 1 3-16,0 0-8 0,2 0 1 0,0-1-3 15,-1-1 5-15,1 0-36 0,0 0-6 0,0 0-19 0,0 0-92 16,0-1-179-16,0 1-50 0</inkml:trace>
  <inkml:trace contextRef="#ctx0" brushRef="#br0" timeOffset="161975.13">28377 9324 416 0,'0'0'38'0,"-2"0"-2"0,0 0 32 0,0 0 6 15,-2-2-3-15,-5 0 29 0,-2 0-22 0,-2 0 3 0,-2 0-9 16,2 1 0-16,-4-1-6 0,6 2-4 0,4 0-1 16,-1 0-13-16,3 0-8 0,-1 0 5 0,2 0-8 15,-1 0-5-15,1 0-5 0,2 0-11 0,-1 0 4 16,-1 0-18-16,2 0 8 0,0 0-1 0,0 2 3 16,0-1-1-16,2 1-1 0,2 0-2 0,0 0 2 0,0-2 0 15,31 15 2-15,5-4 5 0,6-4-2 0,4-1 7 16,4-4-2-16,6 0-5 0,7 0 3 0,6-2-1 15,10 0-2-15,8-2-2 0,8-6-1 0,1-1-3 0,1-2 10 16,1 2-4-16,8-4 4 0,7 1-8 0,7 1-4 16,-1-4 2-16,-2 2-4 0,-8-1-1 0,-5 1 4 15,2 3 0-15,1 1 1 0,-5 4 0 0,0-1-4 16,-9 0 2-16,-13 3-2 0,-6 1-1 0,-9 0 13 16,-6 2 2-16,-4 2 4 0,-3 0 7 0,-2 1-10 15,-7 1 0-15,-8-2-4 0,-2 0 1 0,-1 2-5 16,-10-3 5-16,2 1-3 0,-8 0 8 0,-5 0-3 15,0 0-2-15,0-2 1 0,-5 0 7 0,3 0-13 16,-4 0 4-16,-3 0-8 0,4 0 4 0,-7 0-4 0,3 0-2 16,0 0 0-16,0 0-6 0,-1 0 0 0,1 0-1 15,0 0-1-15,-2 0-15 0,-1 0-27 0,1 0-25 16,0 0-7-16,-2-2-130 0,0 0-116 0,0 0-18 16</inkml:trace>
  <inkml:trace contextRef="#ctx0" brushRef="#br0" timeOffset="162673.63">29199 9617 981 0,'0'-2'59'0,"0"0"1"0,-2 1-5 16,2-3-9-16,-2-5-15 0,2 5-3 0,-3-5 43 15,1 5-9-15,0 0 18 0,2 2-19 0,-2-1-37 16,0-1 5-16,0 2-17 0,1 0-7 0,-1 0 20 16,0 2-11-16,0 2 13 0,0 2-17 0,-5 22-3 0,-4 7 3 15,-1 1-3-15,1-1 2 0,-2 2-4 0,0 1 0 16,-2 1 0-16,-3 0 4 0,-3 0 0 0,-1 0-2 15,2-2 0-15,1 1-5 0,2-5 2 0,3 1-3 16,1-6 2-16,0-4-3 0,1-1 3 0,3-5-3 16,0-3 1-16,1-2-10 0,3-1-12 0,-1-1 2 0,3-3-7 15,-1-3-19-15,2 1-35 0,0-2-3 0,0 0-10 16,0-2-16-16,1 0 31 0,-1-2-8 0,0 0 17 16,0-4 14-16,-7-21 21 0,5 1 12 0,0-6 0 15,4 2 22-15,2 1 5 0,0-3-3 0,4 4 4 16,-3-2 7-16,1-1 9 0,2 3 3 0,-1-2 2 15,4 3 17-15,3 1-2 0,1-2 2 0,3-4-3 0,1 2 5 16,-10 4-1-16,21-1 0 0,6 2-1 0,-3 1-4 16,3 2 4-16,-5 3 5 0,1 1 0 0,-2 7 18 15,-2 3-34-15,0-8 3 0,-2 4-14 0,-3 7-4 16,-3 3-2-16,1 2 1 0,-3 2 0 0,-1 2 1 16,-7-3-15-16,-3 1 1 0,-3-2-5 0,9 17 1 0,-3 0 16 15,-5 1-1-15,-3 1 5 0,-3 3-14 0,-7 2 3 16,-4-1-6-16,6-1 5 0,-22-2-5 0,1-1 3 15,-3-1-2-15,-1-1 2 0,3 2-6 0,0-4 3 16,8-1 5-16,3 1-2 0,-5 0 5 0,4-4-1 16,-2 0-4-16,7 1 2 0,5 1-6 0,3-2-2 15,3 2 3-15,-1 1-3 0,-1-1 3 0,4 2-3 0,-11 4 0 16,6-2 0-16,-1 1 3 0,5 1 6 0,3-3-4 16,0 1 3-16,2-4-1 0,3 4 3 0,3 1 2 15,1-3-2-15,2 2-10 0,-7-4 8 0,14-4-3 16,1 1 5-16,-1-5-8 0,7 4 2 0,-7-1-4 15,1-3 2-15,-3 1-7 0,1-2-19 0,4 1 3 0,-1 1-9 16,-1 7-8-16,-3-4-28 0,1-3-13 0,2-1-11 16,-3-1-97-16,1-2-194 0</inkml:trace>
  <inkml:trace contextRef="#ctx0" brushRef="#br0" timeOffset="163021.5">29667 9886 929 0,'0'0'55'0,"0"0"0"16,0 0-17-16,-2 0 0 0,0-1-23 0,0 1 14 0,1 0 21 15,-3 0-4-15,-2 0 8 0,-9 1-7 0,-3 5-20 16,-4 1 4-16,5 1-9 0,-2 3 1 0,-1-9-7 16,1 18 1-16,-3 1-3 0,3 1 5 0,5 2 3 15,-3 2 2-15,6-2-1 0,0 0-5 0,1 0-1 16,5-5-1-16,-1 5 1 0,3-2 10 0,1 1-9 15,-15 1 6-15,10-9-6 0,-1 5 7 0,6-7-6 16,0 4-2-16,2-2-1 0,2 0-12 0,2-4 6 0,2 0-2 16,1 0 5-16,-5-4 5 0,22 5 5 0,2-7 2 15,5 14-1-15,-1-6-4 0,2-6-12 0,-3-3 2 16,7-2-4-16,-7-2 2 0,-3-2-6 0,-3-2-2 16,-5 0-1-16,5-3-14 0,-3 0-6 0,0-1-7 0,-7 3 2 15,-1-1-18-15,-5 2-38 0,-3 2-17 0,-1-11-11 16,-1 2-87-16,8-2-61 0,-7 6-41 0</inkml:trace>
  <inkml:trace contextRef="#ctx0" brushRef="#br0" timeOffset="163224.91">29346 10115 1144 0,'0'0'52'0,"0"0"-3"16,0 0-13-16,0 0 7 0,0 0-27 0,0 0 0 0,0 0 55 15,2 0-11-15,0 0 26 0,1 0-18 0,16 0-17 16,9 0 2-16,3-2-8 0,3-2-9 0,3-1-18 16,4-3-5-16,-1 1-3 0,-1-1-6 0,0 1-4 15,-9 1 1-15,-2 1-2 0,-8 1-12 0,-3-2-8 16,-6 3-9-16,-7 3-2 0,2-2-63 0,-3 0-113 16,1 0 3-16,-2 0-41 0,0 0-21 0</inkml:trace>
  <inkml:trace contextRef="#ctx0" brushRef="#br0" timeOffset="163396.95">29485 9977 434 0,'0'0'49'16,"0"0"65"-16,0 0-47 0,0 0 15 0,0 0-5 15,0 0 11-15,0 0 8 0,0-2-17 0,0 1 2 16,2-1-9-16,0 0-21 0,1 0-16 0,16-5-5 0,5-3-3 16,4 1-13-16,4 0-15 0,-6-1 3 0,3 1-8 15,1 0-3-15,-2 0-52 0,0 1-7 0,-4 3-22 16,-4-1-82-16</inkml:trace>
  <inkml:trace contextRef="#ctx0" brushRef="#br0" timeOffset="163611.78">29864 9868 698 0,'0'0'17'0,"0"0"1"15,-2 0-7-15,0 0 1 0,0 0-7 0,0 0 24 0,1 0 15 16,-1 0 0-16,0 0 6 0,0 0 8 0,0 0-6 15,2 0 2-15,0 0-5 0,0 0-8 0,0 0-5 16,0 0 0-16,0-2-1 0,0 0 3 0,2 0-1 16,0 0-3-16,2 1 0 0,-3 1-17 0,12-4 1 15,0 0 1-15,0 0-2 0,4-1-6 0,-6 3-3 16,2-2-1-16,0 2 1 0,0 1-7 0,-2-1-2 16,2 0-1-16,-5 2-2 0,-1 0 0 0,-3 0-48 0,2 0-61 15,-3 0-16-15,1 0-400 0</inkml:trace>
  <inkml:trace contextRef="#ctx0" brushRef="#br0" timeOffset="164271.62">29881 9974 526 0,'-2'0'249'0,"0"-2"-332"0,0 0 287 0,0 0-160 16,0 0-44-16,0 0 6 0,1 0 4 0,-1 1 1 16,2-3 13-16,0 0 10 0,0 0-2 0,2 1 4 15,-1-1-1-15,3 0 4 0,2 1-1 0,10-9 1 16,5 1-6-16,-6 6 8 0,1-1 2 0,5 3 2 16,-4 1 6-16,1 2-19 0,-1 0 0 0,-4 0-6 0,2 3 1 15,-6 1-6-15,0 2 2 0,-5-5-2 0,-2 18 11 16,13 3-13-16,-6 2 6 0,-5 1-8 0,-4 1 17 15,-4 0 1-15,-4 1 1 0,-1-2-1 0,-4-1-6 0,-3 4-5 16,1-6-2-16,2-2 1 0,11-3-2 0,-11 0 2 16,2-2-1-16,1-1 1 0,3-1-4 0,3-1-5 15,2-9-2-15,1 5 0 0,-5-1-7 0,2 1 4 16,1-1-5-16,3-5 3 0,0 5-8 0,0-5 8 16,0 4 0-16,0-4 2 0,3 1-8 0,8 5 6 15,12 1-2-15,-1-3 3 0,4-3-2 0,-2-3-9 16,2 0-2-16,-2 0-6 0,0-2-31 0,0-1-26 15,-1-1-17-15,-1-3-3 0,0-1-65 0,-1 1-218 0</inkml:trace>
  <inkml:trace contextRef="#ctx0" brushRef="#br0" timeOffset="164519.01">30480 10055 1233 0,'0'0'86'0,"0"0"-87"0,0 0 88 0,0 0-41 16,0 0-32-16,0 0 24 0,2 0 4 0,0 0 7 16,2 0 32-16,3 0-26 0,14 0 8 0,-1 0-14 0,2 0-1 15,8-2-15-15,2 1-5 0,-3-1-2 0,5-2-14 16,-7 0-13-16,-1 1 3 0,-3-1-5 0,-3 0 4 0,-3 2-18 16,-4 0-3-16,-2 1-9 0,-2 1-44 0,-5 0-110 15,-2 0 1-15,2-2-42 0,-1 0-59 0</inkml:trace>
  <inkml:trace contextRef="#ctx0" brushRef="#br0" timeOffset="164705.35">30753 9846 562 0,'0'0'144'0,"0"0"-138"16,0 0 162-16,0 0-69 0,0 0-13 0,0 0 12 0,0 0-10 15,-2 0 6-15,0 0-34 0,1 0-17 0,-1 0 9 16,0 0-10-16,0 1 21 0,0 1-10 0,0 2-1 15,-5 11-4-15,-4 7-14 0,1 4-1 0,1 0-8 16,0 2 3-16,0 2-17 0,-1 3-9 0,1-3 3 0,0 1-4 16,1-3 1-16,1-2-2 0,1 6-2 0,1-6-2 15,1-6-22-15,0-1-76 0,3-6-13 0,-1 2-30 16,0 3-123-16,2-1-160 0</inkml:trace>
  <inkml:trace contextRef="#ctx0" brushRef="#br0" timeOffset="165331.66">31340 9587 1134 0,'0'-1'42'0,"0"-1"-5"0,-2 0 26 16,0 0 6-16,0-2-10 0,1 1 11 0,-1 1-10 16,0 0-6-16,0 0-2 0,0 2-25 0,0 0 15 15,0 2-4-15,-1 2 8 0,-7 18-4 0,-6 8-16 16,10-1 6-16,1 1-9 0,-5-2 0 0,3 2 1 15,-4 1-6-15,0 1 3 0,-1-1-12 0,1 1 8 16,4-1-4-16,-1 1 5 0,-1-2-12 0,0 1-4 16,-6-3 3-16,2 0-3 0,7 0 7 0,-3-6-9 15,4 0 1-15,-5-3-4 0,-1-6-3 0,2 2-9 0,1-4-7 16,3-7 0-16,1-3-26 0,0 3-31 0,1 0-1 16,1-2-10-16,0 0-8 0,0-1-6 0,0-1 12 15,0-1-8-15,1-3 22 0,-3-13 4 0,0-11 5 16,2-5 1-16,2 1 31 0,0-3 26 0,0 2 2 0,0-1 8 15,2 1 3-15,0-1 9 0,0 3 2 0,0-1 5 16,1 1 24-16,1 1 10 0,0-2-1 0,1 1 6 16,1 1 8-16,1 6-19 0,5-2 3 0,-1 2-9 15,2 3 0-15,-4 7-6 0,-5 1 3 0,14 9-4 16,-3-4 9-16,4-1 4 0,-1-4 0 0,-1 4 0 16,2 0-13-16,1 3-11 0,-1 2 4 0,-1 4-6 0,-3 0 2 15,-2 2-3-15,-2 2-8 0,-4 0 4 0,5 3-4 16,-9-5-4-16,12 18 7 0,-6 1-6 0,-1 1 3 15,-6-2 3-15,-2 1-3 0,-6 3 3 0,-1-4-2 0,-4 3 7 16,-2 1-3-16,11-2 5 0,-22 0-4 0,1 3 1 16,3-5 1-16,1 2-1 0,-1-3-2 0,3-1-7 15,1-1 0-15,3 0-1 0,9-1-6 0,-4-4 3 16,5 1 0-16,-7-2 3 0,3 0 8 0,1 0-9 16,3-2 2-16,1 2-4 0,2-1 3 0,0-3-8 15,0 4 4-15,2-3-4 0,1-1-3 0,1 1-6 16,-2-5-2-16,0 1-1 0,11 5-7 0,5 2-10 15,7-1-4-15,-3-3 0 0,4-3-14 0,2-2-14 0,-4-2 1 16,2-4-8-16,0-2-19 0,-2-1-24 0,4-2-3 16,-4-1-8-16,2-1-22 0,-2 0-35 0,-2 0-4 15,-1 0-10-15,-1 0-14 0</inkml:trace>
  <inkml:trace contextRef="#ctx0" brushRef="#br0" timeOffset="165643.66">31774 9764 164 0,'0'-2'90'0,"0"0"-5"0,0-2 77 0,0-5-11 0,0-11 2 16,0 1-6-16,0 6-10 0,-1 2-2 0,1 7-7 15,0 1-39-15,0-1-19 0,-2-4-6 0,0 3-3 16,0 1-18-16,0 0-10 0,0 1 2 0,-1 1-4 16,-1 0 5-16,0 0 6 0,0 2-7 0,-1 0 5 15,-3 0-20-15,3 2-10 0,-3 2 4 0,5-2-6 16,-3 12 4-16,2 7-1 0,1-1 0 0,-1 1 1 0,0 1-4 16,2 4-3-16,1 0 2 0,-1 2-2 0,-17 0 5 15,8 0-1-15,2 3-3 0,3 4 2 0,2 1-5 0,3 4 4 16,1-1-3-16,0 0 3 0,0 6-8 0,0-8 4 15,0 0 0-15,0-5 4 0,0 3 2 0,0 0-8 16,0-3 5-16,0 3-4 0,0-5 8 0,0-6-3 16,0 2 2-16,0 0-2 0,0-2 1 0,0-2-2 15,-2 3 0-15,0-7 1 0,0 1 3 0,0-3-6 16,0-1 1-16,-1 0-1 0,-1 0 4 0,0-2-6 16,0-2 2-16,-1 0-4 0,-1-1 1 0,1-1-2 15,1-4-2-15,2-1-2 0,-5 0-14 0,-3 3-26 16,1-1-15-16,2-2-8 0,-1-3-94 0,1-1-54 0,-2 0-29 15,-1 0-14-15,-1-3-171 0</inkml:trace>
  <inkml:trace contextRef="#ctx0" brushRef="#br0" timeOffset="165844.1">31364 10202 865 0,'0'-2'51'0,"0"0"94"15,0 0-100-15,0-1 24 0,0-1 1 0,0 0 8 16,2-1 10-16,2-5-8 0,-1 3-2 0,7-2-2 15,12-1-11-15,6 1-14 0,0 2-1 0,3 1-5 0,-1 1-4 16,3-1-22-16,-1 2 6 0,-2 1-11 0,-1-1-5 16,1 2-13-16,0-2-5 0,-2 2-3 0,-2-14-15 15,-8 6-52-15,-1 3-59 0,-2 1-13 0,-4 3-333 16</inkml:trace>
  <inkml:trace contextRef="#ctx0" brushRef="#br0" timeOffset="166626.93">31856 8869 434 0,'0'0'58'0,"0"0"-5"0,0 0 37 16,0 0 9-16,0 0-11 0,0 0 19 0,0-2-17 15,0 0 0-15,0 2-7 0,0-2-9 0,0 0-7 16,0 1-5-16,0-1-1 0,0 0-28 0,0 2-3 16,0 0-4-16,0-2 2 0,0 2-7 0,0 0-6 15,0 0-1-15,0 0-1 0,-2 0 2 0,0 0 6 16,1 0-1-16,-1 0 1 0,0 2-13 0,0 0 4 15,0 0-4-15,0-1 5 0,0 1-5 0,1 0 0 0,-1 2-3 16,0-2 1-16,0 1 3 0,2 1 4 0,0-2 0 16,0 0 1-16,0 0 0 0,0 0-4 0,2-1 5 15,0 1-4-15,0 0 9 0,-1 0-5 0,1-2-2 16,0 0-1-16,0 0-8 0,0 0 3 0,0 0-2 16,0-2 3-16,-1 0 5 0,1 0-1 0,0 1 7 0,-2-1-7 15,0 0 2-15,0 0 3 0,0 0-7 0,-2 0 4 16,0 0-14-16,1 1 9 0,-3-1 0 0,2 2 3 15,-15 0-2-15,2 0-8 0,2 2 2 0,4-1-2 16,2 1 4-16,1 2-3 0,4-4-1 0,0 4 0 16,-5 5 2-16,3-2-1 0,-1 3 4 0,3-5-2 15,0 1 7-15,2-1-3 0,0-1-3 0,0 2 1 0,0-4-1 16,0-1-3-16,0 1 3 0,2 2-4 0,0 0 1 16,0-1 3-16,-1 1-2 0,1-2 3 0,0 0 0 15,0 0 0-15,2 0 1 0,-1-1-2 0,-1 1 0 0,0-2-6 16,0 0 7-16,0 0-7 0,0 0 4 0,0 0 0 15,-1 0-4-15,1 0 3 0,0-2-4 0,-2 1 1 16,0-1 0-16,0 0 1 0,0 0-3 0,0 0 2 16,2 0-3-16,-2 0 3 0,0 1-3 0,0 1 0 15,0-2 1-15,0 2-1 0,0 0-8 0,0 0-9 16,0 0-7-16,0 0-3 0,0 0-43 0,0 0-148 16,0 0 6-16,0 0-63 0,0 0-80 0</inkml:trace>
  <inkml:trace contextRef="#ctx0" brushRef="#br0" timeOffset="185291.85">28349 8420 156 0,'-2'0'0'0,"0"-2"19"0,0 0 173 0,0 0-65 15,-1 0 4-15,-3-2-90 0,-9-3-4 0,2 1-7 16,2 1 2-16,0-1-2 0,3 4-4 0,-1-1 8 15,-2-1 2-15,4 2 2 0,-1 0 20 0,4 2-6 16,1 0 4-16,-1-2-6 0,0 1-9 0,1-1-10 16,-1 0 1-16,2 0-3 0,0 0 1 0,0 0-6 15,0 0 4-15,2 1-4 0,0-1 1 0,2 0 0 0,2 0-6 16,11-5 4-16,15-5-7 0,1 3-9 0,-3 4 3 16,5-1-5-16,-5 2 3 0,-2 2-7 0,-3 1 1 15,-5 1-2-15,-1 0 9 0,-8 0-10 0,0 0 2 0,-7 0-3 16,2 0 8-16,0 1 1 0,-1 1-1 0,-1 0-1 15,0 0-8-15,-2 0 1 0,-2 0-3 0,0 1 2 16,-14 9 5-16,-21 8-2 0,-1-5 6 0,-1-4-5 16,0-4 6-16,4-1 0 0,0-2-2 0,7-2 3 15,-2-1 4-15,4-1 0 0,8 0 5 0,-3 0-3 16,8 0 1-16,6 0 4 0,1 0-4 0,3 0 3 16,-1 0-15-16,0 0 8 0,2 0-4 0,1 0 6 0,1 0 5 15,1 0-11-15,1 0 4 0,15 2-6 0,13 0 4 16,10 0-6-16,5-2 0 0,3 0-3 0,-3-2 1 15,1 0-9-15,-1 0-7 0,-4 1-8 0,0-1-76 0,-6 0-374 16</inkml:trace>
  <inkml:trace contextRef="#ctx0" brushRef="#br0" timeOffset="186159.96">29337 11370 92 0,'-2'0'35'0,"-13"0"57"0,-19-2-2 0,-1 0 5 15,-4-2 7-15,0 3-6 0,4-1-6 0,0-2-16 16,1 0 1-16,4 1-6 0,-1-1-8 0,7 0 0 16,3 0 0-16,3 1 0 0,1-1 7 0,2 0-1 15,6 2-4-15,5 2-2 0,-1 0-21 0,1-1-18 16,0-1 5-16,0 0-9 0,3 0-1 0,-1 0-6 16,2 0 1-16,0 0-2 0,2 1 9 0,7-3-9 15,26-7 4-15,23-2-6 0,3 2 4 0,6-2-3 16,7-2 4-16,6 0-4 0,7 0-3 0,19-2 0 15,5 4-2-15,12 0 1 0,0-1-4 0,3-1 6 16,4 0-5-16,2-2 4 0,9 4-14 0,0-4 13 0,-2 4-8 16,-11 0 8-16,-5 0-12 0,-6 2 13 0,-4 4-3 15,-7 1 5-15,-10 3-8 0,-8 1-1 0,-14 0 6 0,-11 0-4 16,-7 2 8-16,-10 0-9 0,-9-2 3 0,-7 2-3 16,-6 0 10-16,-7 0-4 0,-6 0 0 0,-5 0-1 15,-1 0 8-15,-3 0-13 0,2 0 0 0,-1 0-6 16,-1 0-19-16,0 0-15 0,-2 0 0 0,0 0-7 15,-2 0-19-15,-1 0-22 0,-29 6-4 0,-7 1-7 16,-2 4-22-16,-2 4-42 0,-1 2-38 0</inkml:trace>
  <inkml:trace contextRef="#ctx0" brushRef="#br0" timeOffset="186542.61">28941 11580 1031 0,'-2'-2'35'0,"-2"0"51"0,-5-4-57 0,-4-1-25 16,4 1 1-16,5 5-8 0,2 1-6 0,-1-2 1 16,-1 0-6-16,2 2 6 0,0 0 5 0,2 0 7 0,0 0 14 15,2 0-4-15,2 2 33 0,31 3-4 0,11-3 0 16,16-2-3-16,5-2-5 0,7-5-6 0,11-4 1 15,16-2-3-15,14-2 0 0,11 0-4 0,8-2 0 16,-1 1-2-16,5-5-11 0,3 3 4 0,7 3-6 0,3 0 5 16,-3 2-8-16,-12 0 5 0,-8 0-4 0,0 2 4 15,-5 3-10-15,-3 1 3 0,-6-1-1 0,-14 3 2 16,-7-1 9-16,-12 3-8 0,-5-1 7 0,-5 2-8 16,-10 0 6-16,-9 2-5 0,-11 0 4 0,-11 0-3 15,-2 0-1-15,-12 0 2 0,-1 0-5 0,-6 0 6 16,-1 0-4-16,-3 0-11 0,-3 0-4 0,2 0-5 15,0 0-30-15,-2 0-85 0,-1 0-13 0,-1 0-29 0,0-2-86 16</inkml:trace>
  <inkml:trace contextRef="#ctx0" brushRef="#br0" timeOffset="187429.11">29921 9903 584 0,'-1'0'65'0,"-1"-2"103"15,0 0-116-15,-2 1-28 0,0-1 4 0,1 0-9 16,-1-2 6-16,0 2 1 0,1 0-6 0,-1 1 5 15,0-1-4-15,0 0-12 0,3-2 5 0,-1 2-6 16,0-1 7-16,0 1 3 0,0-2 3 0,2 0 1 16,0 1 21-16,0-1 3 0,2 0-2 0,0 0 1 15,3 1-14-15,18-12-9 0,1 2-1 0,2 0-2 0,-2 4-7 16,0 3-2-16,-2 0-8 0,-1 3 5 0,-3 1-7 16,-5 2-2-16,0 0 2 0,-2 2-1 0,-1 0 1 15,-3 1 0-15,-1 1 2 0,-4 3-2 0,14 18 2 0,-6-1 6 16,-7 4-3-16,-5-1 3 0,-5 3-8 0,-2 0 6 15,-4 1 2-15,0-3 0 0,-4 2 0 0,2-4-7 16,13 0 4-16,-16 2-4 0,-3 1 13 0,1-6-13 16,0 1 7-16,-1 0-8 0,-1-5 7 0,3 3-4 15,3-2 3-15,1-5-3 0,5-2-2 0,5 2 6 16,-1-4-5-16,4 0 6 0,-7 0 1 0,7-7 0 16,0 0 2-16,2-2-1 0,-1 5 4 0,1-3 0 15,1 3 1-15,1-3 1 0,8 3 0 0,17 8-11 0,1-7 2 16,4-5-4-16,3-1-2 0,2-2 0 0,6 0-8 15,0-2 1-15,-3 1-38 0,3-3-118 0,5 0-69 16</inkml:trace>
  <inkml:trace contextRef="#ctx0" brushRef="#br0" timeOffset="192073.72">9176 9580 184 0,'-2'-4'0'0,"-7"-24"13"16,0-5 134-16,1 9-46 0,-1-4 6 0,2 4-72 16,3 7-9-16,-2-5-7 0,3 7-8 0,-1 0 5 15,-2 0-16-15,3 4 16 0,-1 0-5 0,2 0 10 0,-2 0 7 16,3 1 1-16,-3-3 7 0,2 6-4 0,0 0 7 15,2 3 14-15,0 0 1 0,0 0 5 0,0 3 3 16,0-1-29-16,-2-2 2 0,0 0-12 0,1 3 5 0,1-1 5 16,0 2-2-16,0 0 2 0,0 2-15 0,0 18-1 15,0 19-2-15,0 5 1 0,0 1-4 0,0 7-9 16,0-4 7-16,0 1-8 0,0-5 5 0,-2-9 0 16,0-3-5-16,2-8 5 0,0 0 1 0,2-5-5 15,1-2 5-15,1-3-4 0,2-1 3 0,-3-3 4 16,3 1-7-16,-2-4 5 0,-1-1-5 0,3-1 3 15,9-1 1-15,1-2 0 0,-3 0-8 0,4 9 11 16,0-4-7-16,0-1 7 0,1-4-9 0,1-2 0 0,1 0 4 16,1-4-4-16,-1-3-3 0,0-3 1 0,5-1-2 15,1-2 3-15,0 0 1 0,0-2 4 0,3-1-3 16,-1-1 2-16,2-2-5 0,0 1 2 0,-1 16-2 16,3-15 0-16,3 1 2 0,2 3-5 0,-5 1 3 0,-4-2-5 15,-1 8 2-15,-2 0 0 0,-5-8 2 0,0 4 0 16,-5 7 6-16,2 1-5 0,0 2 0 0,-2 2-1 15,-2 3-5-15,-2 1 7 0,-2-1-3 0,-2 3 4 16,1 12 0-16,-4 1-4 0,-1-5 2 0,-1-1-3 16,0-2 3-16,2-4 1 0,-2 3 6 0,1-3-4 15,-1-2 3-15,0 1-5 0,2-1-1 0,-2-3 0 0,-1 1 3 16,1-1-3-16,2 0 3 0,0 0-3 16,-1-1 1-16,1 1 2 0,-2 0-1 0,0-2 4 0,0-1 4 15,0 1-2-15,-1 0 1 0,1 0 0 0,0 0 1 0,0 0-7 16,0 0-1-16,-2-2-1 0,0 0 2 0,0 0-1 15,0 0 2-15,0 0-3 0,0 0-2 0,0-2 1 16,0 0-4-16,0 0 4 0,0 0 1 0,2-2-6 16,0 1 6-16,-1-3-6 0,5-5 1 0,1-4 8 15,3 0-9-15,1-1 9 0,-2 1-6 0,2 0 0 16,-5 2 2-16,9-2-2 0,1 8 2 0,-3-3 0 16,0 7-1-16,0-5 1 0,-1 4-8 0,1-5 4 15,-2 2 1-15,0 3 1 0,2 0 2 0,-2 4-4 16,0 2 2-16,4 2-1 0,-6 0 3 0,2 3 5 0,2 0-7 15,-5 8 4-15,1 0-8 0,-1 0 3 0,3 0 2 16,0-2 1-16,-2-4 7 0,2 0-4 0,2-1-1 16,4-1-1-16,1-1-6 0,1-2 6 0,1 1-1 0,3-3 4 15,-1 0-4-15,2 15 0 0,6-4 0 0,0-6 0 16,-1-3-2-16,5-2 5 0,-6-2-4 0,-1-2 4 16,7-2-2-16,-3-2 2 0,3-1-1 0,-1-2-1 15,1-1 0-15,3-3 2 0,0 0 3 0,4-1-3 16,3-5-2-16,1-1 3 0,5-3-3 0,0-1 3 15,-5 0-9-15,3 22 8 0,-9-29-1 0,-2 3 5 16,-3 0-2-16,-10 2-5 0,0 5 0 0,-4 3-2 16,-3 1 5-16,-4 4-7 0,-7 0-10 0,1 6-9 0,-3 3-120 15</inkml:trace>
  <inkml:trace contextRef="#ctx0" brushRef="#br0" timeOffset="195410.44">19971 7870 102 0,'0'-2'27'16,"0"0"18"-16,0 0 45 0,0-31 15 0,0 3-10 0,0 1-20 15,2 1-46-15,0 7-9 0,2 3-1 0,-1 1-2 16,1 4-3-16,-2 0 1 0,0 4-3 0,0 1-3 15,-1 3-2-15,1-1 7 0,-2 2-5 0,0 3 5 16,0-1-6-16,2-2-2 0,0 0 1 0,0 2 8 0,0 1 11 16,0-1 4-16,-1 2 0 0,1 2 1 0,0 1-12 15,7 16-4-15,3 18-1 0,-7-2-5 0,1 8 0 16,-4 0 3-16,-2-1-2 0,0 1-3 0,0-13-3 16,0 1-1-16,0-8-1 0,0-1 0 0,0-2 9 15,0-3-4-15,1 0 6 0,1-2-1 0,0-2-6 16,0-4 3-16,0-2-4 0,0-1 13 0,1 1-11 15,1 1 4-15,0-3-6 0,1 3 5 0,7-3-5 16,-3-1 4-16,4 2-5 0,-2-3-2 0,0-1 0 16,2 2 0-16,-4 3 0 0,4 3 2 0,0-3 6 0,2-1-5 15,2-1 5-15,2-3-10 0,-1-2 1 0,4 0 4 16,3-2-2-16,1-2-1 0,1-1 6 0,1-3-6 16,4-1 7-16,-2-2-4 0,5-2-9 0,2-2 5 0,-2 0-5 15,2 0 4-15,-3-1 5 0,-3-1-5 0,1-2 4 16,-1 3-10-16,-3 1 6 0,-2 2-1 0,-2 2 3 15,-1 2-1-15,-5 1-3 0,3 1 2 0,-6 3-1 16,1 2 1-16,1 2 2 0,-2 0-4 0,2 4 2 16,-4 0-8-16,-2 1 9 0,2 4-1 0,-2-7 4 15,0 15-4-15,2-4 1 0,-4 0-1 0,4-2 1 16,-7-2-5-16,1 1 4 0,1-1 1 0,-6-5 1 0,-1-1-1 16,-1-1 1-16,0 0 1 0,2 2 0 0,0-1-5 15,0-3 5-15,4 2-3 0,-3 2 4 0,-1-4-5 16,2 2 6-16,0 2-2 0,-1-1 4 0,1 1-3 0,0-2-4 15,-1 0-1-15,7 1 0 0,6 1 9 0,5-2-8 16,1-2 1-16,0-4-4 0,10-3 1 0,3-4 2 16,6-2 2-16,2-2 0 0,-4 2-2 0,2-2-2 15,-8 2 1-15,-1 2-1 0,-5 0 2 0,-4 3 0 16,1 1 2-16,-2 1-1 0,-1 5-1 0,-5-1-2 16,5 2-1-16,-3 0 1 0,3 0 2 0,-1 0 4 15,1 2-5-15,-3-1 3 0,3 1 1 0,-3 0-5 16,6-2 4-16,0 0-4 0,-1 0 3 0,3-2 6 0,-6 0-4 15,2 1 4-15,1-3-10 0,-1-2-3 0,0-1-7 16,-1-1 0-16,3 3-47 0,2-3-176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30:30.86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12691 7231 9 0,'0'0'1'0,"0"0"0"0,0 0 6 15,-2 0 0-15,0 0 1 0,0 0 0 0,-1 0 8 16,-1 0 5-16,0 0 1 0,2 0 3 0,-3 0 9 16,-3 0-13-16,1 0 12 0,-2 0-11 0,3 0 2 15,1 0 5-15,-3 0-5 0,1 0 3 0,-1 0-8 0,3 0 2 16,-3 0-3-16,-3-2 3 0,2 1-10 0,0-1 8 16,-3 0-8-16,3 0 7 0,-2 0-15 0,2 2 3 15,-4 0-5-15,0 0 11 0,0 0-10 0,0 0 3 16,-4 0-3-16,0 0 15 0,1 2-13 0,-5 0 5 0,3 2-6 15,-3-1 15-15,1 1-4 0,-1 0 0 0,-1-1-2 16,0 1-2-16,-4 0 2 0,-4 1 2 0,4-1-1 16,-5 2 1-16,1-3 1 0,6 1-2 0,-6 2 1 15,2-1-11-15,2 1 11 0,-4-1-11 0,3 3 11 16,1-3-8-16,0 1-1 0,0 0 2 0,3-1-2 16,1 1 6-16,-2-1-7 0,2 1 10 0,-3-1-8 15,3 3 12-15,-2-1-7 0,2 1-2 0,-2-1 1 0,3 0-2 16,5-1 0-16,-1 1 3 0,0 1-2 0,2-1-3 15,-1 3 1-15,-5-1-2 0,3 0 3 0,-1 0 0 16,2-1-5-16,4-3 3 0,-2 3-3 0,1 1 3 16,-5 2-5-16,4-1 2 0,-2 1-2 0,-1 2 8 0,-1 0-4 15,-1 0-2-15,3-11-1 0,0 14 3 0,1 5-3 16,-1-1 6-16,-9 1-4 0,7 3 3 0,-1-2-3 16,0 4-2-16,1 0 0 0,-1-2 3 0,3 6-5 15,0-6 4-15,0 4-4 0,3-4 5 0,-3 2-5 16,2-2 0-16,2-3 0 0,-2 5 1 0,2-6 4 15,0 2-7-15,0-1 4 0,0-5-2 0,4 1 2 16,-2 0 2-16,3-1-2 0,-1 1-8 0,2 0 5 0,-1 0 1 16,1-1 1-16,-4 3 4 0,1-1-7 0,1 1 3 15,2-2-2-15,-1 3 6 0,1 1-5 0,-2-1 0 16,1 4-2-16,1-2 2 0,1 3-3 0,1-3 3 16,1 2-3-16,0-2 7 0,0 2-6 0,3-1-2 0,-1 1 0 15,-15 0 6-15,8-5-2 0,1 1-2 0,3-1 0 16,3-6 6-16,0 5-2 0,2 3 4 0,0-5-4 15,0 3-2-15,0-1-3 0,0-1 1 0,2 0-1 16,0 3 7-16,1-3-2 0,3 1 1 0,-2-1-3 16,1 2-1-16,1-6 2 0,-1 2-1 0,1-2 3 15,1 1 1-15,3 1-3 0,-1 2 3 0,0-2-3 16,1 0 0-16,1 1-1 0,-4 3 0 0,12-4-2 0,-1 2-5 16,3 1 10-16,-1-3-3 0,2 2 6 0,6-1-16 15,2-1 11-15,3 0-3 0,-1 2 6 0,7 0-9 16,-6-3 5-16,6 3-3 0,4 0 4 0,-6-2 0 15,10 1 0-15,-5 1 0 0,-1 0-1 0,2 1-5 0,-6 3 4 16,2 3 0-16,2 0 1 0,0-2-9 0,1 2 11 16,5-5-8-16,3 5 8 0,2 2-8 0,4-4-2 15,3 3 3-15,4-1-1 0,2-2 10 0,-2-2-6 16,-3 1 1-16,-5-8-4 0,3 2-6 0,-2 1 11 16,3-1-4-16,0 2 4 0,6 0-2 0,4-2 2 15,4-1 3-15,3 1-1 0,-2-2 0 0,2 2-6 16,-2-4 4-16,-1 2-3 0,1 0 17 0,0 2-12 0,2 0 3 15,12 0-6-15,-3-2 3 0,6 2-1 0,0 0 7 16,-4-1-6-16,2 1 1 0,-3 2 1 0,1-2-5 16,10 3 4-16,-3-1 3 0,12 0-5 0,2-1 0 15,-8-1-1-15,6 0 1 0,-6 4-2 0,1-4 3 16,12 5-3-16,2-3 12 0,7-1-13 0,-5-1 5 0,-5-5-8 16,-5 6 11-16,7-3-3 0,10 4-3 0,6-4 0 15,-2-4 1-15,-3 2 5 0,-7 1-1 0,-1-1 0 16,8 4-12-16,10-1 11 0,-3-6-4 0,-2 3 7 15,-7-4-6-15,-8 3 6 0,6 3 0 0,7 2 0 16,2-1-5-16,-4-2 0 0,-5-3-1 0,-4 0 1 16,-2 2-2-16,11-1 0 0,0-1 0 0,-1-2 0 15,-3-3-4-15,-7 3 8 0,4-5-5 0,5 4 4 0,5-4-9 16,1 37 6-16,-12-28 2 0,-6-9 2 0,-1-2-1 16,6-2-1-16,4-2-2 0,1 0 2 0,-3 1 3 0,-13-3-4 15,-6 1 5-15,2-1-6 0,2 0-1 0,4-1 1 16,2-2-1-16,-5-2 2 0,-6-4-1 0,-3-2 7 15,-3-2-6-15,6 3 5 0,3-5-10 0,4-3 11 16,-2 0-5-16,-6-2 6 0,-11 0-12 0,-3 2 5 16,-6-2 3-16,-4 0 1 0,6 0 8 0,-2 0-9 15,-2 2 7-15,0 0-7 0,-7-1 9 0,-2-1 2 16,-2 0 0-16,-4 2 0 0,-2 0-2 0,-5 0 1 16,-2-2 1-16,2 2 1 0,0-2 3 0,0 2-1 0,-2-2-3 15,-10 4 3-15,5 20 5 0,-1-28-9 0,-3-2 1 16,2-3-4-16,-8-2 5 0,0-4-4 0,-4 2 0 15,-3-4-2-15,-4 3-2 0,0-3 4 0,-2 4 3 16,-2 0-2-16,2 0-6 0,-1 0 3 0,-1 2-1 16,-2 0 1-16,-1 1 2 0,-2 1 0 0,-2 2-1 0,-1-1 0 15,5 3-6-15,-8-5 1 0,4 3 1 0,-4-2 1 16,-3-2 10-16,1-1-2 0,-7-2-1 0,1-1-1 16,20 0 3-16,-10-2-7 0,-4 2 5 0,-5-1-5 15,-4-1 8-15,-2 6-5 0,-4 2-2 0,1 3-1 16,-3 0-10-16,-1 1 5 0,-2 5 2 0,-2 0 0 15,0 2 3-15,-2-2-10 0,13 2 0 0,-20 1-1 0,-2 1 9 16,-2 2-4-16,0-1 0 0,-4 1-1 0,2-4 5 16,0 1-10-16,-1 3 8 0,-5-8-8 0,-1 4 8 15,2-6-2-15,-8 2-5 0,-4-1 1 0,4-1 0 0,-5 2 1 16,1-2 2-16,1-1-1 0,-3 1-5 0,-1 0 4 16,2 1-1-16,-1 1 2 0,3 4-2 0,-3 0 0 15,-1 1 1-15,0 3-1 0,-8 1-9 0,-3 1 10 16,-1 1-8-16,-3 2 8 0,0 2-8 0,-6-2 0 15,-1 2 3-15,5 2-2 0,-4-2 7 0,4 4-3 16,0-2 2-16,-7 1-3 0,1 3 3 0,-3 0 1 16,-8-1 1-16,4 1 0 0,-6-3 0 0,7 1-2 15,2 0 0-15,1 1 0 0,0 1 3 0,-2 0-8 0,-2 1 6 16,-4 2-6-16,-2-3 11 0,-7 3-5 0,2 2-1 16,-2-1-1-16,4-31-5 0,2 19 3 0,-5 10 3 15,-6 3 0-15,1 0 7 0,-3 2-11 0,1 0 0 16,1 0-3-16,-1 0 6 0,1 2 0 0,-3 4 1 15,-7-1 0-15,-5 3-3 0,-8-1 0 0,0-1 1 16,6-1 0-16,0 3 5 0,-8 3-3 0,-7 0-1 0,-11 2-1 16,-4 2-4-16,5-1 0 0,-5 5 4 0,0 0-1 15,-9-1 3-15,-7 3 3 0,4-1-6 0,-6 0 4 16,-1 1-4-16,-5 1 4 0,-5 2 1 0,1 2 1 16,-8 2-8-16,-4 0 4 0,-3 2-7 0,-5-1 7 15,-4 1-5-15,-6 4 5 0,-7-1-1 0,-11 4 0 16,-2 2-4-16,-15 2-2 0,-10 2 5 0,-16-3-7 0,-11 3 2 15,-11 4-26-15,-17-1 2 0,-9-35-11 0,-24 54-13 16,-17 21-28-16,-19 12-20 0,-35 25-10 0,-20 14-136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31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10442 0 0,'0'0'1008'0'0,"2"0"-1008"0"0,-1 0 32 0 0,3 0-24 0 0,-3 0 56 0 0,14 0-96 0 0,1 0 8 0 0,-2 0-56 0 0,2-2-256 0 0,1 0-2312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30:47.476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context xml:id="ctx1">
      <inkml:inkSource xml:id="inkSrc1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3-07-18T06:30:56.291"/>
    </inkml:context>
  </inkml:definitions>
  <inkml:trace contextRef="#ctx0" brushRef="#br0">4687 3143 256 0,'0'0'95'16,"0"0"-34"-16,-2-2 53 0,0 0 12 0,0 0-54 15,0-2-2-15,2 3-10 0,-4-7-1 0,-3-7-1 16,2 4-9-16,-3-4-12 0,4 4-1 0,3 6-3 16,-1-3-3-16,2 4-3 0,-2-1 1 0,2 1-2 0,-2 0-6 15,0 1-5-15,0-1 3 0,0 2-3 0,1 0 8 16,-1 0-3-16,0 2 1 0,0 0-2 0,0 2 2 16,0 0-8-16,0 2 4 0,-3 13-5 0,-3 5 2 0,3 2 0 15,-1 0 0-15,3-2 0 0,-1 3 1 0,2-3-7 16,0 0 4-16,2 0-4 0,0 3 13 0,-2 2-9 15,2 1-1-15,0 6-2 0,0-1-6 0,0 4 9 16,-2 0-2-16,1 4 4 0,-1 2-10 0,2 0 1 16,0 1 1-16,-2-3 1 0,2 0 3 0,-2-4-2 15,0-2-6-15,2-3 3 0,0-2-9 0,0-4 7 16,0-6 0-16,0-1 3 0,0-6 1 0,0 0-7 16,0-4 2-16,0 0-2 0,0 0 4 0,0-3 3 0,0-4-3 15,0 2 2-15,0-1-7 0,0 1-7 0,0 0-9 16,0-1 2-16,0 1-33 0,0 0-28 0,0-2-20 15,0 0-12-15,0-1-144 0</inkml:trace>
  <inkml:trace contextRef="#ctx0" brushRef="#br0" timeOffset="483.49">4481 4038 694 0,'-2'0'44'0,"-9"0"62"16,-14 0-43-16,-2 2 11 0,-1 1-3 0,-2 5 4 0,-7 1-12 15,5 2 0-15,-3 4-9 0,3 2 4 0,3-15-31 16,3 24-1-16,0 3-4 0,3 5 3 0,3-1-3 0,0 0-8 16,-1 3 2-16,3 1-4 0,3 2 0 15,6 2-1-15,-1-4-2 0,7 0 1 0,-1-5-1 0,0 3 2 16,2 4 4-16,-18-4-2 0,7 4 7 0,7-5 15 16,4-1-5-16,2-1 8 0,4-1-10 0,2 1-9 15,3-3-1-15,2 1-3 0,4 0-5 0,2-1-6 16,-1 1 3-16,-14-2-3 0,22 0 4 0,6-2-7 15,3-4 7-15,5 0-6 0,1-5 10 0,0-4 2 16,0-4-4-16,5-7 4 0,3 22-4 0,1-11 0 16,2-9 3-16,-5-6-4 0,-1-5 3 0,-3-2-1 15,2-4-2-15,-3-2 0 0,-1 0-14 0,0-2 12 0,-1 0-7 16,1 1 9-16,-2-3-5 0,-2 1-6 0,-2 1 4 16,-3 0-5-16,0 0 11 0,-4 3-2 0,-4 10 3 15,-5-18-3-15,-2-3 4 0,-4-2-3 0,-4-3 3 0,4-4-3 16,-3-3 9-16,-4-5-4 0,-1-1 1 0,21-5-3 15,-11-2 3-15,-11-1-3 0,-5-2 3 0,-10 1-3 16,-4 0 1-16,-4 3-2 0,-3 1-3 0,17 3 3 16,-28 3-3-16,-1 5 3 0,5 5-1 0,-5 4 1 15,3 4 2-15,0 4-2 0,1 5 2 0,-1 4-3 16,-1 3-4-16,4-10-3 0,1 7-3 0,-1 5 0 0,0 6-9 16,3 2-10-16,-3 7-5 0,4 4-6 0,0-11-39 15,-4 31-63-15,4 5 1 0,4 2-27 0,3 5-57 16,14 1-85-16,-3 3-73 0</inkml:trace>
  <inkml:trace contextRef="#ctx0" brushRef="#br0" timeOffset="792.7">4679 4437 821 0,'-2'-2'55'16,"0"0"117"-16,-1-2-137 0,-1 1 8 0,-1-1 7 16,-3-2 1-16,1 3 19 0,-1-1-12 0,3 2 3 15,-5-2-10-15,7 4-24 0,-1 0-11 0,2 0-5 0,-2 2 3 16,1 0 10-16,-1 6-2 0,-11 25 4 0,6 0-5 16,1 5-1-16,5 1 7 0,1-4-6 0,2 0 7 15,0 2-4-15,0-1-14 0,0-1 6 0,0-2-10 16,0-3 1-16,0-4 0 0,0-2-1 0,0-4 1 15,0 1 0-15,0-4-12 0,0-3-5 0,0-2-6 16,0-3-31-16,2-2-11 0,0-1-1 0,-2-2-5 16,1-1-23-16,1 1-86 0,0-2-21 0,2 0-30 0,0-2-151 15</inkml:trace>
  <inkml:trace contextRef="#ctx0" brushRef="#br0" timeOffset="1028.28">4239 4751 938 0,'-2'0'28'0,"0"0"-5"0,-11-4 40 16,-7 0 6-16,9 1-1 0,5 3 2 0,-1-2-8 16,3 2-2-16,0-2-3 0,1 0-29 0,1-2-14 15,-2-9-5-15,4-2 1 0,6-5-3 0,5 1 7 16,0 1 0-16,26-3 1 0,-3 1 0 0,3-4 22 16,0 3-10-16,2 5 13 0,-2 3-8 0,-2 5-3 0,-1 5 4 15,-3-16-6-15,-3 8 3 0,-4 3-21 0,0 5 10 16,-7 3-13-16,0 0 10 0,-2 2-11 0,0-1-5 15,-2 3 0-15,-1 0-9 0,-2 0 1 0,1 1-6 16,-4-1 2-16,1 1-30 0,-1 5-58 0,-1 5-24 0,-3-2-17 16,5 3-121-16</inkml:trace>
  <inkml:trace contextRef="#ctx0" brushRef="#br0" timeOffset="1494.66">5455 4220 1056 0,'0'0'26'0,"-2"0"-2"0,1-2 49 16,-1 0-5-16,0 0 11 0,0 0-1 0,0 0-2 15,0 0-6-15,-1 1-1 0,-1-1-32 0,2 0-27 16,0 2 3-16,-2 0-9 0,1 2 6 0,1 0 1 15,2-1 2-15,-15 27-1 0,4 4 0 0,3 1-3 16,3 1-2-16,-1 3 1 0,3 2 0 0,-1 2-2 16,0 1 0-16,0-1-1 0,1-2-4 0,-1-3 3 0,-2 1-1 15,1-4 1-15,-1-1-1 0,1-6 3 0,-1-4-5 16,1-5 5-16,-1 1-3 0,2-7-2 0,2-1 2 16,1-5-3-16,-1 1-2 0,2-4-1 0,0 1 5 15,-2 1-2-15,0 0 6 0,2-1 0 0,0 1-2 16,-2-2 2-16,0 0 7 0,1 0-13 0,-1 0 8 0,0-1-8 15,0 1 25-15,0 0 5 0,0 0-2 0,0 0 0 16,2 0-23-16,0-2 4 0,0 0 0 0,0 0 1 16,0 0-6-16,0 0 13 0,0 0-8 0,2 0 10 15,0 0-13-15,2 0 8 0,7-4-4 0,6-2 3 16,1-1-12-16,3-2-1 0,-5 1-3 0,1 1 1 16,2-2-15-16,-5 1-8 0,5-3-4 0,-4 2-2 15,0 0-18-15,-2 1-11 0,2-1-5 0,-4 1-6 0,-4 5-57 16,1-7-101-16,-5-4-12 0,1 4-44 0,-2-3-199 15</inkml:trace>
  <inkml:trace contextRef="#ctx0" brushRef="#br0" timeOffset="1619.75">5390 4320 727 0,'-2'0'74'0,"1"-2"7"0,-1 0 30 16,-2 0-29-16,2 2 5 0,-11-9-11 0,8 5-2 16,-3-1-9-16,4 3 1 0,3 2-38 0,-3-4-29 15,0 0 1-15,2 1-10 0,0-1-4 0,2 0-3 16,0 1-4-16,0 1-1 0,4-4-28 0,22 1 1 15,0-1-3-15,2 4 1 0,2-2-32 0,1-14-210 0</inkml:trace>
  <inkml:trace contextRef="#ctx0" brushRef="#br0" timeOffset="1866.85">5849 4286 382 0,'0'0'67'0,"0"2"-7"0,-2 0 28 0,0 2 11 16,-7 14-18-16,-8 10 26 0,15 2-8 0,-18 2-1 0,-4-3-5 15,-2 3-15-15,4-1-12 0,-1 1-2 0,8 0-3 16,2-6-11-16,2 0-7 0,4 0-3 0,1-6-1 15,4 2-8-15,-9-7 7 0,4 0 2 0,3 0 1 16,2 0 0-16,2 0-14 0,4-2 4 0,2 0-6 16,1-2 6-16,6-2-3 0,11 2 5 0,2 0-2 15,-2-3 9-15,-1 3 6 0,3-4-11 0,-10 1 8 0,1 1-25 16,-6-4-3-16,-5 3-1 0,-4-4-1 0,-1-1 4 16,3 3 5-16,-2-1-7 0,-2 1 3 0,0 1-31 0,-6 3-30 15,-5 1-3-15,-30 2-14 0,1 2-57 0,-3 0-43 16,2-1-16-16,2 1-12 0,4 2-98 0</inkml:trace>
  <inkml:trace contextRef="#ctx0" brushRef="#br0" timeOffset="2131.42">4746 5159 1130 0,'0'0'63'0,"-2"-2"13"0,0 0-11 0,0 1-24 0,1-1-1 16,-1 0 25-16,0 0-20 0,0 0 11 0,0 2-14 15,0 0 7-15,0 2-15 0,1 4-3 0,-7 34 0 16,8 5 8-16,2 7-3 0,2 2 2 0,1 3-2 16,-1 1 10-16,0 1-10 0,-1 1 5 0,-1-5-8 15,-2-3-2-15,0 2-10 0,0-4-4 0,0-3-2 16,0-1-8-16,0-3-1 0,0-2-2 0,0-6-1 15,0-7-17-15,0 2-55 0,0-10-31 0,2-1-20 0,0-1-215 16</inkml:trace>
  <inkml:trace contextRef="#ctx0" brushRef="#br0" timeOffset="3270.19">5021 2966 460 0,'-2'0'80'0,"-2"0"190"0,-5 0-246 16,-4 0 6-16,-2 2 8 0,2 0-2 0,4 0 21 15,-2 2 4-15,1-1-2 0,7-1 0 0,-3 0-30 16,4-2-13-16,-1 4-3 0,3-2-1 0,-4 3-9 0,0 4 12 16,4-3 2-16,2 0 4 0,2-1 1 0,42-1-2 15,14 0-3-15,8 25 2 0,14-16-2 0,-2-13 0 16,0-7 0-16,9-2-1 0,0-3-7 0,17 3-1 16,9-2-1-16,9 0 0 0,2-2-8 0,-9-2 2 15,2 4-2-15,0 0 3 0,2 3-2 0,1 3 4 16,-8-3-1-16,-14 3 1 0,-9-1-4 0,-13 2-4 15,-4 1 3-15,-1-5-2 0,-7 1 9 0,5-2-7 0,-6-1 4 16,-8-1-3-16,-1 0 7 0,-13 2 8 0,-2 0-2 16,-12 1 6-16,-1 1 6 0,-7 1 7 0,-8 2 1 15,-4 3 2-15,-5 1 13 0,-2 0 11 0,1-2-4 16,1 0 6-16,0 0-14 0,-2 0-15 0,-1 0 0 16,1 0-6-16,0 1-12 0,-2-1 3 0,0 2-6 0,-2 0 4 15,0 0-6-15,1 0 3 0,-1 0-2 0,-2 0 1 16,0 0-1-16,-1 0-9 0,-8 0 5 0,3 0-6 15,1 2 3-15,2-1-5 0,-1 1 0 0,-5 4-4 16,6-2-2-16,-4 3 3 0,1 8-5 0,1 15 4 16,-4-1-2-16,-2 8 3 0,0 0 1 0,4 8 0 15,2 1 2-15,0 3-1 0,-4-1 4 0,3-2-2 16,5 3 8-16,1-3-7 0,2 1 0 0,-3-1 0 0,-6-3 6 16,-14 1 1-16,12-3-1 0,10 0-1 0,3-2-8 0,2-6 7 15,1-1-2-15,3-6 6 0,-1-2-2 0,1-4 1 16,0-3-3-16,-1 0 2 0,-1-6-1 0,1 0 4 15,1 0 2-15,-4-5-1 0,0-2 0 0,-2-3 8 16,2 3 1-16,-1 0 3 0,1-2 8 0,0 0 0 16,0-1-5-16,0 1 0 0,0 0-16 0,-2 0-3 15,0 0-1-15,-2 0-1 0,-4-2-5 0,-22 3 1 16,-7 3-1-16,0 0 1 0,0 1-2 0,-1 2 3 16,1 2 1-16,2-1-1 0,3 1-1 0,2-2-1 15,4 0 1-15,4 1 0 0,-1 1-4 0,6-2 3 0,0-1-5 16,4-1 5-16,4-3-7 0,1-1 5 0,4-3-5 15,2 2 4-15,-3 4-5 0,1-2 8 0,0-1 1 16,2 1 2-16,0-2 2 0,2 2-7 0,2-1 0 16,9 5-3-16,16 3-1 0,5-6-1 0,3-3 1 15,2-2-2-15,-2-2 7 0,4-1 1 0,-4 1 0 0,-2 0 0 16,-7 2-5-16,-6 0 5 0,-9 0-2 0,-5 0 3 16,-3 0 4-16,-1 2 1 0,0 0 4 0,-1 1-2 15,1 7 2-15,-2 10-4 0,-4 4-2 0,-7 0 1 16,-8 4-2-16,6 0 0 0,-19-2 1 0,1 0-1 15,1-2 5-15,5-2-6 0,1-1-1 0,4-3-1 0,3-3 0 16,4 2-3-16,3-2 3 0,5 2-4 0,1-1-8 16,-11 3 5-16,2 5 0 0,5 0 3 0,6 6 2 15,4 7 3-15,3 0-6 0,4 6 4 0,2 1-7 0,2 3 6 16,0 1 1-16,0-5 1 0,0 1 1 0,-4-3 2 16,0-4 0-16,0 0 0 0,-2 1 4 0,-1-3-3 15,-3-2 0-15,1 1-1 0,-2-6 3 0,-1-2-4 16,1 1 6-16,-4-4-6 0,0-1 2 0,0-5 1 15,0-1-2-15,0-1 1 0,-2-5-11 0,0 1-75 16,2-8-13-16,0-1-26 0,-2 4-103 0,1-2-57 16,-1-1-37-16</inkml:trace>
  <inkml:trace contextRef="#ctx0" brushRef="#br0" timeOffset="4010.69">7889 4097 1129 0,'-1'0'12'0,"-1"0"12"15,-2 0 28-15,0 0 3 0,1 0 3 0,1 0-3 16,-6 0-4-16,3 2-18 0,-3 2-4 0,3 3-5 16,1 19-13-16,0 4 8 0,3 3 2 0,-18-1 2 15,4 5 12-15,8-2-1 0,1-1 0 0,4-3-3 16,0-1-10-16,1 1-9 0,1-1-3 0,0-2-1 0,0-2-6 15,0-9 1-15,0-1 4 0,0 1-3 0,0-4 0 16,0-4-3-16,0 1-1 0,0-7 0 0,0 1 0 0,0 0-3 16,0 0-1-16,-2-3-2 0,0 1-5 0,0-2-1 15,0-2-2-15,0 1 1 0,0-3 5 0,-11-28-1 16,4 1 3-16,2-8-3 0,3 0 12 0,2 2-3 16,0-8 6-16,2 4-6 0,0-2 0 0,2 1 1 15,2 5 5-15,3 3-2 0,4 1 8 0,1 5 1 16,-1 2-3-16,0 4 3 0,0 3-2 0,0 4 4 15,0 6 2-15,10 2 0 0,-3 1 5 0,1-7 6 16,-4 6-3-16,1 1 5 0,-1 4 1 0,0 2-10 0,0 2 1 16,-6 2-5-16,-5-2 4 0,0 11 0 0,10 9 1 15,-2 2 0-15,-7 0-6 0,-5 0 10 0,-2 0-7 16,-3 2 7-16,-3-3-5 0,-1-1-11 0,-2 0 7 16,0-3-7-16,0 1 7 0,-1-1-10 0,3-3 0 15,-2 3-4-15,4-6-3 0,-1 2-1 0,1 2-3 16,1-1 1-16,1 7-3 0,1-7 3 0,2-1-3 0,2-2 1 15,0-2-18-15,2 4-12 0,3-2-4 0,3 0-4 16,-1-2-25-16,8 0 2 0,15 2 2 0,7-5 3 16,8-8 13-16,5-9-15 0,-6-6 9 0,10-8-8 15,-7-1 20-15,1 21 6 0,0-31-1 0,-11 1 5 16,0 5 20-16,-7-4 12 0,0 4 0 0,-6 2 4 16,-6 2 13-16,-3 4 7 0,-5 3 5 0,-5 6 0 0,3 2 25 15,-5 3 12-15,-1 1-2 0,-2 1 3 0,0 0-14 16,0 0-6-16,-2 3-2 0,0-1-3 0,-5 0-13 0,-15 2-4 15,-6 4-4-15,6 3 0 0,-1 4-8 0,10-2-13 16,0 3 2-16,6 12-6 0,5 2-2 0,0 3 2 16,-14-1 0-16,6 2 3 0,8-2 11 0,6-2-8 15,5 5 4-15,4-5-6 0,2-1 3 0,-9 1 9 16,20-6-3-16,-2 2 5 0,0-1-10 0,0-1 6 16,-2-3 2-16,-3-2 1 0,0-2 16 0,-6-2 4 15,0-2-1-15,-6-1 1 0,-1-5-11 0,-5 1 13 16,1 0-3-16,0-1 8 0,0 1 3 0,-2-2-24 0,0 4 4 15,0-3-12-15,-4 5-5 0,-33 1-14 0,-7-3-3 16,-1 1-7-16,-5-1-46 0,-6-3-117 0,-3 25-11 16,-2-13-46-16,3-8-144 0</inkml:trace>
  <inkml:trace contextRef="#ctx1" brushRef="#br0">19468 12945 0,'0'0'0</inkml:trace>
  <inkml:trace contextRef="#ctx0" brushRef="#br0" timeOffset="9389.78">7503 2773 25 0,'0'0'38'16,"0"0"6"-16,0 0 46 0,0 0 19 0,0 0 2 16,0 0-5-16,0 0-25 0,0-2-2 0,0 2-7 0,0-1-12 15,0 1-1-15,-2-2 0 0,1 0-3 0,-1 2-21 16,0-2 1-16,0 2-10 0,0 0 7 0,0 0-10 16,0 0-7-16,1 0 6 0,-1 0-7 0,0 0 3 15,0 0-17-15,0 0 4 0,0 0-7 0,2 2 0 0,0 0 8 16,0 1-7-16,2 1 8 0,0 7-5 0,26 4 7 15,9 0 3-15,-4-4-1 0,8-2-3 0,4 1-6 16,3-3-2-16,10-3 0 0,7-2-5 0,13 27 20 16,9-17 0-16,9-12 8 0,7-6 5 0,-9-3 0 15,3-4-3-15,-4-2 1 0,-1-2-3 0,12 0-13 16,4 4 8-16,5-1-9 0,1 1 13 0,-10 0-9 16,-12 1 1-16,-2 3-5 0,-7 2-2 0,1-1 1 0,3 3 2 15,-7 1 0-15,0 2 2 0,-14 0 3 0,-8 2-8 16,-12 0 7-16,-8 2-7 0,-9 0 3 0,-3 0 0 15,-5 0 0-15,-5-2-2 0,-4 0 7 0,-1 2-2 16,-6-2 1-16,1 0-20 0,-4 0-124 0,0 0-71 0</inkml:trace>
  <inkml:trace contextRef="#ctx0" brushRef="#br0" timeOffset="14816.65">10077 2875 482 0,'0'0'0'0,"0"0"29"0,-2-1 8 16,0-1 15-16,0 0 12 0,0 0-10 0,-1 0 4 0,-1 0 14 16,2 2-2-16,-7-7 3 0,-1-6-16 0,5-2-12 15,-4 2 0-15,3 0-4 0,0 2-9 0,1 0 0 16,1 3-1-16,-1-1 3 0,1 3 6 0,0 1 2 16,2 1-2-16,0 2 0 0,1 2-3 0,-3-2-3 15,0 1-1-15,2 1-1 0,0 0-9 0,1 0-15 16,-3 0 5-16,0 0-8 0,0 1-1 0,-1 3 6 0,-1 28 0 15,3 1 3-15,-5-1 2 0,4-1-11 0,3 8 5 16,-1-5-6-16,-21 3 9 0,10 0-3 0,8-6-6 16,1 1 3-16,0 0-6 0,3-1 3 0,-1 1 1 15,0-1 0-15,0 3-3 0,0-1 3 0,0 2-3 16,2-1 2-16,-2 1 2 0,1-1-5 0,-1 1 4 16,2 0-4-16,0 0 1 0,0-5 4 0,0-2-4 0,0-4 4 15,0 0-1-15,0-2-1 0,0-3 0 0,0-2-1 16,0-6-2-16,0-6 10 0,0 1-4 0,0 1 5 15,0-5-10-15,0 2 15 0,0 0-4 0,0-2 8 16,0-1 2-16,0 1-6 0,0 0 3 0,0 0-5 16,-2 0-1-16,0 0-7 0,-2-2-2 0,-1 0-1 0,-10 0-3 15,0 0 5-15,-9 2-1 0,5-1 0 0,-7 3-7 16,0 2 7-16,-1 1-4 0,-1-1 5 0,2-1-3 16,0 3 0-16,3-3 1 0,1 3-2 0,4-3-3 0,1 1 2 15,6-2-2-15,0 1 2 0,5-1-4 0,0 0 2 16,3-3-4-16,1-1 2 0,-2 4-5 0,4-2 5 15,-5 5-3-15,1-1 2 0,2 1-9 0,2-1 8 16,0 0-4-16,0-5 5 0,0 1-3 0,15 9 5 16,16 4 3-16,7-5-2 0,-3-7-5 0,4-1 6 15,2-2-4-15,0 0 5 0,-4 0 11 0,0 0-11 16,-6 0 2-16,-1 0-6 0,0 0 0 0,-6 2 6 16,-4 0 0-16,-3 2 2 0,-2-1-2 0,-2 1 0 0,-4 0-1 15,0-1 1-15,-3 1-1 0,-4-4 9 0,0 0 0 16,3 8 2-16,1 1-1 0,-2 0-1 0,-1 2-4 15,-1 0 4-15,-2 2 0 0,-2 0 1 0,-3 0-2 16,-3 0 0-16,5 0-1 0,-20 0-1 0,1-1-2 16,0-1-1-16,-8-2-2 0,2 2 2 0,4 2 1 0,-2-2-2 15,2 2-6-15,3-2 3 0,-3-1 1 0,6-1 2 16,-1 0 1-16,-1 0-4 0,1 1 0 0,1-1-1 16,1 0-1-16,8 1 2 0,5-1-2 0,-5-4 2 15,3 3 0-15,-1-3-7 0,1 3 2 0,2-3-4 16,3 1 5-16,-1-2-1 0,-2 1 0 0,2 1-1 15,0-1 2-15,2 3 0 0,0-4 5 0,0-1-2 0,0-1 1 16,2 2 4-16,4 0-5 0,14 9 2 0,4-2-6 16,-3-6 2-16,-1-3 2 0,4-2 0 0,-7 0 4 15,5 0-3-15,-1-2 0 0,-7 0-1 0,1 1 6 0,-4 1-7 16,-1 0 3-16,-1 0-4 0,-5 0 8 0,-2 0-4 16,1 0 0-16,1 1-1 0,0 3 0 0,7 15 0 15,4 16 0-15,-8 2-2 0,-5 6 2 0,-2 3 0 16,-2-3-1-16,-2 5-1 0,1 2-4 0,-1-3 5 15,0-3 2-15,1-6 1 0,-1-3-1 0,0-6 0 16,0-1 1-16,3-2-1 0,-1-2 0 0,2 1 3 16,0-3-4-16,2-2 3 0,-1-1-2 0,1-4 9 15,0-2-8-15,0-2 8 0,0-2-9 0,0-1-15 0,1-1-5 16,-1-3-8-16,-2-2-54 0,2-2-55 0,7 7-18 16,6 0-18-16,-2-5-116 0</inkml:trace>
  <inkml:trace contextRef="#ctx0" brushRef="#br0" timeOffset="15353.94">10589 3726 976 0,'-2'0'23'16,"0"0"-4"-16,1 0 25 0,-1 0 6 0,-2 0-2 0,-9 0 23 15,-2 3-7-15,2 3 0 0,-4 5-7 0,4 6-32 16,-3 20 1-16,-1 0-8 0,4 6 6 0,-2 3 5 15,0 1-9-15,2-1 2 0,0 1-5 0,-2 1-1 16,6 0 2-16,-4 0 0 0,4-1-1 0,3-5-7 0,3-4-3 16,-18-3-2-16,10-9 0 0,4 0-2 0,5-6-2 15,2-5 1-15,0-6-2 0,0-1 2 0,0-3 6 16,2-1-3-16,0 0 2 0,-1-2-7 0,1-2-2 16,2 0 2-16,0-2 0 0,-2-15-3 0,11-22 4 15,1-2-8-15,-1 0 8 0,2-1-2 0,-6-1-1 16,-5-2 2-16,2 1-2 0,-1 3 2 0,1-2 2 15,1-1 1-15,1 1 1 0,-1-1-2 0,2 3-4 16,-1-4 3-16,3 2-3 0,0 6 1 0,2 4 3 0,0 9-2 16,6 1 3-16,-3 5-4 0,3 7 6 0,1 1-2 15,-3 9 4-15,-2-1-7 0,2-9-3 0,-2 3 5 16,-1 4-2-16,-1 4 9 0,-1 2-5 0,-3 4-3 0,-5 3 2 16,-1 19 8-16,18 7 2 0,-8 4 0 0,-11-2 0 15,-6 4 4-15,-5 0-8 0,-4-7 4 0,-2-3-6 16,-2-5 1-16,10-4 3 0,-19-3-3 0,-2-2 4 15,7-2 1-15,5-2 7 0,-3-2 1 0,8 0 2 16,2-2-1-16,-1 2-17 0,8 0-1 0,-1 2-4 16,1 0-6-16,-7 0-1 0,1 2-1 0,3 0 1 15,3 2 6-15,2-2-3 0,2 1 2 0,1-3-3 0,5 2 3 16,1 0 3-16,2 0 2 0,10-4 0 0,5-2-4 16,-4-1 6-16,-2-6-6 0,4 1 7 0,-1 1-2 15,1 13-12-15,2-6-4 0,-2-6-9 0,2-5-43 16,0 0-8-16,-2-1-13 0,2-5-4 0,2-1-102 0,-2-3-109 15,0-3-51-15</inkml:trace>
  <inkml:trace contextRef="#ctx0" brushRef="#br0" timeOffset="15577.65">11105 4025 946 0,'0'0'43'0,"0"0"46"0,0 0-18 0,-2 0-2 0,1 0-8 16,-1 0 3-16,0 0-17 0,0 0-2 0,0 2 3 15,0-1-1-15,0 1 6 0,-1 6-7 0,-7 16 1 16,3 2-4-16,1-2-5 0,-1 4-11 0,1 2 1 16,-1-1-5-16,1 1-7 0,-1 0-6 0,1-1-2 0,1 3 0 15,-2-1-8-15,1-3 10 0,0 2-4 0,1-8 5 16,-1 1-19-16,1 1-48 0,1-4-6 0,0-1-15 16,2-4-40-16,1-4-165 0,1-2-42 0</inkml:trace>
  <inkml:trace contextRef="#ctx0" brushRef="#br0" timeOffset="15996.99">11046 4080 1070 0,'0'0'20'0,"0"-1"-2"0,-2-1 32 16,0 0 9-16,0 0 1 0,0 0 32 0,1-2-33 15,-1 1-3-15,0-1-12 0,2 0-25 0,0-1-16 16,0-5 3-16,0 3-6 0,4-2 13 0,-3 5-1 15,14-2 2-15,11 5-3 0,0-1-8 0,-2-15 10 16,2 6-4-16,-5 7 6 0,-1 2-9 0,-1 2 6 16,-6 2-2-16,-6 0 5 0,1 2-1 0,-5-1 0 15,5 9-1-15,1 10 2 0,-7 0 5 0,-6 4-1 0,-5 0-6 16,-4 0 2-16,11 0-10 0,-28 0 4 0,1-4 0 16,3 1 0-16,0-7-5 0,5-1 1 0,5-2-1 15,1-4 0-15,7 1-4 0,6-5-5 0,-1-1-3 16,-1 2-1-16,2-3-10 0,0 1 15 0,0 2-1 15,2-1 5-15,0 4-5 0,2 1-3 0,6 5 0 0,1-1 0 16,-5 1 8-16,16 0-4 0,-1 2 4 0,3 1-4 16,4 7 7-16,-7-3 5 0,1 2 0 0,-5-5 3 15,-8-5 20-15,4 3 19 0,-1-6 0 0,-3 0 5 16,-1 2-4-16,-3-3-5 0,1 5-5 0,-2-4 0 16,-2-4-13-16,-4 4-10 0,-1-1 3 0,-1 3-6 15,-20 0 1-15,-7 0-8 0,-4-4 1 0,3 0-4 0,-1 0-7 16,3-3-42-16,4 0-20 0,4-5-13 0,0 16-139 15,6-9-418-15</inkml:trace>
  <inkml:trace contextRef="#ctx0" brushRef="#br0" timeOffset="17292.99">10058 2792 312 0,'0'0'22'0,"-2"0"30"0,0 0-13 0,1 0 18 15,-1 0 3-15,0 0 4 0,-2 0 3 0,0 0-4 16,-5 0 0-16,-4 0 0 0,4 0 8 0,0 0-15 15,-1 0 1-15,3 0-5 0,-1 0 0 0,5 0-6 16,-3 0-1-16,2 0-4 0,1 0-16 0,1 0-17 16,0 0 4-16,0-2-8 0,2 0 9 0,0 0-1 15,2 0 2-15,2 1-2 0,12-7 0 0,22-5 6 16,8 2 1-16,10-2 2 0,11 0-4 0,16-2 4 16,6 0-4-16,11-3 4 0,3 1-13 0,1-2-6 15,1 1 2-15,7-1-2 0,5 4 1 0,7 1 1 0,1 1-6 16,-10 1 4-16,-2 3-2 0,-11 4 0 0,2 1 0 15,4 0 0-15,-2 2 3 0,-1 0-1 0,-8 1 4 16,-17-1-3-16,-2 0 3 0,-10 2-8 0,-8 0 2 16,1 0-2-16,-1 0 4 0,-3 0 7 0,-1 0 4 15,-4 0 2-15,-6 0 19 0,1 0 1 0,-5-2-8 0,-4 0 4 16,-3 0-21-16,-4 0 4 0,-7 1-3 0,-5-1 3 16,3 0-5-16,-5 0-3 0,-2 0 4 0,0 0-3 15,-2 2 4-15,-2-2 1 0,-2 2 1 0,2-1-1 16,0-1-7-16,-1 0 10 0,-3 2-9 0,-1 0 8 15,-1 0-12-15,1 0 6 0,-2 0 3 0,-1 0 1 16,1 0 6-16,0-2-8 0,-1 0 1 0,1 0-3 16,0 0 0-16,0 1 5 0,-3-1-2 0,1 0 2 0,0 0-7 15,0 0-3-15,0 0 1 0,0 0-2 0,-2 1-2 16,0-1 1-16,0 0-1 0,0 0 1 0,0 0 4 0,-2 0-6 16,0 0 2-16,0 1-3 0,0-1 7 0,0 0-5 15,1 0 0-15,-1 0-3 0,0 0 3 0,0 2 0 16,-2 0 2-16,1 0-2 0,-1 0-5 0,0 0 7 15,0 0-4-15,1 2 6 0,-1 0-2 0,0 0-4 16,1 0 2-16,-1 0-2 0,2-1 8 0,0 3-3 16,-2 0 5-16,3 0-4 0,-3 3 2 0,-4 4-11 15,1 4 4-15,0 2-6 0,-1-1 9 0,1 7-2 16,1-3-1-16,1 1 0 0,-1 3 1 0,0-4 1 16,1 4-2-16,-1 2 1 0,3-3-1 0,-1 4 1 0,0-1-3 15,0-3 3-15,1 1-8 0,-1-2 10 0,2 0-2 16,2-5 3-16,0 4-2 0,0-3-4 0,0-3 5 15,0 3-6-15,0-6 7 0,0-3 0 0,0 0 1 0,0-1-2 16,0-1 2-16,2 0 0 0,-2-1-3 0,0-4 1 16,0 0 1-16,0 1 8 0,0 1 0 0,0 0 2 15,0-2-7-15,0 1 3 0,-2 1-2 0,0 0 2 16,0 0-6-16,-3-1 3 0,-17 12 3 0,-4-4-2 16,2-1 3-16,-1-3-3 0,-1 2-3 0,0 1 1 15,2-1-8-15,-4 2 3 0,-1-2 1 0,1 1 3 0,2-3 3 16,5 0-7-16,7-1 0 0,1 0-3 0,0-1-3 15,3-1 6-15,5-2-1 0,1 0 1 0,2-2-11 16,-2 3 4-16,1 1-2 0,1 0 4 0,0-1 7 0,0-1-2 16,2 2 5-16,0-2-4 0,2 0 12 0,0 0-8 15,2-1 0-15,20 7-2 0,7-3 0 0,-1-3-5 16,3-2 2-16,-5 0-3 0,0-2 3 0,2-1 3 16,0 1-5-16,-6 0 5 0,-2 0-2 0,-2 0-1 15,-1 2 0-15,-2 0-2 0,-1 0-3 0,-3 0 8 16,-3 0-1-16,1 0 4 0,-4 0-6 0,-3 0 9 15,0 0 1-15,-1 2 2 0,1 0-6 0,0 2 1 16,-4-2 2-16,3 11 1 0,-3 3 9 0,-1 3-11 16,-7-1 5-16,-7 5-6 0,10-3-2 0,-25 1 5 0,0-1-6 15,3-3 5-15,-1 1-8 0,4-3 3 0,5 0-3 16,2 2 2-16,2-6-8 0,8 2 2 0,5-4-3 16,-3-1 4-16,1-3 0 0,2-1-4 0,0 0 1 15,0-1-2-15,0 3 6 0,2-1 3 0,0 1-3 16,2 1 1-16,0-3-3 0,4 3 3 0,-3 5 0 0,10-1 0 15,4 4-14-15,2 7 8 0,-4 2-3 0,-1 8 6 16,-1 5-3-16,-5 0 0 0,-1 7 3 0,-3-5-1 16,20 4 29-16,-13 0 11 0,-7-6 4 0,-4-2 0 15,0-1-1-15,-4-3-8 0,0-1-1 0,-1-2-2 16,-2 0-3-16</inkml:trace>
  <inkml:trace contextRef="#ctx0" brushRef="#br0" timeOffset="20084.53">12947 4173 20 0,'0'-2'0'0,"0"1"45"0,0-1 24 0,-2 0 39 0,0-2 17 16,1-5-29-16,-1-2-11 0,2 0-32 0,0-1 3 16,0 3-3-16,0 0 16 0,0 5 5 0,0-1-3 15,0 1 2-15,0 2-7 0,0 0-14 0,0 0-1 0,-2-1-5 16,0-1-3-16,0 0-6 0,0 2 2 0,-1 0-5 16,-1 1-11-16,0-1-9 0,1 2 4 0,-1 2-5 15,0-1 1-15,2 1-4 0,-5 24-1 0,-1 6 1 16,3 3 2-16,-1 2-6 0,-3 4 7 0,0 5-7 15,-1-1 1-15,5 9 7 0,-3 0-7 0,1 0 7 16,1 1-8-16,-1-1 3 0,3-7-1 0,-3-1 2 16,-1-3 3-16,-3-8-4 0,-5-3 4 0,10-5-4 15,-5-1-4-15,5-5 0 0,-9-1-3 0,6-5 3 0,2 0 5 16,3-2-6-16,0-2 0 0,2-4-4 0,1 1-12 16,1-4-44-16,0-1 0 0,0 1-19 0,0 0-44 0,1-1-70 15,1-1-49-15</inkml:trace>
  <inkml:trace contextRef="#ctx0" brushRef="#br0" timeOffset="20334.48">12472 5103 836 0,'-2'0'112'0,"0"0"-128"0,-2 0 124 16,-7 0-60-16,-7 0-6 0,5 0 12 0,0 2 9 15,5-2-4-15,1 0 4 0,5 0-22 0,-2 2-7 16,1 0-2-16,1-2-11 0,0 0-7 0,2 2 3 0,0-2-5 16,2 0-2-16,1 0-3 0,23 0-1 0,13-2-1 15,0-2-3-15,6-3-2 0,5 1 1 0,-9 1-2 16,4-3-1-16,-6 5-7 0,-10-1-8 0,5 2-2 16,-6 0-45-16,-2 2-46 0,-8 0-17 0,-1 0-12 15,-10 0-79-15</inkml:trace>
  <inkml:trace contextRef="#ctx0" brushRef="#br0" timeOffset="20453.36">12529 5285 731 0,'-1'0'60'0,"-1"0"-2"16,-2 0 10-16,2 0-10 0,-7 2-10 0,1 0-10 15,3 0 19-15,3-2 1 0,-2 2 4 0,1 0-5 0,1 1-11 16,0 1-4-16,2-2-4 0,0 0-22 0,2 0-8 16,5 0-3-16,34-1 0 0,2-2-8 0,12-11-43 15,-1-2-21-15,9-7-14 0,4 3-121 0</inkml:trace>
  <inkml:trace contextRef="#ctx0" brushRef="#br0" timeOffset="21244.79">13436 3083 514 0,'0'-2'26'16,"-2"1"0"-16,0-1 19 0,0 0-4 0,0 0 3 15,0 0 15-15,0 0 5 0,1 0 3 0,-1 1-4 16,-2-1-21-16,2 2-19 0,-7 0-6 0,0 2 0 16,1 1-8-16,3 12 1 0,-1 19-2 0,2 3 2 0,-1-2-7 15,-1 2 0-15,1 2 7 0,1 2-4 0,0-2 8 16,-18 2 5-16,9-2-6 0,5-4 7 0,3 0-6 16,1 3 0-16,2-5 3 0,2 2 0 0,0-1 15 0,0-10-3 15,0 4 1-15,0-10-2 0,0-7 8 0,0 2-1 16,0-11-3-16,0 2 1 0,0 1 1 0,0-1 6 15,0 0 2-15,0-2-2 0,0 0-18 0,0-2-14 16,0 0 3-16,0-2-5 0,0-11 4 0,0-17-9 16,0-5 3-16,0 3-4 0,0-1 8 0,0-1-8 15,0 1 3-15,0 3-3 0,0 2 5 0,0 4-1 16,2-2-2-16,2 2 2 0,0 4 2 0,1 1-6 16,3 1 1-16,1 3-4 0,2 0 0 0,0 4 6 0,11 1-1 15,1 1 4-15,-1 0-7 0,-2 5-5 0,5-1 2 16,-1-12 0-16,-6 8 12 0,5 1-4 0,-5 4 1 15,-1 3-4-15,1 1-11 0,-1 0-74 0,0 1-8 16,-1 3-28-16,1 2-75 0</inkml:trace>
  <inkml:trace contextRef="#ctx0" brushRef="#br0" timeOffset="21607.47">13721 3562 1120 0,'-1'0'29'0,"-1"0"-3"16,0 0-9-16,0 2 14 0,0 0-19 0,-2 0 33 16,4 0 4-16,-5 20-6 0,-3 4 3 0,-5-2-21 0,2 2-9 15,0 0 7-15,4 2-6 0,-3 0 9 0,3 0-12 16,1 0-3-16,-1-6-2 0,5 0-5 0,0-7-2 16,-3 2 3-16,-6-2-2 0,5-6 1 0,2 2-4 15,4-7 0-15,0-2-1 0,0 1-2 0,0 1 0 16,0-2 1-16,2 0-1 0,0 0 1 0,2-2 2 15,3 0-2-15,14-8 2 0,-5-1 2 0,-1-2-1 16,2 0-1-16,-6-12 0 0,4 3 5 0,-2 5-8 16,-4 8 3-16,-1-1-4 0,-3 6 5 0,-3 2 9 0,2-2-4 15,1 1 4-15,-3 1-8 0,4 0 11 0,-3 0-4 16,-1 0 6-16,0 0-6 0,-2 1 3 0,15 20 5 16,-6-4-1-16,-3-1 6 0,-2-1-10 0,-1 0-3 15,-1-4-1-15,0 0-6 0,-2-1 1 0,0-3 0 0,0-1-1 16,0 1-11-16,0-3-25 0,0-1-12 0,0 1-7 15,0 0-60-15,0 0-66 0,0-3-20 0</inkml:trace>
  <inkml:trace contextRef="#ctx0" brushRef="#br0" timeOffset="21770.78">13573 3640 1066 0,'0'-2'26'0,"0"1"42"0,0-3-54 15,0 0 21-15,0-3 1 0,0-3 10 0,2 1 22 16,3-2-37-16,5-4 2 0,-1 4-15 0,15-4-14 0,2 2 4 15,6 4-8-15,-8 2 4 16,5 1-9-16,-4 0-91 0,-3 5-14 0,2-1-43 0,-2-13-195 0</inkml:trace>
  <inkml:trace contextRef="#ctx0" brushRef="#br0" timeOffset="22223">11917 3031 836 0,'0'0'26'0,"0"0"20"16,0 0 13-16,0 0 10 0,0-2-40 0,0 1 20 16,0-1 1-16,2 2 7 0,-1 0-1 0,3 0-6 15,15-4-10-15,5 0 1 0,6 2-33 0,5-1 1 16,-5-1-5-16,9 2 3 0,-4 0-7 0,-2 2 2 0,-1 0 1 16,-6 0-3-16,-2 0-23 0,0 0-51 0,-4 0-2 15,1 0-20-15,-3 2-47 0,-3-2-71 0,2 0-68 16</inkml:trace>
  <inkml:trace contextRef="#ctx0" brushRef="#br0" timeOffset="22396.64">12323 2738 408 0,'0'0'124'16,"-2"0"23"-16,1 0-19 0,-1 0-59 0,-2 0-3 16,0 0-13-16,1 0-2 0,-10 7 5 0,3-1-3 15,3 20 5-15,0 9-32 0,-3-3 2 0,3 7-14 16,3 9-14-16,-1-2 0 0,-1 5-2 0,2-3 4 0,1-7 2 15,-3 0-26-15,-16-1-7 0,11-4-10 0,3-1-35 16,6 0-34-16,2 1-27 0,4-1-12 0,3 0-173 16</inkml:trace>
  <inkml:trace contextRef="#ctx0" brushRef="#br0" timeOffset="22614.86">11984 4247 769 0,'-2'0'76'0,"0"0"158"0,0 0-206 0,0 0 0 0,0 0 5 15,0 0-1-15,1 0 35 0,1 2-21 0,0 0 3 16,1 0-12-16,3 0-19 0,24 2 1 0,9-1-3 16,4-1 2-16,-2-2-10 0,2 0-2 0,-8-2-1 0,1 0 1 15,-6 1 1-15,-4 1-18 0,0 0-5 0,-4 0-10 16,-1 0-60-16,-6 0-89 0,-4 0-34 0</inkml:trace>
  <inkml:trace contextRef="#ctx0" brushRef="#br0" timeOffset="23033.26">11564 3570 595 0,'0'-2'38'0,"0"-2"34"0,-2-1-3 0,-2-10 7 16,1 2-2-16,1 5 8 0,0 3 14 0,0 1-21 15,2 2-2-15,-2-1-10 0,0-1-43 0,1 2-8 0,-1 0-6 16,0 2 2-16,0 2-6 0,2 0 5 0,-11 35-6 15,3 7 4-15,7-5-12 0,1 2 7 0,1 2 1 16,1-11 3-16,2 5 4 0,0-9-6 0,-1-4 0 16,1-2-1-16,0-7 5 0,-2-4 3 0,1-2 2 15,-1-3 0-15,0-2-1 0,0-1 4 0,0 1 1 16,2-2 2-16,-1 0 5 0,1-2-6 0,5-2-1 0,2-4-2 16,1 4-5-16,-3-27 4 0,2 1-1 0,0 2 1 15,-2-2-6-15,1 2 0 0,-3 0 2 0,-5 2-2 16,2 0 5-16,-3 3-8 0,12 3 2 0,-7 7-4 15,0-1 2-15,-5 9-3 0,1-1-1 0,0 0-3 16,0 1-16-16,0 1-26 0,-2 0-4 0,0 0-9 0,0 2-36 16,0 0-84-16,0 2 0 0,0 2-33 15,0-1-51-15</inkml:trace>
  <inkml:trace contextRef="#ctx0" brushRef="#br0" timeOffset="23310.41">11876 3776 462 0,'0'2'47'0,"0"0"-6"0,0-1 22 15,0 3 6-15,0 7-12 0,-4 12 15 0,-1-1 2 16,-1 0-3-16,0-1 0 0,1-3-11 0,-1 1-19 16,1-3 6-16,1-3-12 0,-2 0-16 0,5-5-9 15,-3 1-2-15,2-3 0 0,0-1 3 0,0-1-3 16,2-2-1-16,-2 2 0 0,2-1 4 0,0-1-6 0,0 0 5 16,2 0-5-16,0-2 1 0,2 0-5 0,7-4-1 15,9-7-1-15,-3 9 0 0,2-24 1 0,7 6 6 16,-8-3-3-16,5 5 1 0,-10 3-2 0,-6-2-2 15,2 12 1-15,-3-3 5 0,-2 6 4 0,1-1 5 16,-3 3-3-16,2-2 6 0,-1 0 4 0,1 0-5 0,0 2 4 16,0 0-4-16,-3 2-4 0,1 0-3 0,0 0 0 15,-2 0-11-15,4 9 1 0,-2 4 0 0,-2-1 0 16,-2-1-19-16,-2 0-44 0,-1-1-5 0,-3-1-15 16,4 0-46-16,-12-4-113 0,-1-3-28 0</inkml:trace>
  <inkml:trace contextRef="#ctx0" brushRef="#br0" timeOffset="23512.37">11833 3833 162 0,'2'0'16'16,"0"0"-18"-16,2-1 19 0,12-9-10 0,8-5-3 0,8-3 23 15,3-1-3-15,-5 4 12 0,3-3 6 0,-1 1 0 16,0 0 0-16,-3 1 1 0,-5 1 13 0,-1 4 16 16,-10 3 7-16,0 1 1 0,-2-1 13 0,-4 5 4 15,1-1-10-15,-1 2 5 0,2 0-33 0,-3 2 3 16,1 0-8-16,-3 0 5 0,0 2-14 0,0 0 4 15,-3 24-2-15,16 0 0 0,-2 7-19 0,-6 1-20 16,-3-1 4-16,-4 1-8 0,-1 1 7 0,-1-5-22 16,0-2-7-16,0-2-15 0,0-4-94 0,0 0-221 0</inkml:trace>
  <inkml:trace contextRef="#ctx0" brushRef="#br0" timeOffset="24326.73">9960 4838 445 0,'0'0'95'0,"0"-2"-113"0,0 0 108 0,-2 0-56 15,0 0-17-15,0 1 15 0,0-1 5 0,0 0 4 16,1 0 7-16,-1 0-9 0,0 0-1 0,0 0-2 0,0 1-2 16,0 1-3-16,0 0-2 0,1 0 0 0,-3 0 2 15,0 1-10-15,0 1 4 0,1 4-6 0,-12 18-3 16,2 2-1-16,-2 6-5 0,2 1 3 0,0 4-6 16,0 2 1-16,0 4-1 0,4-2 0 0,-1 1 2 0,3 1-6 15,1-6 6-15,1 4-5 0,1-7 3 0,0-7 1 16,3 1-1-16,-1-7 2 0,0-3 7 0,2 1 6 15,0-6-7-15,0 0 6 0,0-2-3 0,0-4-1 16,0 1 5-16,0-6-6 0,0 1-1 0,0 1-1 16,0 0-2-16,0-1 1 0,0-1-2 0,-2 0 9 15,0 0-5-15,2 0 5 0,-2 0-12 0,0 0 8 16,1-1-1-16,-1 3 2 0,0 0-10 0,-2 3 5 0,-3 6-1 16,-1-2 2-16,-1 2-2 0,2-3 4 0,5 1-1 15,-7 2 2-15,1-2 11 0,-1-2-1 0,5-5 6 16,0 2-4-16,4-5 9 0,-3 5-9 0,3-4-3 15,0 0-1-15,-4 1-12 0,2 1 0 0,0 0-2 16,0 0 2-16,1-3-6 0,-1 1-2 0,0 0-1 0,0 0 1 16,0 0 4-16,2-2-8 0,0 0 3 0,0 0-7 15,0-2-13-15,0 0-42 0,0 0-3 0,0 0-15 16,2 1-24-16,-2-1-66 0,0 0-3 0,0 0-32 16,0 0-110-16</inkml:trace>
  <inkml:trace contextRef="#ctx0" brushRef="#br0" timeOffset="24527.41">9431 5681 424 0,'0'0'40'0,"-2"0"3"16,0 0 25-16,-2 0-12 0,-3 2 4 0,-8 1 11 15,0 1 6-15,0 2-3 0,2-1 2 0,-2 1-8 0,2-1-15 16,4-1 1-16,0 0-7 0,5-2-5 0,0 0-14 16,2-2 12-16,-1 3-12 0,-1 1 12 0,2-2-5 15,0 2 2-15,0-3-2 0,2 1-8 0,2 0-11 16,2 0-3-16,29 7-1 0,8-7-3 0,9-4-8 15,10-7 4-15,7-4-5 0,0-2 11 0,5 2-3 16,-5 0-2-16,-12 0 2 0,-1 4 2 0,-13 1-5 16,-7 3-2-16,-5-1-3 0,-3 3-9 0,-5 1-44 0,-5 0-9 15,1 2-15-15,-6 0-65 0,-3 0-154 0</inkml:trace>
  <inkml:trace contextRef="#ctx0" brushRef="#br0" timeOffset="24714.52">9395 6067 1088 0,'0'0'13'16,"0"0"4"-16,0 2-11 0,0 0 2 0,0 0-4 15,0 0 37-15,2-1-5 0,2 1 5 0,9 4-6 16,22 3-8-16,6-9-15 0,13-6-5 0,2-6 0 16,-1-7-2-16,3-1-74 0,-6-1-17 0,-2 1-34 0,-2-1-167 15</inkml:trace>
  <inkml:trace contextRef="#ctx0" brushRef="#br0" timeOffset="25170.09">6859 5404 1104 0,'-2'-2'24'0,"0"1"30"0,0-1-21 0,1 0-17 15,-1 0 7-15,0 0-7 0,0 0 16 0,0 0-1 16,2 1-1-16,0-1 1 0,2 0-4 0,0 0-7 15,3 0 0-15,21-7-4 0,0 1-12 0,2 3 1 16,0 1 2-16,-2 4 1 0,-2 2 5 0,-1 2-13 16,-1 1 0-16,-2 3-3 0,1-1-6 0,-6-1-19 15,1 3-5-15,1 0-6 0,-2 1-42 0,-2-1-43 16,-4-4-18-16,-5-3-19 0,-2 2-162 0</inkml:trace>
  <inkml:trace contextRef="#ctx0" brushRef="#br0" timeOffset="25389.54">6746 5779 851 0,'0'0'51'16,"0"0"1"-16,0 0-19 0,0 0 5 0,2 0-25 16,-1 0 13-16,1 0 3 0,21-2 2 0,-3 1 1 15,4-3 7-15,2 0-17 0,0-1-1 0,2-1-6 0,2 0-13 16,-2 1-1-16,-1-1-5 0,1 1 0 0,-2 1-26 15,-3 0-48-15,-3 2-18 0,-5 2-21 0,0 0-143 16</inkml:trace>
  <inkml:trace contextRef="#ctx0" brushRef="#br0" timeOffset="25779.12">4661 6585 535 0,'-2'0'22'0,"0"0"17"0,0-2 23 0,-2 0 4 16,-1 1 6-16,-4-3-12 0,-3-2 5 0,5 3-5 0,1 1 20 16,3 0-5-16,-1 0-3 0,0 0-3 0,1 0-27 15,1-1-20-15,0-1 4 0,2 2-8 0,0-11 9 16,5-4-3-16,8-3 0 0,4-1-2 0,24-3 0 0,3 4-16 15,5 1 8-15,-1 8-10 0,0 2 4 0,1 3 6 16,-1 1-10-16,-4-1 7 0,-3-16-24 0,-7 9-36 16,-6 7-11-16,-4 4-12 0,-4 2-81 0,1 4-188 15</inkml:trace>
  <inkml:trace contextRef="#ctx0" brushRef="#br0" timeOffset="25937.6">4713 6702 956 0,'0'0'32'0,"0"0"-4"0,-2 0 8 0,0 0 2 16,0 0-10-16,2 0 7 0,0 0 18 16,0 0 1-16,2 0 3 0,2 0-20 0,10-4-17 0,25-10-6 15,13-5-3-15,10-3-8 0,10-1-3 0,6 3-24 16,8-2-3-16,-3 3-172 0</inkml:trace>
  <inkml:trace contextRef="#ctx0" brushRef="#br0" timeOffset="29570.82">16020 2359 3 0,'0'-2'0'0,"0"0"174"0,0 1 4 0,-5-24 9 0,1 3 6 16,2-2-156-16,2 4 5 0,0-6 20 0,0 2-2 16,0 5 0-16,-2-1-21 0,0 5 1 0,0 2-1 15,1-4 0-15,1 8-2 0,-2-1-9 0,2 3 5 16,0 5-3-16,0 0 17 0,0-1-7 0,0-1-5 0,0 0-2 16,-2 2-32-16,0 0 8 0,0 2 2 0,0 2 2 15,0 2-1-15,-3 22-4 0,-1 11-5 0,3 4 4 16,-1-4 3-16,2 0-3 0,0-2 1 0,-2-3-2 15,3 1 0-15,-3-3 0 0,0 0 2 0,0 1-1 16,1-3 8-16,-1 2 8 0,0-2-2 0,1 0 4 16,-3 0 0-16,2-1-11 0,-1 1 2 0,-1 0-5 0,2 2-7 15,3-4 0-15,-1 0 0 0,0-2 0 0,0-2 3 16,2 2-5-16,-2-3 0 0,0-1-1 0,0-1-6 16,1-6 1-16,-1 2-2 0,0-6 1 0,0 0-6 0,0 6-35 15,2-9-17-15,-2 3-8 0,2-4-68 0,0-3-4 16,0 4 3-16,-2-2-3 0,2-1 6 0,0-1-8 15,0 0 13-15,0 0-5 0,0-2 53 0,0 0 64 16,2 0-6-16,0 0 26 0,0-2 7 0,0 0 45 16,0 0-1-16,0 0 17 0,-1-1 12 0,1-1 2 15,0 0 6-15,0 1-2 0,-2-1 8 0,0 2-11 16,0-2-5-16,0 2-1 0,0 1-12 0,-2-1-22 16,0 0 5-16,-1 2-11 0,-16 2 0 0,-11 9-8 15,1 7-2-15,-7-3-3 0,3 22-10 0,-4 2 9 0,-2 2-3 16,3 2 5-16,-1-2 4 0,6 0 2 0,1 0 2 15,2-2-1-15,2 0-3 0,4-2-10 0,0-4-1 16,5-1-4-16,4 3-14 0,0-5 2 0,4-3 0 0,-1-2 3 16,3-7 1-16,3-1-9 0,-7-2-3 0,6-6-4 15,-1 4-20-15,4-6-65 0,2-5 2 0,0 2-23 16,0 0-8-16,2-2 12 0,0-2-10 0,2 0-1 16,20-4-116-16</inkml:trace>
  <inkml:trace contextRef="#ctx0" brushRef="#br0" timeOffset="29818.08">16118 2768 946 0,'0'0'42'0,"0"0"59"0,-1 0-38 0,-1 0-1 16,0 2 0-16,0-1-1 0,-4 9-7 0,-8 16-12 16,-3 5-11-16,4 3 2 0,2 1-18 0,2 2 11 15,3 2 7-15,2 0-1 0,4-2 2 0,2-3-6 16,2-3-3-16,5 1 1 0,2-1-6 0,0 1-4 15,2 1 1-15,2 3-1 0,2-1 3 0,1 0-11 16,1 0 1-16,0 1-5 0,-1-3 2 0,1 1 0 16,-3-3-1-16,-1-5-1 0,-4-6-7 0,1 1 3 0,-1-1-4 15,-2-3 3-15,-2-2-9 0,1 2-14 16,-3-6 0-16,1 2-5 0,-4-4-10 0,-2-3-138 0,0 3-4 16,0-4-64-16,-2 7-183 0</inkml:trace>
  <inkml:trace contextRef="#ctx0" brushRef="#br0" timeOffset="30090.35">15294 3741 684 0,'-2'0'94'0,"-1"0"201"15,-12 0-273-15,0 1-1 0,9-1 0 0,-9 4 1 0,14-4 23 16,-5 2-8-16,0 0 2 0,3 0-7 0,1 1-16 15,0 5-8-15,2 14 0 0,2 4-2 0,5-2 7 0,6 2 19 16,2 0-4-16,2 0 8 0,-13 0-3 0,18 0-4 16,2 0 0-16,2 4-2 0,0 0-4 0,-2-1-3 15,2 1 5-15,0 0-5 0,0-2-2 0,2 1-5 16,0-3-3-16,0 2 0 0,-2-2-7 0,1 0 2 16,-1-2-4-16,-3-3 4 0,3 1-2 0,-11-5-7 15,1-2-5-15,3-4-4 0,-4-4-43 0,3-1-34 16,3-1-9-16,-8-1-6 0,13-2-22 0,-2 13-263 0</inkml:trace>
  <inkml:trace contextRef="#ctx0" brushRef="#br0" timeOffset="30331.79">16393 3555 1106 0,'-2'0'17'0,"1"0"28"15,-1 0 10-15,-2 0 12 0,-5 2 7 0,-8 5-2 16,-2 6-8-16,1 6-17 0,-3 18-5 0,-1 2-3 16,0 4-22-16,1 5-3 0,-1 2-1 0,2 4-1 0,-6-2-5 15,-4-6 2-15,-2 1-3 0,5-3 2 0,3 3-8 16,1-6 3-16,5-3-6 0,-1-4 3 0,2-4-11 16,4-4-20-16,6-4-19 0,5 2-10 0,-2-5-133 0,-5-6-213 15</inkml:trace>
  <inkml:trace contextRef="#ctx0" brushRef="#br0" timeOffset="30627.95">15812 3449 375 0,'0'0'224'0,"-2"-2"-312"0,0 0 279 16,-1 1-154-16,-7-5 42 0,-1 0 31 0,-2-1-2 0,0 1 9 16,2 1-22-16,0-1-18 0,5 4-10 0,3 2-4 15,-1 0-47-15,0-1 2 0,1 1-7 0,-1 0 5 16,2 1-7-16,0 3 6 0,-3 7 2 0,-3 15 3 16,4 2 4-16,4 4-5 0,0-3-3 0,0 3-1 15,0 3-11-15,2-3-3 0,0 3 5 0,0-3-3 16,-2-3 3-16,0-1-6 0,0 0-1 0,0-2-2 0,0-4-3 15,-2-1-21-15,0-5-30 0,2-1-7 0,-2 0-196 16</inkml:trace>
  <inkml:trace contextRef="#ctx0" brushRef="#br0" timeOffset="30941.51">15548 3572 851 0,'0'0'144'0,"0"0"-215"16,-1-2 181-16,-1 0-107 0,0 0 11 0,0 0 23 0,0 0-7 15,0 2 12-15,0 0-13 0,1 0-6 0,-1 2 1 16,0 2-4-16,-6 16-7 0,-1 16 9 0,2-1-4 16,1 2 5-16,1 2-12 0,1-7 6 0,2-1-4 15,0-1 8-15,0-6 16 0,2-4 23 0,0-5-5 0,0-4 8 16,0-1-18-16,2-3-3 0,0-1 1 0,0-3-4 15,-2-1-17-15,20 13-3 0,4-4-5 0,4-3 2 16,2-6-10-16,0-4-6 0,1-6 1 0,1-1-2 16,3-2 1-16,-3 0-26 0,-6 0 0 0,-4-1-11 15,-2 1-11-15,-3 0-6 0,5-2-7 0,-1 2-7 16,-4 4-91-16,-3 1-149 0</inkml:trace>
  <inkml:trace contextRef="#ctx0" brushRef="#br0" timeOffset="31176.3">15853 4363 1060 0,'0'0'57'0,"-2"0"-64"16,0 0 70-16,0 0-33 0,1 0 25 0,-1 1 19 15,-2 3-1-15,-7 11 3 0,-6 20-32 0,4 10-6 16,0 1-7-16,4 10 2 0,0 0-8 0,1-2-1 0,-1-1 0 15,0-2-1-15,3-7 4 0,0-5-12 0,1-2-1 16,3-7-5-16,2-6-11 0,0-2 4 0,2-1-2 16,2-5 3-16,-1-3-23 0,1-3-44 0,0-3-9 15,-2-3-13-15,9 5-47 0,2-1-89 0,9-1-85 0</inkml:trace>
  <inkml:trace contextRef="#ctx0" brushRef="#br0" timeOffset="31852.28">16204 2266 171 0,'0'0'23'15,"0"0"-3"-15,0 0 31 0,-2-1 8 0,0-1-2 16,0 0 13-16,0 0-12 0,-1 0-2 0,-1 0-2 16,-3-3 0-16,-5-3-5 0,-1-1 1 0,-1-2-4 15,2 3-2-15,5 3 2 0,0 1 6 0,-1-1-2 16,-1-1 12-16,5 4-21 0,-3-3 2 0,3 1-8 0,0 0-4 15,1 0-12-15,-1 3-3 0,2-1-3 0,0 0-13 16,0 0 9-16,1 0-7 0,-1 0 6 0,0 0-6 16,2 2 13-16,0 0 4 0,2 0 2 0,0 2 15 0,3 0-1 15,21 6 2-15,9 1-2 0,2-2-8 0,12-1-17 16,6-1 8-16,12-3-9 0,9 0 11 0,14-2 6 16,2-4-5-16,5-5 6 0,-2 0-15 0,1 1 4 15,6 1-7-15,10 0 5 0,8 1-14 0,5-1 5 16,-5 3 0-16,-10 2 3 0,-4-4 2 0,-2 5-6 15,4-7 0-15,7 3-2 0,-2 1 0 0,-5-2-2 16,-14 4-1-16,-12 1-1 0,-4-1 1 0,-7 0 2 16,-5 0 4-16,3 0-1 0,-4 2 3 0,-6 0-5 0,-7 0 2 15,-5 0-1-15,-8 0 6 0,-2 0 53 0,-5 0-18 16,-10 0 27-16,-5-2-25 0,-3 0 0 0,1 1 4 16,-7 1-3-16,1-2 1 0,-7 2-13 0,2-2 1 0,-1 0-6 15,1 0-8-15,0 0-16 0,-2 0-1 16,-1 1-5-16,1-1 0 0,0 0-14 0,0 0-6 0,0 0-18 15,0 0-159-15,0 0-293 0</inkml:trace>
  <inkml:trace contextRef="#ctx0" brushRef="#br0" timeOffset="41605.12">18725 2246 96 0,'0'0'0'16,"0"-2"88"-16,-2 0 10 0,1 0 11 0,-1-1 14 16,2 1-70-16,-4-7 3 0,2 1 25 0,-2-3-5 0,3 4 8 15,-3-3-14-15,0-1-19 0,2 2 2 0,0 1-9 16,1-3-17-16,-1 4-4 0,0-2 2 0,2-1-1 15,0 3 8-15,0-2 8 0,0 1-5 0,0 1 6 16,0-1-4-16,0 1 8 0,0-6-4 0,0 5 4 16,0 3-8-16,0-1 1 0,0 4 1 0,0 1-1 0,0-1-2 15,0 0-12-15,0-2 1 0,0 0-6 0,0 1-5 16,0-1 0-16,0 2-1 0,0 0-1 0,0 0-8 16,0 1 1-16,0-1-2 0,0 0 2 0,0 2-3 15,0 0-2-15,0 2 3 0,0 0-3 0,0 1 3 0,0 20 1 16,0 12-1-16,0 8 2 0,0 3 3 0,0 2-4 15,0-1 0-15,0-7-2 0,0 1 0 0,0-2-2 16,0 2 2-16,0 0-1 0,0 0 6 0,0-2-3 16,0 2-4-16,0-2 2 0,0 0 1 0,0-2-3 15,0-4 6-15,0 3-6 0,0-7 3 0,0-3 2 16,0 0-2-16,-2-7 3 0,0-2 3 0,0-1 17 16,-1-5-2-16,1-1 8 0,-2-1-4 0,2-4-12 15,-2 3 0-15,3-4-6 0,-3 1-9 0,2-1 9 0,0 0-5 16,-2-1 6-16,1 1-1 0,-1 0-5 0,2-1 7 15,-2-1-7-15,1 0 4 0,-1 0-2 0,0 0-6 16,1 0 4-16,-1 0 0 0,0-1-1 0,1-1 4 16,-1 0-3-16,0 0-4 0,-3 0 0 0,-1 0-1 15,1 0 2-15,-6 0-2 0,0 0 2 0,-2 0-3 0,-2-1 1 16,1 1 1-16,-5 0 2 0,1 0 0 0,-1 1-1 16,-3 1-2-16,4 2 0 0,-4 0 4 0,3-1-2 15,1 1-2-15,3 0 4 0,2 0-4 0,0-1 6 16,8-1-2-16,-2 2-4 0,1-2-4 0,4 0 1 15,3-2-3-15,-3 1 5 0,2-1 1 0,-2 4 0 0,1 0-4 16,1 0 0-16,2-3 2 0,0 5 0 0,0-2 5 16,0 3-8-16,2 1 3 0,-2-7-4 0,9 1 9 15,19 0-1-15,-4 13-3 0,6-4-1 0,-1-3-3 0,-1-3 6 16,4-1-1-16,-1-2 3 0,1 0-7 0,-2-1 1 16,-1 1 2-16,-3 0-1 0,2 4 3 0,-2-1 1 15,-4 1-2-15,1-1 1 0,-7-1-4 0,-3 2 2 16,2-1 1-16,-4 1 0 0,-1-1 1 0,-3-1 0 15,-3 0 1-15,-1 0 1 0,1-1 2 0,-2 1-3 16,2 5 1-16,-2 1-1 0,-1-1 2 0,-1 2 3 16,-1-2-5-16,-5 2 4 0,0-1-1 0,-3 1 3 15,-15 0 3-15,0 0-2 0,0 2-3 0,-2 0-5 0,-2 2 3 16,0-2-3-16,-2 0 6 0,1-2-2 0,3 2 1 16,3-2 0-16,-1 2 3 0,6-2-6 0,-3 1-1 15,3-1-1-15,3-2-1 0,6 0 0 0,-1 1 2 16,1-3 0-16,5-1 2 0,2-3-3 0,1 1-1 15,-1 0-2-15,2-2-3 0,0-1 3 0,0 1 1 0,0 0 1 16,-2 2 1-16,2 0-4 0,-2-1 3 0,2 1-4 16,2 0 4-16,0-2-2 0,1-1-3 0,5 1 1 15,10 2 2-15,3-2-2 0,-3-2 5 0,1-2-3 16,-2 0 2-16,-4 2-2 0,0 0 0 0,-6 0-1 16,2 0 1-16,-3 0 1 0,0 0 1 0,-1 2-1 15,-1 0 1-15,-2 0-5 0,0 16 3 0,12 3-2 0,-1 5 4 16,-5 0 2-16,-4 3-2 0,-3 3 0 0,-1 3 1 15,-3 4-1-15,-3-4 0 0,-1 3 0 0,-3-1 5 16,3-8-6-16,0 1 1 0,-1-4-2 0,1-4-3 16,-1 3 9-16,3-1-3 0,-1 0 5 0,1 0-7 0,1 0 4 15,0-2-2-15,-1 3 3 0,-1-1-6 0,0 0 2 16,3 0 2-16,-1-2 1 0,0 0 0 0,1-3-3 16,-1 0-3-16,0 1 1 0,0-1 1 0,3-3 3 15,-1 1-2-15,0-4 2 0,0 2-15 0,0-4-42 16,2-2-3-16,0-1-17 0,0 1-54 0,0-5-169 15,0-2 13-15,2 1-71 0,0 1-60 0</inkml:trace>
  <inkml:trace contextRef="#ctx0" brushRef="#br0" timeOffset="42482.25">19199 3117 242 0,'0'-2'57'0,"0"0"-8"0,0-2 78 15,-4-18 0-15,0-2 3 0,3 5-22 0,-1 1 7 16,0 5-11-16,0 0 9 0,0 3-23 0,-2 1-14 16,3 2-8-16,1 5-4 0,-2-2-40 0,0 0-15 15,0 3-5-15,0-1-2 0,0 2-5 0,0 0 3 16,1 2 2-16,-7 9 0 0,-9 22-1 0,3 4 7 0,2 2-6 15,3 2 5-15,-2-4-10 0,0-1 12 0,2-3-9 16,-1 0 9-16,3 1-9 0,-1-3 8 0,1-1 4 16,-2-2 1-16,3-4 8 0,2-3 10 0,1-5-1 15,1-5 4-15,0 1 1 0,2-7-11 0,-2 3 1 0,2-7-4 16,0 1 7-16,0 2 32 0,-2 0-6 0,0-2 10 16,2-1-37-16,-1 1-8 0,-1-2-6 0,0 0 1 15,0-2-12-15,0-1-3 0,0-14 3 0,0-11-3 16,2 0 6-16,2-3-8 0,4 1 3 0,-1-2-3 15,1-3 4-15,3 0 4 0,2-2-5 0,2-2 3 16,2 3-4-16,0-4 1 0,0 1-2 0,0 1 1 16,0 1-3-16,-2 9 4 0,3-3-1 0,-3 9 1 15,2-1-3-15,-4 7 2 0,1 1 2 0,-7 2 0 0,12 5-3 16,-4 3 1-16,2 3 1 0,0-9 0 0,-1 3 7 0,-3 5-8 16,4-1 1-16,-4 4-4 0,2 0 2 0,-1 2 0 15,-3 2 2-15,-2-1 1 0,-1 5 1 0,-2 16 4 16,12 2-7-16,-5 0 4 0,-5-2 0 0,-6 6-1 15,-4-1 4-15,-3 3-3 0,-2-2-1 0,-4-3 0 16,0-2 0-16,-2-5 1 0,11 0 7 0,-15-1-2 16,1-4 0-16,1-4-1 0,2 2-1 0,2-6-7 15,2 3 1-15,4-3-2 0,-1-1 7 0,3-3 0 16,3 3-5-16,0 0 1 0,0-1-1 0,0-1-1 0,1 0 2 16,-3 1-1-16,0 3-4 0,0-1 2 15,1 2 1-15,3-1-1 0,0 3 8 0,2-2-6 0,-1 0 3 16,3 1-4-16,2-1 0 0,-3 0 1 0,14-1 0 15,0 1 1-15,-2-2 4 0,-1-1-3 0,-1 0-1 16,-1-3 0-16,1 3 0 0,-2-2 2 0,0-1 1 0,-2-1-1 16,-1 0-4-16,-1 0 2 0,-1 0 1 0,-1 1 2 15,1 1 3-15,-3-2-7 0,3 2 3 0,-2-2-3 16,-1-1 3-16,1 3-2 0,0-2-1 0,0 0 0 16,-1 0 0-16,1 0-5 0,-2-1-3 0,0 1-2 15,0 0-36-15,-1 0-83 0,1 0-9 0,0 0-29 16,0 0-71-16,2-2-144 0</inkml:trace>
  <inkml:trace contextRef="#ctx0" brushRef="#br0" timeOffset="43226.65">19553 3405 112 0,'0'0'52'0,"0"-2"58"0,-1 0-1 0,-1 0 7 15,0 0 0-15,0 0 1 0,0-1-11 0,0-1-25 16,2 0-8-16,-2 0-5 0,1 1-18 0,1-1 13 16,0 0 5-16,0 1 0 0,0 1-8 0,0 0-40 15,0 0 0-15,0 0-15 0,0 0-4 0,0 2-1 16,-2 0 2-16,0 2-1 0,0 0 6 0,0 2-3 0,-2 7 1 15,-3 11-1-15,0 0-2 0,1-3 1 0,0 3-2 16,3-3 2-16,1-1 1 0,2 1-1 0,0-2 7 16,2-3-4-16,1-1 24 0,1-3 14 0,0-5-3 15,3 1 6-15,12-2-14 0,1-3-11 0,1 12-2 0,3-3-3 16,-6-7-4-16,1-1 4 0,1-2 0 0,-3-3 2 16,0-3 4-16,3-3 11 0,-7 1-2 0,-2 1 4 15,-1 5-12-15,-5-15 4 0,3 1-5 0,-6 1 5 16,-1-4 3-16,11 4-6 0,-5-5 2 0,-3 3-3 15,-2 1 7-15,-2-1-3 0,0 4 0 0,-4 0-4 16,-2 2-11-16,1 1-8 0,1 5 0 0,-2-1-3 16,-5 3-5-16,-7 1-4 0,-1-11-3 0,1 3 0 0,-7 3-6 15,7 3-6-15,-1 4 2 0,3 0-4 0,1 4-9 16,2 2-18-16,0 1-1 0,3-1-4 0,3 1-10 0,3 10-41 16,2-1 0-16,-9-1-16 0,4-2-20 0,1 0-36 15,4-2 2-15,2 2-17 0,0-1-25 0</inkml:trace>
  <inkml:trace contextRef="#ctx0" brushRef="#br0" timeOffset="43864.78">19234 3026 521 0,'0'-2'86'0,"-5"-37"134"0,-1 4-121 0,2 9 5 16,-1-2-9-16,3 15 7 0,0 0-4 0,-2 0-14 15,4 9 6-15,-2-3-11 0,2 5-16 0,-1-2-42 16,-1 0-1-16,0 3-13 0,0-1-3 0,0 0-7 15,2 2 2-15,0 2-5 0,0 3 6 0,0 36-1 16,2-2 4-16,2 4-1 0,-2-2 6 0,1-2-8 16,1 1 1-16,0-2-2 0,-1-3 2 0,1-2 0 0,-2-1 0 15,2-4 2-15,-1 3 4 0,1-1 2 0,-2-4-5 16,0 0 5-16,0-2 7 0,0-3 6 0,-2-1 11 16,0-1-3-16,0-3 26 0,0-1-14 0,0-2 2 15,0-5-6-15,-2-1-6 0,2-3-7 0,0-2 0 0,0-1-2 16,-2-1 0-16,-7 8 5 0,-3-3 2 0,1-3 1 15,0-2 11-15,2 0-7 0,0-3 0 0,1-1-4 16,3-5-11-16,3-17-9 0,-17-2 0 0,10 0-3 16,5-2-3-16,4 0-5 0,4 3 0 0,3-3-1 15,4 2-1-15,2 0 3 0,2 2-4 0,2 0 4 16,-11 2-4-16,20 0 2 0,0 0 0 0,-1 0 0 16,3 1-5-16,-2 1-3 0,2 3-6 0,0 6-1 0,-2-1-37 15,-4 2-23-15,4 3-32 0,-5 0 5 0,-1 5-78 16,4-11-56-16,-1 10-23 0,3 5-35 0,0 9-267 0</inkml:trace>
  <inkml:trace contextRef="#ctx0" brushRef="#br0" timeOffset="44147.49">20097 3334 1066 0,'0'0'79'0,"0"0"-1"0,0 0 33 0,0-2-4 15,0 0-11-15,0 0 14 0,0 1-47 0,0 1 1 0,0 0-21 16,0 0-33-16,0 0 8 0,0 0 3 0,0 0 2 16,0 0 10-16,0 1-6 0,0 1-4 0,0 2 1 15,0 3-4-15,-1 12 2 0,1-2 0 0,0 1-1 16,-2 1-7-16,2-2-7 0,-2-1 0 0,0-1-2 15,0 2-9-15,0-2-3 0,0 1-10 0,1 1 0 16,-1-6-63-16,0 8-146 0,0-6-41 0,0 0-59 16,0 5-354-16</inkml:trace>
  <inkml:trace contextRef="#ctx0" brushRef="#br0" timeOffset="45643.51">18976 2298 216 0,'-2'0'30'0,"-2"-2"35"16,-5 0-3-16,-9-3 10 0,1 1-2 0,2 0 4 15,6 2-10-15,-2-1-7 0,3 1 4 0,-1 0-4 0,1 0 9 16,3 0-15-16,1 2 0 0,2 0-4 0,-3-2-1 16,3 2-4-16,-2-1 0 0,0-1-2 0,1 0-5 0,1 0-4 15,0 0-1-15,0 0 0 0,0 0 8 0,2 1-17 16,0-1 3-16,2 0-8 0,0 0 0 0,2 2-6 16,18-2 1-16,15 0-3 0,8 2 0 0,3 0 3 15,4 0-3-15,2-2 2 0,5-1-8 0,4-3 3 16,6 2-1-16,11-1 1 0,2 1 0 0,14-1-5 15,4 1 6-15,1 2-6 0,-1 0 8 0,-7 0-3 16,-2 2-4-16,2 0 3 0,-1 0 2 0,5 0-4 16,-8 0 0-16,-5 2-2 0,-8 2-4 0,-11-4 8 0,0 2 1 15,-8-2 3-15,-3 0 7 0,-4 0 17 0,-3 0-2 16,1 2 6-16,2-1-9 0,-3 1 11 0,-3 0-4 16,-5-2 6-16,-9 0-5 0,1 0 3 0,-5 0-1 15,-3 0-1-15,-1 0-10 0,2-2-2 0,0 0 0 16,-7 1 0-16,1-1-2 0,-3 0-11 0,0 0 2 0,2 2-5 15,-2 0-2-15,-2 0 2 0,0 0-3 0,-4 0 3 16,0 0 2-16,-1 0-3 0,-5 0 0 0,5 0-2 16,-4 0-3-16,-3 0 9 0,3 0-7 0,-2 0 8 15,0 0-10-15,0 0 2 0,1 0 1 0,1 0-1 16,0 0-2-16,0 0 6 0,-3 0-6 0,1 0 4 16,0 0-6-16,0 0-3 0,0 0 3 0,0 0-2 0,0 0-2 15,-1 0 1-15,1 0-1 0,0 0 1 0,0 0-6 16,0 0 2-16,0 0-1 0,0 0 3 0,-1 0 4 15,1 0-2-15,0 0-1 0,0 0 0 0,0 0 4 0,-2 0 1 16,0 0 0-16,0 0 0 0,0 0 2 0,2 0 1 16,-2 0 2-16,0 0-1 0,0 0-2 0,0-2 1 15,0 0-3-15,0 2 2 0,0-2-2 0,0 1 5 16,0-1 2-16,-2 0-1 0,0 0 4 0,0 0-4 16,0 0-1-16,0 2 0 0,1-2 2 0,-1 1 6 15,0-1 1-15,0 0 0 0,0 0-6 0,0 2-6 16,0 0 2-16,1 0-2 0,-1 0 2 0,0 0-8 15,0 0 2-15,0 0-5 0,0 0 4 0,0 2-1 0,1 0-3 16,-1 0 4-16,0-1 0 0,0 5-2 0,-4 9 4 16,-1 3-1-16,1 1 1 0,3-4 2 0,-1 2-2 15,0-1 1-15,2-3 1 0,-1 0-2 0,-1 0 0 16,0 0 0-16,1 0-4 0,-1 4 4 0,2 0 0 0,0-3 2 16,0 3 0-16,0-2 1 0,-1 4-1 0,-1-5 2 15,-3 5-2-15,1-2-4 0,-3 1 2 0,-1 1-3 16,1 1 3-16,-2-1 1 0,0-2-1 0,0-1 0 15,5-1 6-15,-11-4-3 0,3-1 4 0,6-3-5 16,-3 0 2-16,4-1 4 0,-5 0-4 0,1-5 3 16,2 7-4-16,-4-1-1 0,0 1 3 0,0-3-1 15,-6 1 4-15,10-4-4 0,-4-2-3 0,4 0 0 0,-2 0-1 16,-2 0 1-16,2 0 0 0,-6 0 1 0,6 0-5 16,-2 0 1-16,0 0 2 0,2 0 0 0,0 0 10 15,3 0-10-15,3 0 0 0,-1 0-3 0,2 0 2 0,2 0 0 16,-1 0 1-16,-1 0-3 0,0 0-3 0,2 2 7 15,1-1-3-15,-1 1 4 0,2 0-5 0,0 0 1 16,0 0 0-16,2 0 1 0,-1 0 1 0,3-1 0 16,0 1 0-16,14 6-1 0,3-3 1 0,-3 1 4 15,7-1-2-15,-5-3 1 0,0 0-8 0,1 0 2 16,-6 0 1-16,-2 0 1 0,3 0 4 0,1-1 1 16,0 3-2-16,-2-2 0 0,-6 0-7 0,0 0 4 0,-1 0 1 15,-3-1 1-15,3 1 4 0,-7-2 0 0,3 4-5 16,0 0 3-16,-2 1-6 0,1 8 6 0,-1 2 2 15,-2 4 2-15,-2-4-3 0,-3 5-2 0,-4-3-2 16,-3 1 1-16,-2 4 3 0,1-1-1 0,-10 1-1 0,-3-3 0 16,0-1 0-16,8-1-1 0,-3-4 3 0,5-2-4 15,3 4 0-15,5-8 0 0,1 1-2 0,5 1 1 16,-2-5-3-16,4-2 0 0,-2 1 1 0,2-1 0 16,0 0 1-16,-1 2-6 0,-1 0-1 0,2-3-3 15,0 3-7-15,0 0 7 0,2-2 2 0,1 0 1 16,12 3 5-16,9 1 2 0,0-4 1 0,-3-2 1 15,-10 0 2-15,4 0-2 0,0 0-2 0,-4 0 1 0,7 3-4 16,-3-1 1-16,2 4 0 0,1 1 0 0,-5-1 0 16,-1-1 11-16,-5 1-7 0,-3-4 9 0,1 13-10 15,-3-1 3-15,0 3 3 0,0 0-1 0,0 1 5 0,13 5-2 16,-6-1-1-16,-5 2 0 0,-3 0-3 0,-1 4 2 16,0-2 0-16,-1 2 0 0,-3 0 1 0,0-2-5 15,-3 4 4-15,1-10-5 0,-1 4 0 0,-1-2 0 16,5-7-2-16,-7 4 3 0,5-8 1 0,1-2-14 15,0 2 1-15,2-5-11 0,1 5-32 0,1-7-45 16,-2-1-23-16,0 1-12 0,0 0-132 0,2-2-43 16,0 0-56-16</inkml:trace>
  <inkml:trace contextRef="#ctx0" brushRef="#br0" timeOffset="46217.71">21852 2584 869 0,'0'-2'62'0,"0"0"94"15,-2 0-77-15,0 0-2 0,0 1-12 0,1-1 2 16,-1 0-49-16,0 2-16 0,0 0 1 0,0 2-4 16,0 1 12-16,-5 23-4 0,-2 13 4 0,-1 2-5 0,1 4 2 15,0-1 10-15,1-5 2 0,1-3 5 0,1-7 21 16,1 3-12-16,-1-4 0 0,1 1-7 0,1-1-16 15,2-9-1-15,0 1 0 0,0-7 0 0,1 2-6 16,-1-4-3-16,-2 0 0 0,0 1-1 0,2-5 2 0,-1 2-13 16,3-5 0-16,-2 0-7 0,0-1-10 0,0 1-61 15,0 0 22-15,0-2-29 0,-1 0 59 0,-1-2 14 16,0 0 2-16,1-2 6 0,-1 0 19 0,-4-11-1 16,-5-17 3-16,4-1-3 0,4-7-2 0,1 1 3 15,2-2 4-15,2 2 0 0,0 2 9 0,2 0 6 16,2-1-1-16,1 3 3 0,3 1-1 0,1 5 1 15,0 2 1-15,0 7 1 0,3-1-3 0,-3 8-5 16,-2 0-2-16,14 5 1 0,-3 3 3 0,3-12 5 0,-1 6-3 16,-1 3 4-16,-3 4-2 0,1 2 6 0,-2 0 1 15,0 4 1-15,-2 0 2 0,-6-1-8 0,-1 1-5 16,-4-4-1-16,3 7-10 0,3 5 11 0,-1-1 0 16,-1 0 2-16,-1 4-5 0,-3-4-4 0,-2 0 1 0,0 2-1 15,-2 0 5-15,-3 4-11 0,-3-2 4 0,3-2-6 16,-1-2-1-16,2-4 1 0,-3 2 1 0,5 3 1 15,-9-1-5-15,5 0-3 0,-3-2-1 0,5-1 1 16,2-1 1-16,1 6 3 0,-9 0-7 0,3 0 4 16,1 0-1-16,1 0-1 0,3-4 6 0,0 2-6 15,2 0-1-15,0-3 3 0,2 1-4 0,0-1 3 0,-2-5-7 16,3 3-9-16,1-1-4 0,15-1-3 0,7 0-16 16,0-2-16-16,2 14-5 0,-6-6-12 0,0-5-90 15,0-1-119-15,3 0-45 0</inkml:trace>
  <inkml:trace contextRef="#ctx0" brushRef="#br0" timeOffset="46591.85">22352 2963 326 0,'0'-2'54'0,"0"0"-17"16,1 0 69-16,1-2-15 0,0-3 36 0,4-8-3 0,-1-2-7 15,-1 6 0-15,2-4-36 0,-1 2 5 0,-1 6-9 16,1-4 6-16,-1 3-17 0,-2 3-17 0,0-3 0 16,-2 5-7-16,0-1 5 0,0 2-8 0,2-2 3 15,0 1-4-15,-1-1 10 0,-1 0-25 0,0 1 8 0,0-1-16 16,0 0-5-16,0 0-6 0,-1 3 1 0,-1-1-2 16,0 0 1-16,-2 0 0 0,0 2-4 0,-3 0 2 15,-6 0 1-15,0 0 2 0,0 4-3 0,0 1 3 16,2 3-3-16,0-3-1 0,0 10 2 0,-4 7-3 15,7 1 0-15,1 3 1 0,-1 1 3 0,5 1-2 16,-3-4-2-16,2-1 3 0,-10-3-3 0,4 2 4 16,5-5-2-16,3 0 2 0,0-2-5 0,2-6 2 0,0 4-4 15,0-6 0-15,2-1 4 0,0 0-1 0,0-3-4 16,-2-1 0-16,9 2-10 0,8 7 4 0,1-2-15 0,3-3-22 16,1-2 5-16,0-4-19 0,0 0-80 0,1 0-124 15,-5-2-46-15</inkml:trace>
  <inkml:trace contextRef="#ctx0" brushRef="#br0" timeOffset="50575.11">21312 3546 398 0,'0'-2'0'0,"-2"0"102"0,0 0 21 0,0-2 28 16,0 1 21-16,0-1-61 0,1 0 4 0,-1 2-40 15,0 1 1-15,0-1-25 0,0 0-45 0,-2 2-3 16,1 2 2-16,-1 0-3 0,2 7 4 0,-2 24 6 15,-3 1 0-15,1 3 2 0,1 2 7 0,-4-11 1 0,1 5 2 16,-1-3-1-16,7-2 6 0,0 7-1 0,-16-7-3 16,5 1 0-16,1-1-13 0,5-4-3 0,-2 1-2 15,0-1 0-15,1-2 2 0,1 2-3 0,-1-2 0 16,1-1-2-16,-1-1 2 0,1 1-8 0,0-3 4 0,-1-1-5 16,3-2-5-16,1-4-37 0,0 0-32 0,2-5-7 15,0 1-161-15,2-3-30 0,0-1-42 0</inkml:trace>
  <inkml:trace contextRef="#ctx0" brushRef="#br0" timeOffset="50948.72">20699 4400 345 0,'0'0'52'0,"0"0"-3"0,0 0 30 15,0 0 4-15,0 0-11 0,0 0-1 0,0 0-30 16,0 0 3-16,0 0-10 0,0 0 9 0,0 0 21 16,0 0-4-16,0 0 9 0,2 0-3 0,0 2-4 15,1-1-2-15,1-1-1 0,11 2-19 0,4 0-2 16,5 0-6-16,0-2 2 0,4 0-22 0,0 0-3 16,-1-2 2-16,1 0-3 0,-4-1-8 0,1 1-10 0,-5 0-1 15,0 0-2-15,-1 2-14 0,-4 0-87 0,-2 0-7 16,-8 0-30-16,-1 2-50 0,0 0-6 0,-2 1 9 15,-2 14 1-15,-4 13 98 0,-7-4 42 0,-8 4 21 16,10-12 5-16,-19-5 86 0,4 2 129 0,-2-9-7 16,4-3 38-16,1 7-57 0,8-9-44 0,2 9-2 15,4-5-12-15,-1-1-10 0,5-2-29 0,1-2-5 0,-2 2-8 16,0 0-35-16,2-1-11 0,1 1-3 0,1 0-2 16,0-2-3-16,1 0-32 0,16-5 1 0,30-18-18 15,6-3-65-15,14 24-116 0,13-27-31 0</inkml:trace>
  <inkml:trace contextRef="#ctx0" brushRef="#br0" timeOffset="51279.48">22812 2931 1017 0,'0'-2'92'0,"-2"0"-25"0,0 0 80 15,0 1-15-15,1-1-70 0,-1 0-23 0,0 0 2 16,0 0-8-16,0 2-4 0,0 0-6 0,0 0 2 15,1 2-3-15,-1 2 5 0,-9 18-18 0,1 2 5 0,3 2-10 16,1 2 2-16,3-2-3 0,1 0 0 0,0-2-1 16,-2-2-4-16,2 3-21 0,-3-1-7 0,-5 4-9 15,1-1-56-15,-4 3-308 0,0 2 10 0</inkml:trace>
  <inkml:trace contextRef="#ctx0" brushRef="#br0" timeOffset="51918.92">17912 4805 726 0,'-2'0'105'0,"0"-2"230"0,-1 0-304 0,-1 2-17 15,2 0 6-15,-2 0-9 0,1 0 9 0,1 0 4 16,0 0-4-16,0 0 4 0,2 0-10 0,2 0-5 16,0 0 2-16,41-6-2 0,3-1 4 0,10-2-9 15,-3-1-4-15,-4-1 0 0,1 2-12 0,-9 1-11 16,0 3-3-16,-10 1-4 0,-3 0-14 0,-9 3-48 16,-6 1 4-16,-4 0-21 0,-4 0-10 0,-3 0 46 0,2 0 9 15,0 0 15-15,-2 1 59 0,-1 1 17 0,-1 0 7 16,0 0 4-16,-1 2 43 0,-3-1 12 0,-7 5 2 15,-4 1 0-15,4-1-16 0,5-5-29 0,1 1-7 16,1-2-7-16,0 2-20 0,0-1-13 0,3 1 0 16,1 0-5-16,1-1-15 0,1-3-18 0,41 17-27 15,15-11-9-15,5-14-187 0</inkml:trace>
  <inkml:trace contextRef="#ctx0" brushRef="#br0" timeOffset="53336.53">21471 2222 148 0,'-1'0'66'16,"-1"-2"-10"-16,0 0 45 0,-4 0 9 0,-10-7-14 0,-3 0 10 15,6 3-9-15,-2-1 2 0,6 1-6 0,0 1-5 16,1 1-13-16,3 0-2 0,-1 0-4 0,4 4-6 15,-2-3-31-15,1-1 9 0,1 0-18 0,0 2-3 16,2-1-9-16,0-1-5 0,2 0 1 0,2 1 2 0,23-14 2 16,7 4 2-16,7 4-2 0,3 3-5 0,3 2 10 15,7 1-3-15,7-1 6 0,2 2-4 0,11 0-3 16,10 2 1-16,-1 2-2 0,3 4 2 0,-5-3-1 16,-4 1-1-16,-1-2 0 0,4 0-2 0,5-2 7 15,8 0-3-15,5-2 3 0,2 0-8 0,-1-4 1 16,-6 3 1-16,-10-1 1 0,3-2-4 0,-5 1 0 15,5-1-3-15,1 4 3 0,-5 1 3 0,-1-1-6 16,-8 2 5-16,-8 0-5 0,-6 2 1 0,-7-2 1 0,-4 1 0 16,-5 3 1-16,-4 2 1 0,-4 1 1 0,-1 1-5 15,-3-3 2-15,-3-1-6 0,2 1 5 0,0 1-4 16,-4-2 5-16,0-1-7 0,2 3 8 0,-2 0 1 16,0-1 2-16,-4 1-10 0,-5-4 3 0,-3-1 1 0,1 1 2 15,-2-2 13-15,0 0 5 0,2 2-2 0,-6-2 2 16,1 0-5-16,-5 0-2 0,3 0 5 0,-1 0-4 15,-5 0 7-15,3 0 4 0,-1 0-2 0,0 0 2 16,0 0-5-16,-3-2-5 0,1 0 2 0,0 1-4 16,0-1-4-16,0 0 0 0,0 0-3 0,0 0 2 15,-1 0-6-15,-1 0-2 0,0 1 0 0,0-1-1 16,0 0-3-16,0 0 0 0,0 2 2 0,0-2 0 0,0 2 2 16,0 0-4-16,0 0-3 0,0 0 0 0,0 0-3 15,0 0 1-15,0 0 1 0,-1 0-1 0,-1 0-1 16,0 0 7-16,0 2-4 0,0 0 4 0,0 0-1 0,0 1-5 15,1 1 8-15,-9 11-5 0,-1 4 9 0,4-5-5 16,-4 7-5-16,3-6 2 0,-3 3-1 0,2 1-1 16,0-2 3-16,-3 1-3 0,1 1 2 0,2-3 1 15,2 1 2-15,-1-2 0 0,1 2 4 0,1-4-8 16,-1 3 3-16,3-3-4 0,0 2 6 0,2-4-2 16,1 2-1-16,-1-2 0 0,0 1 0 0,-2-1 2 15,2-4 0-15,-1 2 0 0,-1 1-4 0,0-3 4 16,-1 2-4-16,3-1 3 0,-21 3-1 0,3-4 2 0,-2 1 0 15,1-1 2-15,-5-1-5 0,2-2 1 0,0 1 4 16,2-1-2-16,5 1-2 0,2-1 6 0,2 2-6 16,4-3 6-16,0-1-7 0,1 0-1 0,1 0 1 15,1 2-1-15,2-2 2 0,3-2 0 0,-5 1 0 0,4 3 0 16,0-2-3-16,-1 4 4 0,1-3-4 0,-2 3 4 16,0 1-3-16,2 1-1 0,2-3 3 0,0 1 0 15,0-2-1-15,0-3 1 0,2 3 0 0,-2-2 0 16,10 0 1-16,10 0-6 0,0 13 5 0,1-4-5 15,-3-2 10-15,3 0-5 0,-1 1 2 0,-3-3-2 16,3 2 1-16,-5-3-1 0,0-1-1 0,0 3 0 16,-8-4-1-16,-1-1 4 0,-2-1-2 0,-1 4 3 0,7 7 2 15,-3 2-2-15,-1-1 3 0,-4 3-4 0,-4 4-1 16,-6-1 6-16,-3-1-4 0,7 1 3 0,-20-2-7 16,-5 1 7-16,-1 3-6 0,-2-3 7 0,3-2-12 0,1-1 6 15,0 1 2-15,4 0 1 0,0-2-2 0,5-6 0 16,2-2 0-16,6-5 0 0,6 6-2 0,3-5 0 15,0 1-3-15,-2 2 2 0,0-3 1 0,1 1-6 16,1 0 4-16,0-1-5 0,0 1 3 0,2 0-4 16,0 0 1-16,2-1-1 0,2-1 7 0,1 0 0 15,16 7 2-15,-5-3-1 0,3-2-3 0,-4-3 1 16,2 1 0-16,-3 0 1 0,1 2 1 0,-2 0 1 16,0-1-2-16,-2 3 0 0,-1-1 1 0,-3 1 2 0,-1-2 1 15,-4 12-1-15,11 3 4 0,-2 1 0 0,-4 3 0 16,-1 3-2-16,-3 0-4 0,-3 0 2 0,0 2 2 15,-1 1 1-15,-3-1-2 0,0 4-3 0,-1-1 1 16,-1-5 1-16,-1 2 6 0,1-6-8 0,2-1 3 0,-1 1-4 16,-1 0-2-16,1-1 5 0,1-1 1 0,2-11 2 15,-2 4-5-15,1 0 0 0,1-5-4 0,-2 5 3 16,2-8-7-16,2-1-26 0,0 0-4 0,-2 0-10 16,0-1-42-16,1 1-49 0,-1 0-25 0,0-1-12 15,2-1-115-15,0 0-223 0</inkml:trace>
  <inkml:trace contextRef="#ctx0" brushRef="#br0" timeOffset="53740.56">24635 2786 783 0,'0'0'64'0,"0"-2"-3"0,0 1 3 16,0-1 13-16,0 0-24 0,-2 0 52 0,1 0-51 16,-1 0 0-16,0 2-19 0,0 2-24 0,0 2 3 0,-7 20 2 15,-4 15-1-15,0 0-3 0,0 4 23 0,2-8-2 16,0 2 10-16,-1-2 4 0,1-3-15 0,2 1 0 16,2-7-5-16,-1-2-2 0,4-3 2 0,1-4-5 15,-1-1 3-15,2-5-10 0,0-1 2 0,2-3 2 0,0-3 0 16,0-2 4-16,0 1 43 0,0 1-20 0,0-2 23 15,0 0-53-15,0 0-7 0,0-2 0 0,0-2-2 16,0 0-4-16,0-2 3 0,8-22 1 0,1-2 1 16,0-1-5-16,2-7 7 0,2-3-4 0,0-5 4 15,-1 1-11-15,2-1 3 0,1 3-2 0,0 2 4 16,0 4-2-16,0 5 0 0,-2 8-2 0,-2 3 0 16,0 2-7-16,-9 8 3 0,9 2-3 0,2 1 3 15,-2-3-4-15,-1 3 0 0,-1 2-1 0,0 3-1 0,-1 1-8 16,-3 0-93-16,-3 0 5 0,2 1-43 0,-1 3-85 15,10 22-307-15</inkml:trace>
  <inkml:trace contextRef="#ctx0" brushRef="#br0" timeOffset="54082.09">24827 3158 1105 0,'0'0'26'0,"-2"0"5"0,0 0 9 0,-2 1-2 15,2-1 3-15,-14 12 56 0,-1-7-11 0,-2 17-3 16,-1 1-5-16,1-3-31 0,1 2-7 0,3 1-1 16,2-3-1-16,0 1-3 0,4-5-12 0,-1-1-1 0,7-4-5 15,1 0-10-15,-4-3-3 0,2-1-2 0,3-3 1 16,-1 0-1-16,2-2 0 0,0-1-1 0,0 3 1 16,2 0 5-16,-1-2-1 0,3 0 1 0,2-2-2 15,16-4 2-15,0-4 4 0,1-3-1 0,-3 0 0 16,0-2-6-16,-3 11 5 0,0-9-1 0,-2 2 2 15,-4 1 5-15,-4 7 8 0,-1-1-3 0,-2 0 3 16,-3 2-13-16,5-4 6 0,-2 2 1 0,-2 2 2 16,-1 0 3-16,3-2-4 0,0 2-2 0,-2 0-1 0,0 0-2 15,-1 2-10-15,1 0 2 0,0 0-5 0,-2 2-6 16,0-2-9-16,0 11-3 0,0 0-3 0,-2-4-36 16,0 0-72-16,1-1 1 0,-1-5-28 0,0 1-58 15,0 0-52-15,0-1-35 0</inkml:trace>
  <inkml:trace contextRef="#ctx0" brushRef="#br0" timeOffset="54223.08">24741 3291 453 0,'0'-2'241'0,"0"1"-245"16,0-1 265-16,0-2-121 0,0 0-47 0,0 1 26 15,0-7-6-15,0 1 9 0,2-2-26 0,2 0-39 16,-2 3-1-16,-1 3-14 0,3-1-17 0,5 1-10 16,12-3-2-16,5 1-2 0,0-1-7 0,4 1-8 15,1-2-7-15,-1 1-4 0,1 3-43 0,-3-14-221 0,-2 8-49 16</inkml:trace>
  <inkml:trace contextRef="#ctx0" brushRef="#br0" timeOffset="54488.32">25168 3232 663 0,'0'0'239'0,"0"0"-313"0,0-2 273 0,0 0-145 16,0 0 0-16,0 0 57 0,2 1-9 0,0-1 14 15,0 0-71-15,0 0-17 0,-1 0 4 0,1 2-4 0,0 0 16 16,2 2-9-16,-2 0-5 0,-2 0-1 0,13 20-12 16,-4 2 12-16,-3 2 10 0,-5-2 0 0,-1 0 19 0,0-3 1 15,0-3-4-15,0-3 4 0,0 0-1 16,0-4-12-16,0-1 0 0,2-1-4 0,0-2-16 0,0-1-4 16,-2-4-7-16,4 1 2 0,7 5-17 0,4-1-5 15,3-3-3-15,1-4-4 0,-1-4-28 0,5-3-39 16,-1-4-9-16,0-2-15 0,2-4-93 0,-3 2-333 15</inkml:trace>
  <inkml:trace contextRef="#ctx0" brushRef="#br0" timeOffset="55310.54">23872 3906 465 0,'0'-2'16'0,"0"-2"32"0,2-7-37 0,2-6 25 15,-1-1 9-15,1 3 8 0,2-5 36 0,1-1-11 16,-1 4 0-16,-1 3-5 0,-1 4-7 0,0-1 21 15,-2 7-20-15,-1 1 18 0,1-1-39 0,0 0 0 16,0 1 10-16,0 1-9 0,0 0-7 0,0 0-30 0,-1 2 3 16,1 0-11-16,-2 2 5 0,0 7-2 0,-2 26-3 15,-3-1 2-15,-3-3-3 0,-1 1 4 0,-2 0-3 16,0-3 3-16,0-1-2 0,0-2-1 0,-2 2 3 16,1-2-2-16,1-2 1 0,2 0-2 0,2 0-3 0,1-3 1 15,2-1 1-15,1-1 3 0,3-4 5 0,0-1-2 16,0-1 7-16,1-1 19 0,5 1-11 0,0-4 11 15,5-2-26-15,18-5-1 0,9 0-1 0,6 22-2 16,8-11-3-16,13-9 3 0,13-6-1 0,8-4 1 16,5-1 4-16,3-2-1 0,-3-2 0 0,8-1-2 15,8 1-7-15,8 2 7 0,10 2-4 0,1-1 5 16,-3 3-2-16,-8-1-2 0,-4 2 0 0,-1 1-1 16,1-1 4-16,-5 2-4 0,-2 0 7 0,-13 0-7 0,-11 0 1 15,-13 2 21-15,-8 0 2 0,-9 0 7 0,-5 0 9 16,-10 0 0-16,-5 2-1 0,-12-2 3 0,-1 0 11 0,-6 0 7 15,-2 0-3-15,-1 0 3 0,-5 0-7 0,1 0-13 16,0 0-4-16,0 0-2 0,-1 0-17 0,1 0-11 16,-2 0 4-16,0 0-8 0,0 0-4 0,-1 0-35 15,1 0-10-15,0 0-18 0,2 0-125 0,0 0-241 16,7 0-83-16</inkml:trace>
  <inkml:trace contextRef="#ctx0" brushRef="#br0" timeOffset="56216.49">27918 1971 171 0,'0'-2'46'0,"0"-7"50"16,2-15-11-16,0 3 23 0,-2-1-8 0,2 4 13 16,-2-1-13-16,1 0 9 0,-1 1-18 0,0 3 9 15,0 2-39-15,0 0 5 0,0 4 3 0,0 1-1 16,0 3-2-16,0-1-13 0,0 2-2 0,0 1-7 15,0-1-32-15,0 0-10 0,0 2-2 0,0 1-1 0,0 1-3 16,0 1 9-16,0 3 0 0,-1 18 6 0,-5 19 3 16,-3 6 5-16,-2 3-1 0,-4 6 2 0,-2-1-6 15,0 3-2-15,1-2 0 0,3-8 0 0,-2-2 2 0,4-9-11 16,-1-3 2-16,3-6-4 0,0-1 0 0,1-4 1 16,1-1 3-16,0-2-2 0,1-1 0 0,0-2-8 15,1-1-7-15,1 1-3 0,0-4-31 0,3-2-174 16,-1 2-29-16,0-3-66 0,2-1-226 0</inkml:trace>
  <inkml:trace contextRef="#ctx0" brushRef="#br0" timeOffset="56770.69">27797 2458 565 0,'0'0'85'16,"0"-2"112"-16,0 0-101 0,-2 0-58 0,1 0 1 0,-1 0-18 16,0 0 10-16,-2 1-1 0,0 1 1 0,-5 0 0 15,-9 3 11-15,-1 5 5 0,-1 3 3 0,-8-6 0 16,-2 23 2-16,-3 4-7 0,-6 1 0 0,-4 4-1 16,0 4 1-16,1 0 2 0,1 0-3 0,4-2 1 15,-1-4-11-15,-1-7-1 0,6 0-5 0,5-8 1 0,2-1-15 16,9-4 4-16,3-4-3 0,2 0 1 0,1-2-16 15,4 6 4-15,-1-6 1 0,5 3 2 0,-1-9 1 16,2 1-12-16,-2 2-1 0,4-5-5 0,-3 5-11 0,-1 0-9 16,2-3-12-16,0 1 1 0,2 0-50 0,0-2 15 15,2-1-13-15,0-1 12 0,4-1-31 0,18-12-5 16,-2 9-6-16,8-22 3 0,3-2 0 0,1-2 27 16,-1-9 16-16,-5 0 3 0,0-3 56 0,1 1 14 15,-3 4 0-15,-3 7 3 0,-3 0 5 0,-5 6 14 16,-2 0 10-16,4 4 4 0,-2 1 56 0,1 4 19 15,-5 2 1-15,0 4 1 0,-3 3-36 0,1 3-13 16,0-5-1-16,-1 4 1 0,3-1 13 0,-2 3-34 16,2 2-2-16,2 2-11 0,2 2-5 0,2 5 4 0,0 2 2 15,3-5-1-15,1 16 7 0,-3-2-11 0,4 4 6 16,1 1-7-16,-1-1 14 0,-2-2-23 0,-1 2 6 16,-2-3-11-16,1 5 5 0,1-2-15 0,-2 0 2 15,-3-4-5-15,-2-3 7 0,-1 0-5 0,-6-4 0 0,3 2-4 16,1-2 1-16,0 0-7 0,-3-4 0 0,-1 0-6 15,-5-5-21-15,2 5-44 0,-2 0 0 0,0 1-19 16,-2-1-46-16,-1 0-33 0,-1-1-15 0,2 3-10 16,-15-4-112-16</inkml:trace>
  <inkml:trace contextRef="#ctx0" brushRef="#br0" timeOffset="57053.05">27010 3089 862 0,'0'0'149'0,"-2"-2"-187"16,0 0 168-16,0 0-90 0,1 0-26 0,-1 1 27 15,0 1-6-15,0 0 13 0,0 0-10 0,0 1-16 16,0 1 6-16,1 2-9 0,1-2 5 0,-4 18 21 16,2 3 0-16,2-3 9 0,2 4 13 0,2 0-12 15,1 0-1-15,3-1-5 0,3 1-21 0,0-2-5 0,4 4-1 16,1-2-2-16,-12 2-4 0,15-3-3 0,1-1-1 15,1 2-1-15,-3-2-10 0,1 1 0 0,-3-5-2 16,-3 1-1-16,8-1-15 0,-4-1-6 0,5 3-4 16,4-1-1-16,-9-4-24 0,-1-4-87 0,8 0 12 15,-5-4-35-15,9 1 36 0,0-3-41 0,0-1-23 0,1 15-10 16,1-8-92-16</inkml:trace>
  <inkml:trace contextRef="#ctx0" brushRef="#br0" timeOffset="57278.78">28352 2974 408 0,'-1'0'200'0,"-1"0"9"16,0 0-93-16,-2 0-20 0,-14 5-80 0,-12 10 10 16,-4-11 47-16,5 31 1 0,-10-3 13 0,-4 1-8 0,-1-1-6 15,1-4-7-15,2 5 2 0,4-1-24 0,-4 1-8 16,0 4-4-16,0-2 0 0,0 1-14 0,8-3-5 15,0-1-4-15,5-3 0 0,2-4-10 0,7 1 4 16,2-8-1-16,3 1 2 0,2-5-12 0,1-2-11 16,6 2-10-16,3-2-8 0,-2-1-108 0,-3 0-122 15,1-2 1-15,2-1-46 0,3-3-93 0</inkml:trace>
  <inkml:trace contextRef="#ctx0" brushRef="#br0" timeOffset="57576.26">27599 2916 409 0,'0'-2'193'15,"-2"0"8"-15,0-1-15 0,0-3-35 0,-2-3-45 16,2 3-15-16,2 5-35 0,0-1 3 0,-1-2-18 0,-1 2-24 15,-2 0-3-15,0 2 3 0,1 0-1 0,-1 2 19 16,2 2-4-16,-2 25 2 0,-5 9-4 0,0-7-9 16,-6 3-5-16,6-3-2 0,-1-3 0 0,3 4-1 0,-2-5-5 15,-1-2 0-15,-4-1-2 0,1-2 2 0,0-3-7 16,1-3 8-16,9 3-8 0,-5-4 4 0,6 0-13 16,-5-2-7-16,-4 0-3 0,5-4-28 0,4 0-162 15,1-1-5-15,-3-3-61 0,0 1-84 0</inkml:trace>
  <inkml:trace contextRef="#ctx0" brushRef="#br0" timeOffset="57848.38">27248 3156 770 0,'0'0'84'0,"0"-2"-4"0,0 0 28 0,0 0 4 0,0 0-20 15,0 0 17-15,0 1-49 0,0-1-1 0,0 0-20 16,-2 0-37-16,0 2 1 0,0 0 0 0,0 2 3 15,0 0 1-15,1 3 7 0,-11 18-4 0,3 1 8 16,2-2 21-16,1 0 2 0,2-3 9 0,3-1-9 16,-1 1-11-16,2-2 6 0,0-2-2 0,0-4 5 15,2 0 6-15,-1-4-15 0,3 1 2 0,-2-5-6 0,2 1-6 16,18 11-11-16,6-2-8 0,0-7 1 0,1-5-23 16,3-2-28-16,0-7-1 0,1-3-13 0,6-4-38 15,4-2-110-15,-4 4-14 0,0 2-46 0,-6 4-175 16</inkml:trace>
  <inkml:trace contextRef="#ctx0" brushRef="#br0" timeOffset="58478.54">28590 3163 583 0,'0'-2'28'0,"2"0"0"0,5-24-2 0,6-14 11 16,0-12-9-16,-1 5 84 0,-3-1 3 0,-2-2 6 16,-3 7-6-16,-2 6 7 0,-2 5-29 0,-2 8 11 15,-2 6-19-15,-1 1-12 0,1 6-46 0,0 3 0 0,2 5-15 16,-7-5-8-16,-9-3 5 0,-5 6-4 0,-1 5 3 16,-2 5-9-16,0 8 3 0,0-4 0 0,-2 23 3 15,4 7 2-15,0-2-9 0,0-2 4 0,3 3-5 16,-1-7 9-16,7 1-5 0,2-1 0 0,6-5-2 15,1-2 5-15,3-3-4 0,-1-5 4 0,-7 1-4 16,3 0-5-16,5-6 10 0,3 0-7 0,0-3 7 16,1-1-11-16,1-1 4 0,-2-5 4 0,4 1-1 0,16 11 5 15,1-3 0-15,3-7-6 0,0-3 4 0,0-2-2 16,2-5 0-16,-2-2 5 0,-1-4-4 0,-3 0-1 16,-1 9 2-16,-3-18-2 0,-4-1 3 0,1-1-1 0,-6 6 7 15,0 5 3-15,-1 3 4 0,-4 3 21 0,0 3 8 16,3-3-3-16,-1 1 2 0,-4 4-17 0,0 1-17 15,2-3-3-15,0 2-3 0,0 0-7 0,-1 0-7 16,1 0 6-16,-2 2-5 0,0 2 8 0,0 0 0 16,0 2-2-16,0 20 1 0,-2 6 0 0,1-4-2 15,-3 2 2-15,0 1 0 0,0-1 1 0,1 4-4 16,-3-1 3-16,1 1-2 0,-1 1 1 0,0 1 4 16,1-1-3-16,-1 1 6 0,3-3-6 0,-3 1 1 0,0-4-1 15,-1-2 1-15,-2-2-1 0,-1-2 6 0,-1 0-2 16,4-9 4-16,-6 6-7 0,4-8 6 0,3-4 1 15,-9 4 2-15,0-9 6 0,0 0 3 0,1 9 2 16,1-5 3-16,1-2 17 0,3-4-2 0,0 0-4 16,3 0 0-16,-1-4-14 0,-1-2-1 0,5-10 0 0,1-10-3 15,-15 1-15-15,6-2 3 0,7-1-3 0,4 0 2 16,2 2-4-16,4 0-2 0,3 4 3 0,2 1-2 16,2 3 2-16,-4 5-3 0,12-2-1 0,3 4-1 15,0 0 0-15,-2-1 0 0,1 7-9 0,-3-1 3 16,-3 3-36-16,-2-9-25 0,0 3-32 0,-2 4-3 0,0 1-147 15,0 0-76-15,0 4-30 0</inkml:trace>
  <inkml:trace contextRef="#ctx0" brushRef="#br0" timeOffset="58993.85">28893 3325 1021 0,'0'0'56'0,"0"0"7"0,-2 0-13 15,0 0-15-15,0 0-8 0,-7 0 21 0,-8 0-5 16,2 0 2-16,4 2-6 0,0 1-7 0,-4 5-7 16,0 1-1-16,1-7 0 0,2 18 0 0,1 1 5 15,-2 1 1-15,2 0 1 0,0 1 15 0,0-1-13 0,2-4 11 16,1 3-12-16,1-1 6 0,1-3-5 0,1 1-3 16,1-6 1-16,0 1-6 0,2-10-7 0,0 5-1 15,-5 1-1-15,1-2 1 0,3 1 0 0,1-3 3 16,0-1 0-16,0 0 20 0,0 0-5 0,0-3-1 0,2 1-4 15,0 0-13-15,0-2-10 0,0 0 3 0,2-2-5 16,0 0 0-16,0-1-5 0,2-3-2 0,9-14-1 16,0-1 5-16,0 3-5 0,-11-3 3 0,14 1-4 15,1 1 5-15,5 5 0 0,-5-1-3 0,2 5 1 16,-1 1-10-16,-5 5 9 0,-4 1-2 0,2-7 4 16,-3 7-7-16,-3 1 4 0,5 0-3 0,-7 2 4 0,3 0 1 15,-2 2 6-15,-1 2-1 0,1 1 3 0,4 17-1 16,-5-1 3-16,-1-1-4 0,-2-3 3 0,0-2-1 15,-2-2-2-15,0-4 6 0,1-2-6 0,1-3-1 16,-2 0 2-16,0 0-5 0,0-1 6 0,0-1-1 0,0 0 5 16,2 0 1-16,0 0-1 0,0-2-9 0,2 0-2 15,0-2 1-15,0 0 0 0,2-2 6 0,-1-1-7 16,3-10 0-16,5 4 0 0,4 3 3 0,2 3-3 16,-4 3 1-16,0-7-2 0,0 1 5 0,-2 3-8 15,-4 3 1-15,2 2-4 0,-5 0 8 0,2 0-1 16,-3 0 0-16,1 2-3 0,0 1-7 0,3 7-7 15,1 1-3-15,-1 2-6 0,-1 0-41 0,-1 2-115 0,1-1-9 16,-2-1-46-16,1 0-139 0</inkml:trace>
  <inkml:trace contextRef="#ctx0" brushRef="#br0" timeOffset="59391.53">29682 2950 761 0,'0'-15'117'0,"0"-24"207"16,0 15-225-16,0 14 17 0,0 3-22 0,0 5 13 15,-2-2-75-15,0 3-19 0,0-1 0 0,0 2-5 0,-1 2 13 16,-1 16 2-16,-13 27 2 0,2 1-1 0,6-5 0 0,-6 2-6 16,6-3-5-16,-2-1 1 0,-2 2-9 15,5-2 5-15,-1-3-2 0,2-3 2 0,5 0-13 0,-17-5 8 16,8-2 0-16,4-3 5 0,3-3-5 0,2-1 4 15,2-6 0-15,0-6 3 0,0 0 18 0,0-3 20 16,0 0 3-16,2 0 5 0,0-1 17 0,0-1-30 16,0 0 1-16,-1-2-12 0,3-2-12 0,9-5-1 15,11-4-3-15,4-25 0 0,-7-1-6 0,6-2-2 16,-1 0 0-16,2-2-1 0,4 0-3 0,-8 1 2 16,-2-1 0-16,-5 4-1 0,-6 1 2 0,2 12-8 0,-7 2 5 15,-3 7-6-15,5 8-1 0,-6-3-13 0,-2 8-5 16,0 1-2-16,2-3-23 0,-1 2-41 0,1 0-14 15,0 2-15-15,-2 2-89 0,-2 17-85 0,-7 14-40 16,-2 2-23-16,0 2-216 0</inkml:trace>
  <inkml:trace contextRef="#ctx0" brushRef="#br0" timeOffset="59717.8">29999 3304 755 0,'0'0'105'15,"0"0"-5"-15,0 0-26 0,0 0 9 0,-1 2-48 16,-1 0 42-16,2 0 23 0,-11 18 2 0,-2 4 5 15,-2 1-7-15,0-1-35 0,-2 4 7 0,0-2-17 0,1 0-1 16,1 0-27-16,4-8 1 0,3-3-9 0,1-2-4 16,1-2-6-16,1 0-5 0,1-3 1 0,2-1-4 15,2-3-4-15,-2-1 4 0,2 1-3 0,0-2 14 0,0 0-6 16,2 0 3-16,0-2-5 0,2-2 0 0,9-6 3 16,7 1-6-16,-1-15 5 0,-1-1-6 0,-1 7 0 15,-2 1 5-15,-2 4-3 0,0 3 8 0,-4 1 20 16,-1 3-8-16,-3 2 10 0,-1 1-18 0,0-1 1 15,-1 0 3-15,1 0-1 0,-2 2 6 0,0 0-2 16,1 0 1-16,1 2-1 0,0 0-4 0,0 1 1 16,-1 5-7-16,7 12 4 0,-7-5-6 0,-1 0-8 15,-2 0 2-15,0-6-3 0,-2 2-4 0,0-3-7 16,-1 5-7-16,-1-4-4 0,0-2-55 0,2-3-77 0,1 0-1 16,-3-1-30-16,0-1-54 0,0 0 7 0,1 0-31 15,-3-2 20-15,-3 0-55 0</inkml:trace>
  <inkml:trace contextRef="#ctx0" brushRef="#br0" timeOffset="59828.5">29825 3405 745 0,'0'-2'87'0,"0"0"-7"0,0 0 68 0,0 0-6 0,2-13-7 16,0 4-33-16,-1 2-33 0,3 0-3 0,2-1-10 15,-1 1-12-15,1 0-20 0,14-1 1 0,4 3-9 16,1-2-15-16,1-1-5 0,-2 3-13 0,2 0-7 16,-2 3-143-16,-4-11-284 0</inkml:trace>
  <inkml:trace contextRef="#ctx0" brushRef="#br0" timeOffset="60060.76">30302 3314 1149 0,'0'0'34'0,"0"0"-2"0,2-2 57 16,0 0-3-16,0 0 10 0,-1 0-2 0,1 0-40 15,2 0-6-15,0 1-9 0,-1 1-6 0,7 0-20 16,-5 0 6-16,1 1-13 0,-2 3 0 0,3 7 0 15,8 21 7-15,-8-2-3 0,-1 1 12 0,-4-1 10 16,0-2 2-16,-2-2 5 0,0-2 25 0,0 0-16 16,1-4 4-16,3-3-9 0,-2-8-6 0,0-1-12 0,0-3 1 15,0-1-5-15,-1 0-5 0,3-1-10 0,7 5-3 16,10 1-3-16,3-3-16 0,0-6-34 0,2-6-7 16,0-5-11-16,-2-2-50 0,-2-2-170 0,-1 11-42 0</inkml:trace>
  <inkml:trace contextRef="#ctx0" brushRef="#br0" timeOffset="60751.02">23477 2511 1125 0,'0'0'54'0,"0"0"9"0,0 0-20 0,0 0-21 15,0 0-3-15,0-1 44 0,0-1 16 0,0 0 3 16,2 0-4-16,1 0-31 0,10 0-27 0,10-1-2 0,1-1-8 16,0 0-4-16,-4 2-4 0,1 0 2 15,-3 1-4-15,-1 1-4 0,-4 0-20 0,2 0-8 0,-2 0-9 16,-2 0-71-16,-2 0-22 0,-1 0-16 0,1 0 3 15,-2 0-28-15,-1 0-104 0,3 1 46 0</inkml:trace>
  <inkml:trace contextRef="#ctx0" brushRef="#br0" timeOffset="60938.17">23724 2437 642 0,'0'0'83'0,"0"0"131"0,-2-2-164 0,0 2-5 16,2-2-4-16,0 2 5 0,0 0 15 0,0 0-30 15,-2 0 1-15,0 0-13 0,2 0-9 0,0 0-2 16,0 0-4-16,0 0 2 0,0 0-4 0,0 0-1 16,0 2 3-16,0 0-3 0,0 0 5 0,0 0-18 15,0 0-2-15,0 0-16 0,0-1-93 0,0 1-102 16,2 0-67-16</inkml:trace>
  <inkml:trace contextRef="#ctx0" brushRef="#br0" timeOffset="61168.64">23781 2415 568 0,'0'0'120'0,"0"0"-69"0,0-2 128 0,0 0-42 16,0 0-57-16,0 0-48 0,0 1-4 0,-2 1-12 15,0 0-10-15,1 0 11 0,-1 1-4 0,0-1 6 16,-13 23-7-16,0 10-2 0,0 1-4 0,-5 5 2 0,7 3-10 16,-2 1 4-16,4 2-2 0,7 5-1 0,-7 2-32 15,2 2-266-15,3 3 9 0</inkml:trace>
  <inkml:trace contextRef="#ctx0" brushRef="#br0" timeOffset="61420.59">23235 3768 414 0,'0'0'127'0,"0"0"-119"15,0 0 135-15,0 0-56 0,-2 0-23 0,2 2 36 0,-1 0 0 16,1 0 11-16,0-2-1 0,0 2-18 0,0 0 2 15,0 0-8-15,1-1-8 0,1 1-26 0,0 0 0 0,2 0-11 16,9 0-17-16,5 2-15 0,5-1-1 0,-3-1-3 16,1 0-1-16,-7-2-19 0,3 0-5 0,-6 0-13 15,8 0-84-15,-1 2-134 0,-3 0-33 0</inkml:trace>
  <inkml:trace contextRef="#ctx0" brushRef="#br0" timeOffset="61852.61">23000 3081 747 0,'-2'-3'82'0,"-11"-25"130"0,0-2-130 0,3 8 10 16,3 5-6-16,1 2 9 0,1 0-7 0,3 8-24 0,0 0-6 16,0 1-9-16,0 2-41 0,1 1-8 0,-1 1-6 15,0 0 1-15,2 2-6 0,0 2 9 0,0 14-1 16,0 20 2-16,0 1-3 0,0 4 3 0,0-8 1 16,0-1 0-16,0 1 1 0,0-3 1 0,0-2-1 15,0-2 1-15,0-6 3 0,0-1-3 0,2-1 0 0,0-5-1 16,1 0 3-16,-1-5-1 0,0-3 7 0,-2-3-2 15,2 2 39-15,2 0-7 0,-1-3 5 0,1-1-9 16,9 2-14-16,2-2-8 0,0-3 3 0,-4-3-3 16,4 4 5-16,0-20-3 0,-1-2-6 0,1 0 2 15,2-1-2-15,-4 3 1 0,-2-2-1 0,2 9 0 16,-4-3-3-16,-3 6-8 0,-1 1 1 0,7-4-4 0,-7 8 3 16,1-2-19-16,-4 5-6 0,-1 0-11 0,1 2-73 15,0 1-34-15,0-1-12 0,0 2-8 0,-2 0-74 16,0 0-145-16</inkml:trace>
  <inkml:trace contextRef="#ctx0" brushRef="#br0" timeOffset="62257.44">23228 3221 555 0,'0'0'83'0,"0"0"-10"0,0 0-14 16,0 0 18-16,0 2-48 0,0-1 10 0,0 3 22 16,-2 2-6-16,-5 12 10 0,-3 5-9 0,-1-1 10 15,0 2 5-15,0-2-1 0,2-1 6 0,1-3-30 16,1-3 2-16,-1 0-13 0,3-4-17 0,1 0-3 0,2-3-3 15,0-3 1-15,2-1 0 0,0-2-10 0,0 0 8 16,-2 1-6-16,2 1 24 0,0-2-17 0,0 0-1 16,2-2-7-16,0 0-5 0,2-2 1 0,9-5-3 15,7 1 3-15,-1-14 1 0,-1-1 4 0,-1 3-2 0,-2 3 1 16,4-2-1-16,-6 6-3 0,-2 0 7 0,-6 5-4 16,3 2 16-16,-5 3 6 0,-1 1-2 0,2-2 1 15,-2 2-10-15,2-2-1 0,-1 0-2 0,1 0 1 16,-2 2-10-16,0 0 0 0,0 2 0 0,-2 0-1 15,0 2-4-15,-2 7-6 0,-8 9-1 0,-1-1-1 16,0-1-19-16,-2 1-29 0,4-6-22 0,5-2-3 16,-9-2-88-16,2 1 3 0,2-5 5 0,1-1-4 0,1-2-20 15,-1-2 6-15,3 0 7 0,-1 0 13 0,3 0 113 16,-1-4 52-16,-2-3 18 0,-7-18 13 0,6 1 76 0,3 2-23 16,2 0 11-16,2 3-15 0,0 2 23 0,4 3-12 15,2-1 8-15,-3 5-11 0,5-1-13 0,-3 4-40 16,8 3-2-16,8 0-13 0,-3 1-14 0,-1-8-9 15,2-1-3-15,-3 7-5 0,-1 1-31 0,-2 4-182 16,0 0-34-16</inkml:trace>
  <inkml:trace contextRef="#ctx0" brushRef="#br0" timeOffset="62428.8">23408 3438 812 0,'0'0'133'0,"0"0"-172"0,0 2 159 16,0 0-85-16,0 0 8 0,0 1 59 0,-4 12-10 15,2-2 23-15,1 0-29 0,-1 0-35 0,0 2 5 16,0-2-14-16,2-2 5 0,0-2 3 0,0-1-5 0,2-5 2 16,0 1-21-16,1 0-21 0,12 1-3 0,21-1-6 15,1-8-14-15,7-10-44 0,8-9-49 0,4 22-7 16,3-25-235-16</inkml:trace>
  <inkml:trace contextRef="#ctx0" brushRef="#br0" timeOffset="66806.28">28310 1518 256 0,'-2'0'159'0,"0"0"-65"0,0 0 60 16,-2 0 14-16,-12-2-103 0,-5 0-2 0,1 1 15 15,5-1-7-15,4 0 9 0,0 0-12 0,3 2-21 16,1-2 0-16,-2 0-9 0,5 2-11 0,0 0-7 16,-1-2 0-16,1 1-4 0,0-1-3 0,1 0-11 15,1 0 4-15,0 2-6 0,0 0 2 0,0 0 0 0,2 0 6 16,0 0-2-16,2 0 14 0,0 0 4 0,39 6-5 15,11-1 5-15,1 1-12 0,9-3-7 0,10-1 2 16,10 0-3-16,16 0 2 0,19-2-5 0,9-2-1 16,8-3-1-16,0-3-3 0,1-1 3 0,10 0 1 15,7 1 0-15,1 1 2 0,-8-3-1 0,-10 5 2 0,-3-1-2 16,3 4 2-16,3 1-5 0,-10-3 2 0,-13 0-2 16,-13 2 2-16,-11-3 7 0,-4 1-5 0,3 2 5 15,-5-2-2-15,-11 3-6 0,-5-1 5 0,-17-2-5 16,-9-2 3-16,-3 3 21 0,-8-1 0 0,-6-2 9 15,-7 3 22-15,-6-1-5 0,-2 0 3 0,-8 4-3 16,3-2-1-16,-2 1-3 0,-1-1-4 0,-1 2 1 0,0 0-5 16,0 0-7-16,2-4 0 0,-1 0-2 0,1 1-9 15,-2-1-8-15,0 0-2 0,0 0-1 0,0 1 9 0,-1-1-13 16,1 0 3-16,-2 1-7 0,0-1 1 16,0 0-1-16,0 0 4 0,-2 1-3 0,2 1 3 0,-3-4-3 15,3 4-1-15,-6-1-1 0,-7-7-5 0,6 7 5 16,-1-1-3-16,5 2 3 0,-1 0-7 0,0 0-2 15,0 1 0-15,1-1 1 0,-1 2 2 0,0 0-2 16,2 0 4-16,-1 2-3 0,-1-1 3 0,0 3 4 16,1 2-5-16,-12 14 5 0,0 8-3 0,4-2 6 15,0 2 0-15,-1 2 2 0,3-1-4 0,0-1 1 16,0 0 0-16,1 0 1 0,-1 2-2 0,0-1 4 16,-1 3-4-16,-1-3 4 0,2 5-4 0,0-1 0 0,-1-1 3 15,3 1-1-15,1 1-2 0,-1-6 4 0,0 1-4 16,-1-6 3-16,3-1-3 0,-1-2 2 0,2-3 2 15,1 2 0-15,-1-3-3 0,2-6 4 0,0 1-1 16,2-4 2-16,0-3-8 0,0-2 2 0,0 1 0 0,0 1 3 16,0 0 8-16,-2 1-8 0,0-1 4 0,1 0-3 15,-14 7 6-15,-8 2-6 0,-4-2 5 0,-1-3-6 16,0-3-2-16,-2-1 7 0,2-4-10 0,0 0 8 16,4 0-5-16,0 0 3 0,2 0 3 0,1 0-3 15,5 0-2-15,1 0 1 0,2 0-3 0,4 0 2 0,1 0-3 16,3 0 3-16,3 0 1 0,-2 0 0 0,0 0-11 15,1 0 6-15,1 0-4 0,0 0 6 0,0 2 3 16,0 0-5-16,2-1 2 0,0 1-3 0,0 0 3 16,2 0 2-16,0 0-2 0,2 0 1 0,5 0-2 0,9 3 1 15,3-1 0-15,1 0 2 0,-1-1 2 0,-1 3-3 16,0-1 3-16,5 1-4 0,-7 0-5 0,1 1 3 16,-4 0 2-16,-4 1 0 0,-2-1 0 0,-2-1 0 15,-3-1 0-15,7 10 0 0,-1 2 4 0,-5 0-2 16,-3-1 1-16,-2-1 1 0,-4 2 3 0,-1-2-4 15,-5 1 2-15,1-3-2 0,5 0 5 0,-10-1-8 16,-3-1 0-16,2-2-1 0,0 2 5 0,4-3-5 16,2-3 2-16,7 1-3 0,-2-3 2 0,0 3 0 0,4-4-2 15,-1 2 0-15,-1-1-3 0,0 1-2 0,0 2 1 16,2-1-2-16,0 3 4 0,0-3-2 0,2 3 2 16,2-1-2-16,5 6 5 0,0 6-3 0,12 1 4 15,-3 6-3-15,-3 6 1 0,-2 3 2 0,-4 6-2 16,-5 3 3-16,0 5 5 0,22 1-2 0,-13 0 3 0,-8 2-2 15,-5-6 5-15,0 2 2 0,-5-3-1 0,-1-2 0 16,2-2-9-16,1-4 3 0,-3-2-1 0,-1 2 2 16,1-2-5-16,1-1-2 0,-1-1 3 0,2-3-3 15,2 0 1-15,1-4 0 0,-1-2-1 0,0 2 1 16,2-2 2-16,0-5-39 0,0 3-11 0,2-4-20 16,0 3-130-16,1-5-183 0,5 5-17 0</inkml:trace>
  <inkml:trace contextRef="#ctx0" brushRef="#br0" timeOffset="67544.28">27465 3471 274 0,'-2'-1'172'16,"0"-1"-170"-16,0-2 199 0,-9-13-87 0,-2-1-5 0,4 3 27 16,0 2-16-16,3 4 13 0,4-1-59 0,-9 3-40 15,4 3 0-15,-3 0-13 0,7 3-7 0,-3-3-7 16,1 0 2-16,1 2-4 0,0 0-5 0,0 2 4 15,1 2-4-15,-1 0 4 0,-5 17-7 0,-2 16 8 16,3 8-3-16,4 1 6 0,3 4 4 0,-1 4 2 16,-2 0 8-16,-3 4-3 0,-1 0 18 0,-3-6-3 15,0-2 1-15,2-7-3 0,-4-2-2 0,1-2 0 16,-1 0-5-16,0-1 2 0,0-3-10 0,0-1-2 16,2-3-2-16,0-1 0 0,4-2-3 0,1-5-6 0,1-1 3 15,1-3-5-15,0-4 1 0,2-2-1 0,0 0 2 16,2-5-1-16,0-1 7 0,0-1-8 0,0 0-1 15,0-1-1-15,0 1 1 0,0 0 5 0,0-1 0 0,0-1 1 16,0 0 3-16,0 0-5 0,-1 0 2 0,-1-2-3 16,0 0-2-16,-2 0-2 0,2 0 4 0,-16-2-3 15,-1 0-3-15,-3 0 1 0,-2 0-4 0,0 1 4 16,-2-1-2-16,-4 0 1 0,0 0 2 0,-3 0 1 16,-4-2 3-16,-2 1-5 0,-8-1 1 0,-3 0-3 15,2-1 6-15,-10-3-1 0,4 1 0 0,-1-2 0 16,-1-3 0-16,8 3 2 0,3-2 4 0,2 2-1 0,4-1 10 15,4 1 6-15,4 0 1 0,-1 1 3 0,4 1 15 16,-1 1-13-16,-1 1-2 0,6 1-4 0,5 2-15 16,1 1-1-16,5 1-3 0,1 0 0 0,3 0-3 0,0 0-8 15,1 0 0-15,5 0-5 0,-3 0-21 0,2 0-107 16,3 1-13-16,-1 1-46 0,2 0-176 0</inkml:trace>
  <inkml:trace contextRef="#ctx0" brushRef="#br0" timeOffset="68122.72">31119 3024 1029 0,'0'0'26'0,"0"0"-4"0,-2 0 41 16,0 0-1-16,2-2 3 0,0 2-15 0,0 0-27 15,0 0 2-15,0 2-10 0,0 0-1 0,0 5 4 16,-2 21-7-16,1 4 6 0,-3 1-8 0,-2 0 17 0,1 3 5 15,-3-3 3-15,-3 4 13 0,0 2-20 0,0 2 5 16,0 0-11-16,0 0-9 0,-1-4 0 0,1 0-7 16,0 0 5-16,4-3-7 0,-1 3 6 0,3-4-3 15,-1-5 5-15,2 0-2 0,1-4 9 0,-1 2 3 0,0 7 3 16,1-5 16-16,-1-4-15 0,0-1 5 0,2-7-9 16,-1 3-7-16,-1 0-1 0,0-3-6 0,-1 3 3 15,1-4-7-15,0-2-3 0,0-2-3 0,1-4-2 16,-1 3-18-16,0-3-155 0,1 0-27 0,1-1-66 15,-2 3-278-15</inkml:trace>
  <inkml:trace contextRef="#ctx0" brushRef="#br0" timeOffset="68574.64">26622 4545 749 0,'-2'-2'75'0,"-2"0"9"0,-16-6-11 0,1-1-16 16,8 4-12-16,-2-1 33 0,11 6-2 0,-1-2-10 0,-1-2 1 16,0 1-47-16,2-1-3 0,2 0-1 0,0-5 1 15,6-2 13-15,1-2 9 0,32 0-2 0,6 2 4 16,-2-4-3-16,11 2-7 0,-1 2 6 0,5 0-7 16,11-1 1-16,10 7-15 0,18-3 0 0,18 1-5 15,8 1 0-15,3-1-1 0,2-2 1 0,6 1-1 16,9-1 0-16,18 2-11 0,8-1 4 0,0-1-6 0,9 0 2 15,4-3 6-15,2-1-5 0,-4-1 6 0,-3-3-1 16,-1 0-5-16,-7 2 1 0,-7-1-2 0,-12 3 2 16,-20-4 0-16,0 4 2 0,-8 2-2 0,-8 2-1 15,-10 1 1-15,-24 1 0 0,-15 1 0 0,-12 2-2 0,-14 1 4 16,-7 1-4-16,-12 0 4 0,-7 0-4 0,-5-3 0 16,-6 5-4-16,1-4-3 0,1 0-41 0,-2 0-142 15,0 1-8-15,0-1-65 0,-2 2-215 0</inkml:trace>
  <inkml:trace contextRef="#ctx0" brushRef="#br0" timeOffset="69278.22">31513 1464 292 0,'0'0'59'0,"0"0"-7"0,0-2 57 16,-2 1 2-16,0-3-2 0,2 2 16 0,-4-9-33 16,0-2 11-16,1 4-22 0,-1-3-16 0,0 1-26 15,2 6-1-15,-1-3-7 0,-1 1 0 0,0 1-7 16,-3 3 7-16,-8-1-5 0,0-7 19 0,2 3 1 0,2 3-9 15,4 3 5-15,-3-2-20 0,3 2-5 0,-2 0 1 16,3 2-4-16,4 0-10 0,-2 0 0 0,3 0 2 16,-1 0 1-16,2 2 22 0,2 0 10 0,-1 0-2 15,25 13 1-15,19 2-21 0,5-4-5 0,10-2 0 0,10-6 0 16,8-1-2-16,9-2 0 0,8-2-4 0,5 0 2 16,-3-4-6-16,-4-1 0 0,-6-5 1 0,-9 3 0 15,0-1-3-15,-9 3 2 0,1 1 0 0,-5-1 1 16,-7 3 3-16,-4 2 3 0,-12-2 5 0,-8 0-2 15,-3 0 14-15,-7 2 2 0,-5 0-2 0,-6 0 1 16,-2 0-11-16,-3 0-1 0,-1 0 0 0,0-2-1 0,-1 2-10 16,0 0-2-16,3-2-1 0,-2 1 2 0,1 1-2 15,1 0 1-15,0 0-2 0,1 0 1 0,-1 0-1 16,-2 0 2-16,1 0-2 0,1 1 3 0,-3-1-3 16,-1 0 6-16,1 0-6 0,-4 0 6 0,-1 0-7 15,3 2 6-15,0-2 0 0,0 0 2 0,-1 0 2 0,-1 0 3 16,0 0 1-16,0 0-2 0,0 0-10 0,0 0 5 15,-1 0-3-15,1 0 5 0,0 0 0 0,0 0-9 16,0 0 1-16,0 0-2 0,-2 0 2 0,0 0-5 16,0 0-2-16,0 0-2 0,0 0-19 0,0 0-67 15,0 0-48-15,2 0-17 0,-1 0-257 0</inkml:trace>
  <inkml:trace contextRef="#ctx0" brushRef="#br0" timeOffset="71136.41">32731 1511 256 0,'0'0'-1'15,"0"-2"34"-15,0 0 43 0,0-7 18 0,-2-19 22 16,-2 4-16-16,0 1-31 0,1 5-1 0,-1 3-4 16,-4 0-13-16,7 11 2 0,-9-10 0 0,-6 10 2 15,3-5 8-15,-6-3 1 0,2 5-9 0,2 0 3 0,1-1-31 16,8 6 1-16,-1 0-3 0,3 2 2 0,2 0-13 16,-2-1-2-16,3 1 2 0,-1 0-2 0,0 1-5 15,2 1 4-15,2 0-8 0,0-2 6 0,35 17-12 16,2-4 6-16,0-4 4 0,-2-1 0 0,4 1-4 0,-1-2 1 15,3 3 0-15,-6-3 1 0,-3-1-4 0,-6-1 1 16,-4-1-2-16,-4 1 2 0,-5-1 6 0,-4 5-3 16,-2-3 2-16,-3-2-3 0,-2-2-2 0,-2-2 6 15,-1 0 3-15,3 1 5 0,0 1 51 0,0 0-20 16,-1 0 10-16,-1 0-17 0,0 0-11 0,0 0-13 16,0-1-3-16,0 1-2 0,-2-2-3 0,0 0-6 0,0 2 7 15,0 0-7-15,0 0 2 0,0 0 1 0,0 0-6 16,0-1 4-16,0 1-6 0,-2 2 3 0,0 0 2 15,0 1 0-15,-4 10 0 0,-3 6-2 0,-2 1 1 16,-4 4 0-16,-3 5 0 0,-3 5 6 0,-1 3-2 16,0 5 3-16,-3 4-4 0,1 4-4 0,2 2 0 0,2 0-2 15,-1 2 2-15,4-2 2 0,1-4 1 0,1 2 1 16,4-8-3-16,1-1-3 0,5 0 0 0,-1-6-1 16,3 0 7-16,1-5-2 0,0-1 0 0,2-1-1 15,0-2-4-15,0-4 4 0,0-2 3 0,2-1 1 16,-2-5-3-16,0-3 4 0,2-2-2 0,-2-3 3 15,0-3-3-15,0-1 3 0,0-2 0 0,1 2 2 0,1-1 8 16,0 1 1-16,0 0 2 0,0-2 0 0,0 0 3 16,0-1 3-16,-1 1 1 0,1 0-1 0,-2-2-10 0,0 0-5 15,0 0-3-15,-2 0 0 0,1 0-1 0,-1 0-1 16,-4 0 1-16,-18-5-3 0,-2 1-5 0,0 2 7 16,-6 0-3-16,5 2 6 0,4 0-3 0,-1 0-5 15,6 0 5-15,-1 0-6 0,2 0 6 0,4 0-4 16,2 0-3-16,4 0 1 0,-1 0 5 0,5 0-5 15,1 0-1-15,-2 2-3 0,0 0-2 0,1 0 6 16,1 0 0-16,0-1 0 0,0 1-6 0,2 0 6 16,0 2-1-16,2 0 1 0,2-1-3 0,12 8 5 15,12 4-4-15,2-4 3 0,5 1 0 0,1-5-4 0,-1 0 6 16,-4-1-4-16,-3 0 4 0,-2 1 0 0,-2-1-3 16,4 3 2-16,-4-2-3 0,-3 3-4 0,-5-1 4 15,-3-2-2-15,-5-1 9 0,-6-1-7 0,9 12-1 16,-4-4-3-16,1 6 7 0,-6-1 3 0,-2 5-1 15,-6 1 2-15,-3-2-2 0,-6 0 0 0,0-3-2 0,-18-1 0 16,3 1-3-16,-7-4 9 0,1 0-2 0,5-1 4 16,-6-2-8-16,3 1 6 0,5-4-2 0,1-4 3 15,4 5-5-15,3-3-3 0,3 2 0 0,1-1-1 16,6-4 5-16,0-1-4 0,3 3 0 0,5-2-1 16,-1-3 5-16,4 1-5 0,-2-2 0 0,2 2-1 0,-2 2 1 15,2-2-1-15,-2 1 1 0,0 1-3 0,1 0-1 16,1 0 8-16,0-3-1 0,1 1 4 0,1 0-6 15,2 0-1-15,5 0 0 0,15 2 0 0,2-3 0 16,-1-1-3-16,1 0 1 0,-2 0-1 0,-6 0 6 0,-3 0-5 16,-4 0 2-16,-2 0-4 0,3 0 0 0,-1 2 6 15,-4-2-2-15,-1 0 4 0,-3 0-4 0,-1 0-3 16,2 2 2-16,0 2-1 0,-4-2-2 0,7 14 5 16,-5 1 0-16,-2 4 1 0,-6 1-5 0,-3 4 5 15,-2 4-4-15,-2 1 3 0,-4 4-4 0,-1 4 1 16,-1 4 2-16,1 2 0 0,1 1 1 0,2 6 2 15,4-6-3-15,2 5 3 0,1-5-6 0,1-1 2 16,-1-1-1-16,3-1 2 0,1 1-6 0,0-3 9 0,1-4-1 16,1-1 4-16,0-3 5 0,0 2-10 0,0-3 9 15,0 0-8-15,1-1 8 0,1-3-1 0,0 2-2 16,0-4 2-16,0-2-3 0,-2-2 2 0,2-5-8 16,0-2 5-16,0-2-4 0,0-2 7 0,0-4-2 15,0-1 1-15,0 1 0 0,0-3-4 0,-2 3 7 0,2-3-7 16,-2 0 0-16,0-1 5 0,0 1-2 0,0-2 3 15,1 0-7-15,-1 0-1 0,0 0-1 0,0-1 0 16,0 1-6-16,0 0-69 0,2 0-8 0,0 0-36 16,0 0-187-16,0 0-130 0,0-1-46 0</inkml:trace>
  <inkml:trace contextRef="#ctx0" brushRef="#br0" timeOffset="74810.22">33141 2630 184 0,'0'-2'0'0,"0"1"191"0,0-1 24 0,-2-2 31 15,0-2 11-15,0-1-167 0,1 1-9 0,1 3 3 16,0-1-4-16,0 2 1 0,-2-2-41 0,0 1-22 16,0 1-1-16,0 0-6 0,0 2 0 0,0 0 2 0,1 2 1 15,-3 3-1-15,-15 25 0 0,4 5-4 0,2 4 3 16,4-1-2-16,2 2 2 0,1-2 1 0,1 1-7 16,-3-2 6-16,1-2-1 0,-1 4-2 0,-1-4 3 15,2-3-3-15,-1-4 4 0,1-8-8 0,-3 0 3 16,3-3-4-16,0-2 2 0,1-6-1 0,2 1 0 0,2-5 0 15,1 1 2-15,-1-3-6 0,0 1-4 0,0 0-1 16,0 0-15-16,0-3 6 0,2 1 1 0,0 0-1 16,0-2-5-16,2 0 1 0,0-2 1 0,0-3 1 15,9-21 7-15,-2-8-1 0,-3 6 5 0,-1-3-3 16,1-3 11-16,-2 1-2 0,-1-6-2 0,1 0 0 16,0 0-4-16,0 2 5 0,1 5 0 0,1 3 2 0,1 1-4 15,1 4 1-15,-1 1 1 0,2 5 0 0,1 1-1 16,-1 4-2-16,-2 4 2 0,6 0-2 0,4 3 5 15,0 2 1-15,-1-7-3 0,-3 4 2 0,4-1 1 16,-2 5 8-16,-2 3-3 0,-2 0 4 0,-3 1-12 0,-7-1 13 16,1 0-6-16,11 21 8 0,-3 3-5 0,-5 4-2 15,-5 0 2-15,-7 0-1 0,-4-2 12 0,-2-4-1 16,7-2 5-16,-16-3-4 0,-2 2 4 0,1-5-3 16,5-1 0-16,1-3-1 0,2-3 0 0,4 2 0 15,0-1-4-15,5 3 2 0,1-2-7 0,1 0-3 16,-5 4 0-16,1-1-1 0,1 4-7 0,1 1 2 15,3 3 0-15,3-5 1 0,0 2 1 0,3-2-2 0,3 2-1 16,-1-4 1-16,1 0 2 0,1-2-6 0,1-2 5 16,-3 0-6-16,12-1 2 0,0-3-30 0,-2-1-6 15,3-2-13-15,1 0-77 0,3 0-54 0,0 12-28 16,1-2-9-16,3-5-120 0</inkml:trace>
  <inkml:trace contextRef="#ctx0" brushRef="#br0" timeOffset="75041.89">33718 2890 717 0,'0'-2'72'15,"-1"1"6"-15,-1-3-1 0,0 0-3 0,-2-3-15 0,-1-1 45 16,3 5-10-16,-13-1-5 0,-6 2-3 0,-1-13-24 16,-6 4-24-16,2 9 5 0,-2 6-11 0,-1 7 1 15,-3 4 0-15,-1 3 3 0,3-16 1 0,0 21 16 0,2 1-4 16,2 5 1-16,4-8-2 0,2 1-6 0,5-2-9 15,4-5-5-15,3 2-1 0,5-2-11 0,-8 0 2 16,1 0 0-16,7-4-1 0,-1 4-5 0,4-4-11 16,2 0 1-16,1-2-4 0,1-3-14 0,5-3-29 15,19 1-8-15,2-2-12 0,5 18-66 0,8-7-102 16,-6-7-33-16,-2-4-34 0,2 0-220 0</inkml:trace>
  <inkml:trace contextRef="#ctx0" brushRef="#br0" timeOffset="75340.64">33603 3145 640 0,'0'0'52'16,"-2"0"5"-16,1 0 14 0,-1-2-4 0,0 0-4 16,-2 0 42-16,0 0-15 0,1 0-6 0,1 0-6 15,0 1-38-15,0-1-21 0,0 0 1 0,2 0-7 16,0 0-4-16,0 2-5 0,2 0 3 0,0 0-2 15,0 0 12-15,2 2 14 0,-1 0 0 0,-1-2 6 16,6 7 5-16,-3 12 0 0,3 1 0 0,-7 1 1 0,1-1 6 16,11-1 6-16,-3-3-3 0,-5-1 2 0,-1 0-19 15,-2-4-9-15,-2 0 3 0,0-3-5 0,0-3 5 16,0-1-13-16,0-2 5 0,3 2-7 0,5 1-5 0,22 8-9 16,7-7-6-16,-2-6-2 0,2-8-21 0,0-3-38 15,-1-2-10-15,1-3-13 0,-4 1-60 0,-7 4-94 16,-4 1-5-16,-12 7-43 0,-5 1-153 0</inkml:trace>
  <inkml:trace contextRef="#ctx0" brushRef="#br0" timeOffset="75701.37">32157 4740 302 0,'-2'0'84'0,"0"0"-6"16,-9 0 100-16,-9 1-15 0,1 1 10 0,2 0-56 15,8 0-21-15,0 0-9 0,5-2-2 0,2 0-27 0,-2 2-19 16,1 0-3-16,1-1-5 0,0 1-12 0,2 0 0 16,2 0-1-16,2 0 1 0,25 7 2 0,12-3 17 15,4-4 3-15,-3-4 3 0,3-4 2 0,0-1-23 16,-1-1-5-16,-3 1-6 0,0 1-10 0,-4 3-9 16,-4-1-2-16,-5 2-8 0,-4 2-30 0,-9 0-124 15,-4 0-11-15,-5 0-38 0,-2 0-39 0</inkml:trace>
  <inkml:trace contextRef="#ctx0" brushRef="#br0" timeOffset="75840.96">32287 4929 540 0,'-2'0'214'0,"0"0"-191"0,-2 0 217 16,-3 0-91-16,0 0-104 0,3 0-11 0,0 0 3 15,0 0-5-15,3 2 6 0,-1 0-20 0,2-1 10 16,0 1-14-16,2 0-1 0,3 0 0 0,29 4-7 16,8-3 4-16,7-3-16 0,1-3-9 0,2-3-96 0,3-3 17 15,3 1-433-15</inkml:trace>
  <inkml:trace contextRef="#ctx0" brushRef="#br0" timeOffset="82568.78">23566 6193 15 0,'-2'0'5'16,"0"-2"6"-16,0 1-10 0,0 1 1 0,-18-12 5 15,5 5-1-15,-2-2 14 0,4 3 5 0,2 1-3 16,-4-3 5-16,2 3 3 0,-3-3-2 0,-1 3 3 15,-2-1-1-15,-1 2 8 0,1 2 5 0,5 2-7 0,-5 2 5 16,2 0-5-16,2 2-2 0,2 0 8 0,2-1-5 16,0 1 22-16,2-2 1 0,1 0-1 0,3 0 0 15,1-2-12-15,0 0 12 0,1 1-6 0,-1-1 8 16,0 0-13-16,1 0-10 0,-1 0-5 0,2 0-1 16,0 2-14-16,0-2 2 0,0 0 1 0,2 2-1 0,0-2-8 15,0 2 3-15,2 0-3 0,2 0 2 0,11 5-13 16,18 10 7-16,6 0-5 0,10 3 6 0,4-1 0 15,12 1-4-15,2-1-1 0,2 1-2 0,-2-5 1 16,-2-6 9-16,2 0 1 0,-1-5 1 0,9-2 3 16,1-2-2-16,6 0-1 0,-4-4 0 0,-2 1-3 0,-2-5 0 15,-11-3 1-15,-4 0-1 0,-7 2-2 0,-13-1 4 16,-1 3 3-16,-7-2 1 0,-1 1 13 0,-6 1 6 16,2-3-4-16,-2 3 4 0,-2 0-8 0,-5-1-3 15,0 1 5-15,-6 1-5 0,4-3 1 0,-4 1-3 16,2 7-5-16,-4-12 3 0,2 3-3 0,1-1-7 15,-3-7 4-15,2-1-6 0,-4-5 1 0,5-2-2 16,6 2-5-16,1-6 3 0,1 2-6 0,-3-1 10 0,-2-3-1 16,1 0 2-16,-1 1-13 0,0-4 5 0,-4 3-3 15,0 0 4-15,4 1 1 0,0 1-4 0,4-3 6 16,-5-1-6-16,3 1 7 0,-4-2-9 0,4 3 1 16,-4 2-4-16,0 1 4 0,-2 3 1 0,-2 0-1 0,2 3 0 15,1 5-1-15,1 1-2 0,0 2 1 0,0 4-2 16,0 0 0-16,1 2 0 0,7 1 0 0,-1 3 1 15,6 1 1-15,0-2 2 0,4 3-1 0,0-3 1 16,1 1 2-16,5-1 0 0,4 0 0 0,9-1-2 16,3 1-2-16,5 3 3 0,3-3 3 0,-1 4 0 15,2-26-4-15,1 14-1 0,-3 8 0 0,-3 6 0 16,-2 0 0-16,-2 2-1 0,-2 2 2 0,2 1 0 16,-2 1 0-16,0 1 0 0,2 1-2 0,0-1 2 0,-2 0 3 15,-4-3 0-15,-5 0 2 0,-5-2-2 0,1 0 2 16,-6-1-2-16,1-1 4 0,-4 0-3 0,-4 0 10 0,-2-1-4 15,-7-1 7-15,-2 0-5 0,0 0 15 0,-6 2 5 16,-1 0 2-16,-2 0 2 0,-1-2 14 0,1 0-14 16,0 0-4-16,-2 1-5 0,-1-1-20 0,1 0 3 15,0 0-7-15,-2-2 4 0,0 1-25 0,0-1-82 16,0 2-3-16,0 0-33 0,0 0-68 0,0 0-202 16,-2 2-57-16</inkml:trace>
  <inkml:trace contextRef="#ctx0" brushRef="#br0" timeOffset="83093.05">25703 8108 443 0,'-2'0'246'0,"-2"0"-315"15,-22-6 286-15,0 0-152 0,-1 1-22 0,2 1 18 16,-1 2-2-16,0 0 7 0,0 1 8 0,-3 1-2 16,-1 0 2-16,0 1-4 0,2 3-7 0,1 2-16 15,2-1-2-15,9-1-6 0,-1 2-15 0,10-3-3 16,1 1-7-16,4-4 2 0,0 4-16 0,-5 9 10 0,3-2-3 16,4 4 5-16,6 0-11 0,3-2 9 0,21-2-1 15,20-2 3-15,4 0-6 0,11-1 3 0,7-3-2 16,10-1 1-16,-1-2-2 0,9 31 2 0,-1-22 4 15,-9-9-3-15,3-2 6 0,-10-2 11 0,-8-1-4 16,1-3 5-16,-3 1-13 0,-5 1 1 0,0 0-3 0,-12 2 3 16,-1 0-5-16,-14 1-2 0,-9-1 6 0,-3 0-4 15,-13 2 11-15,1 0-2 0,-3 0 8 0,-1-2-5 16,-1 2 9-16,2-2-4 0,0 0-10 0,-2 0 4 16,-1 1-24-16,-1-1-70 0,0 0 0 0,-1 0-28 15,-3 0-41-15,-9-2-71 0,-21 1-34 0,3 3-34 16,-6 7-315-16</inkml:trace>
  <inkml:trace contextRef="#ctx0" brushRef="#br0" timeOffset="83407.28">25801 8735 1188 0,'0'0'27'0,"0"0"0"0,0 0-37 15,0 0 11-15,0 0-25 0,2 0 36 0,0 0 46 16,0 0 1-16,2 0 14 0,20-2 4 0,-4 0-38 15,4 1-1-15,0-1-12 0,-1 0-19 0,-8 0 0 16,1 0-3-16,-3 0 2 0,2 0-5 0,-4 2-31 16,-7 0-10-16,0 0-11 0,-1 0-49 0,1 0-9 15,0 0 7-15,-2 0-2 0,-2 2 44 0,-2 0 35 0,-2 2 4 16,-18 0 11-16,-8 10 25 0,4-4 23 0,0 3 4 16,11-6 4-16,-3 1 17 0,8 1-18 0,7-2 8 15,1 4-12-15,-6-1 2 0,5-3-6 0,-1 2-5 16,2 1 2-16,2-3-3 0,4 2 1 0,0-5 3 0,29 2-3 15,-1-3-8-15,3 18 3 0,4-8-3 0,-4-8 5 16,6-3-6-16,-2-2-25 0,0-2-18 0,6-1-9 16,-5-1-112-16</inkml:trace>
  <inkml:trace contextRef="#ctx0" brushRef="#br0" timeOffset="86844.15">27818 7059 981 0,'-2'0'51'16,"0"0"101"-16,0 0-148 0,0 0 4 0,0 0 4 0,1 1 6 15,-1 1 56-15,2 0-8 0,0 0 13 0,0 0-13 16,0 0 2-16,0 0-18 0,2-1-3 0,-1-1-3 16,5 0-6-16,18 0-20 0,4-1 1 0,5-3-7 15,1-2-3-15,1 1-5 0,4-3 2 0,-7 1-3 16,3-2-6-16,-9 1-36 0,-4 3-2 0,-3-1-13 16,-6 0-33-16,0-1-92 0,-4 1-19 0,-5 5-28 0,3-1-89 15</inkml:trace>
  <inkml:trace contextRef="#ctx0" brushRef="#br0" timeOffset="107671.01">26720 4571 24 0,'0'0'20'16,"0"-2"-5"-16,0 0 21 0,2 0 4 0,0 0-5 16,0-2 0-16,0 1-2 0,0-3-1 0,1-5 0 15,3 0-3-15,0-2 2 0,-3 4 6 0,1-3-4 16,0 3 3-16,-1 0-6 0,1-2-4 0,-2 3 0 16,2-3-5-16,-2 4 6 0,1-3-4 0,-1 5 4 0,0-1-10 15,0 1 8-15,0 1 3 0,0 0 1 0,-1 1 5 16,1-1-12-16,0 2-3 0,0 0-4 0,0 0-13 0,-2 0 4 15,0 1 1-15,0-1 1 0,0 0 3 0,0 0-2 16,0 2 4-16,0 0-3 0,0 0 7 0,0 0-9 16,0 0 0-16,0 0-2 0,0 2 2 0,0 0 4 15,0 0-5-15,0-1 4 0,0 1-12 0,0 0 7 16,0 2 2-16,0 0 1 0,0 5-4 0,0 9 4 16,0 8-6-16,0-1 6 0,-2 4-9 0,0-1 8 15,-2-2-2-15,1 9 3 0,-5-7-9 0,1 6 9 16,-4-1-5-16,1-5 7 0,-1 5-9 0,0-5 3 15,0 2-2-15,0-4 1 0,2 0-5 0,-1-2 10 16,1 0-3-16,2-2 6 0,-1 1-5 0,3-3-5 0,-1-3 5 16,0 0-5-16,3-3 14 0,-1-1-5 0,2-1-2 15,0-1-1-15,2-4-7 0,0-1 9 0,0 1-1 16,0-1 3-16,0-3-3 0,0-1 4 0,0 2 4 0,0 0 0 16,-2-1 5-16,1-1-3 0,-1 0-1 0,0 0-2 15,0-2-7-15,0 0 3 0,0 0-2 0,0-2 4 16,1 0-2-16,-1-1-6 0,0-14 1 0,2-5-2 15,0-1 1-15,0 1-5 0,-2-2 6 0,0 2-6 16,2-3-1-16,0 1 2 0,4-2-5 0,3 0 5 16,-1-2-1-16,1-1 1 0,3 1 1 0,-1-9 0 0,2 3-1 15,-2-1-3-15,1-2 1 0,-3 2-3 0,-3 3 4 16,1 4 1-16,-1 2-1 0,0 10-1 0,-2 4 1 16,-1 3-3-16,-1 4 2 0,0 3-1 0,2-4-2 0,0 2 0 15,0 3-8-15,0-1 5 0,-2 0-1 0,0 2 4 16,0 2 3-16,0 1 0 0,0 20 2 0,-2 6-2 15,-4-1 0-15,1 0 0 0,-1 0 0 0,1-2-1 16,-1 0 1-16,1-2 0 0,-3-3 1 0,1 1-1 16,1 0 0-16,-1 0 0 0,1 1 4 0,2-1-4 15,-1 0-1-15,-1 0 0 0,1 3 2 0,-1-1 0 16,1 0 0-16,1 2 0 0,0 0-1 0,0-2-1 16,-1 0 0-16,1 0 1 0,-1 2 0 0,1-5 2 0,0-3 1 15,2-3 1-15,0-2-3 0,1 2 3 16,-1-4-3-16,2-3 2 0,0-1-6 0,0-1 5 0,0-3 0 15,0 1 4-15,0 0-6 0,0-1 8 0,0 1-4 16,0-2 5-16,2 0-9 0,-1 0 6 0,1 0-3 16,0-2 6-16,0 0-5 0,0-2-1 0,0 0 1 0,0 0-1 15,-1-2-2-15,3-3 0 0,4-8-3 0,-3 2 2 16,1 2-3-16,-3 0 6 0,1 1 2 0,-2 1 1 16,0 0-3-16,-2 3-4 0,0 1 2 0,0-1-1 15,0 4 0-15,0 0-2 0,0-1-2 0,0-1 2 16,-2 2-2-16,0 0 6 0,-2 2-5 0,-16 0 5 15,-6 2-5-15,2 4 4 0,0 3 0 0,3 0 1 16,8-1-4-16,0-5 3 0,-2 16 2 0,8-4 0 0,-2 3-3 16,3-3-3-16,2-4 1 0,3 4-2 0,-9-4 7 15,3 2-4-15,-1 2 1 0,5-4-3 0,1 1 4 16,2-5 1-16,0 0 2 0,2 5-1 0,0-5 8 0,1 0-7 16,1-1 1-16,0-4-3 0,18 0 0 15,-2 13 6-15,3-4-5 0,-5-6 4 0,8 1-3 0,-3-6-4 16,-1 0 7-16,-5 0-6 0,-1-4 5 0,5-1 0 15,-3-3-4-15,5-3 4 0,-5 0 0 0,-3 2-4 16,-4-1 3-16,-2 3-4 0,-1-8 4 0,-4-4-2 16,7 3 0-16,-2 1 0 0,-3 2 1 0,-3 2 7 15,1 0-9-15,-2 1 6 0,-2-3-12 0,0 4 1 0,0 3 7 16,-2 1-4-16,2 3 1 0,-9-2-1 0,-12-11-1 16,-1 4 1-16,0 4 0 0,-1 3-2 0,1 2-1 15,0 2 0-15,-2 2 4 0,1 2 2 0,-1 1-2 16,6 1 1-16,1 0-5 0,4-1 2 0,2 3 0 15,0-1 0-15,5 2 1 0,-3 4-2 0,3 2 2 0,3-2-1 16,-1-2-1-16,-5 2 4 0,-1 2-4 0,5 2 4 16,1-2-2-16,4-6 1 0,0 2 0 0,2 0 1 15,0-3 1-15,3 1-3 0,1-2 2 0,9-5-2 16,9 2 0-16,0 13 7 0,0-4 1 0,-2-6 0 16,-1-1-2-16,-4-4-5 0,3-2 1 0,-1-2 0 15,-6-2 11-15,1-2-7 0,3-3 7 0,-4 2-7 0,-2-3 10 16,-7 1-6-16,0-11-1 0,9 1-1 0,-2 1 2 15,-4 1-2-15,-1-2 4 0,-4 6-4 0,-2 0 0 0,0 2-8 16,-4 0-1-16,0 2-1 0,1 1-2 0,-1 6-3 16,-17 1-1-16,1-12-2 0,0 3-13 0,-12 7-4 15,6 3-5-15,-6 7-8 0,1 6-96 0</inkml:trace>
  <inkml:trace contextRef="#ctx0" brushRef="#br0" timeOffset="109369.06">25534 8265 83 0,'0'0'20'0,"0"0"-2"0,-2 0 17 0,0 0 5 0,0 0-4 15,1 0 4-15,-3 0-9 0,0 0-1 0,-13 0-2 16,1 0 7-16,1 0-8 0,0 0 2 0,4 0-3 16,2 0 9-16,-3 0 11 0,1 0-6 0,2 0 5 0,-2 0-12 15,3 0-7-15,3 0 4 0,1 0-5 0,2 0 6 16,0 0-12-16,-1 0-2 0,-1 0-5 0,0 0-12 16,2 0 11-16,1 0 0 0,-1 0 4 0,2 0 15 0,0 0 17 15,2 0 0-15,-1 0 3 0,5 0-15 0,27 0-3 16,5 0-5-16,4 0 0 0,1 0-11 0,7 0 2 15,6-1-5-15,3-1 2 0,4 0-9 0,2 2 4 16,-3 0 1-16,1 0-1 0,-9 0-11 0,-10 0 5 16,-1 0-2-16,-10 0 4 0,3 2 1 0,-7 0-4 15,3-1 8-15,-4 1-5 0,-4-2 7 0,-2 0 1 16,-2 2-3-16,-1-2 4 0,-2 0 3 0,-2 0-3 0,1 2-2 16,-3-2 1-16,-3 0 0 0,-1 0-9 0,-4 0 6 15,-1 0-7-15,0 0 4 0,-2 0-5 0,0 0-1 16,-1 0-2-16,3 0 2 0,0 0-8 0,0 0-7 15,-1 0-3-15,-1 0-29 0,0 0-16 0,-2 0-22 16,0 0-1-16,0 2-115 0</inkml:trace>
  <inkml:trace contextRef="#ctx0" brushRef="#br0" timeOffset="109637.77">25877 8800 396 0,'-1'-2'47'0,"-1"0"51"0,0 1-23 0,0-1-26 15,0 0 1-15,0 0-8 0,0 0-1 0,1 0-4 16,-1 0 1-16,2 1 0 0,0-1 9 0,0 0-33 15,2 0 9-15,-1 0-18 0,1 0 1 0,2 0-6 16,0 1-3-16,-1 1-1 0,1 0-9 0,0 0-34 16,0 0-8-16,3 0-16 0,-5 0-86 0</inkml:trace>
  <inkml:trace contextRef="#ctx0" brushRef="#br0" timeOffset="109787.89">25751 8949 111 0,'0'0'45'0,"0"0"-7"0,0 0 30 0,2 0 7 0,0 2-12 15,0-1 3-15,0 1 6 0,1 0 4 0,3 0 1 16,7 2 4-16,2-1-16 0,9 3-6 0,-4-2-3 16,10-2-30-16,-2-2-20 0,2 0-5 0,3 0-5 15,-3-2-37-15</inkml:trace>
  <inkml:trace contextRef="#ctx0" brushRef="#br0" timeOffset="116070.83">26507 5343 8 0,'0'0'0'0,"0"0"5"0,0 0 60 0,2 0-9 0,0-2 2 15,-1 0-19-15,1 0-6 0,0 1-14 0,0-3 11 16,0 0-12-16,0 0 4 0,0 1 3 0,-1-1-11 16,1 0 8-16,-2 1-9 0,0-1-1 0,0 0 7 15,0 2-6-15,0-1-4 0,0 1 3 0,2-2-2 0,-2 0 4 16,4-3 0-16,-2 1-3 0,0 1-1 0,-1-1 1 15,3 1 0-15,0-1 5 0,-4 4-1 0,2-2 1 16,0 1-15-16,1-1 15 0,-3 2-6 0,4-2 8 16,0 1-13-16,-2-1 5 0,-1 0-4 0,1 1 4 15,0 1-8-15,0 0-1 0,0 0 2 0,0 0-1 16,0 0 8-16,-1 0-8 0,1 1 2 0,0-1-4 0,0 0 2 16,0 0 3-16,0 0-3 0,0 0 3 0,-1 0-8 15,-1 1 9-15,0-1-3 0,0 2 7 0,0 0-4 16,0 0-3-16,0 0 0 0,0 0-2 0,0 0 0 0,0 0 10 15,0 0-2-15,0 0 3 0,0 0-13 0,0 0 10 16,0 0-9-16,0 2 8 0,0-1-4 0,0 1-1 16,0 0 7-16,0 0-6 0,0 0 6 0,0 0-1 15,0 0-7-15,0 1 5 0,0 1 0 0,0 0 1 16,0-1 4-16,0 1-5 0,0-2-9 0,-1 7 11 16,-1-1-5-16,0 1 8 0,2-5-1 0,-4 5-1 15,0 4 0-15,1-2-1 0,-1 0-9 0,0-1 13 16,1-1-6-16,-1 0 8 0,0 0-8 0,-1 4-4 0,3-7 3 15,0 0-3-15,0-3 6 0,2-1 1 0,-4 6-1 16,1-1 1-16,-1 0 5 0,0 1-7 0,-1 3-1 16,-1-2-3-16,0 4 1 0,1-2 2 0,-1 2 2 15,-1 2-2-15,1-4-3 0,-3 6 0 0,3-4 1 0,-1 2 0 16,-2 3 1-16,3-5 1 0,-1 2-1 0,-1 0 1 16,1 0-1-16,1-2 6 0,3 0 0 0,-1 0 1 15,2-4-4-15,-2 4 2 0,1-2-4 0,-1 1 4 16,0 1-7-16,0-2 4 0,1 2-2 0,-1-2 4 15,0 2 1-15,2-2-11 0,1 0 8 0,-1-3-8 16,0 1 11-16,0-2-8 0,0 1 2 0,0-1-2 16,0-1 8-16,1-1-6 0,-1 1 1 0,0-1-3 0,0 1 0 15,0 0 0-15,0-1 2 0,-1 3-2 0,1-1 6 16,-2 2-7-16,0 1-2 0,2-5 0 0,-1 6 2 16,-1-1 6-16,0-1-3 0,1 2 2 0,1-4-13 15,-2 1 10-15,0 1-2 0,2-3 6 0,-1 1-8 0,-1 1 6 16,2-3-6-16,-2 4 6 0,3-3-3 0,-1-2-3 15,2-2 6-15,0-1-6 0,0 1 5 0,-2 2-2 16,0-2 1-16,-5 3 0 0,-1 1 6 0,4-4-8 16,-3 3-2-16,2-1-1 0,-1 0 5 0,-1 0-1 15,3-3 4-15,-2 3-5 0,-1 0 0 0,-1 0 3 16,-1-1-4-16,2 1 3 0,-1 0-3 0,1-2 0 16,-6 3 2-16,2-1-1 0,1 0 0 0,1-1-2 0,2-1 1 15,-1 2-1-15,-1-1 8 0,-4 1-5 0,0 0 2 16,-2 0-3-16,2-3-1 0,-2 1 1 0,4 0 1 15,0 0-1-15,0 0 2 0,3 0-1 0,-6 0-1 16,2-1 0-16,3 1 0 0,-9 0 2 0,8-2 1 16,-3 2-1-16,2-2-4 0,4 0 7 0,-1 0-7 0,3 0 7 15,-1 2-6-15,4-2-2 0,-5 2 3 0,1-2-2 16,1 0 8-16,3 0-8 0,-2 0 4 0,2 0-5 16,0 0 3-16,1 0 2 0,-1 0-2 0,-2 2 2 15,0-1-2-15,1 1-5 0,1 0 2 0,0 0-3 16,0 0 7-16,0 0-1 0,0 0 0 0,0-1-1 0,1 1 7 15,-1 0-8-15,2 0 0 0,0 0-3 0,0 0 7 16,0 0-2-16,0-1 0 0,2 1-2 0,-1 0-5 16,1 0 5-16,0 2 0 0,2-2 0 0,0 1 0 0,3 1 2 15,10 3-4-15,-1 1 2 0,-1-3 1 0,6 3-4 16,-1-1 4-16,1 3-3 0,1-3-1 0,-4 0 5 16,1-1-2-16,-2-2 2 0,3 1-12 0,-1 1 8 15,1-1-1-15,1 3 3 0,-5-3 0 0,3 1 3 16,-1 0-4-16,1 1 2 0,3 0 2 0,-3-1-3 15,1 1 1-15,1-1-2 0,-5-2-1 0,3-1 3 16,-6-1-1-16,2 0 3 0,-2 0-3 0,0 0 4 16,-2 0-4-16,0 0 3 0,0-1-5 0,0 1 1 0,-3 0 3 15,-3-2-1-15,1 0-2 0,-2 0 4 0,-1 0-5 16,1 2 5-16,0 0-4 0,-1 0 3 0,1 0 1 16,-2-1 0-16,0 1-1 0,0 0-4 0,0 0 2 15,-1 0-1-15,1 0 8 0,0 0-6 0,0-1 1 16,-2 3-2-16,0 0 3 0,0 0 0 0,-2-1 3 0,0 1-3 15,0 0-1-15,1-1-1 0,-3-1-3 0,-2 2 2 16,-7 3 0-16,-2 1 3 0,-3-1-1 0,-3 1 2 16,1-3-4-16,0 1 4 0,-1-2-1 0,1-1 2 15,1 1-7-15,-1 0 2 0,-1-1 0 0,1-1 1 16,-2 2-1-16,-2-2 7 0,3 0-7 0,-1 1 8 16,-2-1-9-16,1 0 1 0,-3 0 0 0,0 0 2 0,2 0 2 15,2 0-2-15,5-1 3 0,2 1-3 0,2-2 7 16,0 0-8-16,-5 2 0 0,3-2-1 0,6 0 5 15,-2 0-2-15,-1 0 3 0,3 0-3 0,4 0 3 0,-3 0-1 16,4 0-2-16,3 0-1 0,-5 0 0 16,2 0 0-16,1 0 2 0,1 0-3 0,-2 0 4 0,0 2-6 15,1 0 4-15,1 0-4 0,0 0 2 0,0-1 0 16,0 1-3-16,0 0 0 0,0 0-1 0,2 0 7 16,0 0-4-16,0 0 5 0,0-1-5 0,0 1-3 15,2 0 4-15,0 0-4 0,0 0 8 0,2 0-7 16,1 0 1-16,16 7-4 0,3 0 7 0,-2-1-4 15,8 1 2-15,-10-4-4 0,6 3 0 0,0-3 4 16,0 1 0-16,0 0 0 0,0 1 0 0,-2-1-3 0,1-1 3 16,1 3-3-16,-4-3 3 0,2 1 0 0,0-1-1 15,2 1 1-15,-2-1 7 0,-2-1-8 0,3 0 1 16,-7 0-4-16,4-1 6 0,3 1 0 0,-3-2-1 16,-2 0 0-16,-1 0-2 0,-6-1-1 0,0 1 3 0,0 0-1 15,-2 0 2-15,2 0-1 0,-7-2 2 0,-1 2-3 16,-3-2-4-16,0 0 7 0,2 2-2 0,-1-1 5 15,1 1-4-15,0 0-1 0,-2 0-3 0,-1 0 2 16,1 0 2-16,-2 0-4 0,0-1 3 0,-2 1-4 16,-1 2 2-16,-8 3 0 0,-10 5 0 0,-5 0 1 15,0 0-1-15,2-3 3 0,-6 0 1 0,1 0 1 16,-5 3 0-16,3-3-3 0,-1 0-2 0,1-1 0 0,-3-1 3 16,1 0-3-16,-4 1 4 0,-4-1-5 0,5-1 5 15,-1 1-2-15,2 1-1 0,7-3 0 0,0-1 5 16,6 0-1-16,9-1 3 0,-4 3-3 0,6-2 3 0,0-2-8 15,2-1-2-15,3 1 0 0,2-2 4 0,1 2-2 16,-1 0 1-16,2 0-4 0,0 0 5 0,0 1 3 16,2 1 0-16,0 0-1 0,0 0-1 0,0-1 0 15,0 1-1-15,4 3 0 0,0-3-2 0,18 4-7 16,6-5 6-16,-6-1-5 0,1 2 7 0,3 13 3 16,0-6-4-16,1-2 4 0,-1-3-2 0,-1-3-5 15,-3-1 5-15,-2 0-5 0,-1 0 7 0,-2-2 1 0,-3 0-1 16,-1 0-1-16,-3 0-7 0,-1 0 5 0,-3 0-2 15,-1 0 2-15,-1 0 2 0,-2 0 4 0,1 0-2 16,1 0 2-16,0 0-8 0,0 0 8 0,-3 0-6 16,1 0 7-16,0 0-6 0,0 0-3 0,0 0 2 0,0 0-3 15,0 0 2-15,-2 0 2 0,0 0-2 16,0 0 3-16,0 0 0 0,0 0-5 0,0 0 5 0,-2 0-5 16,0 0 3-16,0 0 0 0,0 0-5 0,0 2 5 15,0 0 4-15,1-1-5 0,-1 1 0 0,0 2-3 16,2-2 6-16,-4 7 0 0,0-1 2 0,-3 6-4 15,1 1-4-15,1 2 4 0,-1 0-1 0,1-4 2 16,-1 0-4-16,-1 7 3 0,-1-3 2 0,1 1-1 16,-2 3-2-16,1-4-3 0,1-1 4 0,-3 3-2 0,3-2 5 15,0 1-3-15,-3 1-1 0,3-1 0 0,-1 1 1 16,1 1 3-16,0 1-3 0,-1-1 4 0,1 2-1 16,-1 1-4-16,1-1 3 0,-1 4-3 0,1 2-2 0,0 0 4 15,-3 3-1-15,1 3 1 0,-2-5-2 0,-2 10 0 16,0-2 1-16,2 1 0 0,0-1 2 0,1-8 0 15,-1 5-1-15,0-8 0 0,2 0-2 0,3-4 1 16,2-9 1-16,1 2 1 0,-1-2-2 0,0 0 3 16,2-2-3-16,1-4 4 0,-1 3-2 0,2-7-2 15,0 5 0-15,0-3 0 0,0 1 5 0,0 0-4 16,0-1 1-16,0-1-2 0,0 0 3 0,0-3-1 16,0 3-2-16,0 0 1 0,0 1-1 0,0-3-1 0,0 2 6 15,0 0-3-15,0 1 6 0,0-1-10 0,0 2-1 16,0-3-1-16,0-1 9 0,0 2-2 0,0-2 4 15,0 0-3-15,0-1 0 0,0 1-2 0,0 2-2 16,0 0 1-16,0-1-1 0,0 1 7 0,0-2 0 0,0 0 2 16,0 0-3-16,0 0-3 0,0-1-1 0,0 1-1 15,0 0-4-15,0 0 3 0,0 0-3 0,2 0 2 16,-1-2-14-16,1 0-34 0,0 0-55 0,0 0-10 16,0 2-345-16</inkml:trace>
  <inkml:trace contextRef="#ctx0" brushRef="#br0" timeOffset="133262.1">27445 6243 178 0,'0'-3'133'0,"-6"-21"3"0,-9-30 65 0,4 5 5 16,4 18-100-16,-1 5-65 0,3 7-25 0,1 10-5 16,2 4 3-16,2 3-19 0,-2-2 3 0,0 0 2 0,0 2 1 15,1 1 4-15,-1-1 30 0,0 2-10 16,0 0 19-16,0 2 4 0,0-1-8 0,2 1 7 0,-7 24-9 15,1 6 1-15,3-1-11 0,-1 6-1 0,0 4-4 16,-1 0-15-16,-3 4 4 0,-1-3-2 0,0-1 3 16,1 0-5-16,-1-4 0 0,-6 4-1 0,2-2 1 15,-2 0 7-15,0 2 2 0,0 0-3 0,1-4 2 16,-1 0 1-16,2-2-1 0,-2 2-1 0,2 2-1 0,0 0-8 16,2-7 0-16,0 0 9 0,-1-5-6 0,3-6 7 15,2-3-2-15,-1-3-8 0,6-9 5 0,1-1-2 16,-3 3 5-16,2-4 6 0,0-1-3 0,0-1 5 0,0 0-11 15,1-2-3-15,-1-2-3 0,0-2-6 0,0-18-3 16,2-19 2-16,0 0-4 0,4-3 0 0,3-1-1 16,2 3 3-16,3-5-2 0,2 3 3 0,1-1-1 15,2-1-2-15,2 1 2 0,1-1-2 0,2-4 3 16,4-6 2-16,-24 0 0 0,28-3-4 0,0 3 5 16,1 2-1-16,-7 4 2 0,0 5 1 0,2 8 0 15,-3 8 1-15,3 3 1 0,-2 5 13 0,-2 6-15 16,0 2 6-16,-1 6-8 0,-3 0 8 0,-1 5 1 0,-2-9-4 15,0 3 3-15,0 3 4 0,1 1-3 0,1 4 3 16,-2 0-5-16,0 4-5 0,-4 1 5 0,2 4-7 16,-6 3 5-16,1 17-5 0,-5 3-3 0,20 5 8 15,-10 2-8-15,-6 0 5 0,-5 4 3 0,-2-3-4 16,-6-2 4-16,-3 2-2 0,0-6-3 0,-2-3 1 16,-2-5-1-16,0-5-1 0,-2-3 1 0,-15 1 1 0,-1-2 1 15,-3-1-1-15,1-1 3 0,-1-2-4 0,5-2 4 16,3-1-4-16,-2-3 1 0,0-1 4 0,0-3 0 15,4-1-1-15,9 9 3 0,6-5-8 0,3-4 6 16,3 0-8-16,-1 0 4 0,-2-1-1 0,4-1 2 0,-1 2-5 16,-1 0 3-16,2 0 0 0,0 2 1 0,0-1-1 15,2 1 2-15,0 13-2 0,0 0 0 0,4 1-4 16,4 3 1-16,3 1 6 0,0 0-3 0,0-1 6 0,2-3-4 16,-9-1-2-16,24-1 0 0,-2-1-4 15,3-4 9-15,-3 4-4 0,0-4 6 0,-3-5-8 0,2 3-1 16,0-5-2-16,1 0 1 0,1 1-10 0,-4-3-30 15,-1 13 2-15,-2-6-14 0,1-3-14 0,-1-4 9 16,3-2-5-16,-1 0-1 0,0-4-98 0,2-2-25 16,0-1-44-16,2-4 17 0,2-2-91 0</inkml:trace>
  <inkml:trace contextRef="#ctx0" brushRef="#br0" timeOffset="133546.49">28304 6533 558 0,'-2'0'44'0,"0"0"-9"0,1-2 53 0,-3 0 5 15,0 1-4-15,-16-9-20 0,7 5-34 0,-4-1 2 16,4 2-14-16,-2 1-1 0,2 1 1 0,-2 0 1 16,-1 0 0-16,-3 0 3 0,-1 2-1 0,1 0-2 0,1 2 0 15,5 0-3-15,-2 2-6 0,2 1-1 0,0 1-2 16,2 1-8-16,-2 1 1 0,0 16-2 0,3 6 1 16,1 1-4-16,5 6 0 0,-1 2-1 0,1 6 1 15,2-1 1-15,-22 5-1 0,13-1 4 0,5-4-3 16,4 1 8-16,2-6-10 0,0 4 5 0,0-6-6 0,2 0 6 15,0-4 6-15,2-5-5 0,-2-2 5 0,0 0 0 16,-2-5-3-16,0 3 7 0,-2-4-5 0,-2 3 6 16,-2-3-2-16,-1 2-5 0,-4-3 3 0,7 1-11 0,-24 1-38 15,0-5-3-15,-1 1-14 0,-1-2-38 0,-2-6-40 16,1-3-4-16,1-4-16 0,2 14-59 0</inkml:trace>
  <inkml:trace contextRef="#ctx0" brushRef="#br0" timeOffset="133746.45">27484 7142 774 0,'0'-2'58'0,"1"0"-2"0,1-1 22 16,0-1-4-16,17-11-12 0,12 4-15 0,3 0 3 15,5-2-5-15,5 2 5 0,3-6 7 0,3-2-6 0,2 1-1 16,2-3-5-16,3 8-20 0,-1 0-19 0,-8 2 5 16,-3 4-11-16,-6-2-2 0,0 7 2 0,-2-21-6 15,-8 12 4-15,-1 6-15 0,-7 1-18 0,-1 0 3 16,1 2-9-16,-1 1-6 0,-3 1-14 0,-1 0-2 15,-6 0-5-15,-1 0-23 0,-3 0-25 0,-1 0 4 0,1 0-13 16,-3 0-27-16,1 0-51 0</inkml:trace>
  <inkml:trace contextRef="#ctx0" brushRef="#br0" timeOffset="134071.53">28679 6225 1002 0,'0'-2'22'0,"0"-2"-15"16,0-11 30-16,0-5-11 0,0 11-1 0,0 5-11 16,0 0-3-16,0 1-1 0,0 1-9 0,0 0-5 15,0 2 4-15,0 0-2 0,-2 2 10 0,1 0 6 16,-3 9 0-16,-7 20 4 0,0 3 13 0,1-3-7 16,-1 6-7-16,0-1 1 0,-2 1-18 0,0 2-2 15,0-2 3-15,-2 4-2 0,0 3 4 0,0 3 5 16,1 1-8-16,-1 2 5 0,-2 2-8 0,2 4 7 15,0 1-2-15,2-3 4 0,0 0-5 0,2-7-1 16,4-8 7-16,1-8-4 0,1-1 3 0,1-8 4 0,0 0-3 16,2-3 4-16,2-4-7 0,0-6-4 0,0-1-9 15,0-5-1-15,0 1-40 0,0 0-9 0,2-1-9 16,0 1 1-16,0-2-27 0,0 0-56 0,1-2 8 16,3-2-27-16,11-7-12 0</inkml:trace>
  <inkml:trace contextRef="#ctx0" brushRef="#br0" timeOffset="134340.79">28965 6243 476 0,'0'-1'128'15,"0"-1"35"-15,0 0-51 0,0-2-75 0,0 0 2 0,0 1-7 16,0-1-24-16,0 0 7 0,0 2-12 0,0 1 9 16,0-1 21-16,0 2-9 0,0 0 12 0,0 2-4 15,0 1-12-15,-5 29 2 0,1-6-8 0,0 5-14 16,0-1 1-16,3 2 0 0,-3 1 2 0,0 1 8 0,0 1-3 15,1 2 3-15,-1 0-3 0,0 4 6 0,-1-2-1 16,-3 2-5-16,1 3 3 0,-2 3-7 0,-1-1 3 16,3 4 0-16,-1-7 1 0,-1 3 4 0,0-7-7 15,0 0 4-15,-1-3-7 0,1-8-4 0,0-1-33 16,1-4 1-16,1-5-13 0,0-3-16 0,1-4-33 16,2-3-12-16,4-5-7 0,0 1-45 0,-2 0-14 15,1-2-5-15</inkml:trace>
  <inkml:trace contextRef="#ctx0" brushRef="#br0" timeOffset="134913.54">29416 6353 1044 0,'0'-2'23'16,"0"0"-5"-16,0 0 4 0,2-1 7 0,-2-1-14 15,0 2-13-15,0 0 2 0,0 2-3 0,0 2 3 16,0 0-7-16,-5 11 3 0,-12 24-1 0,0 0 2 15,-1 2 3-15,-1 4 0 0,-1 2-1 0,-1-1 0 16,-1 6 5-16,0-1-4 0,1-3 6 0,5-2-5 0,-1 3 12 16,4-10-2-16,4 0 1 0,-1-9 0 0,5-9 6 15,-1-1-9-15,2-3 4 0,3-6-6 0,-1 1-2 16,2-9 8-16,-2 3-3 0,2 0 5 0,0 0 3 0,0-3-1 16,-2 1-2-16,2-2 1 0,0 0-2 0,0-2-2 15,0-16 1-15,4-23 0 0,1-2 3 0,5 1-9 16,3-3 3-16,1 0-6 0,3 1 0 0,2-1-5 15,1 3-2-15,1-1 0 0,1 2 4 0,0 0-7 16,-18 4 7-16,24-4-8 0,1-1 6 0,1 6-1 16,2-1-2-16,-1 2 0 0,8 7-6 0,-2 6 6 15,6 3-3-15,-4 6 3 0,-9 0-3 0,-1 6-5 16,-6 5-1-16,-5-9-1 0,5 5-3 0,-10 6 1 16,-6 2 8-16,-1 2-5 0,8 18 6 0,-2 10 5 0,-9 1-5 15,-5-3 6-15,-5-4-2 0,-6 0 1 0,-4-2 1 16,8 0-2-16,-23 0 3 0,1 0-1 0,-1 0-2 15,-1-3 1-15,3-1 7 0,0-1-5 0,1-2 5 16,3-1-7-16,0 1-6 0,2-4 7 0,1 2-5 0,3-2 5 16,1 0 0-16,6 2-3 0,0-2 6 0,2 0-6 15,0 0-2-15,4 0 5 0,-1 0-4 0,3 0 4 16,3 0-6-16,0-4 6 0,-5 0-1 0,1 0 3 16,2-1-5-16,2 1 3 0,2-5-3 0,0 7 1 15,2-4-1-15,2 1 1 0,3 1 2 0,19-7 1 16,0 2-4-16,2-1 0 0,0 1-2 0,4 2-1 15,-5-1-15-15,1 1-42 0,0 1 7 0,-2 1-19 0,-2-1-6 16,2 1-25-16,-2 8-3 0,-1-5-9 0,8 1-22 16,-8-9-12-16,8-1-14 0,-5-2 2 0,-4-4-33 15</inkml:trace>
  <inkml:trace contextRef="#ctx0" brushRef="#br0" timeOffset="135197.44">30107 6754 207 0,'0'-2'70'0,"0"0"105"0,0 0-97 0,0 1 6 16,0-1 0-16,0 0 3 0,0-2-6 0,0 2-24 15,0-1-7-15,0 1-4 0,0 0-9 0,-2 0-12 16,0 0 9-16,0 0-10 0,-1 0 6 0,1 2-14 16,-13-1 4-16,-2 1-6 0,-1 1 9 0,-1 5-15 0,1 1 3 15,1 3-5-15,0-8 6 0,1 22-14 0,-1-2 4 16,4 4-5-16,0 2 9 0,5-4-4 0,-1 2-1 16,2-6-1-16,1-1 4 0,-9 1 13 0,6 1 0 0,5-10 5 15,2 0 4-15,2-5 5 0,0-3 1 0,4 10 2 16,-2-7 15-16,0-2-13 0,26 3 1 0,-2-3-7 15,3-2-6-15,3 16-7 0,1-5-1 0,3-7-2 16,-3-2-8-16,0-3-5 0,-3-1 2 0,0 0-2 16,-4 0 5-16,-2-1-5 0,-4-1-1 0,1-2-1 15,-4-2-16-15,-4 3-10 0,-4-1-4 0,-2 0-2 16,-3 2-25-16,0-1-41 0,-2-1-17 0,7-13-10 16,-5 4-90-16</inkml:trace>
  <inkml:trace contextRef="#ctx0" brushRef="#br0" timeOffset="135508.39">29895 6813 494 0,'-1'0'199'0,"1"0"35"0,0-1-64 15,0-1-86-15,0 0-21 0,0 0-19 0,1 0-12 16,1 0-7-16,6 0 0 0,20-3-9 0,5 1 11 16,6 2 2-16,2-1 2 0,5-3 6 0,1-1-9 15,3-1 1-15,-2-1-7 0,0 1-18 0,1 3-1 16,-10 1-4-16,-10 0 1 0,1 3-8 0,-13 1-28 0,-2 0-6 15,-2 0-9-15,-6 0-35 0,-5 0-33 0,2 0 1 16,-3 0-12-16,1 0 1 0,-2 0 42 0,-2 0 4 16,1-2 14-16,-22-6 34 0,-12-1 18 0,3 0 1 15,1 0 5-15,-1-3 8 0,4 1 5 0,1 0 3 16,-3 0 2-16,4 0 6 0,-2 0 23 0,0 0-5 0,6-1 14 16,3 3 18-16,6 4 9 0,6 1-12 0,3 2 5 15,2 2-41-15,-3-7-7 0,1 1 4 0,0-3-7 16,4 3-16-16,0-1-7 0,2-3-6 0,0 7-4 15,9-3-52-15,17 1-35 0,2 3-17 0,-4-2-2 16,2-15-44-16</inkml:trace>
  <inkml:trace contextRef="#ctx0" brushRef="#br0" timeOffset="135850.54">30573 6546 784 0,'0'0'38'0,"2"-2"-9"15,0 0 38-15,2 1-7 0,-1-1-10 0,3-2-23 16,7-3 7-16,0 1-12 0,4 0-3 0,-3 3 2 16,5 1 0-16,-2 2 3 0,1 0 9 0,-3 2-10 0,-2 1 0 15,-2 1-6-15,-2 2-7 0,-5-4-9 0,0 18 3 16,13 6-3-16,-6 2 13 0,-8 3-3 0,-3 3 2 15,-3 1-3-15,-3-3 5 0,-1-3 5 0,-3-1-1 16,5-6 2-16,-1 1-3 0,3-7 4 0,1 1 2 16,2-6 1-16,0-1 11 0,0 1 5 0,3 0-3 0,3 0 3 15,0-4-15-15,12-5-11 0,12 17 3 0,7-8-7 16,0-7-7-16,2-4-1 0,6-4 0 0,-3-3 0 16,3-5 9-16,3 1-12 0,-3-4-7 0,-4 4-4 15,-2 0-34-15,-10 2-36 0,-6 0-11 0,5-3-22 16,-8 3-168-16</inkml:trace>
  <inkml:trace contextRef="#ctx0" brushRef="#br0" timeOffset="140692.31">9252 2925 4 0,'0'0'0'0,"0"0"28"16,0 0 20-16,0 0 18 0,0 0 5 0,0 0-14 16,0 0-12-16,0 0-19 0,0 0 3 0,0-1-9 15,-2-1-4-15,1 0 0 0,-1 0 1 0,0 0-1 0,0 0 4 16,0 0-2-16,0 1 1 0,0-1-2 0,1 0-2 16,-1 0 2-16,0 0-2 0,0 0 3 0,-2 1 5 15,1-1-10-15,-3 0 6 0,0 2-8 0,-3-2 7 16,2 0 3-16,-1 2-2 0,-3-2 1 0,6 2-9 0,1 0 2 15,-5 0-6-15,1 0 4 0,3 0-14 0,-3 2 14 16,6-2-8-16,-3 4 10 0,-1 0-18 0,1 3 9 16,-1 6 2-16,-3-2 3 0,5 2-8 0,0-6 7 15,-3 3-7-15,3-5 8 0,1 1 0 0,1-2 11 16,0-1-2-16,0 1 5 0,0 0-6 0,0-1 2 16,2-1-5-16,0 0 4 0,2 0-8 0,0 0-1 15,0-2 1-15,2 0-2 0,-3 0-7 0,11-4 4 0,4-1 1 16,-7 1 0-16,4-2-3 0,-3 1 0 15,-5 1-5-15,1 0 2 0,-1 1 0 0,-1-7-1 0,-2-1 4 16,-2 9-2-16,6-5 7 0,-3 3-8 0,-1 0 2 16,0 1-4-16,0 1 0 0,0 0 4 0,-2 0-5 15,0 2 5-15,-2 0-6 0,0 2 5 0,-2 0-3 0,-3 3 2 16,-10 5-2-16,4 10 0 0,-2-3 2 0,8 1-1 16,1-5 3-16,5-1-3 0,-9-1 0 0,7-6-1 15,-1 1 7-15,4-4 4 0,-2 1 1 0,0 1 0 16,0 0-4-16,0-2 9 0,1 0-2 0,1-1 4 15,0 1-7-15,0-2-3 0,1 0-3 0,1-2 1 16,0 1 2-16,0-3-2 0,4-11 1 0,-1-2-3 16,-1 4-3-16,0 2-4 0,-1-2 4 0,-1 6-1 0,2-10 3 15,-2 6-1-15,-1 2 2 0,1-1-1 0,-2 5 4 16,0-1-6-16,0 4-1 0,0-3-2 0,0 3 6 16,0 0-5-16,0-2 3 0,0 3-3 0,0-1 1 0,0-2 1 15,0 0-2-15,0 2 1 0,0 1 0 0,0-1-4 16,0 0 4-16,0 2-3 0,0 0 4 0,0 0-1 15,-2 2-3-15,2 0 1 0,0-1 1 0,-1 3 2 16,-1 2 0-16,-2 8 0 0,0 1-1 0,1 6 1 16,-1-3 0-16,0-1 0 0,2 0-6 0,1-6 6 15,-1 4 1-15,0 0 2 0,-2 1 3 0,0 1-6 16,1-4-3-16,-1 0 1 0,-2 2 4 0,1-2-4 0,-1 0 5 16,1 0-6-16,1-2-1 0,-2 6 3 0,1-1 1 15,1 1 0-15,0 0-5 0,1 0 5 0,-3 3-2 16,1-1 4-16,1 5-1 0,2-2 1 0,2 4 0 15,-2 2 0-15,0 5-5 0,2 1 5 0,0 7-2 16,2 3 6-16,0 2-2 0,0 3-4 0,-2-1 0 0,0-11-1 16,0 6 1-16,-2-6 2 0,-2-2 1 0,1 4-1 15,1-9-7-15,0 0 5 0,0-4 0 0,-2 0 1 16,2 0-1-16,-1 0 4 0,-3 2-7 0,1-1 6 16,-1 3-9-16,0 4 6 0,3 1 2 0,-1 2 1 15,-2 0-4-15,1 4 0 0,-4 2-2 0,1 3 3 16,4 4 8-16,1-3-7 0,1 1 0 0,-2-7-2 15,-3-4 2-15,1 0-4 0,-1-5 3 0,-1-3-3 0,3-1 6 16,-1-6 1-16,1 1 0 0,-1 1-1 0,0-4-2 16,1 1 2-16,-1-1-1 0,1-3 0 0,-1-1-5 15,-1 1 2-15,-1 0-1 0,1 0 1 0,1-1 1 0,1 1 1 16,-1-2 4-16,2 0-1 0,1 0 1 0,-1-1-3 16,0 1-5-16,1 0 3 0,-1 0 4 0,0 0-7 15,2-2 7-15,-1 0-6 0,-1 0 6 0,0 2-7 16,0 0 1-16,1-2-3 0,-1 3 7 0,0-1 2 15,1 0 0-15,1-4 0 0,2-5 0 0,0-1-3 16,-2 3 0-16,0-1 0 0,0 2 1 0,0-1-1 16,2-6 2-16,-2 1-2 0,2 1-1 0,-1 0 4 15,1 0-1-15,0-3 1 0,0 1 0 0,0 0 5 0,0 0 4 16,0 0-1-16,0 0 6 0,0 0-6 0,0-1-5 16,0 1 2-16,0-2-3 0,0 0 5 0,0 0-2 15,0 0 2-15,0 0-10 0,0 0 3 0,0 0-2 16,0 0 2-16,0 0-2 0,0 0 3 0,0 0 1 0,0 0 2 15,0 0-1-15,0-2-1 0,0 1-1 0,0-1 1 16,0 0 3-16,0 0-3 0,0 0-1 0,0 0 0 16,0 0-3-16,-2 1-2 0,0-1 0 0,0 0-1 15,0 2-1-15,0 0 7 0,0 0-2 0,-1 0 3 16,-1 0-6-16,-9 0 1 0,-2 0-1 0,0 2 0 16,0 1 0-16,-1 3-4 0,1-2 5 0,-4 3-2 15,1-1 0-15,1-1 6 0,-2 3-5 0,5-3 5 16,-1 1-8-16,0 1 4 0,0 1 1 0,-2-1 0 0,1 1-8 15,-3 1 7-15,-5 0-2 0,2-1 4 0,3-1-5 16,2 0 2-16,3 1 1 0,-1-1 0 0,2 1-1 16,3-3 2-16,3-1-2 0,5-4 0 0,-3 4-8 0,1-3 4 15,2-1-2-15,-2 4 5 0,2 0 5 0,1 0-4 16,-1 1 4-16,0 1-4 0,2-3 6 0,0 1-5 16,0 0 2-16,2 0-2 0,0-1 6 0,-1-3 0 15,18 13-3-15,3-2 2 0,-3-3 3 0,1-3-7 16,3 1 8-16,-5-2-9 0,-1-2 2 0,1-1-2 15,1 1 0-15,-1 0 1 0,-1 0 1 0,2 2-5 16,-3-1 2-16,1 1-4 0,0 0 5 0,-4 0 1 0,2-1-1 16,-2 1 2-16,0 2 0 0,-2-1 0 0,0 1-3 15,-4-3 1-15,3 3 2 0,-3 0-4 0,1-1 3 16,-1 1-2-16,-3-4 5 0,-1-1-8 0,1 3 3 16,0 2-5-16,-2-3 7 0,1 3 7 0,-3-4-1 15,2 2 1-15,0-1-9 0,-2 1 6 0,0 0-5 0,0 1 6 16,0 1-5-16,0-1-4 0,-4 3 6 0,1-3-4 15,-10 5 5-15,-10-3 2 0,-3 2-9 0,2-1 7 16,-2 1-4-16,2 0-1 0,2 1 4 0,-10-3-4 16,6 2 0-16,-1 1 0 0,-7-3 0 0,12 2 0 15,-10-1-2-15,6 1 2 0,0 0 0 0,-2-1 0 16,12-1 0-16,-3-1 4 0,2 1-1 0,3-1 0 0,1-1-8 16,-2-1 5-16,7 2-8 0,6-3 8 0,1 3-1 15,-7 3-2-15,3 1 1 0,1-3-3 0,2 0 2 16,0 1 4-16,2-1 3 0,0 4 0 0,4 4-3 0,0-5 0 15,3 3 0-15,0-2 2 0,5-6 13 0,12 3-6 16,-6-1 4-16,6-1-6 0,2 3-4 0,-1-2 5 16,4 1-1-16,-5-3 2 0,2 1-4 0,-3 1 3 15,-5-5-6-15,3 4 5 0,-3-2-10 0,1-1 2 16,-4 6 5-16,-2-1-3 0,0-3-2 0,-2 7 1 16,0-3-3-16,-2 0 4 0,-3-1 4 0,-3 3-3 15,1 2 0-15,5-2-1 0,1 6 0 0,-5-4 2 16,-1 1 2-16,-4 1 0 0,-2 2-2 0,-3 0-1 15,-5 1 1-15,-1-1-1 0,6-4 3 0,-20-2-2 0,-1 0 1 16,0-1-1-16,1 1-1 0,-3-6-3 0,2 3 0 16,0-3 0-16,0 1 5 0,7-2-2 0,-9-3 2 15,2 1-3-15,8 0-1 0,-5 13-2 0,9-8-3 0,4-1 2 16,-6 1 3-16,4-3-1 0,1 0 3 0,2 0-2 16,2-3-1-16,3-1-6 0,2 0 3 0,-2 2-3 15,1 0 6-15,-1 0-3 0,2 2 3 0,0-1-3 16,0 1 3-16,2 0-2 0,0 0 2 0,0-1 0 15,0 1 0-15,2 0 1 0,0-1-3 0,0 1 2 16,2 0-4-16,-1 0 3 0,1-3 1 0,7 7 0 16,2-1-5-16,-5 3 6 0,1 1-3 0,-2 2 3 0,-1 3-10 15,3 5 6-15,-5 3 0 0,0 2 3 0,14 6 6 16,-5 1-6-16,-4 2-2 0,-5 6 0 0,-4 0 2 16,-2 7 1-16,-1 2 1 0,-1-5-1 0,0-1-1 0,-1-3-5 15,-3-4 6-15,1 1-5 0,-1-1 7 0,3-6-2 16,-3 3-2-16,1-6 0 0,-1 1 1 0,-1-1 2 15,0 0-2-15,-2 0 2 0,0 1-1 0,-1 1-5 16,1 2 9-16,0-1-7 0,2 5 6 0,1-5-5 16,1 4-2-16,0 3 0 0,1-3 2 0,-1-2 2 15,-1-1 1-15,1 1 1 0,-1-1-4 0,1 1-1 16,1-5 0-16,1 0 1 0,-1-6 8 0,1-1-2 16,-1-1 1-16,2-3-1 0,1-2 1 0,-1 1-4 0,2-8 4 15,0-1-4-15,-2 1 4 0,3-5-1 0,-3 5 0 16,2-3 0-16,2-3 5 0,0 0-5 0,0 0 1 15,-4 2-3-15,1-1 4 0,-1 1 0 0,0 0-1 16,0-1 0-16,1-1-2 0,-1 0 0 0,2 0 3 0,0 0-2 16,0 0-4-16,1 0 0 0,-1-1-1 0,0 1 2 15,0 0-2-15,0 0-6 0,0-2-10 0,0 0 1 16,1 2-50-16,-1 0-67 0,0 0-14 0,2-1-29 16,0 1-166-16</inkml:trace>
  <inkml:trace contextRef="#ctx0" brushRef="#br0" timeOffset="141222.69">7416 8375 22 0,'0'0'-1'0,"-2"0"-1"0,-2 0 10 15,-7 0-2-15,-11-2 8 0,2 2 5 0,1 0 23 0,0 0 5 16,-1 0 7-16,5 0 28 0,0 0 8 0,-1 0-1 16,3 0 1-16,-2 0-21 0,4 0 1 0,0 0-2 15,1 0 2-15,3 0 1 0,3 0-17 0,-1 0 5 16,1 0-10-16,0 0-10 0,0 0-18 0,3 0 2 0,-1 0-5 15,0 0 4-15,0 0 0 0,2 0-8 0,0 2 6 16,2 0-1-16,2 0-2 0,9 1 6 0,18 3-6 16,6-2 8-16,11-1-4 0,-1-1 2 0,7 0-4 15,1 0-5-15,-1-2-2 0,2 0-5 0,-4-2 2 16,0-2-5-16,-7 1 4 0,-1-1-1 0,3 0-1 16,-3 2-9-16,1-1 4 0,1 1-1 0,-5-2 4 0,3 2 5 15,-5 0-7-15,0 1 6 0,-3-1-6 0,-12 2 4 16,4-2 3-16,-6 2-5 0,-7 0 6 0,2-2-5 15,-8 2 3-15,-4 0 0 0,3 0 2 0,-4 0 8 0,-1 0-2 16,-1-2 1-16,0 0-2 0,0 0-7 0,0 1-7 16,0-1-1-16,-2 0-2 0,0 0-13 0,-2 0-15 15,0 0 5-15,0 0-9 0,-2 1-6 0,1 1-6 16,-3-2-6-16,-3 0 1 0,1 0-15 0,-1 0-22 16,0 0 6-16,-1 0-9 0,-4-1 16 0,2 1 1 15,-1 0-4-15,-1 0 1 0,2 0-12 0,-2 0-29 16,6 2-17-16</inkml:trace>
  <inkml:trace contextRef="#ctx0" brushRef="#br0" timeOffset="141475.26">7522 8804 668 0,'-2'0'210'0,"0"-2"-233"0,0 0 233 0,-1 0-114 16,-1 0-47-16,0 1-11 0,0-1-4 0,3 0-2 15,-1 0-1-15,0 0-4 0,2 0 10 0,0 2-9 16,2 0 11-16,0 0-9 0,5-2 3 0,23-7-4 16,-2 0-2-16,1-2-15 0,-1-2-4 0,0-2-3 15,0 0-2-15,-4 2 5 0,-2 2-5 0,1 0 4 16,-5 3-12-16,-5 3 9 0,2-3-2 0,-2 3 4 0,-2 1-10 16,-2 0-13-16,-3 2-6 0,0 1-5 0,-3 1-47 15,-1 0-35-15,0 0-8 0,2-2-10 0,-1 2-39 0,-1 0-131 16</inkml:trace>
  <inkml:trace contextRef="#ctx0" brushRef="#br0" timeOffset="141631.19">7542 8949 436 0,'0'0'60'0,"-2"0"10"16,1 0 53-16,-1 0 0 0,0 0-41 0,0 0 14 16,0 0-7-16,0 2 7 0,2-1-27 0,2-1-13 0,0 0-11 15,0 0 3-15,28 2-19 0,1-2-5 0,8-2 3 16,2-3-5-16,0-4-12 0,0-4-11 0,3 0-16 15,-5 1-1-15,2 3-71 0,0 0-54 0,0 0-32 16</inkml:trace>
  <inkml:trace contextRef="#ctx0" brushRef="#br0" timeOffset="143052.19">8879 6639 70 0,'0'0'34'0,"0"-2"0"0,2 0 30 16,0 0 0-16,0-1-12 0,0-1 7 0,1-2 0 15,5-5 2-15,-3 0-4 0,3 0-4 0,-3 2 0 16,1-2 0-16,-1-2 7 0,-1 3-7 0,0 1 5 16,0 2-6-16,-3 1-3 0,-1 4-1 0,2-2-7 0,-2 3 4 15,4-3-21-15,-2 0-17 0,0 0 4 16,0 3-7-16,-1-1 10 0,1 2-11 0,-2 2 1 0,0-1-3 15,0 14 3-15,-5 22-1 0,-5 2 1 0,-1 4-2 16,-5 0 1-16,-3 5 0 0,2 0-2 0,-1-1 1 16,1 5-3-16,6-6 1 0,-2-7 3 0,2-2 0 0,1-9 14 15,3-4-3-15,1 0-2 0,3-7 1 0,-1 0 9 16,2-6-4-16,0-2 3 0,0-1-4 0,1-1-3 16,1-3 1-16,-2 0-1 0,2-3 1 0,0 1-4 15,-2 2 7-15,0 0-1 0,0-1 2 0,0-1-8 16,0 0-5-16,1-2 2 0,-1 0-3 0,0 0 2 0,0-2-3 15,0 0-2-15,0-1 2 0,-9-20 2 0,0-6-6 16,4 3 2-16,-1-10-3 0,4 3 1 0,3-4 1 16,1-6 0-16,0 6 0 0,1 0-5 0,3 5 0 15,2 3 4-15,-1 1 0 0,3 4 3 0,1 1-2 16,0 3-3-16,2 3 0 0,1 1-8 0,-5 3 10 16,10 0-6-16,9 3 7 0,3 1-6 0,-3 3 3 15,4 3-3-15,-8 1 2 0,-1-13-1 0,-1 6 0 0,-3 3 2 16,3 2-2-16,-1 4 4 0,-2 0-2 0,-1 2 2 15,-6 0-2-15,-1 2 2 0,-5-2 0 0,5 3 0 16,-5-3 0-16,-1 11 0 0,-1 2 0 0,9 0 0 16,0 3 0-16,-5-3 0 0,-2 4 0 0,-2-1 1 0,-2 1 0 15,-4 1 1-15,-2 1 3 0,-1-3-3 0,-6 5 1 16,0-5-5-16,6-1 7 0,-16-4-2 0,7 2 5 16,-1-8-6-16,-2 6-1 0,-1-4 0 0,-1-5 0 15,5 5 1-15,-1-5-2 0,4 2 6 0,-2-4-4 16,-3 11-3-16,6-8 5 0,1-1-4 0,-2 0 5 15,6-3-5-15,-1 1 1 0,1 0-1 0,1-2 2 16,1 0-2-16,1 0-1 0,2 0-2 0,0 0 0 0,-1 2 4 16,-1 0-2-16,0 0 2 0,1 0-2 0,1-1 1 15,0 1 0-15,0 0 0 0,0 0 0 0,0 0-3 16,2 0 0-16,0 0-1 0,0-1 1 0,0 1 7 0,2 0-6 16,0 0 6-16,0 0-5 0,0 0 6 0,0 0-3 15,-1-1-4-15,3 1 0 0,0 0-2 0,0 0 2 16,-1 0 5-16,1 0-3 0,0 0 0 0,-1-1 6 15,1 1-8-15,0 2 7 0,0 0-5 0,-1-1-5 16,1-1 5-16,0 0-5 0,-1 0 12 0,-1 0-2 16,0 0-5-16,0 0 1 0,0-1-4 0,0 1 1 15,0 0 5-15,-1 0-3 0,1 0-3 0,0 2 3 16,0-1-5-16,0 1 5 0,7 11-1 0,-3-6-6 0,5 13 6 16,-4-7-5-16,1 0 5 0,3 4 5 0,-6-8-4 15,3 2 3-15,-1-2-8 0,-3 0 7 0,5 0 4 16,6-1 0-16,-2-1-4 0,4-4 9 0,5-1-3 15,-7 0 6-15,-2 5-4 0,-4-3-4 0,-3-3 0 16,5 3-1-16,-2-2 2 0,1-2-6 0,-1-1-5 0,0 1-2 16,-3-2-34-16,-1 0-33 0,-3 0-2 0,2 0-13 15,-1 0-29-15,1 0-27 0,0 0-5 0,-2 0-8 16,3 0-34-16</inkml:trace>
  <inkml:trace contextRef="#ctx0" brushRef="#br0" timeOffset="143368.9">9423 7083 649 0,'0'-2'41'0,"0"-2"-4"0,0-13 31 15,0-9-1-15,0 2-5 0,0 4-15 0,0 1-13 16,0 6 1-16,0 6-5 0,0 1 7 0,0 3-16 16,0 1 2-16,-2-2-8 0,0 0-3 0,1 2-10 15,-1 1 2-15,0-1-4 0,0 2 3 0,0 2 5 16,0-1-5-16,-5 14 3 0,-8 17-7 0,4 3 4 15,0 2-2-15,1-3 3 0,1 3-1 0,2-7 3 16,-1 1 4-16,3-1-3 0,-1-4 3 0,2 0-4 16,1-2 7-16,-1-2-5 0,2 1 12 0,0-3-3 0,0-2-5 15,2 1 2-15,0 0-6 0,0-1-1 0,0-1 0 16,0-2-1-16,0 1-1 0,0-3 3 0,0 2 0 16,0 0-1-16,0 0-2 0,0-2 1 0,-1 0 1 15,-1 0 1-15,-2 0 0 0,-3 2-8 0,-1 0 0 0,-1 0-5 16,0-4-10-16,5-4-23 0,-9-1 1 0,0-4-11 15,4 5-27-15,-1-1-31 0,3-3-27 0,-1-1-9 16,3-2-153-16</inkml:trace>
  <inkml:trace contextRef="#ctx0" brushRef="#br0" timeOffset="143560.44">9152 7374 832 0,'0'0'62'0,"-2"-2"105"0,0 0-100 15,0 1-25-15,2-1-3 0,0 0-8 0,0 0-17 0,0 0 8 16,2 0-4-16,2 0 4 0,11-1-3 0,9-5-2 16,4-1 1-16,2 0-2 0,-1 1-9 0,-1 1-2 15,-2 1-2-15,-4 3-1 0,1-1-12 0,-5 0-19 16,1 1-6-16,-4 1-5 0,-2 0-35 0,-2 2-30 16,2 0-2-16,-2 0-11 0,-2 0-33 0</inkml:trace>
  <inkml:trace contextRef="#ctx0" brushRef="#br0" timeOffset="143786">9657 7267 786 0,'0'0'168'0,"0"0"-186"0,0-2 184 0,0 0-90 16,0 0-50-16,2 0-8 0,0 0 4 0,0 0-5 15,1 2-5-15,29-9-3 0,0 2-6 0,1-1 4 16,0 1-5-16,-5 1 3 0,0 1-3 0,-6 1 3 15,2 0-7-15,-3 2-4 0,-4 1 1 0,-4-1-4 16,-4 0-7-16,0 0-30 0,2-2-4 0,-1 1-9 16,-1 1-29-16,-4 0-33 0,-1 2-3 0,0-2-16 0,0 0-72 15</inkml:trace>
  <inkml:trace contextRef="#ctx0" brushRef="#br0" timeOffset="143994.48">9863 6949 509 0,'0'-2'68'0,"0"0"-2"0,0 0-1 16,0 1-2-16,0-1-23 0,0 0-14 0,0 0-4 16,2 0 3-16,0 2-2 0,0 2 2 0,0 0 2 15,1 9-6-15,5 24 5 0,-5-3-8 0,-1 5 2 16,-2 4-9-16,-2-4 6 0,-1-2-17 0,-1 2 4 16,-2-7 1-16,1 0 0 0,1-4-3 0,0-4-1 0,1-3 2 15,-1-1-2-15,2-1 11 0,-2-2-10 0,3-2 4 16,-1-4-6-16,2 0-12 0,0-3-25 0,0-2-15 15,0-3-2-15,0 3-42 0,2 0-9 0,-1 0-4 16,3-3-6-16,0 1-46 0</inkml:trace>
  <inkml:trace contextRef="#ctx0" brushRef="#br0" timeOffset="144589.26">10418 6789 962 0,'0'-2'35'0,"0"1"-21"0,0-1 31 0,0 0-10 0,0 0-29 16,0 2-6-16,0 0 3 0,0 2-4 0,0 2 4 0,-2 16 2 15,-3 15-5-15,-3 4 5 0,-1-3-1 0,0 6-1 16,-2-1 5-16,-2-2-5 0,0 0-1 0,0-5 3 16,0-3-5-16,2-5 7 0,0 0 2 0,1-5-2 15,1-1 2-15,0-1-2 0,1-5 1 0,3-1-3 16,1-3 1-16,-2-1-2 0,3-2 3 0,1-1 4 15,0-2-2-15,2-2 3 0,0-1 0 0,-4 3 6 16,1 0-2-16,-1-2 3 0,0 0 3 0,0-1-8 16,3-1 7-16,-1 0-7 0,0-1 15 0,0-1-16 15,0-2 4-15,-3-11-8 0,-1-9 1 0,4-2-2 0,2 0-4 16,4-6 1-16,1-1-10 0,5-2 6 0,1-6-1 16,4 4 2-16,0 0 0 0,1-6-2 0,3 6-1 15,-2 5-2-15,-16 6-5 0,24 6 9 0,-3 5-3 0,6 2 3 16,-4 4-7-16,-2 7 6 0,2-15-3 0,0 6 3 15,-3 5-4-15,-1 6 6 0,-5 0-2 0,-4 2 2 16,2 4-7-16,-5-4 2 0,-1 24 2 0,12 3 0 16,-8 5 1-16,-8-5 1 0,-3 5 1 0,-5 1 1 15,-4-9-1-15,-4 6 1 0,-2-6 0 0,11-4 0 16,-16 0 1-16,-6-1-2 0,-2-3 2 0,0-3-1 0,-2 0 1 16,6-4 1-16,0 0-4 0,4 0 3 0,3-3-6 15,4-4 2-15,2 1 3 0,0 1-1 0,5-1 4 16,0 1-8-16,-1-2 0 0,5 3-3 0,-2-3 6 15,1 1 1-15,-3 3-1 0,2-3 0 0,3 1-1 16,-1-1 10-16,2 3-1 0,0-3 3 0,0 1-2 0,2 0-6 16,-1-3 0-16,11 3-1 0,14-4 4 0,-2 1-6 15,4 16 1-15,1-8-2 0,1-4-13 0,-4-1-8 16,2-2-4-16,-6-4-3 0,0 0-25 0,8 0-21 16,-4 0-2-16,0 0-3 0,0-2 6 0,-4-2 15 15,2 0-1-15,-5 1 5 0,1-3 1 0,-1 1-31 16,0-3-8-16,-1 1-25 0,-1-1-189 0</inkml:trace>
  <inkml:trace contextRef="#ctx0" brushRef="#br0" timeOffset="144860.69">10905 7205 315 0,'0'0'57'0,"0"0"-7"0,0 0 44 0,0-2-4 15,0 1-5-15,0-1-28 0,0 2-21 0,0 0 6 16,0 0-12-16,0 0-1 0,0 0-7 0,0 0 3 16,0 0-3-16,0 2 2 0,0-1 2 0,-2 1-6 0,0 0 4 15,0 2-12-15,0 1 3 0,-3 8-6 0,-3 4 3 16,1-2-11-16,0 2 9 0,-1-1 2 0,3-1 1 15,-3 2-3-15,3 0 0 0,-1-3-1 0,2 1 1 16,1 0 5-16,1-4 15 0,0 0-1 0,2-1 7 16,0-1 9-16,0-3-6 0,0-3 0 0,0-1-5 15,4 2-10-15,-3-4-3 0,18 11-2 0,0-4-1 0,3-1-16 16,0-4 5-16,2-2-7 0,0 0 6 0,-1-2-7 16,1-2 4-16,0-1 2 0,0-1-1 0,4-3-4 15,-8 3-9-15,-3 1-10 0,0-1 0 0,-6 2-33 16,0 1-51-16,-4-1-5 0,-5 4-20 0,2-2-58 0</inkml:trace>
  <inkml:trace contextRef="#ctx0" brushRef="#br0" timeOffset="145092.81">10641 7380 1155 0,'0'-2'49'0,"0"0"-24"0,0 0 44 15,0 0-12-15,2-1-43 0,0-1-7 0,2 2 1 16,20 0-2-16,2-3 1 0,3-1-5 0,5 2 2 16,1-1-1-16,-3-1 11 0,-1-3 0 0,3 2-5 0,-3-1 2 15,3 1-6-15,-1 1-1 0,-3-1 2 0,-1 1-3 16,-3 1-2-16,-5 3-18 0,-1 0-6 0,-9-7-8 16,2 1-52-16,-3 3-37 0,-3 1-5 0,-3 2-10 15,0 0-25-15</inkml:trace>
  <inkml:trace contextRef="#ctx0" brushRef="#br0" timeOffset="145246.57">10812 7129 657 0,'0'-2'101'0,"0"0"-5"16,0-1 14-16,0-5-1 0,0-14-32 0,0 7-24 16,4-3-25-16,3-3-2 0,4 4-8 0,-3-3-16 0,23-2 3 15,3 1-4-15,7 3 3 0,1-3-11 0,-3 5-38 16,9 1-11-16,-5-2-11 0,0 10-68 0,-2-1-73 15</inkml:trace>
  <inkml:trace contextRef="#ctx0" brushRef="#br0" timeOffset="145541.09">11378 7014 742 0,'0'-2'40'0,"0"0"-19"0,0 0 39 16,0 1-11-16,0-1-20 0,2-2-7 0,0 2 2 15,2-2-3-15,5-1 1 0,13-6 1 0,2 0 0 0,1 1 2 16,1 1 2-16,0 3 7 0,-4 5-9 0,2 1 6 16,0 3-15-16,-2 5 3 0,-3 1 4 0,0 0-5 15,-5 28-6-15,-4 1 3 0,-5 8-5 0,19-3 4 16,-13-2-6-16,-9-1-3 0,-4-2 2 0,-3-5-3 16,-3-3 9-16,-1-4 3 0,2-6 12 0,-3-1-4 15,3-5 33-15,1-4-4 0,1-1 0 0,3-5-1 16,0-1 0-16,0 1-1 0,1 0-2 0,-1 0 0 15,2-1-15-15,0-1-12 0,2 0-3 0,5 0-3 0,26-2-9 16,6-4-7-16,10-5 2 0,3-2-4 0,11-2-13 16,0 0-72-16,7 0-6 0,1 2-42 0,-2 1-222 0</inkml:trace>
  <inkml:trace contextRef="#ctx0" brushRef="#br0" timeOffset="150071.15">6222 9012 63 0,'0'-2'0'0,"0"0"7"0,0 0 82 0,0 0-9 15,0 1 4-15,0-1-33 0,0 0-17 0,0 0-16 0,0 0-8 16,0 0 7-16,2 0 0 0,0 1-4 0,0-1 9 16,0 0-8-16,-1 0 15 0,1 0 0 0,0 0-1 15,0 2-1-15,0 0-8 0,0 0-7 0,0 2-1 16,-1 0-3-16,1 0-8 0,0 2 3 0,0 1 0 16,5 10 1-16,1 2 7 0,-1-1-7 0,-1-1-1 0,1 4-3 15,1-2 3-15,1 3-3 0,0-1 9 0,1 1-6 16,-1 0 11-16,2 3-3 0,0 1 5 0,0 2-4 15,-1-2 2-15,1 2 0 0,0 4-8 0,-2-4 6 16,2 0-3-16,0-2 3 0,-1-2 0 0,1 2 0 16,0-5-11-16,0 3 3 0,-2-5-1 0,1-1 2 15,-1 1 7-15,-2-6-5 0,1-1 6 0,-4-3-7 0,10 2-4 16,3 1 12-16,-6-5-8 0,0-1 10 0,10-2-3 16,-12 1-6-16,4 1 5 0,-7 0-6 0,-3-2-1 15,5 3 10-15,-1-1-8 0,4 2 8 0,0-3-6 0,-1-1-1 16,-1 0 4-16,-2-2-4 0,1 0 2 0,-1 0-9 15,4-2 2-15,-1 0-3 0,1-1 11 0,0-3-13 16,-5 2 9-16,5-5-10 0,-4 5 6 0,4-5 1 16,-1 0-6-16,-1-2 3 0,2 1-1 0,-2-1-2 15,2-2 3-15,-1 0-1 0,3 2 0 0,-2-4 0 16,4 6-4-16,3-4 4 0,3-8 1 0,3 5 5 16,6-3-3-16,-1-1 3 0,3 5-2 0,3-2-1 15,4 2 0-15,4 2-2 0,-2 2-6 0,7 6 2 16,-4 1 0-16,1-20 2 0,1 11 4 0,-8 9-3 0,1 4 1 15,-10 0-1-15,3 6-1 0,-2 1-1 0,-1 2 0 16,-1 2 1-16,-6 1 1 0,1 2 1 0,-3 1-1 16,-1-4 1-16,1 14 1 0,-3-3-3 0,0 2 4 15,-3-7-4-15,1-1 3 0,-4 3 0 0,2-2-1 16,-1-1 1-16,-1 1-6 0,-2-8 7 0,0 1-2 0,1-3 4 16,-3-1-1-16,-2-3-1 0,-1-1-3 0,0 2 3 15,-2-4 6-15,0 0-9 0,1 2 6 0,-1-2-8 16,0 0 9-16,2 2 0 0,-1-2-5 0,3 2 3 15,0-2-6-15,-1 0 1 0,4-2 2 0,3-4-1 16,1 4 5-16,7-20-6 0,0 0 0 0,8-1-1 0,-2-1 1 16,8-2 6-16,-5-3-1 0,10 1 1 0,2 0-8 15,-2 2 2-15,6 4-1 0,-4 1 2 0,1 3 6 16,-1 1-8-16,0 2 1 0,-6 4-3 0,4 5-1 16,-2 5 6-16,2-20-2 0,0 10 3 0,0 7-8 0,6 6 5 15,3 6-4-15,-1 1 4 0,5 4 2 0,-6-2-2 16,-1-2 4-16,7 2-4 0,-6-1 5 0,4-3 4 15,-2 0 3-15,-7-3-2 0,2 2 1 0,-2-4 11 16,-2-2-9-16,4 0 10 0,-4-2-13 0,1-2 1 16,1 0 6-16,-4-1-4 0,8-1-1 0,-10 1-6 15,2-1-1-15,-7 2 0 0,-9 1 3 0,1-1 2 16,-7 0-4-16,-4 1 3 0,0 1-1 0,-5 0-3 0,-3 0 1 16,1 0-6-16,0 0-31 0,-2 0-88 0,-2 1-18 15,-2-1-32-15,-8 2-148 0</inkml:trace>
  <inkml:trace contextRef="#ctx0" brushRef="#br0" timeOffset="150776.88">7604 10339 498 0,'0'-1'34'0,"0"-3"2"15,-2-17-5-15,-2-6-6 0,2-3-8 0,2 2 5 16,0 6 3-16,4-2-7 0,1-1 4 0,1 3-22 0,0 4 4 16,-3 1-3-16,-1 8 5 0,0-1 7 0,-2 7 11 15,0-1 0-15,0 2 4 0,-2-2 5 0,-2 1-2 16,-3-1-1-16,-25 0-2 0,-3 8-5 0,-4 11 8 16,-7 7 5-16,1-15-2 0,-1 29 8 0,3-1-19 15,4 2 4-15,4-2-8 0,3 1-2 0,8-1-3 16,4-2 0-16,5-8-2 0,2-5-6 0,7-7 1 15,1-2-3-15,3-2 3 0,-6 1-6 0,1 1 10 16,5-7 0-16,2-1 7 0,0-1 8 0,0 2-6 0,2 0 3 16,0-3-4-16,2 1 3 0,25 2-9 0,3-4-2 15,3-6-2-15,6-3-5 0,-6-2 6 0,2-6-5 16,-3 1 5-16,-8 1-5 0,0 0-3 0,-2 0 2 16,-6 13-3-16,1-13-1 0,-4 6 1 0,-4-2 3 15,2 5 0-15,-9-1-3 0,1-1 5 0,1 1-6 16,-4 3 5-16,-2 2 1 0,3-1-12 0,-1-1 6 0,0 2-10 15,0 0 13-15,0 0-2 0,0 1 0 0,0 1-1 16,-1 0 0-16,1 1-5 0,2 1 3 0,3 11-4 16,6 13 6-16,-1 2 0 0,-3-2 4 0,0 4-4 15,0 0 0-15,1 1 0 0,-3 3-2 0,-1-3 2 16,-1 4-6-16,-1 2 5 0,0 4 3 0,-1 4 0 16,-1 1 2-16,-2 8-6 0,0 0 1 0,-2 5-2 15,-1 3 4-15,-5-3 4 0,-1 1-3 0,-2-12 3 0,-2-2-2 16,-2-5-3-16,-2-11 2 0,10-4-1 0,-19-2 10 0,-9-9-5 15,5 0 4-15,0-6-4 0,-7-4 1 0,5 1 2 16,3 13-5-16,-3-8 3 0,6-6-5 0,2-5 8 16,-2-2 2-16,4-3 3 0,1-4 6 0,-1-4 5 15,4 1 3-15,3-19-1 0,0-4-5 0,4-4 4 16,1 0-6-16,1-2 6 0,2 0-6 0,3 0-9 16,2 2 0-16,-18 4-2 0,9 1 0 0,5 7-6 15,6 1 0-15,0 3-3 0,2 5-4 0,2 5 1 16,-1 2 0-16,1 1 0 0,0 5-2 0,-2 1 1 15,3 2-3-15,8-7 0 0,0 1-24 0,0 3-13 0,4 1-8 16,-4 4-1-16,2 2-28 0,3 4-24 0,-3 1-3 16,5 4-12-16,1-9-49 0,1 17-35 0,6 3-36 15</inkml:trace>
  <inkml:trace contextRef="#ctx0" brushRef="#br0" timeOffset="151014.43">7984 10898 499 0,'0'-2'80'0,"0"1"1"16,-2-1 3-16,0 0-16 0,2 0-17 0,0 0-28 15,0 2-14-15,0 0-3 0,-1 2-2 0,-1 0 5 16,-2 16 1-16,-3 18 4 0,-1 8-3 0,1 6-6 16,-3-3 4-16,-3 3 1 0,0-6 0 0,0-3-7 15,2-7 8-15,2-3-10 0,2-10 10 0,1-3-7 0,2-5-4 16,1 0 3-16,1-3-4 0,0-5-5 0,0 1-3 15,2-4-11-15,0 1 5 0,0 1-30 0,0-2-32 16,0 0 9-16,2-2-15 0,0 0 18 0,3-2 16 16,14-6-2-16,1-18 5 0,1-9-12 0</inkml:trace>
  <inkml:trace contextRef="#ctx0" brushRef="#br0" timeOffset="151183.44">8200 10939 404 0,'0'0'72'0,"0"0"-6"0,0 0 20 0,0 0-5 15,0 0-17-15,0 0-36 0,0 2 3 0,0 0-5 16,-2 9 2-16,-4 21-14 0,-1 1 23 0,-1 4 12 15,-1 0 6-15,-2-1 60 0,0-1-39 0,-2-4 3 16,3-1-19-16,1-2-32 0,2-6-12 0,1 0-1 0,2-1-3 16,1-3 2-16,1-3-7 0,0 2-5 0,0-2-1 15,0 0-7-15,0 0-25 0,2-1-37 0,0 3-14 16,0 0-300-16</inkml:trace>
  <inkml:trace contextRef="#ctx0" brushRef="#br0" timeOffset="152444.47">23779 9121 643 0,'0'0'27'0,"0"0"1"0,0-1 23 0,0-1-12 15,0 0 4-15,0 0-28 0,0 0-8 0,0 2-5 16,0 0 2-16,0 0 1 0,0 0-8 0,0 2 4 0,0 0-4 15,0 2 14-15,2 10-6 0,0 11 4 0,2 2-5 16,-2-1 14-16,1 6 1 0,1 9 3 0,2-2-1 16,-3 3 12-16,3 1-7 0,-2-4 5 0,-1 2-7 15,1-6-9-15,0-5 8 0,1-2-10 0,1-4 9 16,-1-2-9-16,1-1-1 0,0-5-2 0,1 1 0 0,-1-4-2 16,-1-2-3-16,1-1 5 0,-3-5-5 0,3 3 7 15,-4-5 0-15,0 1 0 0,0-2-1 0,5 0 1 16,0 3 10-16,1 1-5 0,1-1 5 0,0-1-10 15,1-2-5-15,1 0 3 0,-2-2-4 0,2 0 0 0,-1-2 0 16,1-2-5-16,0-1 2 0,0-3-5 0,4-3 0 16,-2 7 2-16,7-14-1 0,3-1 2 0,-1-1 4 15,6-4 0-15,5 0 0 0,2-1-4 0,6 3-3 16,-5-2 1-16,-3 0-3 0,4 3 4 0,4 8-2 16,0-1-1-16,-2 2 1 0,-2 7 8 0,-4-4-8 15,3-12 0-15,-1 12-4 0,-2 5 2 0,3 6 2 16,-3 4 4-16,2 5-2 0,1 2 0 0,3 3 1 15,1 5-1-15,3-1 0 0,2 3-7 0,-4-3 7 0,3 2-4 16,-9-5 5-16,1 2-1 0,-1-1 5 0,-9-3-2 16,0 2 3-16,-2-2-12 0,-5-4 6 0,-1 2-3 15,-1-2 6-15,-4-2 1 0,-4-5-1 0,0 7 1 16,-3-2-3-16,0 2-2 0,-1-1 3 0,-3-3-1 0,0-3 3 16,2 1 2-16,-4-3 11 0,0 0-7 0,3 2 7 15,-1 0-5-15,0-1-10 0,0-1 5 0,0 0-6 16,0 0-1-16,-1 0 5 0,1-2-2 0,0 0 3 15,0 0-12-15,0-2 3 0,0 0 3 0,0 0 1 16,-1-2-1-16,3-3 1 0,4-8-6 0,1 0 4 16,0 0 1-16,-3-3 0 0,16-4 1 0,2-3-1 15,2-2-5-15,4 2 0 0,1 1-2 0,8 0 3 0,4 0 4 16,5-4-6-16,1 4 6 0,-1 2-7 0,2 1 6 16,2 3 1-16,-2-1-5 0,11 4 4 0,-5 4 0 15,-4 2 0-15,0 5 1 0,-9 2 0 0,1-1-6 0,-3-20 6 16,4 12-3-16,-3 7 4 0,3 6-2 0,5 6 2 15,0 3-2-15,2 4 1 0,-3 0-1 0,-1 3 0 16,-4 4 2-16,1 1-2 0,-2-1-7 0,-2-20 7 16,-2 20 0-16,-2 0 2 0,2 1 1 0,-2-3-1 15,0 1-1-15,2-3 2 0,0 1-6 0,2-1 3 16,0-3-4-16,7 0 5 0,-2 0 2 0,1-6-2 16,-3 0 2-16,-1-1-2 0,2-1 6 0,-5 1-6 15,7-1 2-15,-10-1-2 0,2-3 5 0,-2 1-8 0,-4 17 0 16,1-8-3-16,-3-6 7 0,1-1 1 0,0-3 0 15,-1-1-1-15,-3 0 4 0,0-2-5 0,-4 0 4 16,-2 0-5-16,1-2 1 0,-7 0 10 0,-3 0-4 16,0 1 4-16,-5-1-10 0,-3 0 5 0,6-4 0 15,-5 3 3-15,1-3 3 0,-1 2-8 0,0-3-1 0,1-4-2 16,-3 1 4-16,-2 1-25 0,-2 2-21 0,0-1-19 16,-2 5-210-16</inkml:trace>
  <inkml:trace contextRef="#ctx0" brushRef="#br0" timeOffset="153174.78">25807 10635 106 0,'-2'0'73'0,"-2"-2"-5"0,-18-8 65 0,-17-3-5 16,0 2-44-16,-2 2-26 0,0 3 4 0,1 5-11 15,-3 2-6-15,-2 7-6 0,1 3-6 0,-3 4 1 16,3 3-22-16,-3 5-2 0,-5-21 3 0,4 29-3 16,5-1 0-16,8 0 18 0,9-1-8 0,6-1 11 15,1 0-13-15,4-2 15 0,8 0 3 0,3-2 2 0,-11-3-15 16,8-1-9-16,3-1-3 0,4-5 2 0,2 3 6 15,3 0 7-15,1-8-3 0,13-1 3 0,16-3-10 0,2 16 0 16,4-8-3-16,3-8 3 0,-3-5-4 16,0-5-6-16,-2-7 0 0,2-2-3 0,-6-1 1 0,-1-2-3 15,-3-2 4-15,-5 16-4 0,0-21 5 0,-3 3-3 16,1 3 0-16,-8-5 0 0,-3 5-1 0,-1 1-1 16,-7 0 5-16,3 4-3 0,-5 0 5 0,5 4-2 15,-3 0-2-15,-3 3 2 0,0 1 5 0,-2 1-6 16,0 2 3-16,0-2-4 0,-2 2-4 0,0 1 3 15,-2-1-4-15,-3 2 3 0,-13 5 1 0,5 5-3 16,-4 6 0-16,4 23-2 0,1 10-2 0,1 3-4 0,-2 1 6 16,2 1-4-16,0 2 16 0,3-4-12 0,3-2 5 15,3-7-7-15,1-6 9 0,-18-4-9 0,8 1 3 16,6-3-6-16,1 1 12 0,2-2-1 0,3-1-1 16,-1 1-1-16,2 0-8 0,0-1 6 0,-2-3-2 0,0 2 4 15,0-4 1-15,-2-1 4 0,1-1-1 0,-3 0 1 16,-1-3-2-16,-3 5 0 0,1-5 3 0,0-3-1 15,7 1 8-15,-20-6 0 0,3 2-1 0,-3-4-1 16,3 2-14-16,4 1 4 0,-3-3-3 0,3-2 5 16,0-1-1-16,-2-1-11 0,4 1 1 0,-1 5-8 15,4-5-29-15,5-4-127 0,-1-1-5 0,2 1-57 16,1 0-176-16</inkml:trace>
  <inkml:trace contextRef="#ctx0" brushRef="#br0" timeOffset="153546.1">25798 11721 1012 0,'0'-2'18'0,"0"0"-2"0,0-2 9 15,7-14 1-15,-1 7-6 0,1 0-9 0,-3 1-3 0,25 5-2 16,3 1-1-16,1-16-5 0,5 8-5 0,-12 9 5 15,-2 3-5-15,-6 2 5 0,-3 3 9 0,-6 1-8 16,-3 5 10-16,-4 19 4 0,16 3 7 0,-8 6 3 16,-8 0 0-16,-8 4 2 0,-5-3-10 0,-8-1 2 0,17 0-3 15,-31-5 3-15,1-3-7 0,8-6 5 0,-4-7-6 16,2-3-8-16,8 0 6 0,-4-6-8 0,7-1 7 16,2-3-7-16,2 3 0 0,5-3 1 0,2-1-1 15,1 1-1-15,-1 3-5 0,2-4-3 0,2-3-1 16,0 1-7-16,0 2 19 0,2 0-3 0,2-1 7 15,9 5-5-15,20 3 2 0,0-7-1 0,3-4 0 16,-1-2-3-16,-2-4-7 0,3 1 4 0,-3-3-6 0,-1-3 0 16,-1 0-6-16,-1-2-12 0,3-2 2 0,1 0-55 15,-1 0-57-15,1 1-17 0</inkml:trace>
  <inkml:trace contextRef="#ctx0" brushRef="#br0" timeOffset="153842.2">26447 11936 569 0,'2'0'8'0,"0"-2"1"0,2 0 9 0,9-3-2 16,13-4 3-16,0 1 7 0,-4 6-17 0,-3 4 6 15,-8 2-9-15,2 3 17 0,-4 8 12 0,-3 22-6 16,16 4 8-16,-13-4-12 0,-7-7-5 0,-6 2 7 15,-3-8-6-15,-2 0 10 0,-2-4 24 0,1-3 3 0,3-6 7 16,-1 0 12-16,5-5-35 0,1-2 2 0,2-3-12 16,-2 3 0-16,0 0 8 0,2 0-6 0,0-3 6 15,2 1-16-15,5 0-11 0,31 0-5 0,4-6-2 16,1-5-13-16,2-4-16 0,-3 0 7 0,1-2-12 16,-2-2-14-16,1-1-56 0,1-1-18 0,0 1-12 15,-6 1-55-15</inkml:trace>
  <inkml:trace contextRef="#ctx0" brushRef="#br0" timeOffset="164369.15">15548 5261 70 0,'0'0'29'0,"0"0"-3"0,0-2 40 16,0 1-1-16,-1-3 4 0,-1-4 5 0,-2-6-5 15,0-1-2-15,1 2 1 0,-3-2 11 0,0 2-9 16,1-2 10-16,-1 4-11 0,1 2-5 0,-1-1-25 16,1 3-4-16,1 1-6 0,2 3-12 0,-5-1-1 0,-3 2-2 15,3-4 0-15,0 1-14 0,1 1 5 0,4 4-3 16,0 0 4-16,-1-2-3 0,-1 0 10 0,0 1 0 15,2-1 4-15,0 0 8 0,1 0-13 0,1 0 0 16,1 0-5-16,1 0 1 0,11-1 0 0,19-5 2 16,3 3-2-16,6-1 5 0,3 1-11 0,3 1 7 0,-4 0-8 15,3 0 1-15,-1 1 6 0,-1 1-7 0,1 0 8 16,-1 0-1-16,-1 0-8 0,-6-1 9 0,0 1-9 16,-5 0 2-16,-4 0 7 0,-2 0-11 0,-6 0 8 15,0 0-9-15,-1 2 2 0,-4 0 4 0,-4 0-2 16,-4 0 3-16,-3 0-9 0,0 0 3 0,0 0-5 15,-1 2 3-15,-1 0-33 0,0 0-6 0,-2 0-12 0,0 2-54 16,-2-1-59-16,-2 7-48 0</inkml:trace>
  <inkml:trace contextRef="#ctx0" brushRef="#br0" timeOffset="164686.15">15458 5662 855 0,'0'-2'18'0,"0"1"25"0,1-1-12 0,1 0-16 15,0 0 3-15,0 0-9 0,0 2-1 0,18-7-1 0,2 1-5 16,6-1 3-16,0 3-4 0,4 0 1 0,1 2 5 16,1 1-3-16,5-1 3 0,-2-2-4 0,-6 2 1 15,5-2-2-15,-9 1-1 0,-1-1 5 0,4 0-4 16,-6 2 4-16,-7 2-11 0,0 0 6 0,-6 0-5 0,-6 0 5 15,3 0-2-15,-4 0 0 0,-1 0 0 0,-1 0 0 16,-2 2 0-16,0 0-2 0,-2 0 5 0,0 0-2 16,1 0 4-16,-1 0-4 0,0-1-7 0,0 1 1 15,0 0-7-15,2 0-7 0,0 0-8 0,2 0-11 16,11 0-124-16</inkml:trace>
  <inkml:trace contextRef="#ctx0" brushRef="#br0" timeOffset="165355.7">17858 4927 106 0,'0'0'57'0,"-2"-2"11"16,1 0 48-16,-1 0 2 0,0-1-47 0,-2-1-13 0,0 0-7 16,1 1-1-16,-1-1-7 0,0 0-21 15,1 2 4-15,1 0-12 0,0 1-6 0,0-1 10 0,2 0-2 16,0 0 5-16,2 0 4 0,2 0-4 0,16-7-3 15,17-2-2-15,4 0-8 0,4 1 17 0,6 3-5 16,1 0 8-16,4-1-7 0,2 3-1 0,-3-3 3 16,-1 3-3-16,0-1-4 0,-7-1-10 0,-1 1-1 15,-3 1-1-15,-2 1 5 0,-6 0-4 0,0 2 1 0,-5 0-4 16,1 1-5-16,-7-1 6 0,1 0-5 0,-7 2 4 16,-3 0-8-16,-2 0 2 0,-4 0-1 0,-3 0 0 15,-4 0-19-15,1 2-59 0,-1 0 2 0,0-1-29 16,-2 1-85-16</inkml:trace>
  <inkml:trace contextRef="#ctx0" brushRef="#br0" timeOffset="165527.32">18046 5122 609 0,'0'0'52'0,"0"0"-10"0,0-2 28 15,0 0 5-15,2 0-17 0,-1 1-35 0,3 1-12 16,13-4 4-16,11 0-6 0,11-1-2 0,2 1 0 15,1 0-3-15,-1 0 2 0,4 1 7 0,-4-1-10 16,-2 0 4-16,0 1-6 0,-2-3 3 0,-4 2-7 16,-3 1 1-16,-4 1-3 0,-2 0 4 0,-7 2-57 15,-2 0-36-15,-2 0-25 0,-6 0-283 0</inkml:trace>
  <inkml:trace contextRef="#ctx0" brushRef="#br0" timeOffset="166198.41">15432 5102 200 0,'-2'-2'47'0,"-2"0"59"16,-5-4-17-16,-14-5-24 0,-1 2-2 0,0 3-9 16,-4 1-15-16,6 1-12 0,0 2 2 0,5 2-7 15,6 0-5-15,-4 0-4 0,4 0-1 0,-2 0 0 0,2 0 1 16,7 0-7-16,2 0 8 0,-2 2-7 0,1 0 8 16,1 0 5-16,0 0 9 0,0-1 2 0,0 1 44 0,2 0-31 15,2 0 3-15,0 0-15 0,11 2-13 0,26-1-1 16,0-3 0-16,6-2 1 0,3-3 1 0,0-3 0 15,8-1-1-15,1-2 2 0,3 0 2 0,3 2-8 16,2-1 0-16,-9 3-3 0,-4 3-7 0,-2 2-2 16,-9 2-3-16,-1 0 1 0,-2 0-1 0,-9 2-1 15,-3 0 2-15,-9 0-1 0,0 0-5 0,-4 0 6 16,-4-1-9-16,0 1 8 0,-3 0-14 0,-3 0-5 16,1 0 2-16,0 0-7 0,-2 1-34 0,0 3-67 0,-1 9-6 15,-2 3-22-15,-7 1-49 0</inkml:trace>
  <inkml:trace contextRef="#ctx0" brushRef="#br0" timeOffset="166431.7">15526 5608 803 0,'0'-1'14'0,"0"-1"61"0,0 0-3 0,0-2 26 16,2 0-57-16,-2 1-30 0,2-1-3 0,3-3-5 15,7 3 4-15,12 0-6 0,4-1 1 0,5 1-2 0,-1-4 3 16,3 3-6-16,-5 1 6 0,-1 2-7 0,-6 0 1 16,-3-11-6-16,-7 8-8 0,-4 1-1 0,4 0-55 0,-7 4-81 15,1 0-13-15,-3 0-20 0,0 2-39 0</inkml:trace>
  <inkml:trace contextRef="#ctx0" brushRef="#br0" timeOffset="166511.41">15613 5748 104 0,'0'0'27'0,"-1"2"30"0,-1-1-14 0,0 1 4 15,2 0-15-15,0 0 13 0,0 2 5 0,0-1-4 16,2 1 8-16,1 0-14 0,22 7-21 0,14 0-20 16,5-5-5-16,17-4-10 0,3-4-68 0</inkml:trace>
  <inkml:trace contextRef="#ctx0" brushRef="#br0" timeOffset="171895.3">11946 10451 453 0,'0'-2'0'0,"2"0"10"0,0-2 89 0,4-5-38 0,-3 2 6 15,3-3-53-15,-2 5 3 0,-1-1-8 0,5 4 1 16,3-7-1-16,-5 5 18 0,3-1 20 0,-4 1-6 16,3 0 11-16,-6 4 4 0,3-1-3 0,-1 1 2 15,0-2-6-15,-1 2-10 0,1 0 1 0,-2 0-2 0,0 2 0 16,0-1-9-16,0 5-10 0,1 18 3 0,-3 0-5 16,-3 2 4-16,-7 0-11 0,-5 2 3 0,-3 2-6 15,14 3 2-15,-22 4-1 0,-5 0-3 0,-3 6 3 16,1-2-2-16,1 4 2 0,2 3 2 0,3-2 1 15,-1 3-1-15,2-3-1 0,0-3 1 0,3-2 0 16,3-4 6-16,3-4-9 0,1-1-2 0,1-3-1 0,0 3 0 16,-2-6-1-16,1-2 1 0,3-2-1 0,1-3 3 15,-1-2-6-15,2-4 1 0,4-2-1 0,-6-6 8 16,5-1-1-16,3 0 1 0,-1-1-2 0,3 1-3 0,-1 0-4 16,2-2 2-16,0 0-4 0,0-2-3 0,2 0 4 15,0-2-4-15,2-2 6 0,7-22 4 0,6-13-5 16,2-2 3-16,2-5-4 0,-1-4 0 0,3-2 2 15,1-4-3-15,0-2 3 0,-1 5 2 0,1 1 0 16,0 1-2-16,2 3 0 0,-2 4-4 0,3 1 2 16,-3 0 4-16,-18 2-1 0,22 0-1 0,0 1 4 15,5-1-7-15,-3-4 6 0,-2 8-6 0,0 0 7 0,-9 7-2 16,-2 2 2-16,3 4-11 0,-3 6 12 0,-4-3-5 16,6 14 7-16,-8-1-8 0,-5 5 5 0,5-5 2 15,-3 5 0-15,3-3 9 0,2 0-4 0,-2 5 2 16,3 1-4-16,-7 0-7 0,-1 1 0 0,-4 1-4 15,13 21 2-15,-2 8-2 0,-2 8 2 0,-3-2-2 0,-2 2 1 16,-3-5-3-16,1-1 0 0,-2 2 6 0,0 1-3 16,0-1 3-16,2-2-3 0,0 3-1 0,0-1-1 15,2 2-1-15,-1 0 5 0,1 0-3 0,2 0 3 16,-1-1-4-16,1-1 4 0,-1-3-1 0,1 1 2 16,-1-1-3-16,1-1 2 0,0-3 0 0,-3-4 2 15,1 0 6-15,0-1-4 0,-1-5 2 0,-1 3-5 0,0-3-13 16,-2-3-11-16,0-4 1 0,0 2-4 0,0-7-11 15,0 1-12-15,0-3-6 0,-2-1-3 0,0 1-31 16,1-2-145-16,-3 0 11 0,2-2-58 0,-13 0-19 16</inkml:trace>
  <inkml:trace contextRef="#ctx0" brushRef="#br0" timeOffset="172371.07">11909 10986 445 0,'-2'-2'51'0,"-1"0"72"0,-12-7-29 0,-4-3-26 15,1 1 9-15,-1 2-15 0,4 2 1 0,2 1-8 16,4 2-6-16,0 1-1 0,1 1-19 0,5 2-9 15,-1 0-2-15,0-2-1 0,0 0 0 0,3 0-12 16,-1 2 8-16,2 0-9 0,0 0 10 0,2 0-13 16,1 0 0-16,25-4-3 0,17-1 3 0,5 1 1 0,2-1-3 15,-2-1 1-15,-2 0-9 0,1-1 6 0,1 1 2 16,-4 1 0-16,-1 1 1 0,-6 0 0 0,-2 1 0 16,-6-1 1-16,1 0 4 0,-8 2-5 0,0 1 4 15,-2 1-6-15,-1 0 5 0,-6 0 1 0,-2 0 1 0,-4 0 0 16,-3 0 5-16,-1 0 20 0,-3 0-5 0,0 0 10 15,2 1-9-15,-1 1-12 0,-1 0 0 0,0 2-4 16,0 5 1-16,0 15-2 0,-4 2-4 0,-6 6 0 16,-3-1-5-16,-2-1 0 0,0-2 7 0,0-2-4 15,-2 2-1-15,4-4-2 0,0 0 2 0,2-3 0 16,1-1 5-16,5-3-7 0,1-4 2 0,0 0-2 16,2-2-2-16,0-4 3 0,0-1-1 0,0-3 5 15,2 1 6-15,0 0-9 0,9 5 3 0,11 4-4 0,2-4 11 16,2-5-11-16,2-4 8 0,6-2-8 0,-5-1 8 15,5-7-2-15,3-1-2 0,-4 0 1 0,-1-4 7 0,-2 0-6 16,-12 13 2-16,4-16-3 0,-5-8 7 0,-6 2-3 16,-1-4 6-16,-7-2-4 0,1 4-1 0,13-3 3 15,-8 3-1-15,-7-4 1 0,-4 6-2 0,-4 3-7 16,-5-1-1-16,0 7-1 0,-4 4-2 0,-18 2-4 16,-1 5-3-16,-6-18-1 0,1 9-8 0,-4 9 1 15,4 4-4-15,4 7 2 0,1 5-16 0,4 2-8 16,3 3-6-16,1 0 1 0,3-10-11 0,7 14-14 0,3 5 0 15,5-6-9-15,3-3-31 0,-8 1 0 0,7-8-11 16,2 3 3-16,4-4-49 0</inkml:trace>
  <inkml:trace contextRef="#ctx0" brushRef="#br0" timeOffset="172699.39">13203 10791 449 0,'0'0'124'0,"0"0"-133"0,0-2 147 0,0 0-68 15,0 0 14-15,0 0-11 0,0 0-3 0,0 0-4 16,-1 1-14-16,-1-1-6 0,0 0 3 0,0 0-5 16,0 0-16-16,0 0-2 0,-1 0-8 0,-1 2 5 0,2 0-12 15,-5 0-2-15,-3 4 0 0,3 2 1 0,-1 5-1 16,1 15 3-16,-2 4 0 0,3 1 1 0,-3 4 0 16,0 3-8-16,-3 1 4 0,-2 1-4 0,-1 1-1 0,0-2 1 15,2 0 1-15,0-4 0 0,-4-1-4 0,4-4 4 16,2-4-3-16,7-4 5 0,2-2-4 0,1-3-4 15,-1-4 0-15,0-2 0 0,-6-2 6 0,5-1-2 16,1-1 2-16,2-1-3 0,0-1-1 0,0 1 12 16,0-2-5-16,0-2 6 0,4 1-10 0,3 3-1 15,17 7-4-15,0-6 1 0,0-3-1 0,4-2 2 16,0-2 3-16,0-4-3 0,4 0 0 0,-5-1 3 16,1-1-3-16,2 3-1 0,-8-1-29 0,1 0-55 0,-1-1-14 15,0-3-18-15,0 1-92 0</inkml:trace>
  <inkml:trace contextRef="#ctx0" brushRef="#br0" timeOffset="173081.14">13794 10623 930 0,'-2'0'208'0,"0"-1"-272"16,-3-1 240-16,-21-9-131 0,5 3-31 0,10 4-2 15,-4 1-3-15,11 1 0 0,1 0-6 0,-1 0 6 16,0 2-2-16,2 0 2 0,1-2-2 0,1 2 6 15,1-2 0-15,3 1 2 0,26-7-5 0,11-1-5 16,-4 0 1-16,6-1-3 0,1 3-3 0,3-1 6 16,-3 3-6-16,1 1 6 0,1 2-3 0,-5 1-3 0,-6 1 5 15,4 0-5-15,-7 0 3 0,-1 0-3 0,3 0 1 16,-12 0-1-16,-3 0-1 0,-3 0-10 0,-1 0-9 16,-2 0-2-16,-4 0-32 0,-7 0-37 0,2 0-27 15,0 0-14-15,-1 0-175 0</inkml:trace>
  <inkml:trace contextRef="#ctx0" brushRef="#br0" timeOffset="173283.22">13640 10815 1136 0,'0'0'14'15,"0"0"1"-15,0 0-2 0,0 0-6 0,0 0-2 0,2 0-11 16,-1 0 9-16,3 0-2 0,18 0 6 0,6-2-1 15,-2 0 3-15,8-2 2 0,1-1 1 0,0-1 3 16,6-1-12-16,-2-1 2 0,2-1-5 0,0 0 6 0,2 1-12 16,-1 1-7-16,3-1-7 0,-1 3-59 0,3 1-99 15</inkml:trace>
  <inkml:trace contextRef="#ctx0" brushRef="#br0" timeOffset="179876.32">33297 1321 168 0,'0'-2'0'0,"0"1"10"15,0-1 115-15,0-2-6 0,0 0 13 0,0-3-35 16,0-4-9-16,0 1-27 0,0-4 5 0,0 2-8 0,0-1-7 16,0 2-10-16,0 6-6 0,0 1 1 0,0-2-9 15,0 3-3-15,0-1 1 0,0 0-3 0,0 1-8 0,0-1 1 16,0 2-2-16,0 0 1 0,0 0-4 0,0 0-5 16,0 1 1-16,0 1-1 0,0 0 4 0,0 1-6 15,2 1-1-15,0 0-1 0,-2 0 4 0,1 13 3 16,1 2 0-16,0 1 1 0,0 1-9 0,0 5 4 15,-2-2-3-15,0 2 4 0,0-1-2 0,0 3 0 16,0 0 3-16,0 0-2 0,-2 3 0 0,0-3-2 16,0-2 0-16,0 2 0 0,1-1 2 0,-3-3 7 15,0 0-3-15,2-1 3 0,-1-1-7 0,-1-2 8 16,2 1-1-16,0-2 2 0,2-4-7 0,0-2 0 0,0-6 1 16,0 3 1-16,0-3-1 0,0-3 0 0,0 0-4 15,0 2 4-15,0 0 0 0,0-1 0 0,0-1 0 16,0 0-2-16,0 0-15 0,0-2-15 0,0 0-13 0,0 0-4 15,0-2-79-15,0 0-97 0,0 0-51 0</inkml:trace>
  <inkml:trace contextRef="#ctx0" brushRef="#br0" timeOffset="180244.17">33095 1295 666 0,'0'0'28'0,"-2"0"42"0,0-2-27 0,0 1 18 16,0-1-2-16,-2 0 8 0,1 0-8 0,-1 0-2 15,0 0 3-15,2 0-3 0,1 1-9 0,-1-1-15 16,0 0-1-16,0 0-4 0,2-2-6 0,0 2 3 16,2-11-4-16,2 0 5 0,1 2-4 0,3 0-14 15,3-6 6-15,-9 1-8 0,14-1 11 0,-1-2-7 16,2 3 2-16,-4-3-3 0,0 2 3 0,0 1-4 15,0-3-1-15,2 6-1 0,-4-4 6 0,2 4-8 16,-2 1 5-16,-4 0-5 0,-1 5 1 0,-2 1 3 0,-1 3-1 16,1-1 1-16,0 0-8 0,-1 1 1 0,1 1-6 15,0 0 5-15,0 0 0 0,-1 2 1 0,-1 2 3 16,0 0-3-16,0 1-1 0,5 12 1 0,1 6 1 16,1 5 1-16,-2-4-4 0,-1 0 4 0,1 4-2 0,-1-7 6 15,-2-4 4-15,1 1-7 0,-3-6 5 0,4 4-6 16,-1-1 3-16,-1-5-5 0,3 5-3 0,-7-11 2 15,10 1 0-15,5-1-36 0,-1 9-12 0,-4-5-15 16,1 0-81-16,-2-3-173 0</inkml:trace>
  <inkml:trace contextRef="#ctx0" brushRef="#br0" timeOffset="180680.86">32942 560 586 0,'0'-2'30'16,"0"0"41"-16,-2-1-17 0,1-10 8 0,-3-8 2 16,2 6 1-16,0 0 5 0,0-3-6 0,2 7-5 15,0 1-2-15,0-3-22 0,0 6-1 0,0 0 1 0,0-1 0 16,0 6-3-16,0-1-20 0,0-1-5 0,0 2-3 16,0 0-3-16,0 2 2 0,0 0 6 0,0 2-3 15,-2 2 6-15,1 3-1 0,-5 17-6 0,-1 4 3 16,1 4-9-16,-1-6 3 0,1-2-1 0,0 0 3 15,3-4 0-15,-1 1 0 0,0-1 1 0,2-3-2 16,1-4-6-16,-1 2 1 0,2-2-7 0,0-2 3 0,0 0-36 16,0-2-34-16,0-1-16 0,0-1-6 0,0-1-55 15,0-2-36-15,0-3 7 0,0 1-20 0,2 2-25 16</inkml:trace>
  <inkml:trace contextRef="#ctx0" brushRef="#br0" timeOffset="180876.35">32768 803 130 0,'-2'0'90'0,"0"0"-27"15,0 0 86-15,-2 0-17 0,-12 0-45 0,-1 0-4 16,4 0-2-16,6 0 0 0,3 0-10 0,0 0-1 15,0 0-11-15,3-2 6 0,-1 1-14 0,0-1-7 16,2 0 6-16,2 0-5 0,0 0 4 0,1 0-15 16,18-7-1-16,-3 2-4 0,10-5 3 0,4 3-10 15,-8 2 7-15,9-3-10 0,-9 3-7 0,-3 1-4 16,-1 1-1-16,-3-1 0 0,0 3-7 0,-6 1 4 0,-2 0-3 16,-1 0 5-16,-1 2-6 0,-1 0 2 0,-1 0 1 15,-1 0 1-15,0 0-4 0,-1 0-16 0,1 0-4 16,-2 0-4-16,2 0-20 0,-3 0-34 0,3 0 1 15,0 0-15-15,0 0-18 0,-1-2-24 0,-1 0-56 16</inkml:trace>
  <inkml:trace contextRef="#ctx0" brushRef="#br0" timeOffset="181046.28">32835 499 568 0,'0'-2'47'0,"0"0"72"0,-2 0-56 15,2 0 3-15,0-1 2 0,0-1 1 0,0 0 11 16,0-3-19-16,3-4 1 0,1 1-10 0,4 1-20 16,-1-2-8-16,19 2-8 0,-4 1 1 0,-3-1-14 0,-1 5-9 15,-6 2-2-15,-1-7-10 0,2 2-56 0,-6 3-80 16,4 0-14-16,-1 4-24 0,-1 0-93 0</inkml:trace>
  <inkml:trace contextRef="#ctx0" brushRef="#br0" timeOffset="181370.75">33130 515 470 0,'0'2'24'0,"0"0"39"0,0 0-11 0,-2 2 10 0,0 1 5 16,-5 12-2-16,-3 5-10 0,3-1-14 0,0-1-3 16,-3 1-2-16,3-5-10 0,1-1 8 0,1 0-1 15,1-2 5-15,0-2 13 0,2-2-10 0,2 1 1 0,0-3-4 16,0 2 8-16,0-3 3 0,2 0 2 0,-2-5-2 15,2 1-12-15,17 11-1 0,1-3-6 0,2-3 2 16,-3-3-20-16,0-2 2 0,-3-2-1 0,-3 0 2 16,2-2-5-16,-4 0 1 0,-1 0-5 0,-1 0 4 15,-4 0 5-15,1 0-9 0,-2 1 7 0,-2 1-7 16,1-4 15-16,1 0-10 0,0 0 2 0,-1-1-5 0,1-6 7 16,-2 3-12-16,0-3 7 0,-2 2-8 15,0 0 5-15,0-1-3 0,0 5 2 0,-2-1-3 0,0 2-5 16,-2 1-44-16,3 3-11 0,-12-8-15 0,0 3-88 0</inkml:trace>
  <inkml:trace contextRef="#ctx0" brushRef="#br0" timeOffset="188948.74">15734 9134 256 0,'0'-1'188'0,"0"-1"-84"15,0 0 59-15,0-2 5 0,0-1-136 0,0-3-5 16,0 3-13-16,0-1 4 0,0 4-3 0,0-2 11 15,0 3 7-15,2-3-2 0,-2 0 4 0,0 0 0 0,2 1-10 16,-2 1 1-16,0 0-4 0,0 0 7 0,2 0 1 16,0 0 2-16,-1 2-4 0,1 0-12 0,0 2-3 15,0 0-6-15,-2 2 4 0,0 11-9 0,2 14-1 16,-2 3 1-16,-2 1-2 0,-2 3 3 0,-3 3-3 16,-2 0-1-16,-3 0 0 0,-1-2 6 0,2-2 0 15,2-5-3-15,-2 3 0 0,2-3-1 0,-1-2-1 16,3-4 6-16,-1-6-5 0,1 1 5 0,1-2-4 15,1-2-1-15,-1-4-1 0,-1 2 0 0,-1-2 10 0,-1 2-5 16,7 0 6-16,-13-2-12 0,-1 0 1 0,-3 0 1 16,-3 0 1-16,0-1 2 0,-1 1 4 0,1-2-1 15,0 0 1-15,0 1-1 0,1-3-10 0,3-1 3 16,1 1-4-16,2-3 7 0,2 3 2 0,2-5-2 0,0 0 2 16,5 0-4-16,4-2-1 0,2 2-2 0,-3 1 1 15,-1 1 1-15,2 0 0 0,0 0 4 0,2-1-4 16,2-1 0-16,0 0-3 0,0-2 3 0,26 11-1 15,-1-3 3-15,5-3-1 0,0-1-1 0,-1-2 0 16,2-2-2-16,1 0 2 0,-1 0 2 0,1 0 1 16,-1 0 3-16,2 0-5 0,-5 0 4 0,0-2-3 15,-2 0 7-15,-8 2-7 0,2 0 5 0,-5 0-3 0,0 0 9 16,-2-2-7-16,-8 2-7 0,1 0 0 0,-5 0-30 16,1 0-46-16,0-2-10 0,-2 0-20 0,-1 1-119 15</inkml:trace>
  <inkml:trace contextRef="#ctx0" brushRef="#br0" timeOffset="189202.28">15129 9177 1407 0,'0'-2'18'0,"0"0"-1"0,0-3-8 15,5-14 1-15,1 8-10 0,1 2-4 0,8 0-1 0,19 1 1 16,7 1-1-16,3-1 2 0,3 1 0 0,-1-1 0 16,2-1 0-16,0 2 0 0,1-1 3 0,-1 3 0 15,0 3 1-15,-7 0 0 0,-2-20-16 0,-7 11-7 0,-4 5-5 16,3 4-42-16,-9 2-31 0,1 2-5 0,-7 2-16 16,-1 1-89-16</inkml:trace>
  <inkml:trace contextRef="#ctx0" brushRef="#br0" timeOffset="189542.11">16319 9771 862 0,'0'0'95'0,"0"0"23"0,0-2-43 15,0 1-50-15,0-1-6 0,0 0-11 0,0 0-5 16,0 0 6-16,-2 2-6 0,0 0 3 0,0 0 2 15,-1 2-1-15,-7 2 2 0,-10 5 2 0,-2 4 6 16,-2 4-4-16,-1-14 4 0,-1 18-5 0,2-3-6 16,0 1 1-16,7 0-2 0,3-3 0 0,6-1 1 15,3-2-3-15,-1-2 3 0,-3 0 3 0,5-5 0 16,0 1 10-16,3 1-6 0,1-6 20 0,0-1-2 0,1 3-2 16,1 0 0-16,8 1-9 0,15 3-5 0,5-4 3 15,-4-4-3-15,2-4 7 0,2-4 8 0,-2-1-3 16,3-2 5-16,-3 0 3 0,-2 0-12 0,-4 0 6 15,-5 1-9-15,0 1 0 0,-2 0 16 0,-2 0-6 0,-6 7 9 16,0-13-9-16,-5-4-8 0,9 3-2 0,-1-3-1 16,-5 0-9-16,-3 3-6 0,-2-1-2 0,-2-2-2 15,-1 3-14-15,-5 1-43 0,1 2-6 0,-1 4-18 16,-18 5-73-16,-5-15-85 0,-6 10-32 0</inkml:trace>
  <inkml:trace contextRef="#ctx0" brushRef="#br0" timeOffset="190029.11">15129 10620 685 0,'-2'0'44'0,"-2"-2"-12"0,-16-4 45 16,-6-3-8-16,0 2-11 0,0 1 1 0,4 2-7 0,1 2 4 15,-1-1-13-15,7 1-8 0,2 0 3 0,4 0-5 16,-1 0 4-16,7 2-16 0,-3 0 4 0,4 0-7 15,-1 0 9-15,-1 0-20 0,2 0 7 0,0 0-11 16,0 0 3-16,2 0 10 0,2 0-4 0,15-2 6 16,29-3-14-16,16-1 5 0,4 3-3 0,14-3 4 15,6 0 3-15,1-1 3 0,4 1-5 0,7 1 4 0,12 1-8 16,7 1-1-16,4 1 3 0,-8-2-2 0,-7 2 0 16,-4 2-4-16,-11 0-3 0,2 4 0 0,-6 1 0 15,-5 3 4-15,-3 1-1 0,-12-2 3 0,-2-1 3 0,-11-2-4 16,-8-2 1-16,-5 1-2 0,-7-1 6 0,-6 0-9 15,-6 0 10-15,-4 0-10 0,-3-2 10 0,-7 0-25 16,-3 0-2-16,-1 0-11 0,0 0-45 0,-1 0-175 16,1 0-89-16</inkml:trace>
  <inkml:trace contextRef="#ctx0" brushRef="#br0" timeOffset="194401.67">15608 11201 683 0,'0'-2'18'15,"0"0"8"-15,-2 0 25 0,0-3 4 0,-3-8-3 16,1 7-10-16,0-1-6 0,-1-2 5 0,-3-3-1 16,3 3 4-16,3 5-9 0,0 1-1 0,0-1-3 15,0 0 0-15,0 1-10 0,0 1-4 0,1 0-4 0,-1 0-13 16,0 0 2-16,0 0 0 0,0 0 0 0,0 2 1 0,0 0 2 16,2 2 0-16,0 0 1 0,0 2 3 0,0 16-9 15,0 8 6-15,0-2-6 0,-1 0 10 0,-1 2-5 16,-2-2 4-16,0 0-4 0,-1 2 1 0,-1-4 0 15,1 0-1-15,-1-4 1 0,-1 3-4 0,1-7 1 16,2-1 1-16,-1 0 0 0,1-2 0 0,0 0 6 16,-1 0-3-16,-1 0 3 0,1-2-10 0,-1 0 4 15,1-1 1-15,-1-1 1 0,-1 2 0 0,-1-2-3 16,3 1 2-16,-12-1-1 0,0 0 1 0,-3 1 1 0,-1 1-7 16,1 0 4-16,1 0-6 0,-5 0 2 0,0 0 2 15,4 2 1-15,-5-3 8 0,12-1-8 0,-1 0 0 16,1-5-2-16,-2 3 1 0,4-5 6 0,3 2-3 15,1-2 3-15,3 0-8 0,0-1 7 0,2-1 4 0,-1 4 1 16,-1-2 2-16,2 0-10 0,0 0 1 0,0 0-3 16,1-2 8-16,1 0-4 0,1 0 1 0,3 0-2 15,24-8 0-15,11-1 9 0,0 0-2 0,-2-3 2 16,6 3-12-16,-2 2 1 0,-2 1 0 0,-2 1 1 16,0 1-3-16,-2 2 4 0,-1 0-5 0,1 0 5 15,0 2 0-15,-5 0-5 0,1 0 5 0,-8 0-4 16,-1 0 5-16,-5 0 0 0,-2 0 3 0,-2 0-3 0,-6 0-9 15,-1 0-4-15,-3 0-8 0,1 0 4 0,-2 0-15 16,2 0-15-16,-1-2-1 0,-1 1-5 0,0-1-14 16,0 0-26-16,-2 0-8 0,0 0-15 0,0 0-101 0</inkml:trace>
  <inkml:trace contextRef="#ctx0" brushRef="#br0" timeOffset="194618.85">15042 11374 1029 0,'0'-2'42'0,"-2"0"-1"0,0 0 18 15,-2-2-10-15,-1-3-2 0,-1-1-14 0,4 5-7 0,-2-7 3 16,3 5-6-16,1-3-10 0,0 1 1 0,1 1-9 16,11-3 7-16,21 0-10 0,2-4 0 0,4 0 7 15,4 5-5-15,3-5 13 0,1 2-6 0,-1 2-2 16,-1-2-2-16,-1 2-10 0,-3 5 3 0,0-2-5 0,-4-16 3 15,-3 11-38-15,-1 5-42 0,-1 6-4 0,-3 0-14 16,1 4-32-16,2 2-244 0</inkml:trace>
  <inkml:trace contextRef="#ctx0" brushRef="#br0" timeOffset="194966.91">16239 11563 922 0,'0'0'87'0,"0"-2"17"0,0 0-42 16,-2 0-36-16,0-1-14 0,1-1-5 0,-1 0 12 15,0 1 1-15,0-1 4 0,0 2 5 0,0 0-4 16,-1 0-5-16,1 2 1 0,-17-3-8 0,-1 3-10 16,-6 3 8-16,-4 5-7 0,-1 3 25 0,-5 4-15 15,1 3 4-15,2 3-7 0,3-19 8 0,-2 18-5 16,10 2-1-16,0-3-3 0,1 1-2 0,12-1-9 15,0-1 5-15,-6 3-7 0,9-3 6 0,4 1 1 0,2-1 3 16,4-1 0-16,2 0 6 0,7 1-2 0,5-1-3 16,16-2 2-16,3 0-3 0,-2 2 2 0,-1-6 1 15,-7 2-1-15,3 3 1 0,-8-4 5 0,-3 2 0 16,-2-1 2-16,-4 0 9 0,-6-5-3 0,0 1 0 16,-5-5-1-16,-2-2 1 0,4 3 2 0,-4-3-2 0,0 2 1 15,0 0-8-15,-13-3-34 0,-39 1-15 0,-5 26-13 16,-3-13-95-16,-1-8-462 0</inkml:trace>
  <inkml:trace contextRef="#ctx0" brushRef="#br0" timeOffset="196146.08">17481 11221 567 0,'10'-18'0'0,"-5"-34"3"0,29 4 30 0,-3 3-17 16,-3 4 4-16,-6 4-20 0,-1 7 2 0,-1 6 5 15,-3 2-4-15,-2 5 7 0,-2 4 12 0,-6 2 37 16,-1 2-9-16,-3 3 17 0,-1 1-11 0,0 1-9 16,2-2 6-16,-2 3-7 0,0-1 1 0,-2 2-27 15,3-2 4-15,1 1-12 0,-2-1 0 0,0 0-2 16,0 2 2-16,-1 0-2 0,1 1 8 0,0 1-2 0,0 0 0 15,-2 1-2-15,-4 18-10 0,-14 35-1 0,-8 9-3 16,18 9 3-16,-31 10 4 0,-7-2-5 0,-4-2 1 16,-4-2-3-16,-6-4 0 0,-5 5 2 0,1 4 4 15,-1 12-2-15,0 6 2 0,3 4-6 0,3-2 3 0,-1-18-3 16,3-8 6-16,1-18 7 0,-3-5 0 0,5-5 4 16,4-3 4-16,7 1-5 0,0-4-5 0,6-3 0 15,4-2-6-15,-1-1 0 0,8-3 0 0,4-6 0 16,7 0-3-16,2-6-4 0,6-3 1 0,3-1-7 15,0-8-19-15,3-6-46 0,-3 1-6 0,0 1-15 16,2-2-45-16,0 0-23 0,2-2 0 0,2-2-8 16,13-26-9-16</inkml:trace>
  <inkml:trace contextRef="#ctx0" brushRef="#br0" timeOffset="196425.17">17914 11193 751 0,'0'-3'43'0,"2"-27"51"0,0 0-46 0,0 8-9 16,-1-2-8-16,1 5 3 0,-2 10-9 0,0-2 3 15,0 4-2-15,0 3 2 0,0 0-6 0,0 0 0 16,0 1-3-16,0 1 1 0,0 0 1 0,0 0-8 16,0 2 9-16,-2 4-11 0,-20 37-6 0,17 18 3 0,-29 8-7 15,-5 2 8-15,-5-1-6 0,-7 5 3 0,-10 5 2 16,-8 13 1-16,-7 9 6 0,-7 11-6 0,-1-1 7 15,-1-4-5-15,-1-4 7 0,5-11 16 0,-3 0-5 16,-1-4 13-16,-3 0 26 0,7-3-17 0,7-8 1 16,10-9-11-16,12-10-23 0,10-8-8 0,5-8 0 0,9-6-3 15,2-5-5-15,3 1-32 0,9-3-24 0,1-2-12 16,5 0-133-16</inkml:trace>
  <inkml:trace contextRef="#ctx0" brushRef="#br0" timeOffset="203962.22">33288 252 256 0,'0'0'9'0,"0"0"14"0,0-2 24 16,0 0 7-16,0 0 2 0,0 0-12 0,0-1-4 15,0-1 4-15,0 0 1 0,0 1 1 0,0-1 0 0,0-5-10 16,0 1 7-16,0 3-5 0,0-1-7 0,0-1 6 16,-2-3-9-16,2 3 7 0,-2-2-1 0,0-1-2 15,0-1 0-15,0 2-4 0,-1-4-6 0,1 2 5 0,-2 0-6 16,0-1 2-16,-1 1-9 0,-1 0 1 0,1 2-3 16,-1 0 0-16,1 1-6 0,-5 1 2 0,-5-1-3 15,-1 3 2-15,-3 1 6 0,-1 0-6 0,-3 1 5 16,-4-3-1-16,-1-13-3 0,-6 6 2 0,3 6-2 15,-5 3 3-15,-3 2-6 0,6 2 2 0,0 2-3 16,3 2 0-16,8 2-4 0,-6 1 1 0,2 0-1 16,2 3 6-16,-2 1-6 0,5-2 1 0,3 2-3 15,-5 4 0-15,3 0 2 0,-1-11 4 0,1 12-1 0,0-1 1 16,1 2-1-16,-1-2-3 0,3 3 2 0,2 1-3 16,2 0 1-16,0 7-4 0,0-6 4 0,-2 2-2 15,4 1 0-15,0-3-1 0,2 8-1 0,1-2 0 0,5 2 2 16,-1 1 2-16,0-6 0 0,-14 4-1 0,6 1-1 15,5 0 2-15,1 2-1 0,5-2 3 0,1-2-5 16,0-2 0-16,0 2-1 0,1 0 8 0,1-4-2 16,2 6 0-16,-2-6-1 0,2 6-3 0,-1 0 1 15,3-4-3-15,-1-2 4 0,3-1-5 0,-1-3 6 16,1-1-1-16,3 4 3 0,0-5-4 0,0-1 5 16,-2 0 0-16,10-2 3 0,1 0 3 0,-1-2 2 15,1 0-1-15,5 0 1 0,1-7 3 0,0 2-6 0,7-3 1 16,4 1-3-16,6 0 0 0,-1 20 2 0,3-11-5 15,3-9 3-15,-1-4-7 0,3 0 0 0,-4-4 1 16,-7 0 1-16,0-3 0 0,-5-1 5 0,-3 1-2 16,-3-1 3-16,-4 1-2 0,-3 0-4 0,1-3 1 0,-3 1-1 15,-5 2 7-15,1-3 0 0,-4 3-2 0,2 3 1 16,2-11-6-16,-4 1 8 0,-1-3-1 0,-1 0 4 16,2 0 1-16,0 1-10 0,-2-1 7 0,1 0-8 15,-3-1 0-15,4 1 5 0,0-2-8 0,-1 1 5 16,1 1-5-16,-2 0 2 0,0-1 0 0,-3-4 0 15,0-1 1-15,-1-5 2 0,-1 2-2 0,3 2 2 16,-1-2 1-16,11-2-1 0,-6-1 1 0,-6-8-2 16,-5-1 2-16,-3-1 1 0,-5 2-2 0,-1 4 0 0,-6-2-5 15,-2 5 5-15,1 2-1 0,10 2 1 0,-14 2 2 0,-3 4-6 16,-1 1 2-16,2 2-3 0,1 2-2 16,3 4 2-16,-4 2-2 0,1 5 1 0,-5 1-5 0,0-14-22 15,-3 6 0-15,-1 5-11 0,-4 6-41 0,-5 4-157 16,-3 7-132-16</inkml:trace>
  <inkml:trace contextRef="#ctx0" brushRef="#br0" timeOffset="205387.67">4813 3492 16 0,'0'0'0'0,"0"-2"6"0,-2 0 65 0,0 0-18 16,0 0 2-16,0 1-36 0,1-1-8 0,-1 0-1 15,0-2-6-15,0 0 9 0,0 1 0 0,0-1 8 16,2 2 6-16,-2-2-1 0,2 3 0 0,-1-3-7 0,-9-4-5 16,-1 1 2-16,-2 1-5 0,0 3 7 0,-2 1 1 15,-1 2 1-15,-5 0 7 0,-3 4-4 0,-4 5-4 16,-1 4 0-16,-7 5-2 0,-1-14 10 0,-6 28 4 16,-10 1-1-16,2 4 5 0,-6-2-4 0,3 4-3 15,6 0 0-15,-2 2-10 0,5 4 4 0,0 1 3 16,5-3 1-16,1-6 9 0,5-2-15 0,1-3 8 0,5 0-11 15,0-3-1-15,2 7-4 0,-2-3-4 0,4 2 3 16,0 2-9-16,2 2 6 0,-1 2-4 0,1 6 4 16,2-1-14-16,3 0 6 0,2 6-3 0,2-3 5 15,2 1 8-15,7 2-12 0,2-2 4 0,-20-2-7 16,15-3 5-16,7-2 5 0,3-5-5 0,5 0 4 0,1-1-9 16,4 0 4-16,4 2 2 0,0-2-1 0,3 0-2 15,-18-2 4-15,26 1-8 0,0-3 7 0,-1 1-7 16,3-5-1-16,0-1 9 0,7 0-5 0,4-2 10 15,2 0 3-15,7-2-7 0,9-7 5 0,8 1-9 0,7-5 7 16,2-1-1-16,-1-3 3 0,-9-4-8 0,-2 7 1 16,-11-9 0-16,-1 1 1 0,-1 0 3 0,-3 20-4 15,6-9 1-15,-2-12-2 0,0-3 4 0,7-3-5 16,2-5 1-16,-3 1-1 0,3-4 8 0,-11-4-4 16,-1-2 0-16,-5 0-3 0,-5-1-3 0,2-3 6 15,-8 3 1-15,-1 16 1 0,1-26-6 0,1 4 1 16,3-8 0-16,0 1 1 0,-2 1 4 0,2-1-1 15,1 1-5-15,-5-4 2 0,6 5 0 0,-6-1 4 0,-1 0-1 16,3 2 1-16,-14-3-1 0,3-1-1 0,0-1 3 16,-9-6-4-16,7-6 0 0,-3-10 4 0,-5-8 1 15,7-8 2-15,-1-1 11 0,-1-6-6 0,-4-2 3 16,0 2-4-16,-6 0 8 0,-2 9-2 0,-5 6 10 0,26 5-2 16,-15-1 38-16,-13 5-12 0,-7-2 0 0,-8 3-6 15,-6 2-11-15,16 7-8 0,-42-1 0 0,-10 6-2 16,-3 6-7-16,-5-1-17 0,0 7 6 0,2 3-8 15,-2 3 0-15,8 6-12 0,3 8-11 0,4-19-4 16,-4 15-75-16,-6 11-475 0</inkml:trace>
  <inkml:trace contextRef="#ctx0" brushRef="#br0" timeOffset="207302.59">27771 7965 256 0,'0'-2'-61'0,"0"0"29"0,0 0-16 0,0-2-1 16,0-12 36-16,0 1-3 0</inkml:trace>
  <inkml:trace contextRef="#ctx0" brushRef="#br0" timeOffset="207770.77">27775 7794 97 0,'0'0'12'0,"0"0"23"16,0 0-13-16,0 0 7 0,0 0 0 0,-2 0 1 16,0 0-5-16,0 0 7 0,1 0-5 0,-1 0 5 15,0 0-6-15,0 0 16 0,0 0-10 0,0 0 9 0,0 0-13 16,1 0 4-16,-1 0-3 0,0 0 2 0,0 0-11 0,0 0-6 16,0 0 3-16,0 2-6 0,1 0-5 15,-3-1 5-15,0 3-4 0,0 2 2 0,-1 10-9 0,-6 3 3 16,1 7 1-16,1-4 0 0,2-1-6 0,1-3 4 15,-3-7-2-15,3 6 3 0,3-2-3 0,-3-6 6 16,-5 6-4-16,5-6 5 0,1 2 7 0,1-1-1 16,2-3-2-16,2-1 0 0,0-3-4 0,0 3-1 15,0 0 11-15,0-1-7 0,0-1 12 0,0 0-8 16,0-3-1-16,0 1-2 0,19 2-4 0,1-2 0 16,2 13-1-16,4-2 1 0,0-6-5 0,4-1 0 0,4-4-4 15,5-2 2-15,5 0 5 0,4-4-5 16,14-2 7-16,1-1-7 0,7-2-1 0,8 1-4 0,-7-1 0 15,5 0 0-15,-5-3 9 0,-5-1-4 0,3 0 0 16,4 4-1-16,-1 5 1 0,4 3 0 0,4 1 5 16,0 1-6-16,1 3-4 0,-3 2 5 0,-5-1-1 15,-4-1 2-15,-3 2-1 0,3-1 2 0,9 1 1 0,0 1 0 16,4-1-3-16,1-1 5 0,-5-3-5 0,0 0 3 16,-3 0-6-16,-7-2 1 0,-3 0 3 0,-2 0-1 15,0 2 8-15,4 0-4 0,2-1-2 0,-2 3 2 16,2 0 0-16,-3 0-1 0,-8-1 5 0,-4-1-5 15,-4 2 1-15,-13-2-2 0,0 1 3 0,-9-1-1 0,-4 2 10 16,-5 0-44-16,-4-1-23 0,-6-1-23 0,2 4-223 16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8T03:48:16.82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15595 4082 1 0,'0'0'0'0,"-2"0"3"15,0 0 28-15,0 0-12 0,0 0 2 0,-1 0-15 16,-1 0-1-16,-2 0-4 0,-5-2-1 0,2 2-2 16,-4-1-2-16,0 1 8 0,-2-2 1 0,2 2 1 15,-7-2-10-15,3 2 10 0,0 0-4 0,-1 0 7 0,1 0-5 16,2 0-1-16,-3 0 8 0,-1 0-2 0,2 0 22 15,-1-2 5-15,-1 0-2 0,3 2 1 0,-5-2-15 16,3 0 3-16,3 2-2 0,2 0 3 0,-2-1-3 0,4-1-15 16,0 0-4-16,-6 0-1 0,2 0-1 0,2 0-2 15,-6 0 6-15,8 2-4 0,0 0 7 0,4 0-4 16,-3 0-4-16,-1 0 1 0,8 0-5 0,-10 0 2 16,3 0 2-16,-5 0 0 0,-3 0 2 0,7 0-1 15,0 0 2-15,3 0-2 0,-1 0 0 0,0 2 0 16,1-2-1-16,-3 2 2 0,2 0 5 0,-1 0-6 15,1 0 4-15,0 1-4 0,0 1 0 0,1-2 0 16,-1 2 0-16,1-1 0 0,-1 1-9 0,0 0 9 0,0 0-1 16,1-1 4-16,-1 1-3 0,2 0 0 0,-3 1 1 15,3-1 0-15,-1 0 1 0,-1 1 0 0,2-1-5 16,-3 2 3-16,1-1-1 0,0 1 1 0,0-1 3 16,-1 1 0-16,1-1-3 0,3-3 0 0,-1 2 2 15,0 0 0-15,1-1-6 0,-3 3 5 0,3-2-3 0,-1 1 4 16,-3 1-3-16,3-1-3 0,-2 3 4 0,-1-1-2 15,3-1 6-15,-6 3-9 0,4-7 5 0,-6 9-5 16,-2 2 11-16,2 2-8 0,-3 0 0 0,-5 1-3 16,7 1 9-16,-1 0 0 0,-2 3 1 0,5 1-4 15,-7-1-9-15,1 1 3 0,1 1 6 0,2-2-1 16,1 3 7-16,1-3-2 0,-2-3-9 0,8 3 4 16,-2-9-7-16,3 2 4 0,1-2 0 0,-1 1 2 0,3 2 8 15,1-2-7-15,2 2 4 0,0-2-6 0,1 1 0 16,-3 0 4-16,2 1-2 0,-9 3 2 0,2-2-2 0,3 0-1 15,2-4 1-15,1 0-1 0,-1 2-1 0,2-4 0 16,2-1 2-16,0 1 0 0,0-1 0 0,0 1 0 16,0 4 0-16,0-4 1 0,0 2 3 0,2 0-2 15,0 0 0-15,1 1 0 0,1-1 1 0,2 0-2 16,-1 2-2-16,1-2 1 0,-1 2 3 0,3 0-7 16,-1-2 8-16,-3 0-7 0,13 0 11 0,-8-1-6 15,2 1 0-15,0-2-2 0,-3 0-5 0,7 1 5 16,-2-1 0-16,-4 0 3 0,6-1 1 0,-2 1-5 15,3 2 0-15,-3 0-3 0,-3 0 4 0,1 1 2 0,-6-3 2 16,3 2-2-16,-1-2-7 0,4 1 5 0,-1-3-1 16,3-3 3-16,0 1-2 0,0 3 8 0,0-5-7 15,-2 1 8-15,0 2-16 0,-2 1 6 0,4 2 1 16,0-1 3-16,2-1 5 0,0 1-8 0,2-3 4 0,-1-1-4 16,5-2 6-16,1 0-8 0,0 0 2 0,3-2-2 15,-1 0 5-15,2-2-4 0,7-2-4 0,-3 0 2 16,3 2 9-16,1 1-3 0,1-1-1 0,4 2-2 15,-6 0-8-15,1 0 8 0,-1 0 0 0,1 0 2 16,1 0-2-16,2 0 0 0,-5 0 3 0,-3-2-3 16,3-2 1-16,-2 0 3 0,-1-1-4 0,-1-1 3 0,0 1-1 15,-2 1-2-15,0-2 0 0,2 1 0 0,0 1 7 16,-2 0-9-16,1-1 6 0,-2 1-8 0,1 0 2 16,-2 1 6-16,-2-3-6 0,4 1 6 0,0-1-7 15,2 0-2-15,-2 1 5 0,-4 1-2 0,-1 0 9 0,-7 1-7 16,3-3 0-16,4 1-2 0,-8 1 3 0,3 0 4 15,-5 0-1-15,1 1 1 0,1-1-8 0,-4 0 5 16,2 1-2-16,-4-1 4 0,1 0-5 0,1 0 1 16,6-3-1-16,0 0 1 0,-2-1 2 0,4-1-5 15,-1 0 5-15,-3 1-4 0,0 1 8 0,0-3-9 16,0 1-1-16,-2 2-2 0,0 5 14 0,2-9-7 16,0 1 5-16,-1 1-6 0,-1-2-3 0,-4 4 4 0,-1-3-1 15,-1 3 2-15,1-1 0 0,-2-1 4 0,1 0-5 16,-1 0 4-16,0-3-2 0,-1 1-1 0,-1 2 0 15,0-4-2-15,0-2-1 0,7 2 44 0,2-5-16 16,-1-3 23-16,-5 1-29 0,-1-6-1 0,-2 2 5 0,-2 0-7 16,0-1-6-16,-2 3 2 0,-2 2 0 15,0-3 2-15,-1-1-4 0,-1 0 12 0,-1-2-2 0,-2-2 7 16,-1 0-10-16,-1-1-7 0,0 3-1 0,0 2-1 16,-2-1-4-16,2 5 0 0,-4 0-6 0,7 3 4 15,-16 2-8-15,-5 0 2 0,-8 2 1 0,3 2 1 16,-5 0 1-16,0 0-1 0,-5 1 2 0,-8 1-2 15,1 0 7-15,-2 1-8 0,1 1 0 0,1 0-3 0,1 3 7 16,0 0 0-16,-2 2 0 0,-2-24-1 0,-5 13 0 16,-2 8-1-16,-4 7-4 0,-11 3-11 0,-1 6-122 15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34:25.26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24890 13503 24 0,'0'0'0'0,"2"-2"7"0,-1 1 77 0,1-1-11 16,0 0 4-16,0 0-33 0,0 0-10 0,0 0-13 16,0 2-6-16,-1 0 4 0,1 0-15 0,0 2 13 0,0 0-7 15,0 0 8-15,0 2-5 0,5 10 5 0,2 7 5 16,-1 3-3-16,-3-4 0 0,-1 8-5 0,-2-5-3 15,-2-7 1-15,2 7 0 0,-2-9-2 0,2 7 2 16,0-6-2-16,-1-1-1 0,1-2-2 0,0-1 7 16,0 2-4-16,0-6 13 0,0 1 5 0,0-3 2 0,-1-1 3 15,1 0 21-15,4 1-21 0,9-1-2 0,-1-2-7 16,7 13-8-16,5-2-1 0,4-6-1 0,7-3 0 16,2-4 2-16,0-2-3 0,2-4 2 0,-1-3-2 15,7-4 8-15,1-4-8 0,2-3 3 0,6-6-4 16,5 20 12-16,6-27-14 0,11-8 6 0,2-2-11 15,2-1 2-15,5-4 2 0,-7-1-2 0,-2 5 1 0,-6 3-10 16,-5 6-5-16,-4 5 0 0,-4 2 0 0,-3 4-8 16,4 3-26-16,-7 3-7 0,-6 7-9 0,1 0-48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34:29.471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context xml:id="ctx1">
      <inkml:inkSource xml:id="inkSrc2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3-07-18T06:34:34.888"/>
    </inkml:context>
  </inkml:definitions>
  <inkml:trace contextRef="#ctx0" brushRef="#br0">18105 3720 297 0,'0'0'0'0,"-2"0"42"0,0-2 19 0,1 0 10 16,-1 1 7-16,0-1-30 0,-2 2-10 0,0 0-3 0,1 0 0 15,-1 0-2-15,0 0-6 0,-3 0-10 0,3 0 7 16,-3 0-9-16,1 0-6 0,1 2 9 0,-1-1-13 15,4-1 11-15,-3 4-5 0,3 0-2 0,-8 7 9 16,3 2-8-16,3-2 3 0,2-3-1 0,1 1-2 16,-1-2 0-16,0 1-2 0,2 1 5 0,0 4 1 0,0-6 2 15,0-1 7-15,0-2 32 0,2-1-9 0,0 1 15 16,1 0-22-16,20 7-7 0,8-5-4 0,8-10-2 16,9-7-18-16,3-12 1 0,1 12-2 0,5-37 2 15,-3-6-8-15,5 2 0 0,3-4-1 0,3 3-1 16,7 6-14-16,10 1-42 0,1 5-7 0,14 0-25 15,-4 2-149-15</inkml:trace>
  <inkml:trace contextRef="#ctx0" brushRef="#br0" timeOffset="4224.49">24496 4977 13 0,'0'0'0'0,"0"0"51"0,0 0 20 16,0-2 39-16,0 0 12 0,0 1-34 0,0-3-8 0,0 0-19 16,0-3-3-16,-2-4 0 0,0 1-17 0,-1 1-12 15,-1-2 3-15,0 3-7 0,0 1-5 0,3 3 14 16,-1 1-10-16,-4 1 10 0,-7 0-20 0,-11 0 8 15,4-13-2-15,-3 4 3 0,-6 4-4 0,-3 5-2 16,1 4-3-16,-5 3 2 0,3 3-7 0,1 3-1 16,1 4 1-16,3-1-2 0,0 3-7 0,4-15 9 15,2 22-2-15,3 0 4 0,-1 0-5 0,5 2-4 16,-2 0-3-16,4 0 1 0,2 2-2 0,3 0 3 0,-1 4 1 16,5-1-1-16,-1 5-2 0,3-1 1 0,-18-2 0 15,7 3 0-15,5-3-8 0,3-1 8 0,3 1 0 16,2-2 2-16,0 1-2 0,2-2 2 0,1-2-4 15,1-1 2-15,2 1-2 0,-3-4 1 0,3 2 0 0,-1-1 0 16,1-1 1-16,0 2-1 0,1 0 1 0,0-4-2 16,1 0 1-16,-1-1 5 0,1-5 2 0,1 3 1 15,-2-4-6-15,3 0 4 0,-7 0-3 0,18-1 5 16,1-1 3-16,6 2-3 0,2-5 2 0,5-3-3 16,0-1-2-16,2 1-1 0,2-1-3 0,2-5 1 15,-2 22-1-15,2-10 3 0,-4-10-2 0,-3-3 0 16,-1-1-3-16,-3-5 6 0,1-3 1 0,1-2 1 0,-1-2-6 15,-1-2 4-15,-2-2 4 0,2 0 0 0,-2-1 0 16,-4 16 12-16,2-20-14 0,0-1 13 0,-4 3-15 16,4-1 7-16,-2 3 5 0,-7-1-2 0,5 1-4 0,-9-1 4 15,-2-1-3-15,0-1 5 0,-3 1-1 0,-1-6 8 16,-1 0-6-16,-1 0 5 0,-3-6-11 0,0 3-5 16,2-7 6-16,16-1-6 0,-10 2 6 0,-5-6 3 15,-5 8-2-15,0-4 2 0,-2-2-3 0,0 3-2 16,-7-5-2-16,0 4 1 0,-2 4 0 0,1 1 4 15,-1 3-4-15,0 3 4 0,-2-2-2 0,-2 4 8 16,13 1 4-16,-18 1 0 0,-4 2 7 0,2 3-6 16,-3 2 4-16,3 2-6 0,0 2-9 0,0 0-5 0,1 1-1 15,-1 5-1-15,3 1-3 0,-1-11 3 0,1 6-6 16,-1 2 4-16,1 1-4 0,3 2-3 0,-1 2 0 16,2 1-4-16,0 1-5 0,2 0-16 0,0 0-15 0,4 1-3 15,0 1-86-15,-1 0-91 0,-3 2-70 0</inkml:trace>
  <inkml:trace contextRef="#ctx1" brushRef="#br0">26375 17281 0</inkml:trace>
  <inkml:trace contextRef="#ctx0" brushRef="#br0" timeOffset="6093.92">9200 5059 39 0,'0'0'1'0,"0"-2"6"16,0 0 23-16,0 0 10 0,0-1 20 0,0-1 7 0,-3-11-24 15,-1 2 11-15,-2-2-15 0,-1-2 10 0,-1 4-14 16,-1-1-4-16,2 1-2 0,-3-2-8 0,3 4 8 16,-2-2 0-16,1 3 3 0,1 1 5 0,-13 2-2 15,7-1 3-15,-6 3-3 0,0-1-2 0,12 0 0 16,-8-3-4-16,-2 0 1 0,3 3-3 0,-3 3-14 15,-5 1 1-15,5 2-7 0,-2 3-1 0,-5 5 0 16,4 3 0-16,-4 4-1 0,1-11-1 0,-3 20 0 16,4 0 4-16,2 2-3 0,-1 4-4 0,4 1 4 0,1 1-5 15,1 3 5-15,0 2 0 0,0 2-5 0,2 2 5 16,0 2-5-16,0 1 10 0,2 8-10 0,2-2 0 16,-1 4-4-16,1 0 8 0,2-2-2 0,-3-6 3 0,3-1-4 15,1 0 1-15,1-6-5 0,1 1 0 0,0-2-2 16,-16-3 9-16,9-2-10 0,5 1 8 0,6-3-8 15,0 1 7-15,6 1 3 0,-1-3-2 0,5-2 2 16,1 2-5-16,2-8 6 0,-11 0-5 0,26-2 4 16,-1-5-5-16,3 0 1 0,4-7 6 0,6 1-4 15,5-4-1-15,5-1 3 0,-2 20-4 0,1-13 3 16,-1-7 6-16,-3-4 10 0,3-5-4 0,-7-5 4 16,-4-5-10-16,-4-3 11 0,-3 10-3 0,0-29 6 15,-1 4-10-15,1-4 3 0,-2 0-2 0,0 1 2 0,0 1-1 16,-1-2-3-16,-2-2 1 0,-1 0-2 0,-2 0-6 15,0 0 0-15,1 0 0 0,-7-6 2 0,-1-3 8 0,-11-6-2 16,24-1 0-16,-15-5-1 0,-10-1 0 0,-4 3 2 16,-9-3 5-16,-5 2-3 0,-1 5 10 0,-5 2 4 15,-1 4-3-15,20 3 4 0,-28 2-4 0,-1 6-9 16,-1 0 3-16,1 7-5 0,-1 1 1 0,-1 4-11 16,-3 3 3-16,1 4-5 0,-4 5 0 0,-7 3-1 15,-2 9-3-15,3-22-1 0,-3 18-19 0,3 8-30 16,2 10-15-16,-5 10-20 0,5-12-197 0</inkml:trace>
  <inkml:trace contextRef="#ctx0" brushRef="#br0" timeOffset="12655.03">18972 3566 107 0,'0'0'9'0,"0"0"8"0,0 0 32 16,0 0 16-16,-2 0 9 0,1 0 2 0,-1 0-10 0,0 0-6 15,0 0 3-15,-2 0-14 0,1 0 2 0,-1 0-6 16,0 0 3-16,0 0-12 0,3 0-6 0,-7 0 5 16,1-2-6-16,1 2 0 0,4 0-4 0,-3 0 0 0,3 0-1 15,-2-2-7-15,0 0-11 0,1 2-2 0,-1 0-2 16,2 0 1-16,0 0 0 0,0 0 5 0,1 0-2 15,-1 0 6-15,2 0 8 0,0 0-1 0,2 2 4 16,-1 0-3-16,3 0 2 0,11 4 0 0,4-1 2 16,3-1-1-16,4-2-3 0,4 0-2 0,-1-1 2 15,1-1-9-15,-4 0 3 0,0 0-1 0,-4-1 2 0,1-1-3 16,-3 0-2-16,-1 0-5 0,1-2 4 0,-3 2-3 16,-1 1 0-16,-1-1 6 0,-4 0-4 0,0 0 6 15,-1 0-4-15,-1 0-4 0,-3 2 2 0,-1-2-2 0,-1 2 5 16,-2 0 2-16,0 0-2 0,1-1-5 0,1-1-5 15,0 0-6-15,-1 0 0 0,-1 0-37 0,0 0-33 16,0 0-12-16,0 2-17 0,0 0-137 0</inkml:trace>
  <inkml:trace contextRef="#ctx0" brushRef="#br0" timeOffset="12890.13">18996 3854 359 0,'-1'0'39'0,"-1"0"-3"0,0 0 29 0,0 0-1 16,0 0-2-16,0 0 11 0,-1 0-6 0,1 0-4 0,0 0-2 15,0 0-16-15,0 0-15 0,0 0 7 0,0 0-9 16,1 0 3-16,1 0-12 0,0 0-2 0,1 0-1 16,1 0 0-16,2 0-3 0,16-2 0 0,3-2-1 15,5 1 0-15,-6-1 9 0,4 2-1 0,-2 0 2 16,-2 0-4-16,-5 2-10 0,-2-2 3 0,-2 1-4 15,0 1-1-15,-2 0-3 0,0 0-1 0,0 0 1 0,-1 0 6 16,-3 0-4-16,0 0-7 0,1 0-2 0,-1 0-51 16,1 0-89-16,1 0-48 0</inkml:trace>
  <inkml:trace contextRef="#ctx0" brushRef="#br0" timeOffset="13360.83">20038 3102 464 0,'0'-2'38'0,"0"0"-38"0,0 0 46 0,0 0-19 16,0-1 18-16,0-5 20 0,-2-1 0 0,0-8 4 16,2 4-14-16,0 0-14 0,0-2-8 0,0 1 1 15,0 2-15-15,0 1 2 0,0 2 6 0,0-2-4 16,0 0 3-16,0 5 6 0,0-3-1 0,0 7 4 16,0-2-3-16,0 1 1 0,0-1-8 0,0 2 5 15,0 0-21-15,0 0-5 0,0 0-1 0,0 2-2 0,0 0 2 16,0 0 5-16,0 2-2 0,0 2 3 0,0 5 0 15,0 17-6-15,0-2 7 0,-2 2-8 0,1-1 4 0,-1-1 2 16,-2-2-7-16,2-2 7 0,-2 1-1 16,3-4-4-16,-3 1 10 0,2-1-9 0,-2 0 3 0,2-1 0 15,1 1-3-15,-1 0 3 0,0-1 3 0,2-1-5 16,0 0-2-16,0 0 1 0,0-2 2 0,0 0-4 16,0 2 6-16,0-4-6 0,0 0 5 0,0-2 4 15,0 1-4-15,0-5 2 0,0 1-19 0,0-1-25 16,0-1-4-16,2 0-7 0,0 0-26 0,-1-1-48 15,1-1-11-15,2 0-33 0,3-2-242 0</inkml:trace>
  <inkml:trace contextRef="#ctx0" brushRef="#br0" timeOffset="13575.49">20049 2784 909 0,'0'0'38'16,"0"-1"-2"-16,-2-1 40 0,0 0-5 0,1 0 3 16,-1-2-13-16,0 1-25 0,0-1-8 0,0 2-5 15,0 0-29-15,2 0-7 0,0 0 5 0,0 1-6 0,0 1 1 16,0 0-55-16,2 1-11 0,0 3-20 0,4 11-94 16</inkml:trace>
  <inkml:trace contextRef="#ctx0" brushRef="#br0" timeOffset="13964.92">20352 3189 349 0,'0'0'71'0,"0"0"15"0,-2 0 6 16,0-2-35-16,0 0 8 0,0 1 11 0,-1-1 1 15,-1 0-7-15,0 0 3 0,1 0-19 0,-1 0-22 0,0 0 7 16,0 2-13-16,1 0-8 0,-1 0-7 0,0 0-2 15,2 0 0-15,-1 2-9 0,-1 0 2 0,0 0 0 16,1 2 2-16,3-2 0 0,-6 11 8 0,2 3-12 16,1-3 9-16,-1 2-13 0,0-2 10 0,0-2-4 0,3 2 5 15,-7-2-9-15,3 1 3 0,1-1 1 0,2-2 1 16,2-2-1-16,0 1 4 0,0-4-1 0,0-1 1 16,2 1 9-16,-2-2-1 0,9 5 4 0,6 3-5 15,2-3-5-15,-1-1 5 0,-1-5-4 0,2 1 4 16,-2-2-10-16,-4 0 10 0,2-2 0 0,-2 1 4 15,-3-1-6-15,-1 0 14 0,0-2-7 0,1 0 10 16,-4 1-3-16,-1-1 4 0,-1 0 0 0,4-9 1 0,-3 0-8 16,-1 0-1-16,-2-2-5 0,-2 2 2 0,-3-1-12 15,-1 2 0-15,-3-1-1 0,5 4 0 0,-11 2-7 16,-5 1 2-16,1 2-2 0,1 1 2 0,-1 1-19 16,6-7-24-16,2 3-7 0,0 2-6 0,4 2-36 0,1 2-66 15,2 0-78-15</inkml:trace>
  <inkml:trace contextRef="#ctx0" brushRef="#br0" timeOffset="15258.18">19960 3763 122 0,'0'0'43'0,"-2"0"52"0,0 0-20 15,0 0-9-15,1 0 1 0,-3 0-2 0,-4 0 7 0,-5-2-10 16,2 0 3-16,-2 2-6 0,0-2-4 0,4 2-6 16,-4 0-2-16,-2-2 1 0,6 2 7 0,2 0-17 15,-1 0 5-15,-1 0-10 0,3 0-7 0,-7-1-6 16,6 1 0-16,3 0-2 0,2 0-2 0,-1 0-10 15,-1 0 3-15,0 0-4 0,0 0 7 0,3 0-10 16,-1 0-4-16,0 0-3 0,0 0-3 0,0 0 8 16,0 0 0-16,0 0 1 0,2 0 1 0,0 0 0 15,0 0 3-15,2 0-3 0,0 0 2 0,2 0-1 0,20 1-6 16,4 1 3-16,-2 0-3 0,4 0 2 0,-3-2 1 16,5 0 0-16,-1-4 0 0,7 1 5 0,1-1 0 15,0 0 2-15,3-1-8 0,-3-3 6 0,4 1-4 16,0 1 5-16,3-1-2 0,-3 1 1 0,-8 2-5 15,2 1 2-15,-14 3-2 0,4 0-2 0,1 0 9 0,-9 0-7 16,5 0 5-16,-7 0 8 0,-6 0-6 0,0 0 7 16,-4 0 3-16,-1 0 9 0,-1 0 1 0,-1 0 2 15,0 0 2-15,0 0 2 0,-1 0 0 0,1 0 1 16,-2 0-7-16,0 0 0 0,0 0-3 0,-1 0 1 0,1 0-9 16,0 0-7-16,0 0 2 0,0 0-3 0,0 0-1 15,0 0-2-15,-1 0 1 0,1 0 0 0,0 0 0 16,0 0-6-16,-2 0-6 0,2 0-3 0,0 0-49 15,0 0-83-15,-1 0-70 0</inkml:trace>
  <inkml:trace contextRef="#ctx0" brushRef="#br0" timeOffset="17501.84">20755 6093 16 0,'0'0'0'16,"0"0"19"-16,0 0 11 0,0 0 10 0,0 0 6 0,0 0-8 16,0 0-4-16,0 0-8 0,-2 0 6 0,0 0-7 15,0 0 9-15,0 0-8 0,0 0 1 0,1 0-3 16,-1 0 0-16,0 0 10 0,-2 0-9 0,2 0 9 16,-5 0-5-16,-6 0-10 0,7 0 5 0,-1 0-8 15,-1 2-1-15,3 0-8 0,-6 3 6 0,1-1-7 16,-1 2 6-16,-4-1-3 0,2 1-2 0,-1 1 2 15,2-1-4-15,3-1 3 0,2-1-2 0,-1 2 2 0,1 1-11 16,-1 8 5-16,1 2-3 0,1 5 3 0,-3 4-6 16,2 2 4-16,-1 1 1 0,3 1 1 0,-1-4-1 0,4 2-2 15,-5-2 0-15,-2-6 0 0,1 6 1 0,1-3 2 16,3-1-5-16,2-2 5 0,-1 1-2 0,-1-1 0 16,-2 1 1-16,4-1-1 0,-12 2 0 0,2 3 3 15,7 1-2-15,1 0 1 0,0 1-1 0,4 5-6 16,0-4 6-16,6 7-5 0,1-2 4 0,3-1 0 15,3 1-4-15,0-1 4 0,3-2 0 0,1-2 0 16,2-1 1-16,-17-1-1 0,16-5-1 0,1-3 1 16,-5-1 4-16,1-4 0 0,6 0 2 0,-8-5-7 0,2 1 1 15,-2 0-1-15,0-1 7 0,0-3-2 16,0 1 1-16,-2-4-2 0,0 7 10 0,2-2-4 0,2 1 2 16,-2-5-3-16,2-1-4 0,1 0-4 0,-1-2-2 15,4 0 0-15,-3 0 6 0,1-2-2 0,-2 0 2 0,2-1-2 16,-1-1 4-16,1-2-5 0,0 1 2 0,1-4-3 15,-1 1-3-15,2-1 11 0,-1-2-8 0,1 0 10 16,3-4-7-16,2 0-1 0,0 0 4 0,1 0-3 16,1 0 7-16,-4 2-4 0,0-2 4 0,-5 4-6 15,1 4 0-15,1-15-1 0,-1 9 2 0,-1-4-1 16,-8-2 2-16,6 3-1 0,-4-1-2 0,1-4 2 16,-5 3 12-16,-1-3-3 0,-3-1 1 0,3 0-1 0,-1 0 6 15,-3-1 2-15,6 1 4 0,-3 0-3 16,-3 1-5-16,2 1-6 0,11 0 4 0,-6 1-4 0,-3 2 5 15,-1-1-6-15,-1 1 0 0,-4-3 1 0,0 1 8 0,0 0-6 16,-2-1 5-16,-2 0-4 0,-5-1 9 0,-2-1 1 16,-4 0-2-16,13 1 2 0,-16-3 0 0,-10-6-3 15,2 2-4-15,-2 2 1 0,-6 2-8 0,3 6-3 16,-4-3 6-16,-1 1-5 0,5 5 1 0,1 2-3 16,4-2-5-16,2 8 3 0,4-3-6 0,-1 3 0 15,3-6-1-15,1 4 1 0,-2 1-7 0,6 6-30 16,-3 2-6-16,3 0-14 0,1 4-57 0,3 2-151 15</inkml:trace>
  <inkml:trace contextRef="#ctx0" brushRef="#br0" timeOffset="22851.75">20016 4188 256 0,'0'0'-34'0,"0"0"34"0,0 0 21 15,0-2 8-15,0 0 41 0,0 0-8 0,0 1-28 16,0-1 3-16,-2 0-7 0,0-2-6 0,0 1 7 16,0-1-4-16,2-2 5 0,-2-1-9 0,2 1 7 15,-1-3 0-15,-1 2 2 0,0-1 3 0,0 1-4 16,0-1-4-16,2 1 0 0,0-1 1 0,-2 1 4 15,0-2-1-15,2 3 1 0,-1-3-5 0,1 3-2 0,0 1 2 16,0-1-3-16,0 2 1 0,0 1-2 0,0-3 2 16,0 4-2-16,-2-3-3 0,0-1 2 0,0 2-5 15,0 1 3-15,0-1-7 0,0 2-11 0,1 0 2 16,-1 0-4-16,0 1 1 0,0-1-6 0,0 2 4 16,0 0-6-16,0 2 7 0,1-1-1 0,-1 3-1 0,0 5 1 15,-2 12-7-15,2-3 8 0,0 1-1 0,1 1 3 16,1-1-8-16,0 1 5 0,0 3-2 0,0-3 3 15,0 2 0-15,0-1 6 0,0 1-5 0,0-3 4 16,0 3-8-16,0-4 1 0,0-1 2 0,0 2 0 16,0-4 2-16,1-1 1 0,-1-2-3 0,2 1 3 15,-2-4 2-15,0-2 1 0,0 1-3 0,2-5 2 0,0 1-5 16,-2 0-4-16,2 0 8 0,0-3-4 0,-2 1 13 16,0 0 1-16,0 0 0 0,2 0 1 0,-1 0 4 15,1-2-11-15,0 0 3 0,0-2-6 0,0 0-2 0,0-2-1 16,7-16-2-16,0-1 1 0,2-3 6 0,1-2-4 15,-3 0 0-15,2-2-2 0,-2 2 2 0,2-1-3 16,2-1 9-16,-1 2-8 0,-1 0 6 0,-2 4 4 16,0-1-10-16,1 3 10 0,-5 3-2 0,1 2-4 15,-1 2 3-15,-3 6-5 0,2-4 6 0,-4 7-9 16,0 0 9-16,0 1-9 0,0 1 1 0,2-2-1 16,0 0-4-16,-1 1 2 0,1 1 4 0,0 0-34 0,0 0 8 15,0 2-22-15,0 0-27 0,0 0-59 0,-1 2-46 16</inkml:trace>
  <inkml:trace contextRef="#ctx0" brushRef="#br0" timeOffset="23353.35">20398 4190 448 0,'-2'0'38'0,"1"0"-3"0,-1 0 39 0,0 0-4 16,0 0-3-16,0 0 3 0,-2 0-2 0,1 0-1 0,-1 0-19 15,2 0-19-15,-5 0-8 0,3 0-2 0,-3 4-13 16,1 3-5-16,-1 19 4 0,-3 4-5 0,5 1 11 16,1 5-7-16,-2-1 10 0,-1 0-9 0,1-1 11 15,1 1-3-15,1-4-4 0,0-3 3 0,1 4 1 0,-3-12-5 16,4 3 7-16,-11-3-6 0,6-5 3 0,1-4-3 16,3-2-4-16,1-1 2 0,0-3-11 0,2-1 13 15,0 0-5-15,0-2 8 0,0 1-12 0,0-1 5 16,0 2-4-16,0 0 4 0,0-1-6 0,0-1-4 15,0 0-1-15,0 0 0 0,0 0-4 0,2-2-4 16,0-2 1-16,-1 0 0 0,3-5 12 0,7-19-6 16,0 1 3-16,1-2-5 0,-5 4 0 0,2-5 10 15,-1 1-1-15,-1 4 4 0,1-5-3 0,-3 6 0 0,3 0 0 16,-3 3-1-16,-1 4 4 0,0 4 4 0,-1 2 0 16,-1 3 0-16,0 1 0 0,0-1 8 0,-2 4-7 15,0 1 7-15,2-3-13 0,0 0-3 0,-1 2 0 16,1 0-2-16,0 1 7 0,0 1 2 0,0 0 1 0,0 0-2 15,1 1 4-15,1 3-1 0,9 15 0 0,-4 1 0 16,-1 4 1-16,-3-3-6 0,-1 3 8 0,0 2-7 16,-2-2 8-16,0-2 0 0,-2 2-7 0,0-3 4 15,0-1-8-15,0 4 4 0,0-9 1 0,0 2 0 16,0-8 3-16,0 2 0 0,0-1-4 0,0-1 2 16,0-2-14-16,0 1-19 0,0-3-6 0,0-1-6 15,0 0-37-15,1 0-29 0,-1-1-10 0,2-1-9 0,0 0-74 16</inkml:trace>
  <inkml:trace contextRef="#ctx0" brushRef="#br0" timeOffset="23562.2">20159 4264 750 0,'0'0'49'0,"0"0"-1"0,-2 0 19 16,0 0 2-16,0-2-10 0,0 0 12 0,0 1-13 15,1-1-11-15,-1 2-1 0,0-2-42 0,0 2 4 16,2-2-4-16,0 0 4 0,2 0-11 0,0 0 13 0,1 1-10 16,20-7 12-16,6-1-9 0,5 0-2 0,1 1 9 15,0 1-7-15,-1 1 9 0,-1 1-30 0,-3 1-4 16,2 2-10-16,-3 2-34 0,-1 0-44 0,-2 0 0 16,-4 2-23-16,-7 0-97 0</inkml:trace>
  <inkml:trace contextRef="#ctx0" brushRef="#br0" timeOffset="23927.47">20632 4350 440 0,'0'0'40'0,"0"0"71"16,-2 0-43-16,0-2 13 0,1 0-1 0,-1 0 2 0,0 0-12 16,0 0-23-16,-2 0-2 0,2 1-9 0,1-1-20 15,-1 0-8-15,0 0 0 0,2 0-2 0,0-2 1 0,2 1-3 16,0-1 2-16,-1 0-4 0,3 1 3 0,5-5-5 15,6-1 4-15,0 3-4 0,-6 4 1 0,3 2 8 16,-1 2-8-16,-2 2 7 0,0 3-2 0,-3 8 5 16,-2 19 2-16,16-1-1 0,-9 1-6 0,-5 1-1 15,-6 0 0-15,0-1 2 0,-4-5 8 0,-2-3-10 16,1-3 5-16,-3 1-6 0,3-4 4 0,1-5 1 16,-1 0-3-16,3-8 2 0,0 1 0 0,0-5-9 15,2-1 5-15,-2 2-5 0,0 2 8 0,2-3 2 0,0 1 0 16,0 0 1-16,0-1-2 0,0-1-1 0,0 0 2 15,2 0-2-15,0 0 5 0,0 0-9 0,0-2 0 16,11 0-2-16,3 0 3 0,3-4 2 0,0-2-2 16,3-1 0-16,0-2-16 0,-1-2-53 0,1-1-11 15,-2-1-19-15,3-1-80 0</inkml:trace>
  <inkml:trace contextRef="#ctx0" brushRef="#br0" timeOffset="24395.56">21228 3770 100 0,'0'-2'24'0,"0"1"30"0,0-1 1 0,0-2 16 16,0 0-3-16,2-11 4 0,0 1-19 0,0-3 1 15,-2 9 1-15,2-3 0 0,-2 8-1 0,0-1 13 0,0 0 0 16,0 0 5-16,0 1 3 0,0-1-16 0,0 2-10 16,0 0-1-16,-2 0-29 0,0 2-1 0,-2 0-3 15,-3 0 1-15,-4 4-8 0,3 0-8 0,-7 5 2 16,6-1-3-16,4-5 2 0,-1 3-1 0,2-1 1 0,1 1-1 15,1-2 9-15,0-1 0 0,0 3 0 0,2-2 0 16,0-2 5-16,0 1-3 0,0 1 5 0,2 0-4 16,0-1-5-16,0-1 3 0,-1 0-5 0,3 0 5 15,0-2 5-15,5 0-7 0,0 0 6 0,1 0-5 16,-3 0 13-16,-3-2 9 0,-1 0 7 0,1 0 1 16,-2 1 22-16,0-1-18 0,0 0-4 0,0 0-4 15,-2 0-10-15,0 0-2 0,-2 0-4 0,0 1-1 0,0 1-14 16,-2 0 4-16,1 0-2 0,-7 0 1 0,3 0-4 15,1 0-3-15,3 0 3 0,-1 0-4 0,2 0-6 16,0 0-48-16,0 0-23 0,1 0-27 0,1 1-258 0</inkml:trace>
  <inkml:trace contextRef="#ctx0" brushRef="#br0" timeOffset="26422.68">15935 6628 28 0,'0'0'22'0,"0"-2"10"0,0 0 21 15,0 0 5-15,0-1-14 0,0-1-18 0,-2-4-7 16,0-1-4-16,-2 0 2 0,2 1-10 0,1 1 9 16,-1 1-8-16,0 1 8 0,-2-3-3 0,0 3 2 15,1-1 7-15,-8 1-4 0,1 1 11 0,-3 2-4 0,-3-3 0 16,-1 3-2-16,-2-2-4 0,1 2 6 0,-3 0-4 16,5 0 5-16,-3-11-9 0,2 4 3 0,2 2-8 15,-3 1 6-15,-1 1-13 0,-1 1 0 0,-1 4 7 0,-1 0-4 16,-2 4 6-16,4 1 2 0,-3 4-3 0,1 3 2 15,-4 2-11-15,2-10 1 0,0 18 0 0,-2 4 2 16,0 4-1-16,0 2 0 0,-2 1-8 0,0 2 4 16,0 2-1-16,2 2-6 0,0 2 5 0,2 4-5 15,4-1 5-15,1-1 2 0,8 4-2 0,2-3 3 16,-4-3-2-16,3 2-3 0,1-6 1 0,2-4-3 16,-1 6 0-16,5-7 3 0,-5 1 1 0,4-1 0 15,-14-1 1-15,5 1 0 0,7-1-2 0,6 3 0 0,0-3 1 16,6 1 8-16,3 0 4 0,2-5 1 0,6 3-1 15,-8-4-5-15,17 0 0 0,6-4 1 0,-2-1 3 0,-1-1-3 16,5-5 3-16,-1 2-2 0,2-6 10 0,-3-4-12 16,1 3 3-16,3-8-5 0,1 20 10 0,0-11-8 15,4-7 0-15,3-4-2 0,5-4 0 0,-3-5-2 16,8-2 3-16,-10-4-3 0,5-4 5 0,-3-1-3 16,-5 16 2-16,7-24-2 0,-11-5 7 0,-5-1 3 15,-4-1-3-15,-6-2 2 0,0-2-14 0,1 2 6 16,-5-2-3-16,-1 2 4 0,-2-4-3 0,-8-4 8 15,1 6-4-15,-7-11 4 0,24 2-6 0,-14-2 6 16,-9-12 2-16,-4 10 1 0,-6 0 8 0,-3 4-1 0,-2 7 3 16,-2 6-3-16,-1 3-5 0,14 6-17 0,-28 4 1 15,-2 4-4-15,-5 1-10 0,-3 6-23 0,2 3-14 16,-2 5-4-16,1 1-61 0,-4-20-175 0</inkml:trace>
  <inkml:trace contextRef="#ctx0" brushRef="#br0" timeOffset="27742.79">21988 2940 309 0,'-2'0'14'16,"0"0"20"-16,0 0 28 0,0-2 13 0,0 1 8 0,0-1-14 15,1 0-15-15,-1 0 0 0,0 0-4 0,0 0-14 0,-2 0-4 16,2 1-4-16,1-1 2 0,-1 0-10 0,0 0-10 16,0 0 0-16,0 0-5 0,0 0-5 0,0 1 15 15,1-1-1-15,1 2 6 0,0 0 0 0,0 2 5 16,0-1 0-16,0 3 1 0,0 5-2 0,-2 14 0 15,-2 5-4-15,2-1 2 0,0 3 0 0,-1-2-19 16,1-2 8-16,-2-6-11 0,0 5 3 0,1-5 4 16,-1 0-2-16,0-1 2 0,0 0-3 0,3-5-4 15,-1 1 6-15,2 0-5 0,0-2 5 0,0 0-7 16,0 0-1-16,0-2-1 0,2-1 6 0,-1-1 1 16,1-2 0-16,-2-3 0 0,0 0 2 0,0-2 1 0,2 1 8 15,0 1-2-15,0-2 33 0,2 0-23 0,-1 0 4 16,1-2-12-16,11-2-5 0,0-6 7 0,0-1-5 15,1-2 5-15,-1-15-5 0,-4-2-8 0,2-2 5 16,0-5-7-16,4-2 5 0,3 2 0 0,-1-3-1 0,-4 3 2 16,-2 4 0-16,-4 1 3 0,0 2 1 0,-1 9 1 15,-1-1 2-15,1 5 5 0,-5 0-5 0,1 2 4 16,0 8-9-16,-2 1-1 0,-2 2-3 0,3-1 1 16,1-1-7-16,-2 0-6 0,0 0 4 0,0 3-5 15,0-1 3-15,-1 0-16 0,1 2-11 0,0 0-3 16,0 2-42-16,0 0-46 0,0 1-12 0,5 10-16 0,2 8-76 15</inkml:trace>
  <inkml:trace contextRef="#ctx0" brushRef="#br0" timeOffset="28116.98">22337 3167 317 0,'0'0'85'0,"0"0"-73"16,0 0 94-16,0 0-37 0,0 0-7 0,0 0 14 15,0 0-2-15,0 0 3 0,0 0-22 0,-2 0-21 16,0 0 0-16,0 0-6 0,0 2 0 0,0 0-6 15,1-1-1-15,-1 3 0 0,0 0-1 0,-4 13-3 16,-1 1 6-16,1-1-6 0,1 1-1 0,-1-1 5 16,1-2-4-16,-1 0 5 0,0 0-11 0,3-4 2 0,-1 0-8 15,2-2 7-15,0-1-11 0,2-5 6 0,0 1-5 16,0-2 5-16,0 0-4 0,-2 2 6 0,1-1 5 16,-1 1-1-16,2-2 1 0,0 0-15 0,0 0 0 15,0-2-7-15,0 0-5 0,0-2 8 0,2 0-7 0,-1-2 8 16,3-5-3-16,2-6 4 0,1 0 0 0,1-2 0 15,-1 3-1-15,0-1 3 0,1 4-2 0,-4 3 1 16,-1 3-8-16,-3 3 11 0,0 0 0 0,6-2 5 16,-1 0-6-16,-1 3 8 0,0-1 1 0,1 0 3 15,-1 2 2-15,-2 0 7 0,0 0-9 0,2 2 8 16,-1 1-14-16,3 7 3 0,3 6 1 0,-1 1 0 16,-3 0-3-16,-1-2 4 0,-2-2-3 0,0-2 2 0,-1 0-7 15,-1-5-3-15,0-1 0 0,0-1-2 0,0-2 2 16,0 0-6-16,0 1-4 0,0 1-3 0,0 0-39 0,0-2-67 15,2-1-9-15,0-1-22 0,0 0-45 0</inkml:trace>
  <inkml:trace contextRef="#ctx0" brushRef="#br0" timeOffset="28267.66">22309 3152 593 0,'0'0'54'0,"0"-2"-6"0,-2 0 31 15,0 0 7-15,0-1-11 0,0-1 22 0,-1-2-17 16,1 1-1-16,-4-4-11 0,3 1-45 0,1 1-23 15,0-4 4-15,2-2-7 0,0 3 13 0,4-5-17 0,1 2-2 16,3 2-8-16,-3-2-20 0,17 2-37 0,1 2-12 16,1 3-23-16,-2 3-183 0</inkml:trace>
  <inkml:trace contextRef="#ctx0" brushRef="#br0" timeOffset="28612.65">22554 3154 564 0,'0'0'32'15,"0"0"-3"-15,0 0 50 0,0 0 4 0,-2 0 5 16,0 0 18-16,0 0-39 0,0-2 4 0,1 0-15 16,-1 0-9-16,2 0-26 0,0 1-3 0,0-1-7 15,0 0-7-15,2-2 6 0,-1 0-2 0,1 4 3 0,17-9 0 16,7 5-2-16,-2 3 2 0,-2-14-2 0,4 2 1 16,-7 7-4-16,-4 4 3 0,1 2-3 0,-6 2 12 15,-1 2 4-15,-5-2 3 0,5 11 1 0,0 5 11 16,-3 5-16-16,-4-1 1 0,-2 0-6 0,-4 0-4 0,-2-1 1 15,-3-1 1-15,0-1 0 0,-2-2-6 0,0-3-1 16,-1 1-6-16,3-2 4 0,4-3-5 0,-1-1 0 16,2-2 0-16,2-1 0 0,1-1-1 0,-1 3-7 15,2-4 6-15,0-3-8 0,0 3 2 0,3 0 8 16,1-2-4-16,13 9 4 0,5-2 1 0,0-3-5 16,1-4-2-16,1-2-2 0,-2 0-6 0,-1 0-6 0,-5-2 5 15,-1 0-6-15,-6 2-2 0,1 0-69 0,-1 0-3 16,-7 0-22-16,2 0-18 0,-1 0-47 0,-1 0-16 15</inkml:trace>
  <inkml:trace contextRef="#ctx0" brushRef="#br0" timeOffset="28984.91">22233 3880 232 0,'-2'0'56'0,"0"0"-5"16,-2 0 44-16,-24-2 5 0,1 2-7 0,-1 0 8 16,0 2-8-16,4-2-5 0,-4 0 0 0,9 0-17 0,3 0-18 15,-3 0 0-15,6 0-8 0,-6-2-3 0,8 2 3 16,6 0-3-16,1 0-1 0,0 0-25 0,1 0-20 16,1 0 4-16,0 0-6 0,0 0 19 0,2 0-3 15,2 2-1-15,0 0 0 0,1 0-2 0,22 5 1 16,2-1 1-16,7-3 0 0,1-1 6 0,2-2-11 15,4 0 7-15,-2-2-6 0,2-1 18 0,-2-5-7 16,4-3 3-16,1 2-5 0,1-2-2 0,-1-2-2 16,3 3-1-16,-3 3 0 0,-5 3-9 0,2 2 1 15,-2 2 2-15,-7 0 1 0,-4 0 1 0,-2 0-1 0,-10 0-4 16,1 0 1-16,2 2-1 0,-12-2-1 0,-1 0-1 16,-3 0 1-16,-1 0 3 0,2 2-29 0,0 0-10 15,-3 2-11-15,-1-3-60 0,4 18-86 0,-4-2-5 0</inkml:trace>
  <inkml:trace contextRef="#ctx0" brushRef="#br0" timeOffset="29374.48">22270 4103 302 0,'-2'0'93'0,"0"0"177"0,0-2-191 16,0 0-3-16,-1 0 7 0,-1 0-6 0,0 0-6 15,1 1-30-15,-1-1-5 0,0 0-8 0,2 2-28 0,0 0 3 16,1 0-1-16,-1 0 3 0,0 2 5 0,0 0-9 16,0-1 2-16,2 1-4 0,-9 17 3 0,1 1 2 15,1 3 0-15,1-1 0 0,3 0-1 0,-1 2-3 16,2 0 1-16,0 0-1 0,0-1 1 0,1-5 2 16,-1 1 0-16,2-1 1 0,0 1 0 0,0-4 13 15,0-2 0-15,0-2 7 0,0-5 24 0,0-1-22 16,0 1 5-16,0-3-10 0,2 1 18 0,-2-2-8 15,3 2 8-15,1-2-10 0,0-1-5 0,3-1 0 16,8-1-5-16,-2-5 3 0,4-5-10 0,1 0-2 0,1-17 5 16,5 0-3-16,-7-5 8 0,-1 3-11 0,1 2-1 15,-2 0-3-15,0 4-2 0,-4 2 3 0,0 1 0 16,-3 7 1-16,-1 2-7 0,-3 3 9 0,-1 2-6 0,-1-1 6 16,0 5-9-16,0-1-1 0,-2 2 3 0,4-2-2 15,-1 1-2-15,-1-1-6 0,0 2-12 0,0 0 1 16,0 0-57-16,0 2-49 0,-1 0-13 0,1 2-16 15,0 0-89-15</inkml:trace>
  <inkml:trace contextRef="#ctx0" brushRef="#br0" timeOffset="29747.74">22719 4212 532 0,'0'0'71'15,"0"0"-65"-15,-2 0 74 0,0 0-30 0,-1 0-2 0,-1 0 12 16,-5 0 8-16,-1 2-3 0,-3 4 0 0,-1 1-15 15,2-1-8-15,-1 3 0 0,6-4-13 0,0 7-1 16,-3 4-4-16,1 1 1 0,2 0-9 0,-1-1 2 16,3 3 5-16,-1 1-4 0,0-5-5 0,1 2-6 15,1 0-3-15,0-6-1 0,-7 4-8 0,4-4 4 16,5-6 0-16,-2 5 2 0,1-3 3 0,1-1-7 16,0 1-3-16,2-3-2 0,0 0-3 0,0-3-5 0,0 3 5 15,0 0-3-15,0-2 16 0,0 0-10 0,2-1 6 16,0-1-8-16,-1 0 6 0,3-1 1 0,0-1-3 15,5-6 2-15,2 1 2 0,2-10 0 0,-2 4 0 16,1 4 1-16,2 3 0 0,-4 1 6 0,-7 1-3 0,1 2 3 16,-2 2-6-16,2-2 2 0,5-3 6 0,-7 5 1 15,2-2 20-15,-1 2-4 0,1 0-2 0,0 2-2 16,-1 0-8-16,1 1 2 0,-4-1 2 0,6 11-2 16,-3 0-5-16,-1 2-3 0,-2 0 0 0,0-2-1 15,0-6-2-15,0 1-3 0,0-3-4 0,0 3 1 16,0 1-10-16,0-7-35 0,-2 2-19 0,1-1-12 15,1 1-127-15,0-2-120 0</inkml:trace>
  <inkml:trace contextRef="#ctx0" brushRef="#br0" timeOffset="29908.49">22517 4292 514 0,'0'0'80'0,"-2"-2"130"0,0 0-124 0,0 0 9 15,0 1-13-15,0-1 6 0,1 0-51 0,-1 0-17 16,0 0-1-16,2 0-5 0,0-1-6 0,0-1 3 15,2 0 3-15,1 0 1 0,5-1-2 0,16-12-6 16,-2 6-5-16,1 2 2 0,1-1-3 0,2 3-5 16,0 1-4-16,-4 3-1 0,0-1-18 0,-3 2-117 15,1 2-3-15,4 0-47 0,1 2-74 0</inkml:trace>
  <inkml:trace contextRef="#ctx0" brushRef="#br0" timeOffset="30120.66">23087 4173 649 0,'0'0'41'0,"0"0"-1"0,0 0 20 0,0 0-4 0,-2 0-5 16,0 0-2-16,0 2 0 0,0 0-1 0,1 0-1 15,-3 1-9-15,-2 5 0 0,-7 12-8 0,0 3 4 16,2 3-12-16,2 0-2 0,0 1-4 0,-1 1 0 16,3 0-12-16,-1 2 6 0,1-2-5 0,1 0 3 0,3-4-4 15,-1 0-4-15,2-2 3 0,2-3-4 0,0-1-2 16,0-3-12-16,2-2-3 0,0 4-7 0,0-4-52 15,1-2-145-15,1-2-86 0</inkml:trace>
  <inkml:trace contextRef="#ctx0" brushRef="#br0" timeOffset="30452.42">23525 3813 740 0,'0'0'45'16,"-2"-2"59"-16,0 0-34 0,0 0 8 0,1 1-8 0,-1-1 7 16,0 0-17-16,0 0-16 0,0 2 1 0,0 0-9 15,0 0-15-15,1 0-5 0,-1 0 3 0,0 2-3 16,0 0 0-16,0 0-12 0,0 1 2 0,0 1-5 15,2-2 7-15,-1 3 22 0,-1 1-7 0,0-2 11 16,0-1-15-16,0 1 0 0,0 0 4 0,2 0-2 16,0-3 8-16,0 1 7 0,0 0 1 0,0 0 3 15,2 0 13-15,0-2-12 0,-2 0 1 0,0 0-6 0,0 0-12 16,0 0-15-16,0 0 0 0,0-2-5 0,0 0-4 16,0 0-3-16,0 0-3 0,0 1-2 0,0-1-29 0,0 0-118 15,0 0-74-15</inkml:trace>
  <inkml:trace contextRef="#ctx0" brushRef="#br0">9358 4977 26 0,'0'-2'17'0,"-2"0"-12"0,0 1 22 0,1-3-8 16,-3 0-6-16,-4 0 1 0,-10-3-8 0,-3 0 4 16,-3 1-17-16,6 2 10 0,-6 1-1 0,-2-1 5 15,0 2-7-15,-6 0 0 0,-1-2-1 0,-4 3 1 16,1-1 0-16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31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10442 0 0,'0'0'1008'0'0,"2"0"-1008"0"0,-1 0 32 0 0,3 0-24 0 0,-3 0 56 0 0,14 0-96 0 0,1 0 8 0 0,-2 0-56 0 0,2-2-256 0 0,1 0-2312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37:34.15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13510 3230 272 0,'0'0'13'0,"0"0"24"0,0-2 41 0,0 0 18 16,-2-1 19-16,2 1-11 0,-6-11-18 0,1 0-1 15,-1 0-6-15,1 0-29 0,-1-2-2 0,2 6-1 16,1-1 0-16,-5-6-1 0,3 4 0 0,-1-1-4 0,-1-3 2 16,3 10-11-16,-3-7-2 0,3 6 6 0,0 1-4 15,-1-1 1-15,5 5-11 0,0 0 1 0,0 0-2 16,-4-2 2-16,0 1-4 0,0-1-2 0,3 0-1 16,-1 2-5-16,0 1-7 0,0-1-1 0,0 0-2 15,0 2-9-15,0 0 8 0,1 0-4 0,-1 2 5 16,0 1-8-16,-4 10 0 0,-1 12 2 0,1-1-1 15,3 2 5-15,1-4-5 0,2 2 3 0,0 2-3 0,0 0 3 16,2 2-1-16,1 4 2 0,1-3-2 0,2 3-2 16,-1 3 3-16,3 2-3 0,-1 2 4 0,0 0-2 15,-1 4 3-15,0 0 0 0,1 3 2 0,-1-3 3 0,-1-1 3 16,-1-1-8-16,0-2 7 0,-1 0-5 0,-1 0 0 16,-2-3 3-16,0-3-3 0,-4-1-2 0,1-3 4 15,-3-1 3-15,-1-2-1 0,1-2-4 0,1-1 1 16,-1-1-2-16,0-2 4 0,-1 3 4 0,1-3-9 15,1 0 5-15,1-3-5 0,0 0 8 0,1-1-4 16,1-3-3-16,0-1 2 0,0-1-3 0,0-2 1 16,2 0 2-16,0 1-1 0,0-5 3 0,0-3-14 15,0 0-4-15,0 2-9 0,0-1-49 0,0 1-21 0,2 0-18 16,0-2-3-16,0-1-98 0</inkml:trace>
  <inkml:trace contextRef="#ctx0" brushRef="#br0" timeOffset="703.76">13400 4364 390 0,'-2'0'86'0,"1"-1"159"16,-1-1-195-16,0 0 17 0,-2 0 0 0,0 0 7 16,1 0 7-16,-10-7-19 0,2 2-4 0,1 1-5 0,-3-1-14 15,2 1 11-15,-2 2-6 0,-4 1 6 0,1 1-10 16,1 2-7-16,-2 0-4 0,-1 3-1 0,-1 3-16 15,-1 3 2-15,-3 4 1 0,3-9 0 0,-1 20 10 0,3 4-13 16,1 4 1-16,-1-6-4 0,-1 0 6 0,0-2 0 16,5-4-2-16,6 2 0 0,-3-3-5 0,9 0-3 15,-3-3 3-15,-3-1-3 0,6 2 1 0,-9 0-7 16,4-6 1-16,1 2-1 0,1 0 8 0,1-4 1 16,0 2-2-16,2-2 0 0,0-1-1 0,1-1 2 15,1-3 5-15,-2 0-3 0,-2 3 1 0,2-1-3 16,-2 1-5-16,1 4 3 0,-1-1-5 0,2-1 0 0,0 0 3 15,-1 0 0-15,-1 2 5 0,2-1-6 0,-2 5 0 16,3-1-2-16,-1 1-4 0,2 4 4 0,0-4-2 16,0 3 1-16,0 1 1 0,2 3 2 0,1 2 0 15,1 0 1-15,2 2-3 0,-1 0 0 0,1 0 2 0,-1 0-2 16,1 0-1-16,-1 0-2 0,1 0 0 0,-1-7 1 16,5 3-1-16,-1-3 1 0,2-1-1 0,2 3 1 15,-2-4-2-15,-1-6 4 0,-5 0 0 0,12-4 1 16,1-3 1-16,3 3 6 0,1-5-3 0,0 2 3 15,3-2-6-15,2 0 7 0,1 16-6 0,2-7 5 16,2-3-6-16,3-3 1 0,0-3 3 0,8-2-2 16,-2-3 9-16,5-5-8 0,-5-1 3 0,2 0-6 0,-3-3 0 15,-2 1 4-15,-3 0-2 0,-5 2 3 0,-4-2-2 16,-4 0 2-16,-2 1 0 0,3-1 0 0,-5 0-11 0,-1 0 8 16,0 0-1-16,-4 1 6 0,1 5-3 0,1-12-2 15,2-1-4-15,-2-5 3 0,0 1-1 0,-2 2 3 16,-2-3 2-16,0 1 0 0,2 0-2 0,-4-2 5 15,-1-1-4-15,-1 1 3 0,-3-5-7 0,-2-1 5 16,0-2-6-16,18-3 6 0,-7 0-2 0,-6-4 2 16,-3-2-1-16,-4-2-1 0,-2 4-6 0,-1 0 6 15,-3 4 0-15,-1 2 4 0,-3-1-1 0,1 6 3 16,-2-1-4-16,0 3 3 0,-2 0-10 0,2 3 6 16,-4 1 3-16,9 2 0 0,-16 1 1 0,-2 0-10 15,0 1 0-15,-1 3-3 0,-2 2 1 0,-1-2 4 0,2 6-8 16,-4 1 6-16,0 5-16 0,6-12-22 0,-6 4-1 15,6 7-10-15,-5 4-17 0,-3 6-46 0,-3 7-6 16,1 5-21-16,1-10-74 0</inkml:trace>
  <inkml:trace contextRef="#ctx0" brushRef="#br0" timeOffset="1122.29">13382 4643 384 0,'0'-2'86'0,"0"0"15"0,0-1-11 16,-2-7-24-16,-2-12-8 0,0 0 35 0,3 1-14 15,-3 1 1-15,0-2-7 0,0-1-12 0,3 5-10 0,-1 1-5 16,2 6 0-16,0-2-2 0,0 7 1 0,0 1 2 16,0 1-3-16,0 0-20 0,0 1-13 0,0 1 0 15,0 0-4-15,2 2 3 0,-1 2 9 0,1 1-8 16,8 22 8-16,-1 10-4 0,-2 9 1 0,-1-3 0 0,-4 0-2 15,-2 2-7-15,0 0 0 0,-4-1 0 0,0-5-1 16,2-1-3-16,1-7 1 0,-1 1 0 0,0-4 1 16,0-2 1-16,2-2-10 0,0-1-8 0,0-3-5 15,2-3-56-15,0-2-32 0,0-2-13 0,-1-5-10 16,1 0-99-16</inkml:trace>
  <inkml:trace contextRef="#ctx0" brushRef="#br0" timeOffset="1426.68">13276 4812 717 0,'0'0'117'0,"-2"0"-117"15,0-2 133-15,0 0-58 0,0 0-1 0,1 1 8 16,-1-1 0-16,0 0-2 0,0 0-31 0,0 0-28 16,0 0-7-16,0 0-5 0,1 2-14 0,1 0 10 15,0 2 2-15,0 0 3 0,1 2-3 0,1 1 1 16,6 16 4-16,-1-1-2 0,1 1 7 0,-1 1-8 15,0-2 3-15,1-1-3 0,-1 1 0 0,1-1 3 0,-1-2-7 16,1-1 5-16,-3-3-1 0,1-3 2 0,-1-1 1 16,-1-4 0-16,3-1 2 0,8-2 3 0,-4 7 2 15,4 1 2-15,-2-7 9 0,2-1-10 0,9-2 5 0,-5-2-8 16,1-3 4-16,1-3-7 0,-8 1-4 0,3-4 0 16,-3 5-4-16,0-12 6 0,0 1-2 0,-5 0 2 15,3 0-8-15,-6 4-10 0,5 2-1 0,-7 4-7 16,-1-1-21-16,0 5-23 0,0 1-5 0,0 2-10 15,2-4-51-15,-1 2-145 0,1 0-116 0</inkml:trace>
  <inkml:trace contextRef="#ctx0" brushRef="#br0" timeOffset="1717.02">13627 5328 994 0,'0'0'162'0,"-2"0"-199"15,0 0 191-15,0 0-97 0,-2 0 11 0,3 0-16 16,-3 0 1-16,2 0-9 0,0 0-22 0,-2 2-14 16,1 2 3-16,-8 14-6 0,-2 8 10 0,3 8-1 15,5 3-1-15,3 2 0 0,2 2 4 0,0 5-7 16,0-1 9-16,0 1-8 0,0 2 5 0,2 1 7 16,0 3-8-16,-1 1 9 0,-1 1-5 0,2 4-2 15,-4-1 1-15,2-5-2 0,2 4-4 0,-2-8 6 16,2-5-5-16,-2-2 5 0,0-4-6 0,0-4-6 0,0-1 2 15,0-6-4-15,0-2 2 0,0-2-1 0,0-5-1 16,0 0-4-16,2-2-35 0,0-2-112 0,0-2-83 0</inkml:trace>
  <inkml:trace contextRef="#ctx0" brushRef="#br0" timeOffset="3508.84">13387 2918 405 0,'-2'0'60'15,"1"-2"76"-15,-1 0-58 0,-2-1-18 0,2-1-1 16,-9-11-2-16,4 4 15 0,-1-2-17 0,-1-2 1 16,3 4-7-16,3 2-7 0,-1 1-7 0,0-1-1 15,2 3-3-15,0-1-12 0,2 1-12 0,0 5 4 16,0-3-7-16,2 0 1 0,0 4-8 0,30-15 2 0,9 4-4 16,5 6 7-16,10 3 5 0,5 2-7 0,4 2 4 15,-2-1 1-15,6 1-3 0,1 0 7 0,3-2-6 16,3 0 4-16,6 2-3 0,9 0-3 0,5 0 1 15,4 0-2-15,-3-1-1 0,-6-1 2 0,-8 0-1 16,-1-1-2-16,2-1 2 0,8 0 0 0,3 0 3 16,0 2 3-16,-2 0-5 0,-12 0 5 0,-8-2-6 0,-4 2 0 15,-4 0 4-15,-2 0-1 0,0 0 3 0,-6 0-5 16,3 0 4-16,-6 0-3 0,-8 0 3 0,0 0 5 0,-12 0-5 16,-10-2 1-16,2 0-2 0,-4 1 2 15,-3-1 3-15,-1 0 0 0,-5 0-1 0,-3 0-4 0,-3 0 9 16,-3 2 2-16,0-2 3 0,-1 1 8 0,1-1 6 15,-2 0-3-15,0 0 2 0,0 0-13 0,-2-2-2 16,0 1 1-16,-2-1-1 0,0 0 1 0,2 2-7 16,-2-1 1-16,-13-3-3 0,-2 4-2 0,3-9-2 15,-1 2 1-15,7 5-2 0,-3 0-6 0,0 3 0 16,4 1-5-16,-5 0 4 0,5 0-4 0,-2 3 0 0,-4 3 4 16,5-1-3-16,-1 14 7 0,-4 3 1 0,9 10-3 15,2-2 2-15,-1-3-3 0,-20 11-4 0,12-5 6 16,2 0-4-16,3 3 12 0,1-1-10 0,1-2 8 15,2 3-8-15,0-3 7 0,2 0-3 0,0 1-3 16,0-1 1-16,0-3 1 0,0 2 0 0,-1-1 2 0,-1 3-1 16,2-5 0-16,0-1 2 0,0-2-1 0,0-2 2 15,0-1 0-15,2-3-3 0,3 0 0 0,1-1-1 16,-1-4-1-16,3 1 1 0,-3-3 0 0,1 0 0 16,-2-1 2-16,-3-5 7 0,3 0-4 0,-4-3 4 15,2 4-4-15,0-1 4 0,-2-1 3 0,2 5-1 16,-2-6-2-16,0 3 1 0,0-1 1 0,0-3 0 0,-2 3-1 15,0-3-2-15,-18 3-3 0,-3 3 3 0,-1-3-4 16,-2 4 0-16,-2-5 1 0,-1 3 0 0,-1-5-3 16,2 0 6-16,2 3-7 0,0-3 8 0,4 3 2 15,5-5-3-15,-2 2 5 0,6 1-5 0,0 1-2 0,6-1-2 16,0 1-4-16,-1 0 2 0,5-5-11 0,1-1 0 16,-2 4 1-16,0 0 0 0,2 0 7 0,2-3-6 15,0 3 2-15,0 4-3 0,0-7 8 0,0 7 0 16,0-6 4-16,2 1-4 0,6 7 1 0,-1-7 1 15,15 3-1-15,2 11 0 0,4-4-6 0,0-4 4 16,0-2-2-16,4-3 4 0,-1 0 5 0,3 0-5 16,3 1 2-16,-6-1-2 0,-3 1 1 0,-2-1 0 15,-2 2 0-15,0-1 0 0,-5 1 4 0,0-1-7 0,-12-3 1 16,4 4-3-16,4 1 3 0,-8-3 4 0,5 2-2 16,-7-3 3-16,-3-3 2 0,2 4-1 0,-2 0 5 15,3 5-3-15,-1 2 3 0,-2 2-1 0,-2 0-1 16,-2 2 0-16,-2 0-4 0,-5 0 2 0,0 3-2 0,-17-3 3 15,-2 4-2-15,-6-1-1 0,1 1 4 0,3-1-3 16,-1 1 12-16,3-4-9 0,0 0 3 0,2-1-5 16,0-1 4-16,2 0-3 0,3 2-2 0,5-2 0 15,1-2-4-15,4 2-2 0,-1-3 0 0,3-1-1 16,4 2-5-16,-1-2 7 0,2 4 0 0,1-1 3 16,1-5-10-16,-2-1-1 0,0-1 0 0,1 3 2 15,-1-3 5-15,2-1-7 0,2 0 1 0,0-3-3 0,0 1 1 16,0 2 9-16,0-2-4 0,0 0 6 0,4 1-6 15,5 3 0-15,11 3 3 0,5-5-2 0,-3-2 6 0,-2-2-2 16,6-2 1-16,-3-2-2 0,-1 1-1 0,-7 1 0 16,0-2 1-16,1 0 1 0,-5 2-2 0,1 1-2 15,1-1 2-15,-2 2-2 0,-4 0 2 0,1 0 1 16,-3 0-1-16,-3 0 3 0,5 0-3 0,-1 0-2 16,-2 0-1-16,1 2 0 0,-1-1 3 0,-2-1 0 15,2 2 2-15,-4 0 0 0,11 13 3 0,-2 2-5 16,-2-2 0-16,-1-1 0 0,-2-1 3 0,1 4-6 15,-1 2 5-15,2 3-5 0,-3-2 0 0,-1 5 1 0,0-3-1 16,0 0 2-16,-2 2-2 0,0 0 2 0,2 4-3 16,1 0 4-16,-1 0 1 0,0 3-6 0,0 1 7 15,-2 3-6-15,4 2 11 0,-2 2-9 0,3 4 0 16,1 0-4-16,-1 0 11 0,1-1-5 0,-1 5 2 16,-1-1-2-16,0-1 5 0,0-6-5 0,-3-4 3 0,3 0-3 15,-2-5 1-15,0-4 1 0,0 2 1 0,0-8-1 16,-2 4 2-16,0-5 8 0,0-2-5 0,0 1 5 15,1-3 1-15,-1 0-1 0,0-2 4 0,0-2-5 16,0-4-5-16,0 5 3 0,0-5-7 0,0-1 6 16,0-1-2-16,0 1-3 0,0-4 4 0,0-1-4 15,0 1 4-15,0 2-18 0,0-2-4 0,2 2-9 16,0-1-43-16,0 1-66 0,2-2-37 0,-1-2-19 0,14 0-202 16</inkml:trace>
  <inkml:trace contextRef="#ctx0" brushRef="#br0" timeOffset="4627.47">16458 3874 687 0,'0'0'52'0,"0"-2"7"15,-2 1 23-15,2-1-23 0,-7-21 9 0,3 9 11 16,1 2-11-16,-1 3 2 0,2 4-8 0,2 3-17 15,0 0-12-15,-2-2-3 0,0 2-5 0,0 0-25 0,1 2 7 16,-1 2-7-16,0 2 7 0,-6 26-4 0,1 12 4 16,0 3 4-16,-1 1-1 0,3-1 6 0,-3 1-5 15,1 1 1-15,-1-3-1 0,1 3 0 0,1-5 3 16,-1-1-2-16,-1 2 4 0,3-6 5 0,-1-5-4 16,3-1-3-16,-1-8-1 0,0-1-11 0,2-7 3 15,0-4 0-15,2-6 1 0,0-1 3 0,0 0-3 16,0 0 5-16,0-1-4 0,0-1-4 0,0-2 2 15,0-2-7-15,0-1 3 0,4-20-7 0,2-14 9 0,1-4-1 16,1-1 4-16,-1-1-6 0,-1 2-3 0,1-2 3 16,-1 1-1-16,-1 1 8 0,1 0-6 0,-3 2-1 15,3-2-1-15,0-3 1 0,-1-1 3 0,3 2 3 16,-1 1-1-16,0 3-5 0,3 3 0 0,-1 1 0 0,0 9 2 16,1 2-5-16,-1 3 3 0,-2 10 1 0,3-2 2 15,-1 8 1-15,11 1-4 0,4-13 0 0,-1 8 0 16,-3 3 0-16,4 6-1 0,-3 0-4 0,-5 4 5 15,1 4 7-15,2-7 1 0,-10 25 0 0,4 6-1 16,-6 0 1-16,-5 1 3 0,21 6 3 0,-16-7-1 16,-7 5 10-16,-4-6 0 0,-7-3 6 0,-6 2-3 15,8-2 10-15,-24-2 9 0,-1-2-6 0,3-2 6 0,-3 0-12 16,3-5-1-16,5 2 0 0,3-3-1 0,3-3-7 16,7-1-9-16,0-1 2 0,2-2-6 0,3 0 1 15,5-1-6-15,1-1 0 0,-4 0-3 0,1 1-3 0,1-1 1 16,0 3 0-16,2-1 0 0,2 0 3 0,0 0 0 15,2 1-1-15,0-3 0 0,2 2-4 0,1-1 0 16,1-1-2-16,14 1 2 0,5 1-1 0,-1-2 2 16,2-3 5-16,2-2-1 0,-2 15 6 0,1-4-6 15,7-4-6-15,-4-5-2 0,-1-2-41 0,3-2-56 16,-6 0 0-16,0-2-21 0,-2-2-21 0,2 0-74 16,-2-1-19-16,-2-1-39 0,2 1-266 0</inkml:trace>
  <inkml:trace contextRef="#ctx0" brushRef="#br0" timeOffset="4896.93">17125 4099 919 0,'0'0'40'0,"0"0"-6"0,0-2 69 0,0 0-4 0,0 0 9 16,0 1-19-16,-2-1-38 0,0 0-2 0,0 2-12 16,0 0-11-16,1 0 0 0,-1 0 4 0,0 2-4 15,0 0 5-15,-2 5-10 0,-5 17 4 0,2 4-5 16,-1 2 15-16,3 1 4 0,-1 4-1 0,0 3 1 15,1 4-9-15,1-5 14 0,0 2-3 0,1-1 6 0,-1-7-2 16,2 4-12-16,0-7 1 0,0-4-5 0,-1 4-12 16,1 0-2-16,0-2-1 0,2-4-1 0,0-5-4 15,0-4 0-15,0 2-6 0,0-4 5 0,0 0-1 0,0-1-33 16,0-5-8-16,0 3-18 0,0-3-87 0,0-3-189 16,0 2-202-16</inkml:trace>
  <inkml:trace contextRef="#ctx0" brushRef="#br0" timeOffset="6780.29">19667 3165 871 0,'0'0'27'0,"0"0"1"0,-2 0 36 0,0 0-11 16,0 0 9-16,0 0-10 0,-1 2-14 0,-3 0-4 16,-5 3-3-16,-2-3-12 0,-2 26 3 0,-4 2 5 0,3 3-3 15,-3 1 0-15,4-1 3 0,0 0-6 0,-1 3 4 16,5-3-17-16,-2 1-1 0,3-5-2 0,1 1 1 16,2-2 4-16,1-6-9 0,4 2-5 0,0-9-9 15,-9 2-80-15,2-2-155 0</inkml:trace>
  <inkml:trace contextRef="#ctx0" brushRef="#br0" timeOffset="8402.01">16241 2478 173 0,'0'0'43'0,"0"0"48"0,0 0 6 0,-2 0-26 16,0-2-1-16,0 0-10 0,1 0-9 0,-1 2-5 15,0 0-3-15,0 0-3 0,0 0-32 0,0 0-8 16,0 0 3-16,1 0-4 0,-1 0 0 0,-2 2 3 15,2 0-5-15,0 0 4 0,-1 0-2 0,1 0 5 0,0 0-2 16,0-1 4-16,0 1 4 0,0 0 32 0,0 0 4 16,1 0 9-16,-1 0 15 0,0 0-8 0,0-1 0 15,0 1-4-15,0 0-17 0,-1-2-9 0,-1 0-1 16,0 0-2-16,0 0-5 0,1 0-18 0,-1 0 3 0,-3 2-8 16,-6 2 2-16,3-1-2 0,-1 3-1 0,0 1-1 15,5-3 1-15,-3 5-1 0,6 4 3 0,1-1-2 16,-2-1-1-16,-3-2 4 0,3-2-3 0,0 1 3 15,2-4-2-15,0 1 0 0,1-1 1 0,-1 0 0 16,2-3 3-16,0 1 11 0,-2 2 0 0,0 0 4 16,0-1 0-16,-2 1 7 0,1 0 0 0,1-4 4 15,-7 5-5-15,-1 1 2 0,1-2-7 0,5-2 6 16,2-2-15-16,1 0-12 0,-3 1 0 0,2 1-4 0,0 2 7 16,0 0 7-16,2-1 4 0,2 1-1 0,2 0-7 15,33 16 2-15,8-5-7 0,3-4 7 0,7-3-3 0,9-3 0 16,10-3 6-16,11-2-4 0,10-2 3 0,7-3 2 15,4-6 0-15,0-1 1 0,-2-1-7 0,9 0 2 16,10 2-5-16,5-2 5 0,2 0-8 0,-8 2 2 16,-3 0 2-16,-6 0 0 0,8 0-2 0,3 3 5 15,-3-1 1-15,-6-2 4 0,-9 2 4 0,-8-4 7 16,-5 1-5-16,-2 1 6 0,0 0-2 0,-4 2-13 16,-10 1 6-16,-11 3-9 0,-14-1-4 0,-7 1 1 15,-8 1-2-15,-9 2 3 0,-4 0-3 0,-5 0 8 0,-6 2-5 16,-4 0 6-16,-2 0 2 0,-3 0 39 0,0 0-11 15,-2 0 17-15,0 0-37 0,-1 0 2 0,3 0-6 16,0-1 4-16,0-1-6 0,-1 0-10 0,1 0 3 16,0 0-7-16,-1 0 7 0,1 0-9 0,0 1 2 15,-2-1-4-15,0 0 2 0,-1 2 2 0,1 0 0 0,0 0 0 16,0 0 10-16,0 0 4 0,0 0-3 0,-2 2 4 16,0 0 0-16,0 1-7 0,-2 3 3 0,-7 14-6 15,-4 4-5-15,0 1 0 0,-2 2 0 0,0 5-1 16,0 3 2-16,0 6-1 0,-2 4 0 0,3 1 0 15,2 4 5-15,3 0-4 0,2 0-1 0,1-5 0 16,-1-4-4-16,-1-4 5 0,3-7 1 0,-1-1 1 0,1-3-4 16,3-3 1-16,2-1-3 0,0-5 3 0,2-2-3 15,-1-4 5-15,1-2-2 0,0 0 3 0,0-3-3 16,0-1 0-16,-2-1 5 0,0-2-2 0,0 0-2 0,2 2 7 16,0-1-3-16,-1 1 5 0,1 0-3 0,0-2 5 15,0-1-6-15,-2 1 5 0,0 0-12 0,0 0-1 16,-2 0-1-16,-2 0 2 0,-14 7 6 0,-6 0-5 15,-4 1 5-15,2-3-5 0,-4 0 7 0,-3 1-3 16,5-3-3-16,-11 3 1 0,11-3 3 0,4 1-5 16,-2-2 1-16,11-1-2 0,0 1 0 0,2-2 3 15,6 0-1-15,-1 0 2 0,1 0-6 0,5-2 1 16,-2 0-1-16,1 1 1 0,-1 1-9 0,2 0 6 16,0 0-1-16,0 0 2 0,2 0-2 0,2 0-5 0,2-1 5 15,29 11-3-15,4-5 8 0,10-3 0 0,-4-2-3 16,3-2 3-16,4 0 1 0,0 0 0 0,-1 0 1 15,-7 0-1-15,3 0-4 0,-6 0 4 0,0 0 1 16,-4 0 2-16,-3 0 6 0,-5 0-7 0,-1 0 2 0,-3 1-4 16,-7 1-5-16,-1 0 9 0,-4 2-2 0,-5-2 5 15,1 1-7-15,-3-1 9 0,0 2-2 0,-2 0 5 16,0 1 5-16,1 12 8 0,-3-2-4 0,-5 3 5 16,-6 1-12-16,5 1-2 0,-24 3 3 0,-1-3-2 15,-1 0-1-15,-3-3-6 0,0 4-1 0,-8-3-1 0,2 3 4 16,-2 1-5-16,1-2 4 0,6-5-4 0,-1-2 1 15,8 4-4-15,4-6 0 0,5 2-2 0,7-2 0 16,0-5 1-16,4 1 0 0,5 1 0 0,2-8-7 16,-3 7 1-16,1-3-4 0,2-1 3 0,0 1-16 0,0 0-4 15,2 0-2-15,2-3 1 0,2 1-2 0,9 2 18 16,13 2 0-16,2-5 6 0,7-1 7 0,-2-1-8 16,-3 1 6-16,-4 0-6 0,-4 1 5 0,-3 3 2 15,-4 0 1-15,0 3 0 0,-4 1 7 0,-2 3-7 16,-1 15 2-16,-3 0-2 0,3 4 2 0,-5-1 4 15,3 3 0-15,14 1 1 0,-9-3-5 0,-1 2 0 16,-5-1-2-16,-1 1 2 0,0-3-2 0,-2-3 3 16,1 2-1-16,-1-2 3 0,0 2-2 0,-2-6-5 0,0 2 2 15,0-3-2-15,0-4 2 0,0-1-3 0,-2 1 1 16,0 2-4-16,0-6-9 0,1 3-76 0,-1-6-16 16,2-7-25-16,0 5-90 0,0-5-78 0,0 1-53 15</inkml:trace>
  <inkml:trace contextRef="#ctx0" brushRef="#br0" timeOffset="8960.83">19901 3091 1283 0,'0'0'19'0,"-2"0"-1"16,0-2 22-16,0 0 0 0,-2 2 2 0,1 0 10 15,-3 0 8-15,-7 4-11 0,8-1 7 0,-3 18-33 0,6 10-10 16,-1 7-1-16,-1-1-2 0,-20 5 3 0,11 3-9 16,5 1 3-16,6 3-5 0,1-1 0 0,1 2 1 15,1-2 3-15,3 2-2 0,-2-7-4 0,2-4 2 16,-2-2-2-16,-1-11 3 0,1 6 6 0,-2-10-10 16,0 0 2-16,-2-1-4 0,1-8-5 0,-3-2-4 15,0 0-6-15,0-5 1 0,3-3-18 0,-9-1 19 16,-6 8-6-16,3-7 10 0,-2-3-18 0,-4-5 3 15,2-6-4-15,1-14 6 0,-3-17 15 0,8-8 22 0,7-4 0 16,2-6 7-16,-24 3-1 0,17 5 7 0,9 4 5 16,2 1-3-16,4 4-2 0,3 4 5 0,2 4-3 15,4 5 6-15,0 1 2 0,-2 3-4 0,3 0-3 16,-8 3 0-16,25 3-10 0,4 7 4 0,-3 2 4 0,1 2-1 16,-3 5-1-16,-5 0-6 0,3-13-4 0,-2 10 2 15,2 5-5-15,-6 4 7 0,2 4 0 0,-6 1 3 16,1 2 0-16,-6 1 1 0,-2-9 4 0,-6 18-1 15,-3 3 12-15,11 1 12 0,-6-1-1 0,-5 4 4 16,-4 0-13-16,-6 4-7 0,-5-1-6 0,-8 3 3 16,8-1-7-16,-20 3-6 0,-3-3 2 0,6-3-6 15,2-2-8-15,6-5 1 0,3-3-3 0,2-7 3 0,8 4 1 16,1-7-7-16,3 1 1 0,-3-2-3 0,2 1 5 16,2-3-10-16,1 3-3 0,1-3-4 0,0-1-19 0,1 0 15 15,1-1-1-15,0-3 4 0,22 13-7 0,4-5-21 16,2-6-7-16,1-2-2 0,3-4-11 0,1-2 1 15,0-1-3-15,-1-2-6 0,-3 1-71 0,-5 1-101 16,2-2-23-16,-7 3-32 0,-1 0-156 0</inkml:trace>
  <inkml:trace contextRef="#ctx0" brushRef="#br0" timeOffset="9242.84">20356 3535 769 0,'0'0'86'0,"0"0"-52"15,0-2 103-15,-2 0-30 0,0 0 39 0,2 0-35 0,0 0-6 16,0-1-15-16,0 1-60 0,0-6-18 0,4-1 0 15,-1 2-4-15,5-3 3 0,16 3 13 0,0-1-3 16,-4 3 8-16,-3 1 10 0,2 2-7 0,1-11 1 0,-3 6-5 16,7 1-3-16,-7 6 6 0,-3 2 3 0,-1 2 0 15,-7 0 8-15,-4 9 5 0,16 16 0 0,-8 3 1 16,-8 3 1-16,-6 6-2 0,-5-2-5 0,-4-4-1 16,-4 0-16-16,2-10-1 0,13 1-6 0,-13-2 3 15,2-2-12-15,6-3-2 0,0-5 3 0,5-2-4 16,0-1-1-16,-4-4 2 0,3 1-2 0,1-3 1 15,0-1 0-15,2 0-1 0,0-1 0 0,2 1 0 0,1-2-3 16,10 2 2-16,17-1-2 0,0-3 1 0,7-5-11 16,-4-5-12-16,3-3-6 0,1-1-2 0,-2-3-17 15,0-2-61-15,1 1-35 0,-1-3-39 0,-5 18-404 0</inkml:trace>
  <inkml:trace contextRef="#ctx0" brushRef="#br0" timeOffset="11498.96">21965 5460 426 0,'0'-2'25'0,"0"-9"24"16,0-17-3-16,0 2 33 0,-2 0-8 0,1-2 17 15,-1 2-4-15,-2 2-5 0,0 0 1 0,2 7-4 16,-1-3-9-16,1 5-6 0,0 4-3 0,0 0 0 16,0 1-8-16,0 3-2 0,1 1-1 0,-1 3 0 15,2 1-13-15,-2-2-16 0,0 0-5 0,0 3-3 16,0-1-10-16,0 2 4 0,2 0 0 0,0 2 3 0,0 7-2 15,-1 28 2-15,-1 6 1 0,0-2 0 0,2 3 3 16,-2 4-6-16,-2 3 5 0,1 2-4 0,-3 3 7 16,0 0-5-16,1-2-1 0,-3 5 0 0,1 2-7 15,0 6-1-15,-5 4 2 0,3 5-1 0,2-2 5 0,3-3-5 16,2-6 2-16,2-8-2 0,2-5 3 0,4-5-3 16,1-3-3-16,2-7 2 0,2-3 2 0,1-5 2 15,1 1 0-15,1-2-1 0,1-2 1 0,-2-4-3 16,2 2 1-16,-2-5-1 0,0 0 5 0,0-1-6 15,-4-5 1-15,1 0-3 0,-1-2 2 0,-3-3 1 16,1 1 5-16,-1-2-2 0,-1 1 3 0,-1-1-3 16,0 1 2-16,-3-5-1 0,1 5 1 0,-2-6 1 0,0 3 1 15,0 4 1-15,-2-1 13 0,-3 3-5 0,-1 0 0 16,-27 2-2-16,-2-5-2 0,-1 3 3 0,-3 2-1 16,4-4 1-16,-2 2 4 0,0-3 6 0,3-5-1 15,-1 7 3-15,5-5-1 0,1 1-11 0,3-1 1 0,3-1-2 16,5 2 4-16,3-3-8 0,6 5 0 0,-1-1-3 15,3-1 0-15,3-4-7 0,1-1 3 0,-1 3-5 16,0-2-16-16,2 0 0 0,0 0 3 0,1 0 0 16,1-1 13-16,0 1 2 0,1 2-5 0,3 0 4 15,13 7-1-15,18 4-2 0,4-4 2 0,4-4-1 16,7-1 9-16,4-2-4 0,1 1-1 0,10-1-1 16,0-2-2-16,-1 0-2 0,-1-1 4 0,-9 1-3 0,-4 4 2 15,-9 1 0-15,-4 1 1 0,-8-1 0 0,-3 2 4 16,-3 1-2-16,-5-1 0 0,-3 0 0 0,-2-5 3 15,-4 9-3-15,-5 2 2 0,-2-4-2 0,7 2 8 0,-1 0 5 16,-3 0 0-16,-3 2 1 0,-2 0 5 0,0-2-2 16,-5 3 1-16,-3-1-3 0,-3 2-3 0,4 0-1 15,-19-2 2-15,1-2-2 0,-2 0-2 0,-3-1-4 16,0 1 0-16,0 0-2 0,-1 0-5 0,1 0 0 16,4 0 0-16,-2-1-2 0,6-1 2 0,3 0 1 15,-3 0-2-15,5 2 2 0,4-2-1 0,-3 0 0 16,6 0-2-16,-1-1 0 0,0-1-7 0,6 0 5 15,-5 1 0-15,8-3 1 0,1 0-4 0,-5 1 2 0,2-3-6 16,1 3 4-16,1-3-9 0,2-1-4 0,0 0 3 16,0-2-4-16,0 0 1 0,18-1-4 0,6 16 2 15,6-6-3-15,2-3 1 0,1-5 8 0,6-3-1 16,-5-3 4-16,-1-3 3 0,-1 1-4 0,-3-1 10 16,-1 0-7-16,-2 1 14 0,-5 1-3 0,-3 0-1 0,-3 3 0 15,-2 1-2-15,-4 0 3 0,-1 0 0 0,-5 0 1 16,-1 0 2-16,0 0 8 0,2 0 0 0,0 0 5 15,-3 0 8-15,1 1 2 0,0 1-3 0,-2 0 2 16,-2 2-7-16,-1 5-1 0,-9 10 1 0,1-3-3 16,9 7-12-16,-16 1 3 0,1-2-5 0,2 2 5 15,2-1-4-15,2 3-7 0,2 1 5 0,5 7-7 0,-5-3 10 16,7 5-5-16,-18-1 2 0,7 0-3 0,7 4 4 16,4-2 1-16,2 4-2 0,2 0 1 0,2 2-1 15,-1 3 2-15,1-1 0 0,0 3-1 0,-2-3-1 0,0 1 3 16,-2-7 0-16,0 2 2 0,0-4 3 0,0-2 11 15,0-3-1-15,0-8 3 0,-2 0-9 0,0-4-7 16,-2-1 1-16,2-2-2 0,0-1 3 0,1-4-5 16,1-3-4-16,0-5 0 0,0-1-15 0,0 1-47 15,0-2-10-15,0 0-15 0,0 1-59 0,0 1-35 16,0-2-49-16</inkml:trace>
  <inkml:trace contextRef="#ctx0" brushRef="#br0" timeOffset="12075.81">23170 7085 1198 0,'0'-2'30'0,"-2"0"5"0,1 0 2 0,-1 0-11 0,0 0 1 15,0 0 12-15,0 1 6 0,0-1 2 0,0 0 1 16,1 2 5-16,-1 2-12 0,0 1-5 0,-9 18-3 15,-4 16-8-15,4 0-7 0,1 2 4 0,1 0-6 16,0 4 0-16,-2 0-6 0,0-1 2 0,-2 3-4 0,0 1-4 16,3-3 2-16,1-2-5 0,4 0 4 0,1-4-9 15,0-6 2-15,2 1-2 0,2-12 1 0,0 3-10 0,0-9-23 16,0-1-8-16,0-3-6 0,0-7-30 0,2 1 29 16,0-2 2-16,0 0 9 0,-2 0 5 0,0-2-10 15,0-2 9-15,0-2-5 0,-2-27 38 0,-2-5 0 16,-1 1 6-16,-3-4-3 0,1 2 9 0,-1-2 10 15,3-2-1-15,1 4 7 0,0-2 1 0,4 2 0 16,0-2 1-16,6 2 0 0,1 1-4 0,1 5 5 16,3-3-11-16,0 1 8 0,0 3-17 0,4 1 4 15,0 4-2-15,-9 5 3 0,21-2-1 0,1 7 13 16,2 2 4-16,1 0 0 0,1 2 7 0,-2 5-21 0,-2 1 0 16,-4-10-8-16,-2 7-6 0,-7 6 14 0,-2 2-5 15,-6 2 8-15,1 2 5 0,-3 0 2 0,-3 1 4 16,7 8-3-16,-1 2 7 0,-3 6 1 0,-3-5 3 15,-2 7-3-15,-3-3-6 0,-5-3-10 0,-5 5-6 16,0-2 1-16,9 3-13 0,-14 1 4 0,1 0-1 0,0 2 0 16,1 2-3-16,3 2-1 0,0 1-1 0,2 1 0 15,3-3 2-15,3-1-3 0,-12-2 1 0,6 0-3 16,5 0 4-16,4-2 2 0,2-1-4 0,4-3 3 16,2 0-5-16,1-3 1 0,0-4 2 0,3-2-3 15,-1 0-8-15,11-7-3 0,5-2 5 0,4 17-1 16,7-8 22-16,3-8-21 0,1-4-3 0,5-9-11 0,0-5-31 15,3-3-99-15,-2-1-48 0,-1-1-54 0,-6 1-529 16</inkml:trace>
  <inkml:trace contextRef="#ctx0" brushRef="#br0" timeOffset="12549.36">23831 7396 1058 0,'-2'0'43'0,"1"0"7"0,-1-1-18 16,-2-1-2-16,0 0-9 0,-1 0 64 0,-1 0 14 0,-3-2-11 15,5 3 6-15,0-1-48 0,1 0-21 0,-1 0-1 16,0 0-9-16,2 0-19 0,1 0 2 0,-1 1 1 16,0-1 1-16,2 0 2 0,0 0 0 0,2 0 0 15,0 0 1-15,-1 0 8 0,3 1-1 0,17-7 6 0,-3 1-5 16,3 1 5-16,-5 1 4 0,-1 1-7 0,2 0 8 15,0 1-4-15,-3 1 2 0,3-2 0 0,-4 2-1 16,-2 0-8-16,-1 0-3 0,-3 2 2 0,-3 0-3 16,-2 0 0-16,1 0 9 0,1 0 0 0,0 0 3 15,-2 2 7-15,-1 0-7 0,-1 0-2 0,0 0-3 16,-13 20-13-16,12-2 4 0,-27 5-4 0,2-3 4 16,-2-2-7-16,4 3 5 0,3-1 0 0,3-4 1 15,5 1 1-15,2-2-11 0,3-1 4 0,1-4-7 0,5 2 4 16,-7-1-14-16,1-1-2 0,4-1-3 0,3-4-8 15,1 1 4-15,0-3 4 0,3 4 0 0,1-1 13 0,22-4 1 16,4-1 4-16,-2 3-2 0,-1-1 9 0,3 3-4 16,0 3 1-16,0-2-2 0,-3 4 6 0,3 6 2 15,-4-2 1-15,-2 1 1 0,-3-5 6 0,-8 0 21 16,0 2-4-16,-10-2 9 0,1 4 1 0,5-4 1 16,-1 0 2-16,-3 3-2 0,-3-6-4 0,-2 3-3 15,-3 0 0-15,-3-4-2 0,-7 6-10 0,-15-6-17 16,2 2 5-16,-4 2-8 0,4-2 0 0,2 2-72 15,2 2-29-15,2-7-25 0,3 1-206 0</inkml:trace>
  <inkml:trace contextRef="#ctx0" brushRef="#br0" timeOffset="13707.25">18254 3206 84 0,'0'0'72'0,"-2"0"-4"0,0 0 45 16,0 0-1-16,0 0-7 0,0 0 18 0,1 0-24 16,-1 0-1-16,0 0-11 0,-2 0-27 0,2 0-31 15,0 0 2-15,1 0-12 0,-1 0 10 0,2 0 8 16,0 0 7-16,2 0-1 0,-1 0 18 0,5 0-17 16,18-6 7-16,8 1-13 0,-4-3-11 0,-2 3-23 15,0-3 3-15,0 3-7 0,1-1 5 0,-4 2-7 16,1 1-1-16,-2-1-4 0,-3 2-12 0,-3 2-6 15,-3 0-6-15,-3 0 0 0,-3 0-25 0,-3 0-77 0,-2 0 13 16,1 2-33-16,1 0 11 0,-2 0-145 0</inkml:trace>
  <inkml:trace contextRef="#ctx0" brushRef="#br0" timeOffset="13894.15">18419 3070 257 0,'0'0'59'0,"0"-2"2"0,-2 1 50 0,0-1 2 15,0-2-24-15,1 0-5 0,-1 1 7 0,0-1-9 16,0 0-18-16,0 2-29 0,0 0 2 0,0 1-9 15,1-1 13-15,1 2-3 0,0 2 1 0,-2 1-2 16,0 10-3-16,-2 11-13 0,0 4 0 0,3-2-5 16,-1 2-8-16,0 2 3 0,0-2-10 0,0 3 7 0,0 1-17 15,0 5 0-15,2 2-3 0,0 2-3 0,0 3-43 16,0 5-60-16,2 3-21 0,4 5-32 0,1 6-270 16</inkml:trace>
  <inkml:trace contextRef="#ctx0" brushRef="#br0" timeOffset="14161.04">18269 4572 422 0,'0'0'10'0,"0"2"1"0,0 0 40 0,0 0-6 15,0 0 17-15,0 0 18 0,0 0-14 0,0-1 6 16,-2 1-10-16,0 0 0 0,2 0 5 0,0 0 2 0,0 0 4 16,0 0 26-16,0-1-16 0,2 1 3 0,0 0-11 15,-1-2-28-15,3 0-14 0,20 0-2 0,-3-2-4 16,3-1-17-16,0-1-13 0,-2 0-2 0,2 0-5 16,1 1-10-16,-3-1-60 0,4 2 1 0,-4 2-23 15,2 0-34-15</inkml:trace>
  <inkml:trace contextRef="#ctx0" brushRef="#br0" timeOffset="17025.81">17843 3547 345 0,'0'0'55'0,"0"0"8"0,-1-1 26 0,-1-1-25 16,0 0 11-16,0 0-1 0,0 0 19 0,0 0-4 15,0 1 7-15,1-1-24 0,-1 0-31 0,-2 0 2 0,0 2-13 16,1 0-6-16,-1 0-16 0,2 2 1 0,0 2-4 15,-2 1 7-15,-5 14-3 0,2 1 0 0,-1 4-3 16,5-2-7-16,-1 8-3 0,2-2 1 0,2-8-2 16,0 10 6-16,0-6 2 0,2 6-2 0,0 0 2 15,0-8-4-15,-1 0 1 0,1-7 3 0,0 2-1 0,2 0-2 16,-2-8 5-16,0 2-6 0,-1-5 5 0,-1-3-4 16,0-1 8-16,2 2 15 0,0 0-2 0,0-1 43 15,0-1-15-15,2 0-3 0,-1 0-4 0,1-2-17 0,5-2-12 16,4-4 0-16,0 5-3 0,0-27 0 15,4-4 4-15,0 1-4 0,3-3 3 0,-3 4-7 0,0-3-3 16,-3 5 7-16,-6 0-5 0,1 0 4 0,-1 8 9 16,-5-2-10-16,1 9 9 0,-2 2-14 0,3 3 3 15,-1 3 2-15,-4 3 0 0,2-2-1 0,0 0-8 16,0 1 1-16,-1 1-5 0,-1 0-6 0,0 0-32 16,0 2-3-16,0 0-10 0,0 2-11 0,0 2-46 15,0 22 11-15,0 1-22 0,0 1 22 0,0-9-4 16,2-2 2-16,2 1-1 0,0-3 6 0,-1-4-4 0,3 2 6 15,-2-5-1-15,1-1 38 0,-5-5 25 0,10 0 1 16,4 9 7-16,-1-4 11 0,-3-3 21 0,-1 0 4 16,-5-2 8-16,-1-1 30 0,1-1 50 0,0 0-1 15,0 0 15-15,-1 0-11 0,-1 0-30 0,0 0 0 0,0 0-8 16,0 0 11-16,0 2-8 0,-1 0 6 0,-1 7-9 16,0 14-11-16,0 1-6 0,0-2-8 0,-3 0 2 15,-3 1-22-15,1-3-5 0,-3 1 1 0,1-3-2 16,3-5 2-16,-2 0 8 0,3-2-2 0,-1-1 5 15,2-3-4-15,0-1-12 0,0-1 0 0,2-1-4 16,0-2-2-16,0 0 5 0,0 1 0 0,0 1 3 16,0 0 1-16,0-2-7 0,0-1-3 0,0 1-1 0,0-2-12 15,0 0 3-15,0-2 5 0,0 1-2 0,2-3 4 16,0-2 0-16,4-10-3 0,-1 3 3 0,5-2-3 16,-1 0 10-16,-2 4-5 0,3-4 6 0,-3 2-8 15,-1 4 8-15,-3 1-5 0,-1 4 6 0,-2 3-12 0,4-3 9 16,0 0-4-16,-1 0 6 0,1 3-12 0,0-1 21 15,-1 0-2-15,1 2 9 0,0 0-8 0,-2 2 1 16,0 0-1-16,-1-1 1 0,1 1-7 0,0 2-8 16,0 0 2-16,0-1-2 0,0 3 9 0,1 1-7 15,-1-1-2-15,0 0 0 0,0-3 0 0,0 3-5 16,0-1 4-16,1 3-7 0,-1-3-12 0,0-1-55 16,0 2-22-16,0-3-12 0,-2-1-91 0,0 0-87 0</inkml:trace>
  <inkml:trace contextRef="#ctx0" brushRef="#br0" timeOffset="17227.79">18077 3757 417 0,'0'0'95'15,"-2"-2"15"-15,1 1 7 0,-1-1-43 0,0 0 5 16,0 0 2-16,0 0 20 0,0 0 0 0,0 0-1 0,1 1-58 15,-1-1-25-15,2 0-13 0,0 0 2 0,0 0-6 16,2 0 0-16,1 2 1 0,10 0 0 0,13 0-4 16,2 0-39-16,-4 0-7 0,6 4-15 0,0 2-68 0</inkml:trace>
  <inkml:trace contextRef="#ctx0" brushRef="#br0" timeOffset="18033.28">18480 3817 356 0,'0'0'43'0,"0"0"-5"16,0-2 15-16,0 0 14 0,-2 0-16 0,1 0 44 0,1 0-1 15,-2 1 3-15,0-1-7 0,0 0-24 0,0 0-3 16,0-2-5-16,0 2 2 0,2 1-13 0,-1-1-7 15,1 0-3-15,-2 0-1 0,2 0-12 0,0 0-4 16,0 0-2-16,0 1 0 0,0-1 10 0,0 2 4 16,0 0 0-16,0 2 0 0,-2-1-10 0,0 3-8 15,0 5-1-15,-3 17-3 0,-1 4-4 0,2-2-4 16,1-2 4-16,-1 0-4 0,2-2 2 0,0 0-2 16,0-1-1-16,2-1 0 0,0 0 1 0,0-3-7 0,2-1 1 15,-2-3-4-15,2-2-1 0,0-4-32 0,0 3-10 16,0-5-13-16,-1-1-68 0,-1-3-196 0</inkml:trace>
  <inkml:trace contextRef="#ctx0" brushRef="#br0" timeOffset="19470.34">18356 3880 438 0,'0'0'29'16,"-2"0"0"-16,0 0 27 0,0-2 4 0,0 0 2 15,1 0 45-15,-1 0-22 0,0 1 4 0,0-1-13 16,0 0-23-16,0 0-15 0,0 0-4 0,-1 0-1 16,-1 0 0-16,0 1-4 0,1-1 1 0,1 0-5 15,0 0-15-15,2 0 11 0,0-2-5 0,0 1 6 0,2-1-12 16,0 0 13-16,1 1-8 0,14-9 9 0,0 3-16 15,-2 2 0-15,1 1 0 0,-1 2-1 0,-4 3-7 0,0-1 2 16,1 2 0-16,-1 0 2 0,-2 2-2 0,-2-1 12 16,-1 3 3-16,-2-2 4 0,-2 17 14 0,12 3 9 15,-4-2-7-15,-5 1 6 0,-3 3-23 0,-2-4-3 16,-4 6 1-16,-3-3-2 0,-2-3-7 0,-2 0-1 16,-2-1-1-16,5 1 2 0,-10-3 6 0,-3 2-9 15,1-3 3-15,-1-3-5 0,1 2 0 0,-1-5 3 16,5 1 1-16,6-4-1 0,5-1-7 0,1-3 2 15,0-1-4-15,1 2 2 0,-1 0-3 0,0-1-11 0,2 1 3 16,1-2-4-16,-1 0 8 0,2 0 9 0,0-1-2 16,2 1 5-16,1 0-3 0,5-2-7 0,20 0 4 15,-1 0-5-15,1-4 8 0,-5 1-3 0,4-3 0 16,-1 1-2-16,0-1-1 0,0 2 3 0,-1 3-1 16,-7-1 2-16,3 0 1 0,-7 0 4 0,-2 2-2 0,-1 0 2 15,-2 0-10-15,-3 0 7 0,3 0-3 0,-4 0 4 16,-1 0 2-16,-2 0-2 0,0 0 4 0,0 0-4 15,-1 0 5-15,3 0-1 0,0 0 5 0,0 0-4 16,-3 0 5-16,1 0-4 0,0 0-6 0,0 0 4 16,0 0-12-16,0 0-10 0,0 0-2 0,-1 0-5 15,1 0-33-15,0 0-178 0,0 0-88 0</inkml:trace>
  <inkml:trace contextRef="#ctx0" brushRef="#br0" timeOffset="21033.97">11298 4908 287 0,'0'0'0'0,"0"0"44"0,0-1 13 16,0-1 19-16,0-2 8 0,0 0-29 0,0-9-3 16,0-3-6-16,2-3 0 0,2-3-1 0,2 0 5 0,-1-4-2 15,1 1 4-15,-3-2-4 0,-1 2-4 0,-2 1 6 16,0-2-1-16,-3 2 4 0,-3 0 6 0,0 5-24 15,1 1 5-15,1 7-11 0,-3-4 3 0,1 6 4 16,-1 3-6-16,-17 2 3 0,1-11-17 0,-6 6 0 16,-3 7 2-16,0 10-1 0,-1 7-5 0,1-10 0 15,1 36-7-15,-2 0 6 0,5 2 1 0,4-1-7 16,5-5 1-16,4-7-4 0,4-4-5 0,5-2 5 0,5-2-2 16,-12-3 4-16,3-2-4 0,5-4 0 0,3-2 3 15,2-4 0-15,0 3-2 0,0-5-3 0,2-1-4 16,1 0 1-16,10 5 4 0,12 2 11 0,-1-5-6 15,7-6 7-15,-1-2-7 0,3-8-4 0,8-4 6 16,-6-5-6-16,1 17 7 0,-5-22-2 0,-7 0 0 0,1-2 0 16,-7 0-7-16,1-2 6 0,-6 0-2 0,-8-1 6 15,3 3 3-15,-5 3 5 0,-1 5 2 0,0 3 1 16,7 4 15-16,-5 3-7 0,-2 5 1 0,0-3-5 16,0 2-15-16,0 1-3 0,-2-1 0 0,0 2-1 15,0 0 3-15,0 2-11 0,0 0 2 0,-2 2-4 16,0 4 9-16,-7 23-4 0,-1 7 0 0,1-3-3 15,0 6-2-15,1 0 6 0,3 0-5 0,-1 2 5 0,1 0-1 16,-3 3 1-16,1 4-2 0,-3 6 0 0,-3 2 1 16,4 5 1-16,-2-1 4 0,-2-3-2 0,0 5 3 0,-4-9-5 15,-3 1 0-15,-1-2-1 0,1-4 3 0,0-5-2 16,1-8 6-16,2-5-4 0,2-6 1 0,3-3 4 16,-1-3-5-16,11-1 5 0,-13-6-3 0,0-2 11 15,4-3-5-15,2 1 5 0,-1-1-8 0,5-2 8 16,-3-1 5-16,3-1 0 0,-1-2 4 0,1 0-13 15,3 0-6-15,0 0 1 0,-15-24-9 0,6-6 2 16,4-5 1-16,5-4 0 0,4-5 0 0,3-3 5 16,4 4-5-16,4-1 4 0,2-1-2 0,-2 12-2 0,2 1 0 15,0 5-2-15,-4 6-2 0,2 3 4 0,-5-1 0 16,14 2 2-16,0 1-10 0,0 3-2 0,1 1-1 16,6 3 1-16,-1 4-12 0,-2 3-5 0,2 0-21 15,-9-11 4-15,-1 4-87 0,1 1-36 0,3 4-16 0,-2 4-11 16,3 4-98-16</inkml:trace>
  <inkml:trace contextRef="#ctx0" brushRef="#br0" timeOffset="21626.9">11330 5562 536 0,'0'0'51'0,"0"0"-1"15,-2 0 13-15,0-2-1 0,0 0-9 0,1 0 19 16,-1 1 20-16,0-1-4 0,0 0 7 0,0 0-37 15,0 0-32-15,-1 0-6 0,-1 2-6 0,0 0-13 0,0 2 6 16,1 2 1-16,-7 9 0 0,-4 11-7 0,1 0 9 16,0 2-3-16,1-4 6 0,1 3 5 0,-2-1 2 15,-2-2 2-15,2 2 1 0,2-3 2 0,0-5-4 16,0 1-3-16,2-2 0 0,-1-2-10 0,3-4-1 16,0 2 3-16,3-5-1 0,0-1 3 0,2-1-10 15,2-2 2-15,-2 2-2 0,1-1 10 0,-1 1-7 16,0-2 3-16,0 0-4 0,2 0 4 0,0-2-5 0,0 0 0 15,2-2 0-15,0-2 3 0,5-9-2 16,10-11-1-16,-12 0-1 0,14 2-1 0,0-3 1 0,-3 1-1 16,-3 0 0-16,4 2-2 0,-2 1 1 0,5 3 1 15,-7-1 1-15,4 3-2 0,-4 3-1 0,-6 0 0 16,3 7-2-16,-7 0-5 0,-1 5 8 0,2-1-3 0,2-2 5 16,-1 2 8-16,1 2-2 0,-3 0 3 0,-1 0-3 15,2 4 0-15,5 11-7 0,2 9 4 0,-5 0-4 16,-6-2 1-16,0-1 3 0,0 1-2 0,-2-3 3 15,-2-3-2-15,1-1 3 0,-1-2-2 0,2-4 2 16,0-1-6-16,2-4-4 0,0-3 4 0,0 1-1 16,-2 2 17-16,1 0-8 0,-1-2-1 0,2-1-4 0,0 1-4 15,0-2 0-15,0 0 0 0,2-2-1 0,-1-1 1 16,3-5 4-16,7-12-3 0,0-1 2 0,1 1-4 16,-3 1 1-16,2 1 2 0,-4 1 0 0,1 2-5 0,-4 10 3 15,-3 1-4-15,1 0 4 0,2 1-5 0,0-1 5 16,-1 0-5-16,1 2 4 0,0 0-4 0,0 1 8 15,-1 1 3-15,-1 0 2 0,2 1-1 0,0 1-3 16,-1 2 0-16,-1 0-2 0,9 12-7 0,-3-1 5 16,-3 2 1-16,-1-2 3 0,0 2 0 0,-1-3-10 15,-1 1 6-15,0 0-8 0,-2-2 3 0,0-2-37 16,0-1-23-16,0-5-3 0,0 1-71 0,0-3-18 16,0 1-3-16,2 0-12 0,0 0-74 0</inkml:trace>
  <inkml:trace contextRef="#ctx0" brushRef="#br0" timeOffset="22056.27">11605 5206 76 0,'0'-2'57'0,"0"-2"10"0,0-15 54 0,2-3 1 16,-2 5-18-16,2 3-24 0,-1 2 1 0,-1 3-10 15,0 4-11-15,0 1 9 0,0 2-6 0,2-2 6 16,0 1-11-16,0 1-29 0,0 0 5 0,0 0-14 15,0 2-1-15,-1 2 0 0,1 2-5 0,4 22 3 0,-2 9-13 16,-3 0 4-16,-1 4 0 0,0-2 2 0,0 0-4 16,-1 1-4-16,-1-1 3 0,0 0-3 0,0-4 9 15,0-1-5-15,2-3 0 0,-2-1-1 0,2-2 5 0,0-2-6 16,0-3-1-16,0-3-1 0,0 1 3 0,0-4-1 16,0-2 4-16,0-2-3 0,0-2 3 0,0-5 2 15,0 0-2-15,0-1 2 0,2 1 6 0,0 0 32 16,0-2-6-16,0 0 12 0,0-2-22 0,-1-2-6 15,-1 0-1-15,13-35-1 0,2-2-4 0,-2-8-3 16,4-3-1-16,0-6-2 0,1-5-11 0,3 0 5 16,-1 0-6-16,2 7 6 0,1 7 2 0,-5 12-8 15,-5 4 4-15,0 6-6 0,-7 3 2 0,5 7 2 0,2 2-3 16,-6 4 1-16,-1 5-3 0,-2-1-7 0,-4 3 2 16,3-2-4-16,-1 4-1 0,0 0-23 0,2-2 1 15,-1 2-14-15,-1 0-49 0,0 2-96 0,4 19-14 16,-4 25-38-16,-6 4-155 0</inkml:trace>
  <inkml:trace contextRef="#ctx0" brushRef="#br0" timeOffset="22364.77">12006 5530 496 0,'-2'0'66'16,"0"0"3"-16,0 0 8 0,0 0-15 0,1 2-8 15,-3 0-5-15,-2 2 2 0,-10 5 1 0,4 12-1 16,-1-3-6-16,6 4 6 0,0 1-6 0,-5-3 5 0,3 2-4 15,-4-3-3-15,2 1 4 0,2 1-7 0,1-3-12 16,3-1-11-16,-1-4 0 0,1 0-4 0,1-4-2 16,2-3-3-16,-4 1-1 0,5-3 0 0,1-2-7 0,-2 2 1 15,0-1-1-15,0 1 1 0,0-2 6 0,0 0-3 16,0 0 5-16,1-2-5 0,1 0 0 0,0-2-3 16,1-2-1-16,3-5 1 0,5-12 1 0,1 5 3 15,-1-1-4-15,-2 4 4 0,-1 4-1 0,0 1 0 16,-5 5 4-16,1 3-4 0,4-2-6 0,-2 0 8 15,-1-2-5-15,-1 4 8 0,4-2 4 0,1 0-3 16,2 2 4-16,-5 0-5 0,-2 0-5 0,2 0 3 0,-2 0 0 16,-1 0 0-16,3 4-5 0,-2 0 0 0,5 5-2 15,1 2 1-15,-4-1-4 0,1 3-14 0,-3-4-20 16,0 2-6-16,-2-4-153 0,0 1-196 0</inkml:trace>
  <inkml:trace contextRef="#ctx0" brushRef="#br0" timeOffset="22541">11751 5703 617 0,'0'0'109'16,"0"0"31"-16,0-2-50 0,0 0-70 0,0 1 3 15,2-3 4-15,0 0 22 0,6-7-5 0,-7-2 6 16,20 2-28-16,1 2-22 0,-1-4 5 0,1 3-9 0,-2 1 2 16,6 0-9-16,8 7-4 0,-6 0-2 0,3 0-20 15,-3-16-117-15,-6 8-45 0</inkml:trace>
  <inkml:trace contextRef="#ctx0" brushRef="#br0" timeOffset="22673.91">12234 5551 670 0,'0'0'65'0,"0"0"76"0,0 0-31 0,0 0-55 16,-2 0 9-16,1 0-24 0,1 2-3 0,-2 0 4 16,2 1-4-16,-4 14 5 0,0 5-6 0,1 6-10 15,1-4-1-15,0 6-4 0,0-2-9 0,0 0-8 16,0 3-1-16,2 1-2 0,0-2-1 0,0 3-35 0,2 2-42 15,2 2-14-15,3 10-272 0</inkml:trace>
  <inkml:trace contextRef="#ctx0" brushRef="#br0" timeOffset="23103.85">13003 6659 945 0,'-2'0'41'0,"0"0"-6"0,0 0 17 15,0 0 1-15,1 0-12 0,-1 0-30 0,0 0 6 16,0 0-4-16,2 2 4 0,0 0-3 0,2 0 26 0,5 0-9 16,27 3 13-16,5-1-11 0,3-4 19 0,7-2-3 15,-1-5 6-15,8-2-14 0,3-3-9 0,2 1-2 16,-1-2-2-16,-8 2-9 0,-9 4-10 0,-8-1-3 15,-6 5-1-15,-1-1-5 0,-9 2-5 0,-4 2 4 0,-8 0-6 16,-1 0-2-16,-1 0-31 0,-1 0-44 0,0 0-1 16,-1 2-181-16</inkml:trace>
  <inkml:trace contextRef="#ctx0" brushRef="#br0" timeOffset="23256.84">13320 7077 898 0,'0'0'343'16,"0"0"-490"-16,0 0 410 0,0 0-237 0,0 0-26 0,2 0 50 16,0 0 5-16,2 0 15 0,13 0 1 0,18 0-37 15,-2-4-5-15,4-1-9 0,1-1-16 0,-5 1 1 16,2-1-8-16,0 1 5 0,-1-1-16 0,-3 2-57 16,3-1-9-16,-4 1-42 0,-1-2-261 0</inkml:trace>
  <inkml:trace contextRef="#ctx0" brushRef="#br0" timeOffset="24458.75">15599 6032 256 0,'0'0'-2'0,"0"0"29"0,0 0 47 16,-2 0 22-16,0 0 26 0,-2 0-10 0,0 0-26 15,-7-2-3-15,-2 0-1 0,-2 0-12 0,2 0 2 16,-1 1-3-16,1-1 2 0,3 2-8 0,1-2-9 15,2 0-2-15,3 2-4 0,0 0-19 0,0 0-27 0,1 0 3 16,1 0-10-16,0 0 5 0,2 0 0 0,2 0-2 16,2 0 0-16,23 4 3 0,18-1 0 0,7 1-2 15,7 2 1-15,-1-1 0 0,3 3-2 0,-1-1 8 0,-12-3-7 16,6 1 6-16,-10 3-3 0,-6-3 1 0,-7-1-1 16,-9 0-2-16,1-1 1 0,-5 1-1 0,-3 0 2 15,0 0 2-15,-6-3-3 0,-1 1-3 0,-5-2 2 16,-1 0 0-16,2 2 4 0,0 0-4 0,-1 0 2 15,-1 0-19-15,0 0-25 0,0-1-14 0,-2-1-15 16,0 2-168-16</inkml:trace>
  <inkml:trace contextRef="#ctx0" brushRef="#br0" timeOffset="24642.93">15829 6477 923 0,'-2'0'113'0,"0"0"-130"15,-2 0 132-15,1 0-66 0,-12-1-10 0,11 1 46 16,0 0-16-16,1 0 22 0,-1 0-53 0,2 0-30 16,0 0-2-16,0 0-7 0,2 0-5 0,0 0 6 15,2 0-1-15,0 0 1 0,2 0 0 0,7 0-2 16,6 0 2-16,1 1-4 0,-1 1-2 0,-2 2 5 0,0 0-5 16,-4-1 5-16,6 5-15 0,3 1-22 0,-3-3-28 15,7 3-12-15,-4-3-241 0</inkml:trace>
  <inkml:trace contextRef="#ctx0" brushRef="#br0" timeOffset="29205.89">23196 5168 46 0,'0'0'17'0,"0"0"25"16,-2 0 2-16,1-1 13 0,-1-1-43 0,0 0-5 15,0 0-5-15,0-2 0 0,2-1-9 0,-2-5-1 16,0 1 5-16,2 2-3 0,0-1 12 0,0 1-10 16,0-1 7-16,0 5-6 0,0-3 7 0,0 4 48 15,0 0 3-15,0 1 20 0,0-1 42 0,0 0-18 0,0 0 1 16,0 0-7-16,0 0 2 0,0 0-25 0,0-1 2 16,0 1-9-16,0 0 1 0,0-2-15 0,0 2 4 15,0 1-10-15,0-3-16 0,0 0-9 0,0 0-1 16,0-1-1-16,0 1-4 0,0-1 4 0,0-1 1 0,0 2 3 15,0 1 8-15,0-3 5 0,0 2 0 0,0 1 2 16,0-1-1-16,0 0 1 0,0 0 2 0,0 3 1 16,0-1 0-16,0 0 3 0,0 0-13 0,0-2 8 15,0 1-18-15,0 1-16 0,0 0 5 0,-1 0-9 16,-1 0-6-16,0 2 6 0,-2 0-6 0,0 2 6 16,-1 0-5-16,-3 3 2 0,3-3 3 0,3 9 0 0,-5-1 5 15,1-3-7-15,2 1 2 0,2-5-5 0,1 3 5 16,1-4-3-16,0 1 0 0,0 1-1 0,1 0 6 15,1-2 2-15,2 0 3 0,2-2-2 0,12-2 5 16,-1-4-9-16,0-1 4 0,-3-3-4 0,-1 1 9 0,0 2-7 16,-1-10 2-16,-5 0-3 0,-1 4 10 0,-5 0-3 15,9 0 2-15,-5 4-1 0,-1 0 4 0,-2 3 14 16,-2 1-2-16,0 1 5 0,0 0-11 0,-2 0-9 16,0 1-3-16,0 1-3 0,-1 0-7 0,-9-2 4 15,-4 1-4-15,1 1 3 0,6 2-1 0,1 0-4 16,3 0 3-16,3 0-6 0,0 0-10 0,-2 2-18 15,2 1-18-15,0 1-2 0,2 0-86 0,2-1-156 16,2 1-56-16</inkml:trace>
  <inkml:trace contextRef="#ctx0" brushRef="#br0" timeOffset="35007.06">22153 8780 196 0,'-2'-2'47'0,"0"0"-8"0,-2 0 13 16,-1 0 0-16,-19-7-36 0,11 7-16 0,-8-2 3 16,5 3 19-16,-5 1-6 0,-3 0 46 0,0 0 2 15,0 0-7-15,1 0 8 0,5 0 1 0,-1 1-9 0,3-1 6 16,3 2-8-16,0 0-8 0,3 0-1 0,-1 0 0 15,4 0 1-15,-1 0 3 0,5-2 6 0,1 0-8 16,0 0 6-16,-2 1-21 0,0 1 9 0,3 0 0 16,-1 0 3-16,0 0-7 0,2 0-3 0,0 1-3 0,2 1 1 15,5 0-4-15,32 11-7 0,8-6 2 0,3-7-3 16,4-2 4-16,7-6-2 0,0-1 2 0,0-4-2 16,3 0 9-16,-5-1-15 0,0 3 4 0,1 2-7 15,-3 1-1-15,1 4-6 0,-6 0-3 0,-2 2 0 16,-7 0 0-16,-14 0 7 0,-4 0-3 0,-5 0 3 15,-5 0-2-15,-4 0-2 0,2 0 7 0,-9 0-4 16,-1 0 16-16,1 0-4 0,-2 0-10 0,0 0 2 16,0 0-40-16,-2 0-21 0,0 0-2 0,-2 0-7 0,0 0-12 15,0 0-44-15,-20 8-12 0,-4 3-17 0,-2 2-71 0,4-2-143 16</inkml:trace>
  <inkml:trace contextRef="#ctx0" brushRef="#br0" timeOffset="35210.11">22064 9166 758 0,'-2'0'42'0,"0"0"-2"0,0 0 5 15,-2 2-2-15,1 0-9 0,-1 0 30 0,0-1 26 16,2 1 0-16,1 0 4 0,-1 0-18 0,0 2-12 0,2-1 7 16,0-1-9-16,2 0-8 0,0 0-4 0,9 4-8 15,22 5 5-15,1-4-6 0,1-3 6 0,6-2 0 16,-2-2 1-16,0-2-14 0,-2 0-21 0,0-2-1 15,0 1-6-15,-3 1 2 0,-3 0-17 0,-1 0-15 16,-2 0-5-16,-2 0-79 0,-2 0-113 0,-2 1-21 0</inkml:trace>
  <inkml:trace contextRef="#ctx0" brushRef="#br0" timeOffset="54639.85">19474 4545 256 0,'0'0'-3'0,"0"-2"8"0,0 0 12 16,0 0 5-16,0 0 8 0,0-2-5 0,0 1-15 15,1-1 4-15,-1 0-5 0,2 1 3 0,-2 1 3 0,0 0-10 16,0 0 5-16,0 0-16 0,0 0 5 0,0 0 1 15,0 1 2-15,0 1 13 0,-2 0-5 0,1 0 9 16,-1 0-6-16,0 0 24 0,0 0 7 0,-2 0 0 16,1 1 0-16,-1-1-8 0,0 2-15 0,0-2-2 15,3 0-4-15,-1 2-1 0,0 0 9 0,0 0 2 16,0 0 1-16,2 0-8 0,0-1-13 0,2 1 4 0,2 0-5 16,5 2-2-16,19 5 7 0,2 0-7 0,7 1 6 15,2-3-9-15,2 2-2 0,3 1 1 0,1 3-1 16,-3-4 4-16,7 2 4 0,-3 0-4 0,-1-1 3 15,3 1-5-15,-2-2 3 0,4-2 3 0,4-1 1 16,6 0 4-16,7-1-1 0,3-5-4 0,10 0 3 0,4-2 0 16,-1-3-1-16,-3 1-2 0,-4-2-1 0,-7 3-1 15,-4-1-5-15,-2 2 6 0,0 4-5 0,-2 2 3 16,4 3 0-16,0 1-4 0,-11-1 3 0,5 0-1 0,-7-1 0 16,-3 1-2-16,-1 1 0 0,-9-1 2 0,0-1 0 15,-4-1 1-15,-5-1-1 0,2 0 3 0,-1 0 2 16,-1 1-3-16,1-1 2 0,-3 0-4 0,-2-1 4 15,-3-1-2-15,-1-2 2 0,0 0-9 0,-2 0 11 16,-5 0-5-16,-2 0 7 0,0 0-12 0,-5 0 8 16,3 0 0-16,-4 0 4 0,-1 0 5 0,-2 0 10 15,-1 0 17-15,1-2-4 0,0 0 36 0,-2 1-28 16,-1-1-6-16,1 0-5 0,0 0-13 0,0 0-6 0,0 0-4 16,0 0 0-16,-2 1-3 0,0-1-4 0,0 0 2 15,0 0-4-15,0 0-7 0,0 0 9 0,0 0-2 16,2 1 5-16,-2-1-6 0,0 2 3 0,0 0-1 15,0 0 0-15,0 0-3 0,1 0 1 0,-1 0 1 0,0 0 1 16,2 0 3-16,0 0-6 0,-2-2 0 0,2 2-2 16,-2 0 6-16,0 0-3 0,0 0 1 0,2 0-1 15,-2 0-3-15,0 0 6 0,0 0-3 0,0 0 2 16,0 0-5-16,0 0 3 0,0 0 3 0,0 0 0 16,2 0-4-16,-2 0 0 0,2 0-3 0,-1 0 4 15,1 2-2-15,0 0-1 0,0-1 1 0,0 3-1 0,5 7 1 16,3 8 0-16,-5 1-2 0,3 6 3 0,-3 2 4 15,-1 4-6-15,-2 1 4 0,-2 2-4 0,0 2 6 16,0 6-3-16,0-2 0 0,0 4-1 0,2 3 4 16,-2-2-2-16,0 4 0 0,0-1-1 0,0-3 2 0,1-1-2 15,3-4 1-15,0 1-2 0,0-7-7 0,1 1-4 16,3 1-14-16,-3-7-5 0,3 3-130 0,-3 2-201 16</inkml:trace>
  <inkml:trace contextRef="#ctx0" brushRef="#br0" timeOffset="55428.92">25114 6498 150 0,'0'-2'22'0,"0"0"-2"0,0 0 28 16,0-1-2-16,0-1 2 0,0-9-9 0,0 4-2 15,2-3-8-15,0-1 4 0,0 2-21 0,0 2 11 16,0-2-3-16,-2 5 6 0,0 1-1 0,0 3 32 0,1-2 3 15,1 0 9-15,0 1 0 0,-2-1-24 0,0 2-2 16,0-2-10-16,0 1-36 0,0 1 6 0,0 0-8 16,-2 0 10-16,0 2-1 0,-1 0-1 0,-7 4 4 15,-14 11-3-15,-2-13 1 0,0 20 5 0,-2 2-5 0,6 2 7 16,-4 0 3-16,2 2-4 0,0 2 3 0,2 3-5 16,3 2-5-16,2 4 1 0,1 2 3 0,1 4 0 15,2 5 1-15,0 2-3 0,2 2-1 0,1-2 0 16,1 1-4-16,4-2 4 0,-1-3-1 0,2-2 2 15,2-1-2-15,-20-4-3 0,9-2 2 0,6 0-2 16,3 2 3-16,4-1 1 0,0 3-5 0,2 3 4 16,3 1-2-16,3-1-1 0,1 1 7 0,2-3-5 0,0-1 1 15,2-6 6-15,2 0-2 0,0-3 5 0,0-5 10 0,2 1-12 16,-15-6 2-16,24-3-5 0,-2-3 4 0,2-3-10 16,0 0 7-16,-4-4-8 0,2 0 3 0,-5-3-4 15,5-1-3-15,-6-5 1 0,-3 2-4 0,0-3-45 16,-8 5-4-16,5 1-16 0,2 1-42 0,7 1-69 15</inkml:trace>
  <inkml:trace contextRef="#ctx0" brushRef="#br0" timeOffset="55987">25610 6771 203 0,'0'0'51'0,"0"-2"-10"0,0 0 37 16,0 0 12-16,0 0-18 0,0 0-29 0,0 1-12 15,0-1-10-15,0 0 1 0,0 0-11 0,0 0 0 16,0 0 2-16,0 0-2 0,0 1 0 0,0-1-10 16,0 0 8-16,0 0-7 0,0 2 25 0,0 0 5 15,0 0-4-15,0 2 5 0,0 0-1 0,0 1-4 0,0 20 1 16,0 14-4-16,0 0-8 0,0 6 1 0,0 1-1 16,-2 1-1-16,0 1-7 0,-1-5-3 0,-1 0-3 15,0-6 1-15,1-1 1 0,-1-5 2 0,0 1 1 0,0-2-2 16,1-2-2-16,-1 2 3 0,0 0 4 0,2-2-1 15,1 0 6-15,-1-2-7 0,0 0 4 0,0-6-4 16,0 3 5-16,2-3-9 0,0-3 4 0,0-4-4 16,0 1 4-16,0-3-1 0,0 0 0 0,0-5 2 15,0 1 4-15,2-1-12 0,0 0 2 0,0 0-6 0,0-3-18 16,-1 1-106-16,1 0 0 0</inkml:trace>
  <inkml:trace contextRef="#ctx0" brushRef="#br0" timeOffset="56291.04">25918 7250 1111 0,'0'-2'28'0,"-2"0"28"0,1 0-19 0,-1 0-12 15,0-1-9-15,0 1 2 0,0-2-19 0,2 2 1 16,0 0-1-16,2 1 1 0,2-1-2 0,7-2 8 0,17-7-1 15,3 2 5-15,5-1-2 0,4 1 5 0,3 2 2 16,0-3 1-16,-2-1 6 0,0 2-12 0,-1-2-1 16,-3 3-2-16,1 5-3 0,-5 1-3 0,0 2 1 15,3 0-2-15,-3 0-2 0,-3 0-7 0,-2 0-9 0,-6 0 2 16,-3 0-24-16,-5 2-17 0,-4-2 2 0,-7 0-9 16,3 0-8-16,-2 0-28 0,-1 0-27 0,-1 0-1 15,0 0-94-15</inkml:trace>
  <inkml:trace contextRef="#ctx0" brushRef="#br0" timeOffset="56571.3">26271 6823 296 0,'0'-2'65'0,"-2"0"78"0,0-2-41 16,1 1-39-16,1 1 3 0,-2-4-16 0,0 1-10 16,0-3-15-16,2 6-6 0,-2-1-2 0,2-1-8 0,0 0 1 15,0 2-4-15,0 0 2 0,0 1-1 0,0-1 15 16,0 2 2-16,0 0 2 0,0 2-2 0,0-1 6 15,2 12-4-15,2 26 3 0,-2 4-4 0,-2 11-7 16,0-2 1-16,-2 4-3 0,-2-1-11 0,0-6 3 16,1 3-2-16,-3-6 2 0,2-3-1 0,2 1 1 15,1-3-4-15,-1 0 5 0,2 0-2 0,0 0-7 16,0-2 2-16,2-2-3 0,-1-2 7 0,3 2-10 16,0-7 7-16,0 0-8 0,1-4 6 0,-1-8-15 0,1 3-6 15,-1-5-5-15,0-1-25 0,1 2-45 0,-1-6 7 16,0-3-19-16,-2-5-1 0,-2-1 9 0,3 0-11 15</inkml:trace>
  <inkml:trace contextRef="#ctx0" brushRef="#br0" timeOffset="56846.64">27140 6921 1009 0,'0'-2'25'0,"-2"0"43"0,0 1-44 16,0-1-33-16,1 0 7 0,-1 0-15 0,0 2 17 16,-2 2-5-16,0 2 5 0,3 22-4 0,-11 16 4 15,3-1 7-15,0 0-5 0,0 4 7 0,-1-5-4 0,3-1-2 16,-2 0 7-16,1 0-4 0,-3 2 7 0,4 2 4 16,-1 3 2-16,3 4 2 0,1 2 10 0,0 2-13 15,2 0-3-15,-1 2-2 0,1 0 2 0,-22-12-10 16,9 3 7-16,7-10-10 0,5-4 0 0,1 1 4 15,2-5-6-15,0-6 5 0,0-5-6 0,0-1-4 16,0-6 3-16,0 0-2 0,0-2 5 0,0-3-11 16,0-1-9-16,0-3-2 0,0 2-34 0,0 0-115 15,0-1 4-15,0-1-59 0,-2 0-149 0</inkml:trace>
  <inkml:trace contextRef="#ctx0" brushRef="#br0" timeOffset="57371.45">27036 6800 987 0,'0'-3'20'0,"0"-25"25"16,2 4-18-16,2 7-22 0,-1 6 2 0,1 4-7 16,0 1 5-16,20-1-5 0,7 1 2 0,7 2-4 0,1 1 5 15,5-22-2-15,1 14 1 0,-14 9-2 0,3 2 2 16,-12 6 3-16,-5 1-2 0,5 6 2 0,-9-9 2 0,2 22 8 15,-6 0-2-15,-5 6 4 0,0-1 1 0,12 3-1 16,-8 3 6-16,-10-4-4 0,-7 1-4 0,-8 1 2 16,15-9-3-16,-33-6 4 0,-1 1-8 0,-4-12 1 15,4 2-5-15,5 2 4 0,-3-9-3 0,8 5-1 16,2-7 0-16,4 11-1 0,-1-4-5 0,6-5 6 16,2-2 1-16,2-2 1 0,6 0 6 0,-1 0 3 15,2 0-1-15,1-2 0 0,-1 0-5 0,0 0-12 16,2 0 0-16,1 1-6 0,1-1 2 0,0 0-1 15,1 0 2-15,3 0-1 0,13-3-1 0,11-1 6 16,3 4-2-16,3 2 4 0,3 6-8 0,4 5 2 0,-2 2 3 16,-6-2 0-16,2 2 1 0,-5-2 0 0,0 0-2 15,0 4 2-15,-12-6 0 0,3 3 1 0,-5-1 3 16,-1-2-1-16,2 2 1 0,-10-5 1 0,1-1-2 0,-7-5 3 16,1 4 11-16,2 2 19 0,-4-5-4 0,2 3 7 15,-2 0-6-15,0-2-14 0,0 0 6 0,-22 12-9 16,-17 3-6-16,-8-8 4 0,1-5-11 0,-4-4 8 15,1-2-8-15,5-1 2 0,5-3 0 0,5-1-1 16,1-1-10-16,7 1 6 0,0-1 0 0,6 3 2 16,1-1-7-16,6 2-6 0,2 1-8 0,3-1 0 15,5 2-39-15,-1 0-92 0,0 0-1 0,2 1-29 0,2-3 12 16</inkml:trace>
  <inkml:trace contextRef="#ctx0" brushRef="#br0" timeOffset="57611">27981 6069 962 0,'0'-4'162'0,"0"-12"44"0,0-31-63 16,0 6-100-16,2 19 4 0,0 7-29 0,0 8-15 16,0 3-2-16,1 2-3 0,31-16-2 0,7 8 7 15,-1 10 2-15,7 8 1 0,3 7 0 0,6 9 3 0,5-15 1 16,-4 39 2-16,1 10 3 0,-2 12 1 0,-1-1-3 15,1 9 3-15,-4-6-8 0,-9 1 3 0,-2 5-1 16,-15 5 1-16,-4 12-5 0,-7 15 5 0,-13 3-6 16,31-4 5-16,-33-8-10 0,-11-20 1 0,-9-8 1 15,16-6-1-15,-44 5-13 0,-16 12-41 0,-15 8-44 0,-20 18-11 16,-29 9-271-16</inkml:trace>
  <inkml:trace contextRef="#ctx0" brushRef="#br0" timeOffset="67646.5">19342 1808 175 0,'0'0'0'0,"0"0"5"0,-2 0 59 16,0 0 4-16,0 0 10 0,0-2-10 0,0 0-2 16,1 0-13-16,-1 0-4 0,0 0-2 0,2 1-20 15,0-1-9-15,0 0 9 0,0 0-9 0,0 0 6 0,0 2 3 16,0-2-8-16,0 0 7 0,0 1-1 0,0-1-1 15,0 0 6-15,0 0-5 0,0 0-1 0,0 0-5 16,0 0-5-16,0 1 1 0,2-1-7 0,0 0-1 16,-1 0 4-16,1 0-2 0,0 2 6 0,0 0-6 15,0 0 1-15,0 0-2 0,0 0 1 0,-1 0-1 16,1 0-1-16,0 0 0 0,2 0 2 0,1 0-8 16,8 4 7-16,0 0-8 0,4 1 10 0,0 1-5 0,0 1-6 15,3 1 1-15,-1-1 0 0,1 0 2 0,2 1 5 16,-1-1-3-16,1 1-5 0,2-3 1 0,0 1 0 15,-3-1 1-15,1 1 6 0,-3-2-7 0,-3-1 5 16,5 3-6-16,-3 1 6 0,1 1 4 0,-2-1 0 16,-4-1 4-16,-2 1 11 0,-2 1 8 0,-3 3-7 0,-1 6 7 15,3 5-1-15,-1-2-18 0,-1-1 6 0,-1 5-11 16,10-2 9-16,-6-3-4 0,1 3 3 0,-7-3-4 16,-1-1 5-16,0 6 0 0,-2-3-3 0,0-1 1 15,0-3-8-15,-2-2-1 0,0 2 6 0,-1 1-5 16,-1-1 2-16,2-4-3 0,-2 2-3 0,1-2 1 15,-3 0 7-15,0-2-7 0,1 0 3 0,1-2-6 16,-1 0 1-16,1 1 0 0,2-5 3 0,-2 3-2 0,2-3 3 16,1 1-4-16,-1-1-2 0,0 1 0 0,0-2 4 15,0-1-3-15,0 1 0 0,2-2-1 0,0 0 2 0,-2 2-1 16,1-1-3-16,-1 1-1 0,0 0-4 0,0-1-11 16,0 1 8-16,0-2-12 0,0 0-16 0,1 0-41 15,-1 0-36-15,0-1-4 0,2 1-162 0</inkml:trace>
  <inkml:trace contextRef="#ctx0" brushRef="#br0" timeOffset="69846.78">19648 2307 136 0,'0'0'45'16,"0"0"-4"-16,-2 0 53 0,0 0-6 0,1 0 4 16,-1 0-25-16,0-2-6 0,0 0-5 0,0 1 1 0,0-1-7 15,0 0 5-15,1 0 1 0,1 0 0 0,0 0-7 16,-2 0-3-16,2 1-1 0,0-1-1 0,0 0-8 15,0 0-10-15,0 0-1 0,0 0-4 0,0 1-13 16,0-1 0-16,0 0-5 0,0 0 3 0,0 0-9 0,0 0 4 16,0 2 2-16,0 0 3 0,0 0 1 0,2 0 6 15,-1 0-5-15,1 2 5 0,0 0-8 0,0 0 8 16,2 2-2-16,3 5 3 0,6 9-8 0,0 1 2 16,-2-1-4-16,0-1 4 0,-1 0-4 0,-1-2-4 15,2 3 1-15,-2-3 0 0,-1-2 5 0,3 4-7 16,-2-4 2-16,-1 0-2 0,-1 0 2 0,-1-2 6 0,-1 0-6 15,1-2 5-15,-1 1-6 0,-1-3 2 0,-2-1 1 16,0-1-1-16,0-1 7 0,0 0-6 0,-2-2 2 16,1 1-3-16,1 1 0 0,0 0 2 0,0-1 2 15,0-1 3-15,0 0 35 0,0 0 8 0,-1 0 0 16,3-2-3-16,0 0-32 0,0 0-10 0,10-9 2 16,3 3-3-16,2-22 1 0,-3 4-3 0,-1-6-1 0,4 4 0 15,-3-2 2-15,3-1-5 0,-2 5 0 0,-2-1 0 16,-1 7-2-16,-1-1 6 0,2 4 0 0,-2 1 2 15,2-3-14-15,-2 4 6 0,-2 4-4 0,0-4 5 16,2 3-7-16,0 1-25 0,2-2-3 0,6 5-14 16,-1-1-82-16</inkml:trace>
  <inkml:trace contextRef="#ctx0" brushRef="#br0" timeOffset="73430.92">20890 2088 139 0,'0'0'0'0,"0"-2"25"0,0 0 12 0,0 1 30 16,0-3 10-16,-2-5-5 0,1-3-1 0,-3 1-12 15,2 2 2-15,-2-2-2 0,2 2 12 0,1-1-28 16,-1 5 3-16,0-1-11 0,0-1 2 0,-2-1-10 0,2 1 9 16,1 1-10-16,-1 1 13 0,2 3-10 0,0 0-1 15,-2-4-4-15,2 5-8 0,0-3-9 0,0 2 4 0,-2-2-5 16,0 1 6-16,0-1-1 0,0 2-5 0,1 0 3 16,-1 0-4-16,2 0-5 0,0 1 8 0,0-1-8 15,0 0 13-15,0 0-8 0,0 2-2 0,0 0-1 16,0 0-5-16,0 2-1 0,0 0 1 0,0 0 1 15,0 1 7-15,0 1-2 0,2 9 0 0,1 7-2 16,1 5-2-16,0-3 1 0,-2-5 0 0,-1 3 0 16,3 0-5-16,0 6 3 0,-2-1 3 0,0-5 0 15,-2 4 0-15,0-7 1 0,0 1-4 0,0 1 4 0,0-6 4 16,0 4-6-16,-2-4 9 0,0-2-9 0,2-2 11 16,0-2-6-16,-2 1 0 0,0-3-1 0,0 5 2 15,2-7 10-15,0 1-1 0,-2 2 4 0,1-3 2 0,-1 3 5 16,0-2-3-16,2-2 2 0,-2 1-11 0,0 1 5 15,-3 0-5-15,-3-1 4 0,1 1-8 0,-1 0 5 16,1 0-1-16,-1-3 1 0,1 1-11 0,1 2 9 16,1 0-6-16,1-2 6 0,-1 1-2 0,3-3 4 15,0 0-3-15,0 0 3 0,0 0-3 0,-2 4 2 16,1 0 0-16,-1-1 0 0,0-1-1 0,2 0-1 16,1 0 2-16,-1 0-2 0,0 0 2 0,0 0-6 15,0-1 6-15,0 1-5 0,0 0 8 0,1 0-2 0,-1 0-1 16,0 0 0-16,0 0-5 0,2-1-1 0,0 1 0 15,0 0 1-15,0 0 8 0,2 0 1 0,0 0 5 16,1 0-3-16,1-1 11 0,9 3-6 0,6 0-3 16,-1 0-1-16,3-3-4 0,-3-1-10 0,3 0 5 0,-5 0-7 15,1 0 3-15,-2 0-5 0,0 0 2 0,-2 0-3 16,-2 0 0-16,0 0-2 0,-3 0 0 0,3 0 0 16,-6 0 0-16,-1 0 4 0,0 0-4 0,-1 0 3 15,1 0-14-15,0 0-37 0,0 0-4 0,-1 0-15 16,-1 0-55-16,0 0-54 0,0-1-17 0,0-1-18 15,0 0-117-15</inkml:trace>
  <inkml:trace contextRef="#ctx0" brushRef="#br0" timeOffset="73758.63">20679 1993 347 0,'0'-1'41'0,"-2"-1"63"0,0-2-49 0,0 0 16 0,-2-3 0 16,1-2 7-16,-1 1 14 0,0-1-21 16,2 3 7-16,-1-1-13 0,-1 1-11 0,0-1 3 0,0 1-8 15,3 3 7-15,-1-3-6 0,0 0 8 0,0 3 0 16,2-3 3-16,0-1-8 0,0-3 1 0,2 1-2 15,5-4 1-15,-3 4-15 0,24-4-4 0,2 0-10 0,1 4 3 16,3-3-21-16,-3 5 1 0,1 0-1 0,-4 3-1 16,-1 0-8-16,-2-13 1 0,-3 6-3 0,2 6 3 15,-2 1-8-15,2 4-32 0,-3 0 0 0,1 2-15 16,-3 2-40-16,-3 1-92 0,1 1-20 0,0 1-41 16,1 2-245-16</inkml:trace>
  <inkml:trace contextRef="#ctx0" brushRef="#br0" timeOffset="74192.59">21198 2272 613 0,'0'0'38'0,"0"0"-1"0,0 0 11 16,-1 0 3-16,-1 0-8 0,0 0 29 0,0 0-13 15,0 0 0-15,2 0-6 0,0 0-12 0,0-2-13 0,2 0 9 16,0 0-10-16,0 1 6 0,1-1 2 0,10-4-4 16,6-1 5-16,1-1-1 0,1 3-10 0,3-3-2 15,-2 5-4-15,-5 1-18 0,-2 2 7 0,-4 0-2 16,-2 2 4-16,-1-1 0 0,-1 3-1 0,-3-2 3 0,0 2-3 16,3 9 6-16,0 2-8 0,-3 1 4 15,-2-1-3-15,-2-2 6 0,-2 0-9 0,-2 0 0 0,-1 0-2 16,-3 2 0-16,-1 0 1 0,0-2-1 0,0 0 0 15,7-2 0-15,-13 0-3 0,6-2 1 0,-6 1-1 16,7-3 2-16,3 0-1 0,-3 1 3 0,5-3-3 16,1-1 1-16,-2 2-2 0,4-4-1 0,-2 1 0 15,0 1 4-15,2-2 4 0,0 0-2 0,0 1 2 16,0 1-1-16,2 0 8 0,0-2 2 0,2 0 2 0,16 5 1 16,1-3 3-16,-1-2-2 0,4-2 1 0,-2 0-3 15,4 0 3-15,-3 0-3 0,-5 0 2 0,-1 0-12 16,0 0-5-16,-2-2 3 0,1 2-3 0,1 0-1 15,-4 0 5-15,-2 0-4 0,-2 0 5 0,-1 0-8 0,-1 0-7 16,3 0-14-16,-3 0-4 0,6 2-93 0</inkml:trace>
  <inkml:trace contextRef="#ctx0" brushRef="#br0" timeOffset="75532.07">5481 9348 462 0,'0'0'0'0,"0"-2"0"0,-2 0-7 0,1 0 7 16,-1 0-1-16,0-1-3 0,0-1-1 0,0-2-1 16,-3-5-4-16,1-2 7 0,0 0 8 0,0-3 24 15,3 1-1-15,-1 0 8 0,0 0-1 0,2-2 5 16,0 4 0-16,0 2 1 0,0 2-7 0,0 2-3 0,0-1-4 16,0 4 1-16,0-1-19 0,0 1 0 0,0 2-4 15,2-1 3-15,0-1-4 0,-1 0 2 0,1 0 4 16,0 3 1-16,-2-1 23 0,0 0-6 0,0 0-2 15,0 0-3-15,0 2-10 0,0 0 0 0,0 0-4 0,0 2 1 16,0 0-13-16,0 0 9 0,0 1 2 0,-2 9 2 16,0 4-3-16,1 3-2 0,-1 1-3 0,-2 4 2 15,0 2 1-15,1 4-1 0,-1 3 2 0,0 1-2 16,0 1 7-16,1 0-7 0,1-1 4 0,-2 5-5 16,2-9 3-16,0 5-4 0,1 0 4 0,-1-9-4 15,-2 6 8-15,0-4-5 0,1-6-2 0,-1-2 0 16,-2-1-4-16,1-1 9 0,-1-1-5 0,2-2 7 0,-1 0-3 15,-1-4-8-15,3-2 6 0,-1-1-5 0,-2-1 5 16,4-3 3-16,1 0-1 0,-7-3 2 0,1 1-4 16,-4 8 15-16,-1-3-11 0,-2 0 12 0,4-3-14 15,-1 0 3-15,-2 0 2 0,2-1-2 0,-4-1-4 0,6 0 11 16,-2 0-4-16,2-2 5 0,1 0 0 0,-3 0 1 16,5 0 4-16,-1 0-3 0,3 0-5 0,1 0 1 15,-1 0-8-15,0 0 4 0,2 0-26 0,0 0 9 16,1 0-4-16,1 0 8 0,0 0 2 0,0 0-4 15,1 0 2-15,3 0-6 0,22-2-1 0,8-2 8 16,-3 1-2-16,1 1 4 0,-1 0-3 0,-1-2-5 16,0 2 4-16,-1 0-3 0,-1 1 7 0,0-1-1 0,-2 2 1 15,-2 0-1-15,-3 0 8 0,-3 0-10 0,-3 0 3 16,-2 0-4-16,-2 0 2 0,-2 0 3 0,-1 0-4 16,-3 0 1-16,3 0-5 0,-6 0 8 0,1 0-2 15,1-2 4-15,0 0-9 0,-2 0-23 0,0 0-18 16,-1 0-7-16,-1 1-117 0,0-3-126 0</inkml:trace>
  <inkml:trace contextRef="#ctx0" brushRef="#br0" timeOffset="75804.94">4926 9279 1111 0,'-2'-2'48'0,"-1"-5"87"0,-5-13-102 0,4 7-17 16,3 5-6-16,-1 3-3 0,2 1-21 0,0-2 7 16,0 3-2-16,2-1 5 0,3-2 0 0,30-1-4 15,4 3 5-15,0-1-3 0,6-1 16 0,3 0-6 16,-1 1 1-16,-6 3-5 0,1-22-8 0,-8 13 11 16,-5 7-4-16,1 4 4 0,-6 0-13 0,0 2-3 15,0 3-3-15,-1 1-3 0,-3 1-38 0,2 1-135 16,-1-1-16-16</inkml:trace>
  <inkml:trace contextRef="#ctx0" brushRef="#br0" timeOffset="76204.71">5747 9749 757 0,'-2'0'84'15,"0"-2"21"-15,0 0-38 0,0 0-48 0,-1 1-2 16,-1-1-6-16,0 0-9 0,1 0 5 0,-1 0-7 16,0 0 0-16,0 0 0 0,1 1-1 0,1 1 1 0,0 0 11 15,0 0 6-15,0 0 2 0,0 0 0 0,2 0 4 16,0 0-6-16,2 0-1 0,0 1-1 0,2-1-9 16,20 8 2-16,2-1-2 0,-4-1 1 0,-3-1-5 0,1 3-2 15,-10-4 5-15,3 3-3 0,1 2 8 0,-6-3-6 16,5 7 1-16,-6 7-2 0,-3 1 10 0,13 3-1 15,-6 2 3-15,-4 0-4 0,-1 0-1 0,-4 0 3 16,-4-4-1-16,-2 2 2 0,-3-3-2 0,-1 1 1 16,1-4-4-16,-2 1 4 0,1-2-5 0,-1-2 0 15,0-1 1-15,7-2-1 0,-11-5-2 0,5-1-4 16,1 1 8-16,5-1-4 0,-2-1 12 0,4-3 2 16,-3 2-5-16,-1-1 3 0,2 1-8 0,0 0-3 0,0 0-5 15,2-1 2-15,0-1-3 0,2 0-1 0,0 0 1 16,0-2-1-16,15 5-2 0,7 1 3 0,-2-4 3 15,4-2-1-15,0-2 5 0,0-2-10 0,0 1 2 16,-6-1-5-16,1 0 1 0,-6 2-30 0,1 0-1 0,-1 1-11 16,-2-3-17-16,-2 0-213 0</inkml:trace>
  <inkml:trace contextRef="#ctx0" brushRef="#br0" timeOffset="76613.71">6651 9396 543 0,'0'0'44'0,"-2"0"4"0,-2 0 0 15,-14-4-15-15,-12-1-4 0,1 1-7 0,10 4 3 16,2 0 8-16,2 0 0 0,4 0 39 0,0 0 4 16,6 0-2-16,3 0 0 0,0 0-19 0,-2 0-29 15,0 0 1-15,3 0-10 0,-1 0-6 0,0 0 0 0,2 0-4 16,2 0 2-16,0 0-4 0,11 0 5 0,20 0 0 16,8 0 0-16,-4 0-9 0,4-2 5 0,1-1-3 15,-3-1 4-15,0 2-15 0,-3 2 11 0,-7 0-8 0,-3 0 8 16,2-2-9-16,-4 0 6 0,-1 0-1 0,-3 2 2 15,-1 0-8-15,-6 0-6 0,-2 0 4 0,0 0-5 16,-5 0-3-16,-3 0-65 0,-1 0 10 0,2 0-27 16,0 0 24-16,-3 0-47 0,1 0-7 0,-2 0-27 15,0 0-131-15</inkml:trace>
  <inkml:trace contextRef="#ctx0" brushRef="#br0" timeOffset="76831.17">6488 9675 783 0,'0'-2'37'0,"-2"0"52"0,0 0-42 0,0 0-24 15,0 0-2-15,0 1-7 0,1-1-6 0,-1 0 16 16,2 0-2-16,0 2 6 0,0 0-4 0,0 0-13 16,2 0 4-16,-1 0-6 0,5 0 8 0,14 0-6 15,5 0 0-15,2-2-3 0,-1 0 6 0,4 0 7 16,2-1-4-16,-1-1 4 0,3 0-9 0,-3 1-8 15,-3-1 1-15,-6 0-4 0,1 2-1 0,-3 0 0 0,-1 1-3 16,-5 1 0-16,-1 0-16 0,0-2-31 0,0 0-16 16,-1 0-38-16,2-2-367 0</inkml:trace>
  <inkml:trace contextRef="#ctx0" brushRef="#br0" timeOffset="78533.77">8777 8486 89 0,'0'-1'38'0,"0"-1"-1"0,0-9 54 16,-2-15-17-16,0 3 12 0,0 1-54 0,1 2-8 15,-1 1 3-15,0 0-4 0,0 1 1 0,2 3 7 16,0 0-6-16,0 2 7 0,0 0-3 0,0 2 25 16,0 0-6-16,0 2 13 0,0-1-8 0,0 3-22 15,0 1 6-15,0 3-12 0,0-1 0 0,0 0-11 16,0 0 1-16,0 1-4 0,0 1 8 0,0 0 12 0,0 0-6 16,0 0 7-16,0 2-16 0,0 2 3 0,0 2-1 15,-2 18 0-15,0 12-16 0,-1 5 7 0,-1 3-6 16,-2 7 7-16,1 3-3 0,-1 1-6 0,1 1 3 15,-1-7-4-15,0-3 2 0,3-3 3 0,-1-4-2 0,2-3 0 16,0-5-2-16,0-6 0 0,1-1 4 0,1 0-3 16,0-5-1-16,0-2 3 0,0-2-2 0,0-6 3 15,0 1-1-15,0-1-8 0,0-3 2 0,0-1-4 16,0 1 8-16,0 0 4 0,0 0-3 0,0-1 2 16,0-1-12-16,0 0 2 0,0 0 3 0,0-2-1 15,-2-2-1-15,0 0 3 0,0-5-8 0,-5-25 7 0,1-5-3 16,2-2 2-16,2-4-3 0,1-5 1 0,1-2-7 15,1-6 8-15,1 1-1 0,2 1 3 0,2 5-2 16,1 5 3-16,-1 1 3 0,1 4-2 0,2 0-2 0,2 8 2 16,1 1 0-16,1 6 3 0,1 1 5 0,1 3-2 15,-5 1-3-15,16 3 2 0,3-1 3 0,8 2-4 16,1-2 2-16,-1 4-4 0,4-1 7 0,1 6-7 16,-3 3 3-16,-4 1-5 0,-5-15-1 0,-4 10 1 15,-4 5 0-15,-3 4 1 0,-2 4-3 0,-4 2 10 16,-2 1-1-16,-2-5 6 0,-1 16 8 0,-5 3 7 15,12-1-1-15,-6 1 2 0,-3 1-8 0,-4 2-11 16,-2 0-5-16,-4 0-1 0,-3 1-7 0,-3-1 5 16,-3 2 0-16,0-4 3 0,8 2 3 0,-25-2-2 15,-3-1 4-15,-1 1-4 0,5-3 5 0,-5-4 1 0,5-1-6 16,1-2 4-16,-2-1-6 0,8-4-3 0,-4-1 5 16,5-1-6-16,3-1 1 0,5-2 1 0,0 7 5 15,2-1-3-15,-1-3 8 0,7-3-12 0,1 0 1 16,2-2-2-16,0 0 1 0,-1 2-5 0,-1 0-2 0,2 1 0 15,2-1-8-15,0 11 9 0,2 2-3 0,2-6 4 16,5 4-1-16,8-3 3 0,12-1 3 0,1 0-1 16,5-3 1-16,3 3 2 0,-5-2-2 0,-1 1 1 15,-1 1-8-15,-5 2 5 0,-2 0-1 0,-2 2 3 16,-3 0-9-16,-4 0-3 0,0 0-10 0,-2 0 1 0,0 0-50 16,-2 0-52-16,0 0-47 0,0 4-9 0,-2-8-238 15</inkml:trace>
  <inkml:trace contextRef="#ctx0" brushRef="#br0" timeOffset="78795.95">9924 8334 1078 0,'0'0'12'0,"0"0"0"0,0-2 6 15,0 0 0-15,0 1-2 0,-1-1-14 0,-1 2 4 0,0 0-4 16,0 0 6-16,0 2 2 0,0-1 14 0,0 3-8 16,-1 22 9-16,-7 4-15 0,-3 3 3 0,4 1-3 15,4 3 2-15,-7-2-3 0,7 4-5 0,3-2 3 16,-2-2-5-16,-16 1 11 0,9-8-8 0,5-1 1 0,4-1-4 16,2-3 0-16,2-1-4 0,0-3 2 0,2-3-2 15,1 1-5-15,1-2-3 0,-1-2-18 0,3-2 1 16,-1 0-93-16</inkml:trace>
  <inkml:trace contextRef="#ctx0" brushRef="#br0" timeOffset="79279.07">8081 9318 172 0,'-2'0'59'0,"-2"0"11"0,-31-2 62 15,-4 0-51-15,4-1 34 0,3-1-50 0,6 2-17 0,2 2 8 16,5 0-12-16,1 0-4 0,5 0 3 0,2 0-7 15,3 0 7-15,3 0-2 0,1 0-15 0,0 0-5 16,1 0-4-16,1 0-16 0,0 0 7 0,2 0 0 0,2 0 1 16,1 0-6-16,20 2 5 0,21 2 1 0,10-2 0 15,5-1-10-15,16-1-3 0,1 0 3 0,9-1-1 16,4-3 1-16,-1 0 1 0,6 0-4 0,3-1 4 16,5-1-5-16,21 3 0 0,5-5 0 0,0 1 0 15,2-1 1-15,-6 3 4 0,6-3 0 0,13 1 2 16,2-2 0-16,3 3-2 0,-3-3 2 0,4 3 0 15,5 1 6-15,6-1-7 0,-4 2-1 0,-10 1 0 0,1-3 1 16,7 4 3-16,-4 2 0 0,-5 0-1 0,-7 0-5 16,-18 4 5-16,1 2-4 0,-4 1 5 0,-7-1 0 0,-10 1-3 15,-11 0 3-15,-13 1-4 0,-9-1-3 0,-10 3 3 16,-5-1-2-16,-7 0 2 0,-6 0-8 0,-7 1-20 16,-10-1-27-16,-13-4-5 0,-3-1-159 0</inkml:trace>
  <inkml:trace contextRef="#ctx0" brushRef="#br0" timeOffset="80032.41">8016 10052 108 0,'0'-2'55'0,"0"0"-6"16,0-9 69-16,-2-19-9 0,0 2 9 0,0 4-19 15,2 2-27-15,0 3 1 0,0 3-11 0,0 3-17 0,0 3-19 16,0 3-1-16,0 3-7 0,0 2-7 0,2-1 1 16,0-1 8-16,0 2 2 0,-2 0 62 0,2 2-39 15,-2 0 17-15,0 2-29 0,0 0-9 0,1 33-5 16,-1 4-5-16,-3 7 3 0,-3 6-14 0,-3 4 7 16,-2 7-2-16,0-1 4 0,-1-1-4 0,3-7 0 15,0-8-4-15,3-5 3 0,1-6-4 0,-1-1-3 16,1-5 1-16,-1-5-1 0,2-1 0 0,1-5-4 15,-1 1 3-15,2-2-3 0,0-3 0 0,0-2-11 0,2-1-17 16,0-6 5-16,0-1-42 0,0 0 24 0,0-1-11 16,0-1 10-16,-2 0-42 0,1 0-2 0,-1-2 5 15,0-2 0-15,0 0 35 0,-2-9 26 0,-5-17 4 16,0-3 8-16,1-3 19 0,3-3-4 0,-1-4 4 0,2-3-5 16,1-6-1-16,-1 0 5 0,2-1-5 0,2 1 6 15,0 2-1-15,0 2 15 0,4 3-4 0,3 4 7 16,1 5-2-16,1 7 6 0,2-1 2 0,0 5 0 15,2 3 3-15,-9 1 15 0,22 1-5 0,6 1 9 16,-1 2-11-16,8 4-9 0,-4 2-3 0,-7 3-4 16,2 5-24-16,-10-12 9 0,5 3 0 0,-7 8 6 15,-3 4 25-15,-2 2-8 0,-6 0-2 0,-5 5-6 0,2 19-23 16,-2 2 8-16,16 1-1 0,-10 2 3 0,-8 5 1 16,-6-1-3-16,-9 0-4 0,-1 2 2 0,12-4-5 15,-22 0 0-15,2-3 4 0,0-8-3 0,1 0 9 0,3-3-9 16,1-8 4-16,1 2-4 0,7-2 7 0,1-4-11 15,3 4 5-15,1-2-7 0,3 2 10 0,-7-2-8 16,3 0 0-16,3-5 0 0,1 1 3 0,1 1-2 16,2-3 0-16,0 5-1 0,0-3 0 0,0 0-2 15,3 3-1-15,3-1-1 0,-4-2 8 0,16-1-5 16,10 0 1-16,-4-5-4 0,2 1 6 0,12 21 1 16,-9-12-3-16,8-4-1 0,-1-1-22 0,-5-3-25 15,3-1-6-15,-8 0-8 0,-2 2-32 0,-2-1-42 0,-7-1-95 16</inkml:trace>
  <inkml:trace contextRef="#ctx0" brushRef="#br0" timeOffset="80301.61">8630 10455 729 0,'0'-2'28'0,"-2"0"31"0,1 0 12 16,-1 0-35-16,0 0 10 0,0 2-19 0,0 0 4 16,0 2-11-16,0 2 4 0,-1 3-4 0,-5 16 2 15,3-1-9-15,-1 2-2 0,2-2-2 0,1 2 2 0,-1 0-6 16,2 1 4-16,0-1-4 0,2-2 0 0,0 0-1 16,0-1 0-16,0-5 0 0,0 3-4 0,0-4-1 15,0 0 0-15,0-4-1 0,2 0-4 0,-2-4-31 16,2 1-24-16,-2-4-7 0,2 1-141 0</inkml:trace>
  <inkml:trace contextRef="#ctx0" brushRef="#br0" timeOffset="80583.74">9085 10525 1362 0,'0'-2'21'0,"-2"0"-2"0,1 1-11 0,-1-1 4 0,0 0-14 16,0 0-10-16,2 0-3 0,2 0 0 0,0 0 2 15,3-1 18-15,25-12 7 0,3 0 5 0,4 2-3 16,-1 2 0-16,1 0-6 0,-2 3-1 0,-1 1 0 16,-1 1 1-16,-3 3-9 0,-2-1 3 0,-2 2-4 15,-4 2 2-15,0 0-1 0,0 0-1 0,-1 0-1 0,1 0-10 16,-3 0-22-16,1 2-10 0,-7-2-3 0,-4 0-28 15,-1 0-7-15,-3 0-5 0,3 0-11 0,3 2-125 16</inkml:trace>
  <inkml:trace contextRef="#ctx0" brushRef="#br0" timeOffset="80782.62">9453 10159 944 0,'0'-2'22'0,"-2"1"18"0,0-1 4 0,0 0-22 0,0 0 0 16,1 2-7-16,-1 0 1 0,0 2 5 0,0 11-1 15,-5 20 2-15,1 10-3 0,0 3-1 0,1-1 4 16,-1 1-3-16,1 1-1 0,-1-8-5 0,2 0-8 0,1-2 4 16,-1-2-9-16,2 0 3 0,0-1 0 15,2-3-2-15,0-1-1 0,0-2-5 0,0-2 2 0,0-2-10 16,0-3-63-16,0 5-250 0</inkml:trace>
  <inkml:trace contextRef="#ctx0" brushRef="#br0" timeOffset="81721.07">10288 10091 521 0,'0'-2'38'0,"0"0"-7"0,0 0 12 16,0-2 7-16,0 1-18 0,0-1-21 0,0 2 1 16,0-4-4-16,0 1 2 0,0 3-8 0,0 0-2 15,0-2 1-15,0 1-1 0,0-1-5 0,0 2 37 16,0 0 0-16,0 2 18 0,0 0 31 0,0 2-28 15,2 19-3-15,-2 21-11 0,-2 1-27 0,-3 3-3 16,-3 8 2-16,1-5-2 0,-2-3 5 0,1-1-6 16,-1-10 0-16,0-2-3 0,-1 1 0 0,3-10 1 0,0 2-2 15,1-6 2-15,0-1-6 0,1-3 0 0,1-3 0 16,-1 0-2-16,1-1-5 0,2-7 11 0,0-1-2 16,0 0 5-16,0-1-7 0,1 1-1 0,-1-2-9 15,0 0 3-15,0-2-27 0,0 0 8 0,0-2 4 0,2-6 3 16,0-21 20-16,0-5-1 0,4-1-1 0,2-8 0 15,1 3 1-15,2-5 9 0,2-9-3 0,1 2 4 16,1-4-8-16,-4 3 5 0,4 8 7 0,-2 2-2 16,2 2 3-16,0 6 1 0,2 0-1 0,2 5 2 15,-1 4-3-15,-3 2 0 0,19 2 1 0,1 3 1 16,6 3 6-16,-5 1-7 0,-3 4-2 0,1 5 0 16,-6 2-12-16,-6-9 0 0,1 6 4 0,-8 5 0 15,-2 2 26-15,2 2-10 0,-10 0 0 0,1 3-4 0,13 23-2 16,-8 2-1-16,-5-1 0 0,-4 3-1 0,-4 1-3 15,-1-1-5-15,-5-2 3 0,-3-1-3 0,-3-1 8 16,10 2-3-16,-14 2-1 0,-3-3-2 0,1-5-7 0,-2-3 6 16,0-1 0-16,5-3 4 0,-1 3-4 0,3-5-1 15,0-4 1-15,6 2-1 0,2-5 1 0,3 7-6 16,4-2 3-16,-3-2-3 0,-6 4 3 0,3-2-1 16,1 3-4-16,1-1 2 0,3 0 2 0,3-2-1 15,0-2 0-15,0 2-1 0,3-2-2 0,1-1 2 16,2-1 0-16,3 0 0 0,19-1-9 0,-4-1-7 15,-4 0-1-15,3-3-2 0,-7 2-8 0,10-3-29 16,-2-1-5-16,-3 13-11 0,3-4-39 0,-4-3-24 0,1-3-21 16</inkml:trace>
  <inkml:trace contextRef="#ctx0" brushRef="#br0" timeOffset="82077.63">10810 10549 768 0,'0'0'22'16,"0"0"-2"-16,0-2 6 0,0 0-1 0,2-1-5 15,0-1 5-15,0-2-8 0,0 3 0 0,-1-1-4 0,3-3-14 16,5-1 9-16,1 3-3 0,-3 1 7 0,4 2 12 16,-3 2 10-16,1 0 6 0,-2 2 0 0,-3 0 15 0,-2-2-7 15,0 18-2-15,11 3-4 0,-2 3-20 0,-7 0-2 16,-4 0-1-16,-2 0-1 0,-4 0-2 0,-3 1-8 15,-2-5 2-15,-2-1-3 0,9-5 5 0,-13-2-6 16,3-1-2-16,-1-2 0 0,4-2 2 0,1 1-3 16,5-4 3-16,1-1-4 0,0-1 0 0,2 0-2 15,2 0 1-15,0 0-2 0,-1 1-4 0,1-1-5 16,0 0 0-16,0 0 1 0,-2 2 16 0,2-1-9 16,2-1 5-16,-1 0-8 0,5 0 2 0,22 2 3 0,2-4-3 15,1-4 3-15,3-2-16 0,3-3 0 0,0-2-10 16,2 0 3-16,-2 2-40 0,0-1-24 0,-4 1-1 15,3 0-8-15,-3 1-3 0,-7 1-5 0,8-2-74 16</inkml:trace>
  <inkml:trace contextRef="#ctx0" brushRef="#br0" timeOffset="82333.03">11545 10408 535 0,'0'0'302'15,"-1"-2"-410"-15,-1 0 361 0,0 1-199 0,0-1 0 16,-2 0-36-16,2 0 8 0,1 0-19 0,-1 0-1 0,0 2 0 16,0 0-5-16,0 0 3 0,2 0-6 0,0 0 3 15,2 0 9-15,2 0-1 0,1 0 24 0,21-5 4 16,4-1 1-16,7-3 1 0,0-2-6 0,4 0-19 15,0-1-3-15,-2-1-5 0,-2 4-9 0,0 2-26 16,-3 1-2-16,-5 4-9 0,-3 2-17 0,-5 0-3 16,-6 0-6-16,-6 0-2 0,4 0-48 0</inkml:trace>
  <inkml:trace contextRef="#ctx0" brushRef="#br0" timeOffset="82593.89">11787 10042 922 0,'0'0'16'15,"0"0"1"-15,0 0 8 0,0 0-8 0,0 0 2 16,0 0-13-16,0 2 20 0,0 4-2 0,-2 27 9 16,-2 6 10-16,0 8-23 0,-1-1 9 0,-1 4-13 0,-1 4 11 15,-1-6-10-15,1 1-2 0,1-7-3 0,1-3-10 16,-1-2 1-16,3-3 2 0,1-3 0 0,0-3-4 15,2 0-7-15,0-4 0 0,0-3-5 0,2-3-12 16,0-3-90-16,-1-4-14 0,1-2-41 0,0-3-197 0</inkml:trace>
  <inkml:trace contextRef="#ctx0" brushRef="#br0" timeOffset="83233.3">12698 9782 1110 0,'0'0'0'15,"0"0"2"-15,0-1 4 0,-1-1-5 0,-1 0 3 16,0 0-14-16,0 2 4 0,-2 0-3 0,2 0 5 15,-12 7 4-15,-5 6 19 0,2-5-6 0,1 20 10 16,-3 3-4-16,6 3-3 0,0 3 1 0,2 4-5 16,2 1-12-16,1 3 6 0,3 3 0 0,-1-1 3 15,2 1 3-15,2 2-10 0,1-5 4 0,-22-5-5 0,12-4 11 16,6-7-10-16,1-3 3 0,2-3-4 0,0-5 5 16,2 1 0-16,0-6-2 0,0-2 2 0,0-2-1 15,0-5-3-15,0 0 2 0,0-1-2 0,0 1 1 0,0 0-3 16,0-2 2-16,0-1-2 0,0 1 1 0,-2-2-5 15,0 0 2-15,1-2-3 0,-1 1 2 0,-2-3 2 16,-9-15-4-16,-4-12 4 0,6-1-14 0,0-9 12 16,4-3-10-16,3-6 10 0,4 1-15 0,2-1 12 15,3-4-4-15,5 2 6 0,3 2-6 0,1 4 7 16,1 5 3-16,2 6 0 0,0 3 7 0,-2 8-5 16,-1 4-2-16,-8 7 0 0,13 2 3 0,1 5-3 15,4 0 5-15,2 3-5 0,-2-14 4 0,0 6-2 0,1 5 1 16,-3 4 1-16,0 2 10 0,-3 4 12 0,-4 4-2 15,-8-3 6-15,0 10 6 0,-5 11-29 0,17 2 9 16,-10 1-16-16,-5 5 19 0,-6 1-5 0,-9 2 0 16,-4-1-4-16,0-3-6 0,-2-1 5 0,1-5-2 15,-1-2 2-15,2-1-8 0,-7-6 8 0,-2-1-1 0,1-6 3 16,3 0-2-16,3 0-4 0,4 1 3 0,2-1-4 16,4-2 2-16,1-3-5 0,2-3 0 0,3 1 0 15,-3 2 0-15,0-1 3 0,0 3-4 0,1 1 3 16,1 0-11-16,0 2 7 0,2-5-4 0,0-1 5 15,2 1-6-15,0-2 6 0,1 5-4 0,23-2 4 16,-1-1-11-16,4 0-26 0,-3-5 0 0,-2 1-12 0,4 2-33 16,-2 13-15-16,4-2-12 0,-8-8 0 0,4-1-39 15</inkml:trace>
  <inkml:trace contextRef="#ctx0" brushRef="#br0" timeOffset="83679.7">13003 10191 1156 0,'-2'-2'20'0,"0"0"-3"0,0 0 1 0,0-1 3 16,1-1-9-16,-1-2-12 0,-2-1-14 0,4 5-4 15,-2-4-2-15,2 5-11 0,0-3 19 0,0 2 2 16,2-2 6-16,-2 2 9 0,15-9-6 0,2 2 1 0,1 2-1 15,-1 3 6-15,-2 4-2 0,-2 2 0 0,0 3 0 16,-2 3 19-16,-6 12 1 0,1 6 7 0,13 2-4 16,-8 0 9-16,-6 0-4 0,-3-2-9 0,-2-2 3 15,-2 0-18-15,-1-4 12 0,-3-3-1 0,-1-2 2 16,1-6-16-16,-1 1-1 0,-1-1 0 0,-5-2 0 16,2 3-1-16,0-5-2 0,3-1-1 0,1-2-1 15,1 0 3-15,5 1-16 0,-3 1-5 0,2 0-6 16,0-1-19-16,0 1 12 0,2 0-1 0,0 0 6 0,0-1 12 15,2 1 11-15,0 0 5 0,2-1 0 0,-1 1 1 16,9 2 0-16,2 7 1 0,-1 0 1 0,0 0 1 16,-1 0 4-16,-5 0-5 0,-1 1 5 0,-3-2-10 0,-1 2 26 15,6-4-4-15,-5-3 14 0,1 1 18 0,-2-3-16 16,-2 3 4-16,-2-3-11 0,-2 3-17 0,-16 1-3 16,-17-2-9-16,-2 1 6 0,-10-5-6 0,5 1-10 15,1 20 5-15,6-13-10 0,7-5-16 0,3-4-38 16,6-2-4-16,-1-2-11 0,5 0-24 0,8 0-76 15,0-1-8-15</inkml:trace>
  <inkml:trace contextRef="#ctx0" brushRef="#br0" timeOffset="83990.22">13967 9457 975 0,'-4'0'38'0,"-18"-3"40"16,-19-1-49-16,0 8-7 0,-4 12-15 0,-3-14 9 15,0 39-16-15,1 0 2 0,3 0 2 0,3-2 0 16,6 0 3-16,1 0-5 0,5-2 1 0,4 0-1 0,3 2 19 16,9 0 40-16,8 0-11 0,3 2 16 0,0 0-36 15,-20 3-2-15,12 1-7 0,10 3 3 0,8 4-20 16,5-4-1-16,7 3-3 0,2-9 1 0,-20-1-4 0,30-2 5 15,-2-7 1-15,-4-4 2 0,7-6-1 0,0 0-14 16,-1-3 2-16,-1-1-8 0,-1-3-8 0,-8-6-26 16,-1 1 0-16,-4-5-9 0,-1-3-7 0,1 2-30 15,-2 7-1-15,3-2-12 0,-3-3-20 0,0-4-92 16</inkml:trace>
  <inkml:trace contextRef="#ctx0" brushRef="#br0" timeOffset="84239.14">14368 9866 1252 0,'-2'0'29'0,"0"0"-3"0,0 0-9 0,0 0 8 0,0 0-18 16,0 2 7-16,-1 3-13 0,1 27 9 0,-7 3-10 15,1 2 7-15,4 6 1 0,-1-2 0 0,3 5 2 16,-2-1 8-16,-1-4-10 0,-19 1 3 0,11-1-5 15,3-2 0-15,3-2 2 0,1 1-8 0,1-5 5 16,-3-5-6-16,1 2-6 0,-4-3-4 0,0-3-5 16,-1 1-32-16,1-7-70 0,2-1 0 0,0-4-27 0,3-6-43 15,1-1-112-15</inkml:trace>
  <inkml:trace contextRef="#ctx0" brushRef="#br0" timeOffset="84424.55">14499 10219 1058 0,'0'-2'41'0,"0"0"74"0,2-2-97 0,-2 2-3 15,8-7-3-15,20 2 2 0,7 1-7 0,0-1-3 16,6 1 2-16,-2 1-3 0,0-3-1 0,-4 6-6 16,-7 0-15-16,-4 1 4 0,-2-1-45 0,-1-13 9 0,1 4 1 15,-1 3 4-15,-5 3 20 0,-3 1-51 0,-2 0-17 16,-3 1-22-16,1-3-133 0</inkml:trace>
  <inkml:trace contextRef="#ctx0" brushRef="#br0" timeOffset="84628.58">14715 9899 407 0,'0'0'51'0,"0"0"-11"0,0 0 54 0,0 0-10 16,0-1-12-16,0-1-35 0,0 2-3 0,0 0-10 15,0 0-15-15,0 0 19 0,0 0 4 0,0 0 5 0,0 2 18 16,0-1 2-16,0 5-3 0,5 20 3 15,1 5-12-15,0 5-11 0,-1 5 2 0,1 3-5 0,-3 3-7 16,1 1-13-16,-2 2-5 0,0 0-1 0,-2-2 2 16,2-3-12-16,-2-8 5 0,2-3-8 0,-1-5 1 0,1-3-17 15,0-3 0-15,0-7-10 0,2 1-51 0,-1-4-93 16,1-4-19-16</inkml:trace>
  <inkml:trace contextRef="#ctx0" brushRef="#br0" timeOffset="84878.72">15506 9838 1191 0,'0'0'19'0,"0"0"2"0,0 0-4 0,0 0-1 15,-2 0-6-15,0 2 8 0,0 2 7 0,-9 20-1 0,-4 9 2 16,-1 6-10-16,-1 6 0 0,2 1 0 0,-2 4 1 15,1 2-3-15,3 2-5 0,0 0 1 0,0-2-2 16,1-2 6-16,3-9 2 0,2-4 2 0,3-7-2 16,0-4-4-16,2-4-1 0,1-1-3 0,1-1 0 15,0-3-9-15,0-4 4 0,0-2-3 0,0-2 3 16,0-2-11-16,0 1-17 0,0-3-11 0,0-1-6 16,0 0-83-16,0 0-31 0,0-1-46 0</inkml:trace>
  <inkml:trace contextRef="#ctx0" brushRef="#br0" timeOffset="85317.88">15506 9925 1020 0,'0'-2'24'0,"0"1"-7"0,0-9 7 15,0-12 8-15,2 4-14 0,1 3-13 0,1 2 0 16,2 2-5-16,-3 3 3 0,3-1-4 0,12 3 1 15,3 3 2-15,-3 1 0 0,1-11 2 0,0 3-3 16,-1 5 3-16,-1 3-2 0,0 2 8 0,-6 2 31 0,-4 2-9 16,-3-3 13-16,11 22-28 0,-8-1-3 0,-5 0-1 15,-4-1 0-15,-2-3-1 0,-3-1 10 0,0-2-7 0,-1-4 8 16,6-4-12-16,-14-1 0 0,1-2-2 0,4-1 0 16,1 3-4-16,5-2-3 0,1-3-1 0,0 1-1 15,4 0-7-15,0 0-4 0,-3 2 1 0,-1-1-3 16,2 1-14-16,0 0 20 0,2 0-1 0,0-1 8 15,2 1 0-15,5 7-2 0,3 4 0 0,14 5 1 16,-2 1 0-16,0 1 0 0,1 0 0 0,1 1 0 16,4-1 1-16,-2 2 2 0,-8-5 3 0,-5 1 1 15,-2-3-4-15,-7-4 5 0,4 7-6 0,-1-5 8 0,-5-2 5 16,0-9 25-16,1 0-3 0,-1-1 9 0,0 1-5 16,-2-2-24-16,-2 0 5 0,0 0-12 0,-14 5-2 0,-14 2-4 15,-2-7-4-15,1-2 0 0,5-4-11 0,2-3-7 16,5 0-7-16,2-1-5 0,6 3-60 0,2-1-115 15,2 0-19-15</inkml:trace>
  <inkml:trace contextRef="#ctx0" brushRef="#br0" timeOffset="85596.96">16135 9589 1199 0,'0'-3'9'16,"0"-7"17"-16,0-1-9 0,0 7-21 0,0 1 5 16,0-1-10-16,2 0 7 0,0 2 2 0,0 1 1 0,1 1 0 15,7 1-4-15,10 11 28 0,2-7 2 0,-1 29 11 16,1 3 17-16,-1 2-9 0,1 3-1 0,-4 5-3 16,1 1-7-16,-4 4 4 0,-2 2-1 0,0 0 1 15,0 1-2-15,-4 1-14 0,0-4 0 0,1-2-6 16,-7-3-11-16,20-6 9 0,-10-1-6 0,-11-4 8 15,-4-7-6-15,-6 1-37 0,-5-4 0 0,-3 2-17 0,-25 0-25 16,-8-4-76-16,-3 2-18 0,-5-4-39 0,-6 0-227 16</inkml:trace>
  <inkml:trace contextRef="#ctx0" brushRef="#br0" timeOffset="86408.01">11870 9337 61 0,'0'0'40'0,"0"-2"3"0,0 0 35 15,0 0 1-15,0 0-3 0,0 0-4 0,0 1 6 16,0-1-8-16,-2 0-15 0,1 0-4 0,-1 0-7 16,0 0 5-16,0 0-7 0,0 1-10 0,0-1-5 15,0 0-3-15,1 0-20 0,-1 0 5 0,0 0-2 16,0 2 2-16,2 0-7 0,0 0 3 0,2 0 1 0,0 0 1 16,3 0 2-16,25 2 4 0,3-2-1 0,6 0 2 15,0 0 3-15,6-2-4 0,7 0 5 0,0 1-4 16,2-1 15-16,3-2-11 0,1 0 1 0,5 1-5 15,2-1-7-15,7 2-7 0,5-2 7 0,8 1-6 16,4-1 2-16,2 0 1 0,-4-1-6 0,-5 1 5 16,-2-3 5-16,0 3-6 0,5-2-1 0,6 1-1 15,-2-1-1-15,2 4 4 0,-2 0 3 0,-9 1-2 0,0-3-7 16,-4 2 4-16,-2 0-1 0,-1 0 4 0,1 0-1 16,12 2 2-16,-5 0 0 0,3 0 1 0,3-1 0 15,-7-1 9-15,-4 0-4 0,-4-2 5 0,-3 0-9 0,4-1-5 16,-1 1-1-16,4 0-1 0,2 1 0 0,-4-1 4 15,2 0-1-15,-5 2 3 0,-4 1-7 0,-6-1 1 16,-7 2-1-16,-4 0 1 0,0 0-3 0,-2 0 4 16,3 2 0-16,-9-1 2 0,1 1-6 0,-8 0 4 15,-1 0 1-15,-5-2 2 0,-4 0 0 0,-7 0 0 16,-1 0-3-16,-6 0 2 0,0 0-1 0,-3 0 7 16,-5 0-3-16,-1 0 4 0,0 0-1 0,2 0-7 15,-1 0 5-15,1 0-7 0,0 0-1 0,-2 0-23 0,0 0-5 16,-1 0-13-16,1 0-85 0</inkml:trace>
  <inkml:trace contextRef="#ctx0" brushRef="#br0" timeOffset="88135.72">11079 8239 34 0,'0'0'42'0,"0"0"-6"15,0-1 22-15,0-1 2 0,0 0-11 0,2 0-15 0,0-2 2 16,0 1 7-16,0-3-2 0,5-5 14 0,1-2-15 15,-1 0 0-15,2-2-4 0,1-2 8 0,-1 1-5 16,0-1 7-16,0-2-5 0,1 1 20 0,-5 3-10 16,1-7 3-16,-2 5-5 0,-3-4 12 0,1 5-4 15,-2 3-2-15,0-4-2 0,0 10-21 0,-2 1-17 16,-1-1-1-16,3 5-7 0,-10-6-10 0,-14-5 8 16,0 8-5-16,0 5 5 0,-8 2-7 0,1 7 3 15,-1 4 7-15,1 4-3 0,-1 1-4 0,3-16 8 0,-3 17-4 16,0 3 7-16,6-4-2 0,2 1-2 0,2-2-3 15,2-6 2-15,1 2 0 0,8-4-6 0,-2 0 5 16,11 1-6-16,-2-3 6 0,1-1-1 0,-1-1 0 16,2-1-1-16,-2 2 2 0,4-5 3 0,0 1-1 15,0 2 1-15,0 0-9 0,2-1 6 0,2 1-6 0,9 2 5 16,13-1-5-16,4-3 0 0,-1-2 4 0,-1-2-4 16,2-3 0-16,-2-3 0 0,1 1 0 0,3-2-1 15,0-1 0-15,-3 1 3 0,-1 2-2 0,0-3 3 16,-6 3-3-16,0-1-1 0,-3 3 1 0,-2-1 0 15,-2 1-3-15,-8 3 7 0,-1 0-4 0,-3 0 4 16,1 0-7-16,-2 2 5 0,2-2 1 0,-1 1 4 0,1-1 4 16,-2 0-3-16,0 0-1 0,0 0 0 0,-1 0-3 15,1 2-2-15,-2 0 0 0,0 0 0 0,-2 2-2 0,1 0-2 16,-1 2 3-16,0-1-2 0,-6 9 4 0,-1 4-2 16,4 1 0-16,-1 2-1 0,0-1 0 0,1 6 4 15,1 0-6-15,0 4 5 0,1 4-5 0,-1 1-4 16,0 4 8-16,1 2-4 0,-3 4 8 0,0 0-1 15,1 0-6-15,-3-1 1 0,-1-1 0 0,2-6 0 16,-3 1 2-16,1-5-2 0,0-5 1 0,0-2-4 16,-1-5 5-16,1-2-5 0,7-3 4 0,-14-1 7 15,-5-5-4-15,4-3 4 0,-1 1-9 0,-1-4 9 16,-1 2-4-16,-1 10 6 0,3-4-4 0,1-5 2 0,4-3-1 16,-2-2 2-16,6-2 12 0,0-1 11 0,1-1-2 15,5 2 2-15,-12-18-19 0,2-8-6 0,3-2 0 16,5-2-1-16,3 3 0 0,2 3 3 0,4-6-4 15,1 4 4-15,3-1 0 0,3-1-8 0,0 8 3 16,4-2-5-16,-8-1 1 0,19 5 0 0,0 0 1 0,4 3-1 16,0 4-4-16,-1 4-4 0,-3 1-4 0,-3 3 1 15,3 1-4-15,-4-11-4 0,0 4 0 0,-1 5-6 16,-5 4-46-16,1 2-163 0,0 0-2 0,-8 2-68 16,-2 0-159-16</inkml:trace>
  <inkml:trace contextRef="#ctx0" brushRef="#br0" timeOffset="88816.93">11480 8531 453 0,'0'-2'114'0,"0"0"33"0,-1-1-60 15,-1-10-65-15,0 3-4 0,0 3 0 0,2 3-19 16,0 2 1-16,0-1-5 0,0-1 7 0,0 0-3 0,0 2 4 16,0 0-3-16,0 1 1 0,0-1 15 0,0 2-11 15,0 0 12-15,0 2-4 0,0 1 6 0,0 12 4 16,-4 17-4-16,1-6-10 0,-3 5 2 0,-3-3-4 16,-1 0 5-16,1 5-11 0,4-9 5 0,-3 4 0 15,3-7 2-15,1-6-5 0,-2 5 4 0,3-5-3 16,1-4 3-16,0-2 1 0,2-3 2 0,0-2-3 0,0-1 3 15,0 1 7-15,0 0 0 0,0-1 8 0,0 1-3 16,0 0 17-16,0-2 8 0,0 0-14 0,0-1 8 16,0 1-34-16,0-2-2 0,2 0 3 0,0-2-2 15,-1-1-3-15,3-10 2 0,2-13-3 0,-3 2 3 16,1-1-6-16,0 3 2 0,1 0-1 0,3 1 3 0,-1 1-6 16,3-2 2-16,-1 0-2 0,0-1 3 0,0 3 3 15,1-1-3-15,1 3 0 0,0 1-2 0,-2 2-6 16,1 4 4-16,-9 2 2 0,12 3 0 0,-1 1 7 15,-1 3-12-15,-2-6 3 0,0 3-7 0,1 1 9 0,-5 4-1 16,1 0 2-16,-3 0-1 0,-1 0 5 0,2 4 4 16,9 14-4-16,-2 12 4 0,-3 4-3 0,-7-5 5 15,-1-5-3-15,0-7 1 0,0 5-7 0,-1-7 4 16,-1 0 2-16,2-4 3 0,0-2 1 0,0-1-10 16,0-1 3-16,0-3-4 0,0 0 10 0,0 1 4 15,0-1 4-15,0 0 1 0,0-1 24 0,0-1-14 16,0 0-2-16,0 0-6 0,0-2-20 0,0 0 4 0,0-2-2 15,2 0 3-15,3-11-6 0,6-11-1 0,2-2 0 16,2-2 0-16,0 1-1 0,2-3 4 0,-1 2-2 16,-14 2 1-16,22 2-5 0,-3 3 9 0,3 5-5 15,0 5 6-15,-5-2-7 0,1 7-2 0,-1-1 2 16,-6 3-1-16,5-9 0 0,-9 7 0 0,-3 4 0 0,7-1 0 16,0 3 2-16,-4 0 1 0,-1 2 1 0,-5-1 1 15,9 16-2-15,-1 5 2 0,-4 4 1 0,-1 2 0 16,-4 0 1-16,-2-4-4 0,0 2-3 0,0-9-1 15,0 3-6-15,0 3-32 0,0-7-18 0,0 1-8 16,-2-2-89-16,0-4-57 0,0 0-21 0</inkml:trace>
  <inkml:trace contextRef="#ctx0" brushRef="#br0" timeOffset="89393.19">12524 8046 615 0,'0'-2'13'0,"0"-1"17"0,0-1 10 0,0-9-14 16,0 4 3-16,0-2-10 0,0 1-12 0,0 1 1 0,0 2 3 15,0 1 2-15,0 2 22 0,0 1 0 0,0-1 5 16,0 0-4-16,0 2-6 0,0-1-8 0,0 1 6 15,0 0-2-15,0 0 34 0,0 0-15 0,0 0 1 16,0 2-7-16,0 0-6 0,0 0-16 0,0 2 9 16,0 0-12-16,0 0 1 0,0 2 1 0,0 7-7 0,0 6 4 15,-2 1-16-15,0 2 4 0,2-1 0 0,0 1 3 16,-2 3-3-16,2-1 2 0,0-2 0 0,0 5 0 16,0-1-2-16,0 4 0 0,0-1-1 0,0 3 1 15,0-2 2-15,0 2-3 0,0 1 1 0,0 1-1 16,2-1 6-16,0-1-6 0,0-2 0 0,0-4-1 15,0 0 2-15,-1-9 6 0,1 2-3 0,0-8 4 0,-2-1-2 16,0-3-6-16,2 1 5 0,-2-4-5 0,0 1 4 16,0 1 2-16,0-2-5 0,2 2 4 0,0-1 3 15,0 1 5-15,-1-2 2 0,1 0-2 0,2 0-8 0,0-2-3 16,-1 0-1-16,5-2-1 0,1-4 0 0,0 1 1 16,3-20 1-16,1 5 0 0,1-4 4 0,5-2-3 15,-4 0 3-15,3-6-4 0,1 1-4 0,3-5 2 16,2 1-2-16,1-2 2 0,6 0-4 0,-1-2 5 15,0 0-2-15,1-2 3 0,-3-2-5 0,2-1 7 16,-3 1-3-16,-4 4 6 0,-5 4-1 0,-7 5 0 16,-1 4 5-16,-7 11-3 0,1 4 8 0,-2 4-11 15,-2 5-1-15,0 0-3 0,4-2-4 0,-1 1-5 0,1 1 5 16,-2 0-4-16,0 0 14 0,0 2-21 0,-2 2-2 16,0 2-10-16,-4 23-23 0,-9 12-87 0,-4 0 1 15,-3 4-39-15,-1-4-82 0</inkml:trace>
  <inkml:trace contextRef="#ctx0" brushRef="#br0" timeOffset="89913.22">13209 8382 884 0,'0'-1'22'0,"0"-1"-4"15,0 0 59-15,0 0-8 0,-2 0 12 0,0 0-40 16,2 0-29-16,-2 1-3 0,1-1-6 0,-1 0 4 0,0 2-1 16,0 0 6-16,-2 2-4 0,-3 1 3 0,-4 5 0 15,-2 14-7-15,-2 6 5 0,4 0 5 0,-2-4-11 16,0 6 10-16,5-10-11 0,1 4 11 0,3 0-8 16,0-9 2-16,1 2-4 0,-3-4-1 0,4-2 3 15,0 2 2-15,-3-6 0 0,1-1-3 0,2 0 0 16,0-3-2-16,1 7 2 0,1-7 0 0,0 1 4 15,0 0-8-15,0-1 6 0,0 1-1 0,1-2-3 16,1 0 5-16,0 0-6 0,0-2-1 0,2 0 0 0,1-2 0 16,6-6 1-16,4-1 3 0,-2-11-6 0,0 3 1 15,2-5-3-15,-2-2 7 0,-2 3-3 0,2 3 3 16,0 1-3-16,-2 4 0 0,1 6 0 0,-5-1-2 16,0 3 0-16,1-1 2 0,-3 2-3 0,1 2 3 15,0 2-1-15,-3 0 4 0,1 0 3 0,0 0-6 0,-2 0 5 16,3 2-3-16,-3 22 2 0,0-5 6 0,11 0-4 15,-2 1 0-15,-5-7 2 0,-1 2-6 0,-1-4 6 16,-2 0-8-16,0 2 3 0,-1-6 1 0,1 3 1 16,-2-8-5-16,0-1 0 0,0 3-2 0,0-2 2 15,0 2 0-15,0-1 0 0,0-1-2 0,0 2 2 0,-2 0-9 16,1-1-24-16,-1 1-4 0,0-2-10 0,0 0-49 16,0 0-17-16,-2 0-5 0,1-2-1 0,-1 0-2 15,0 0-27-15,2 0 10 0,-3-4-19 0,-3-2-26 16</inkml:trace>
  <inkml:trace contextRef="#ctx0" brushRef="#br0" timeOffset="90102.8">13085 8356 309 0,'0'0'79'0,"0"-1"-8"0,0-1 50 16,0 0-4-16,-2-2-11 0,0 0-30 0,2 1-7 16,0 1-1-16,0-4-2 0,0 1-16 0,0-1-20 15,0 2 0-15,0 1-6 0,2-3-4 0,0 2 6 0,1-1-3 16,8 1 4-16,10 0-6 0,1 3-6 0,2-1 0 15,4-17-3-15,2 8-8 0,-2 4-4 0,1 1 2 16,-1 4-2-16,-2 2-3 0,4 2-15 0,-8 2-2 16,-1-1-4-16,3 3-11 0,-11-2-159 0,7 3-43 15</inkml:trace>
  <inkml:trace contextRef="#ctx0" brushRef="#br0" timeOffset="90503.82">13816 8496 506 0,'0'-2'12'0,"0"0"-9"15,2 0 10-15,0-2-3 0,0 1-10 0,1-5 0 16,3-3 1-16,1 0 0 0,-1 2 5 0,1-1-5 15,-1 1 2-15,1 0-3 0,1 1 0 0,1 1 34 16,-3-2 12-16,-1-1 9 0,-1 1 51 0,0 2-29 16,-1-1 4-16,-1 1-14 0,2-1-13 0,2 1-10 15,-3 1-3-15,-1 3 0 0,2-3-2 0,-2 2-5 16,0 1-2-16,-2 1-2 0,0 0-9 0,1-2 2 16,1 1-7-16,0-1 4 0,0 2-15 0,0 0 4 0,0 0 2 15,0 0 1-15,-1 2-2 0,1 0-3 0,0 2 0 16,0 2-1-16,0 9 2 0,0 13-1 0,-2 2-2 15,0 3 1-15,0 1-2 0,-2 0 0 0,0 3-4 16,0-4 1-16,0 1-4 0,0-2 0 0,2-4 7 16,-1-2-4-16,-1 4 7 0,2-1-4 0,0-2-1 0,0-5 0 15,0-1-2-15,0-1 4 0,0-1-2 0,2-4 4 16,-1-2-10-16,-1-2 4 0,2 4-7 0,0 0 6 16,0 2-18-16,-2 2-237 0,0 0-82 0</inkml:trace>
  <inkml:trace contextRef="#ctx0" brushRef="#br0" timeOffset="94283.82">7685 8629 256 0,'0'0'20'0,"0"-1"4"0,0-1 20 0,-2 0 6 16,1 0-16-16,-1 0-11 0,0-2-8 0,0 1-3 0,0-1 8 15,2 2 23-15,-2-2 24 0,-3-5-4 0,-3 4 7 16,3 3-13-16,-1-2 1 0,1-2 3 0,1 3-3 16,0-1-1-16,2 0-15 0,-1 1-6 0,-1-1-5 15,0 0-33-15,0 2 2 0,3 0-4 0,-1 1 4 16,0-1 2-16,2 0 7 0,0 2 2 0,0 0 1 15,2 0 6-15,1 2-1 0,12 1 1 0,11 3-3 16,4 0-3-16,2-3 1 0,1-3-5 0,2 0 4 16,1-2-5-16,-1 1 0 0,2-1-2 0,0 2 0 0,0-2-10 15,0 0 6-15,4-2-1 0,-6 2 3 0,-5-1 2 16,0 1-5-16,-12 0 6 0,-3 0-6 0,6-2-1 0,-10 3 7 16,-2 1-6-16,-3 0 7 0,-3 0-8 0,1 0 16 15,0 0 0-15,0 0 7 0,-3 0 0 0,1 0-8 16,-2 0-3-16,-2 0 0 0,-9 0-5 0,-28 1-3 15,2 3 4-15,-4 2-4 0,0-3 7 0,4 1 3 16,2 0-2-16,0-2 2 0,5 0 3 0,2-2-4 16,2 0 2-16,8 0-3 0,3-2 4 0,2 0 23 15,4 0-3-15,3 0 7 0,4 2-22 0,-2-2-25 16,1 0-5-16,1 1-7 0,0-1-12 0,2-2 6 0,2 0 1 16,28-11-1-16,18 6-22 0,9 2-33 0,6 3-11 15,8-26-26-15,5 17-225 0</inkml:trace>
  <inkml:trace contextRef="#ctx0" brushRef="#br0" timeOffset="98516.7">6185 12140 401 0,'0'-1'0'0,"0"-1"4"0,-2-2 48 0,0-5-16 0,0-4 2 16,1 3-24-16,-1 1-1 0,2 4-1 0,-2-7 6 15,0 3 1-15,0 0 29 0,0-2-1 0,2 3-3 16,-2-1 1-16,1-2-8 0,-1 5-1 0,0-1 6 0,2 3-4 16,-2-1 2-16,0-3-7 0,-2-1-4 0,3 3-1 15,1 3-13-15,0 1-3 0,-2-4 0 0,2 4-1 16,-2-3 0-16,2 3-5 0,-2-2 4 0,0 0-4 16,0 1 4-16,0 1-10 0,1 0 2 0,-1 0-2 15,2 0 16-15,0 2-5 0,0 0 2 0,-2 0-2 16,0 2 1-16,0 0 0 0,-2 11-2 0,-3 11 1 15,0 6-7-15,-1 3 3 0,1-9-2 0,-3 12 2 0,3-7-6 16,0-1-1-16,1 2 0 0,0 2-1 0,1 1 0 16,-1 2-2-16,1 4 3 0,-1 0-1 0,-1 4 4 15,1 0-2-15,2 5-1 0,1 0 0 0,3 2 4 0,0 2-2 16,2-3-1-16,1-3 0 0,1 0-1 0,-2-7-3 16,2 2 6-16,-1-4-7 0,1-9 4 0,0 0 2 15,-1-4-4-15,1-1 4 0,0-1 3 0,1-2-4 16,1-1 1-16,0-3-2 0,-3-1 3 0,1-2-4 15,0-3 4-15,-2-3-5 0,-1-1 2 0,1-1 0 16,-2-3 7-16,0 0-2 0,0 0 11 0,2 1-14 16,0 1 7-16,0 0-6 0,0-2 28 0,1 0-22 0,1-1 6 15,0-1-11-15,0 0 4 0,-1-1-2 0,1-1 0 16,7-13-1-16,2-13 1 0,2-4-3 0,2-1 3 16,1-4-3-16,1-8 3 0,1-5-7 0,-1-5 2 15,5-5-3-15,0-1-3 0,-3 0 6 0,5-3-1 16,-2 5 2-16,4 1-2 0,5 6-1 0,-1 6-1 0,-1 3 1 15,-1 8 2-15,-8 5 1 0,-5 4 4 0,-10 6-2 16,1 3 1-16,-7 4 7 0,3 4-9 0,2 3 7 16,-3 1-7-16,1 1-4 0,0 0 3 0,0 3-5 15,-1-1-1-15,1 0 9 0,-2 0-3 0,0 2 8 16,0 0-4-16,-1 2-6 0,-1 0 0 0,0 1-3 16,0 10-8-16,-1 6-62 0,-5 5-5 0,2-2-26 0,1 4-69 15,-3 0-87-15,0 2-30 0</inkml:trace>
  <inkml:trace contextRef="#ctx0" brushRef="#br0" timeOffset="99089.21">6827 13004 271 0,'0'0'94'0,"-1"-2"142"0,-1 0-173 0,0 0-15 0,0 0-15 16,0-1 8-16,0-1-9 0,0 0-1 0,-1 1-4 16,-1 1 2-16,0 0-7 0,1 0-5 0,1 2 2 15,-11 0-4-15,0 0 3 0,-2 4 10 0,-4 3-7 16,3 2 6-16,1 3-8 0,-2-5 2 0,4 17 4 16,2-2-3-16,-6 1 2 0,6-1 11 0,-6 0-2 0,4 0 4 15,2 3-8-15,2-3-10 0,5 0-5 0,2-1 0 16,0-3-6-16,-9-3 4 0,2 0 1 0,4-2 0 15,1-2-7-15,2 0 1 0,2-3-2 0,0-1 2 16,0 0-6-16,0-1 0 0,0 0-1 0,0-3 0 16,0-1-7-16,0 0-9 0,2 2 3 0,0-1-4 15,0-1 10-15,-1 0-5 0,3-2 3 0,2 0-5 16,10-2-9-16,-3-3 12 0,-2-3-7 0,1 5 9 0,-1-20-3 16,7-3 6-16,-3 2-2 0,6 2 2 0,3 1-1 15,-4 3 4-15,-1 1 3 0,-6 4-1 0,-2 2 1 0,-6 4 1 16,5 1-2-16,-5 2 1 0,-1 2-3 0,3-3 4 15,-1 1 0-15,-2 2 2 0,-1 0-3 0,-1 2 1 16,2-1 2-16,0 1 0 0,-1 0 7 0,1 0 6 16,0 1-1-16,-2 1 3 0,0 2 2 0,1 5-10 15,1 12 7-15,-2 1-8 0,-2 0 5 0,0-1-2 16,-2-1-7-16,0-1 5 0,-2 1-8 0,3-5 5 16,-1-2 0-16,0 2 0 0,2-6-5 0,0 0-4 15,0 3 2-15,0-11-2 0,0 5 2 0,0-2-10 0,0-2-1 16,0 1-4-16,0 1-7 0,0 0-13 0,0-1-4 15,0 1-3-15,0-2-39 0,0 0-90 0,0-2-2 16,0 0-39-16,0-2-105 0</inkml:trace>
  <inkml:trace contextRef="#ctx0" brushRef="#br0" timeOffset="99291.98">6660 12974 634 0,'-2'-2'43'0,"1"0"34"0,-1 2 25 0,-15-9 16 0,4 4-52 16,6 1-5-16,5 4-3 0,0 0-1 0,0 0-19 16,-2-2-32-16,2 0 8 0,1 0-15 0,1 0 0 15,1 1 6-15,3-1-5 0,11-8 6 0,11-3-7 0,15-5 4 16,-4 3-1-16,2 2 2 0,4 2-4 0,-14 2-2 16,1 1-5-16,-4 3 1 0,-2 1-19 0,0 2-23 15,1 0-12-15,-3 2-13 0,0 0-126 0,-3 0-115 16</inkml:trace>
  <inkml:trace contextRef="#ctx0" brushRef="#br0" timeOffset="99674.21">7357 12978 917 0,'-2'0'32'16,"0"-2"48"-16,-2 0-51 0,0 0-14 0,1 2 2 15,-1 0-3-15,0-2 12 0,1 1-18 0,1-1 8 0,0 0-12 16,0 2 4-16,0 0 5 0,2 0-11 0,0-2 8 16,2 0-13-16,2 0 6 0,12 0 2 0,7 2 1 15,-1 2-2-15,-3 2 6 0,1 3-3 0,-5 1 5 16,-10-4 5-16,5 5-6 0,-5 13 5 0,10 0-4 16,-4 4 8-16,-7 4-9 0,-4 2 4 0,-6 1-5 15,-3 0 6-15,-2-1-7 0,-8-2 2 0,1-2-4 16,14-4 7-16,-22-6-8 0,9 3 3 0,-9-8-3 0,2 0 6 15,6-2-6-15,-1-2 2 0,4-3-3 0,8-1 1 16,-2-3 9-16,1 4 4 0,4-3 2 0,1 1 7 0,-1 0-28 16,2 0 0-16,0-3-8 0,0 1 8 0,1 0 0 15,1 0 0-15,0 0 0 0,1 0 7 0,3-2-7 16,26 2 3-16,0-4-4 0,3 0-5 0,-1-2 6 16,-3-1 0-16,7-3 3 0,1 1-3 0,0-1-1 15,0 3-4-15,-5-1 1 0,-5 1-6 0,-1 1-4 16,-1-2-1-16,-3 1-4 0,0-1-18 0,-1 1-24 15,1-3-16-15,-2 1-13 0,1-3-149 0</inkml:trace>
  <inkml:trace contextRef="#ctx0" brushRef="#br0" timeOffset="100095.5">8530 12666 702 0,'0'0'34'0,"-2"0"-1"16,0-2 4-16,-1 0-3 0,-1 0-9 0,2 2-4 0,-4 0 6 15,3 0 0-15,1 0 1 0,-2 0 5 0,0 0 0 16,1 0 0-16,1 0-3 0,0 0-13 0,0 0-1 16,2 0-7-16,0 0 4 0,2 0-10 0,2-2 10 15,14-3 1-15,12-3 2 0,3 1-6 0,3 0 3 16,-1-3 0-16,6 3 0 0,0-1-5 0,-2 3-5 16,0 1 2-16,-2 0-3 0,-6 3 0 0,-1-1-1 15,-2 2 4-15,-9 0-3 0,-1-2 6 0,3 0-8 0,-3 0 0 16,1 2-3-16,-8 0 3 0,0 0 0 0,-4 0-3 15,-3 0 1-15,-2 0-10 0,0 0-14 0,2 2-7 16,-3 0-5-16,1 0-42 0,0 0-23 0,-2-1-8 16,-2 1-8-16,0 0-56 0</inkml:trace>
  <inkml:trace contextRef="#ctx0" brushRef="#br0" timeOffset="100289.07">8491 12907 266 0,'0'0'53'0,"0"0"71"0,0 0-28 16,0 0-34-16,0 0 1 0,0 0-15 0,0 0-20 15,2 0-4-15,0 0-2 0,0 0 0 0,-1 0-1 0,3 0-2 16,9-2 7-16,11-3-6 0,-3 1 10 0,1 0-6 16,0 1-5-16,1-1 2 0,3 0-11 0,1 1-3 15,5 1-3-15,0 0 0 0,1-2-9 0,-1 2 2 16,-1 0-7-16,-3 2-2 0,0 0-63 0</inkml:trace>
  <inkml:trace contextRef="#ctx0" brushRef="#br0" timeOffset="101953.45">10292 12311 301 0,'0'0'23'0,"-2"0"0"16,0-2 15-16,1 1 1 0,-1-1-27 0,0-2 21 0,2 2-4 16,-6-9 7-16,3-2-12 0,1 0-3 0,2-4 5 15,0 1-3-15,0-1 13 0,0-2-3 0,2 3-6 16,-1-3 3-16,1 2-9 0,2 1 10 0,0 1-3 15,-2 5 4-15,1-3-7 0,1 2-10 0,-2 6 2 16,0-1-6-16,0 2-5 0,-1 1-1 0,1 1 1 16,0 0 2-16,0 0 20 0,0 0 3 0,0 2-1 0,0 0 0 15,-1 2-12-15,1 0-6 0,-2 0 3 0,4 22-4 16,-4 2 7-16,0 4-7 0,-4 1 0 0,-1 1-3 16,-3 1 5-16,-3 1-3 0,0 5-3 0,0-4 1 15,2 2-8-15,1-3 3 0,1-5-3 0,-1-1 4 16,3 2 3-16,-1-2-5 0,1-4 8 0,-1 0-9 15,2 0 1-15,1 0-1 0,-1-2-3 0,2-1 2 0,0-4-2 16,0-4 0-16,-1 3 2 0,1-1 0 0,-2 2 6 16,2-4-4-16,0-2 2 0,-1 0-3 0,1-3 5 0,-2 1-6 15,-2 0 4-15,3-3-4 0,1-3 6 0,-9-1-8 16,-2 0 4-16,0 4-4 0,0 1 11 0,-2 4-12 16,0-1 6-16,0-3-7 0,2-3 6 0,0-1 4 15,2-1-6-15,0 0 4 0,3 0-2 0,1 0 0 16,1 0 4-16,1 0-1 0,-1-2 15 0,1 0-6 15,3 0 1-15,-2 1-4 0,0 1-13 0,3 0 6 16,-1 0-3-16,0 0 7 0,2 0-1 0,0 0-8 16,2-1 2-16,0 1-2 0,1 0 8 0,12 0 1 0,13 0-2 15,0-2 1-15,0-2-3 0,1-4 0 0,7-1 2 16,-1 0-2-16,-3-1-3 0,1 1 4 0,-3 1-2 16,1 2 2-16,-3-1-3 0,-6-1 0 0,1 3-2 15,-7-1 0-15,5 0 1 0,-5 0-4 0,-4 3 3 16,-5-1-5-16,-3 2 5 0,1-2-10 0,-1 0-1 0,0 0-5 15,-1-2-16-15,-1 1-125 0,8-12 11 0,-1-6-62 16,-5-1-107-16</inkml:trace>
  <inkml:trace contextRef="#ctx0" brushRef="#br0" timeOffset="102221.51">10030 12183 796 0,'0'0'9'0,"-2"-2"26"15,1 0-1-15,-1 1 13 0,-2-3-26 0,4 2-14 16,-4-4 5-16,1 3-5 0,1 1 22 0,-2-2 17 16,0 0-11-16,1 1 8 0,1-1-35 0,0 0-2 15,0 1 2-15,2-1-2 0,0 2 4 0,7-11 7 16,6 0 3-16,21-4 2 0,5-1 9 0,4 1-2 15,1-3-3-15,4 1-1 0,-1 10-22 0,1-2 4 0,0 5-7 16,1 4 5-16,-3-2-9 0,-3-20 1 0,-8 13-3 16,-7 6 2-16,-4 3-13 0,0 2-16 0,-3 0-49 15,-7 0 13-15,1 3-136 0,-2 3-41 0</inkml:trace>
  <inkml:trace contextRef="#ctx0" brushRef="#br0" timeOffset="102904.53">10702 12710 628 0,'-1'-1'40'0,"-1"-1"68"0,-2 0-59 0,0 0-12 16,2 2 0-16,-9-6-5 0,2 3-9 0,-2-1 10 0,7 2 5 15,0 0 1-15,1 0-6 0,1 1-20 0,0-1-7 16,0 0 0-16,2 0-2 0,0 0 6 0,2 0 0 15,0 0 0-15,0 2-5 0,20-7 2 0,-2 0 0 16,1 1 0-16,-1 0 2 0,3 3-9 0,-3 1 3 0,0 0-3 16,-3 2 7-16,-2 0-4 0,0 0 5 0,0 2-5 15,-2 2-1-15,-2 1-2 0,2 3 3 0,-4-1-2 16,2-3 6-16,-5 11 8 0,-1 1-4 0,-3 1 6 16,11 2-11-16,-2 1 7 0,-3 0-2 0,-4 3 5 15,-3-1 6-15,-1-5-6 0,-1 3 0 0,-5-1-3 16,-1 1-3-16,-3 1-1 0,1-7-2 0,-2 3 1 15,2-4 1-15,1 2 4 0,-9-2-2 0,-1-2 2 16,-1 0-8-16,3-1 3 0,-1-3 0 0,0 0 1 0,6-1 2 16,0-4 7-16,0 2-1 0,1-1 2 0,3-1-7 15,3 0-9-15,2-2 1 0,-1 4-2 0,-1-1-1 0,2 1-4 16,0 0 0-16,0-2-2 0,1-1 7 0,1 1-1 16,0 0 1-16,1 0 0 0,3 0 9 0,15 0-8 15,9-2 1-15,1-2-4 0,1-2-2 0,-2-1 4 16,3-1-2-16,-1 1 2 0,-2 1-9 0,-4 0 6 15,0 2 1-15,-2 0 2 0,-1 1 5 0,-3-1-7 16,-5 2 3-16,-3 0-3 0,3 0 5 0,-6 0-2 16,-1 0 0-16,-1 0-2 0,-1 0-4 0,0 0 5 15,-1 0 2-15,1 0 1 0,-2 0-5 0,0 0-5 0,0 0-5 16,0 0 0-16,-2-2-15 0,0 0-40 0,0 2-7 16,0-2-15-16,0 0-67 0,0 0-78 0,0 1-56 15</inkml:trace>
  <inkml:trace contextRef="#ctx0" brushRef="#br0" timeOffset="103621.52">11761 12020 472 0,'-2'-2'328'0,"0"0"-452"16,0-2 391-16,-3-5-223 0,-1-2-43 0,2 3 3 15,2 5-6-15,1-1 4 0,-1 0-2 0,0 1 1 16,0 1-1-16,0 0 0 0,0 2 0 0,0 0 6 16,1 2-1-16,-1 5 2 0,-4 21-5 0,1 2 5 15,1-1 3-15,0-1 0 0,-1 4 7 0,-1-2-1 16,0 1 0-16,-1 3-1 0,0-3-8 0,-1 1 1 15,-1 1-4-15,0 1 3 0,1-1 9 0,1-1-13 0,-1 1 11 16,3-2-13-16,-1-1 8 0,-1 0 3 0,1-4-4 16,3-6 5-16,-3 1-2 0,4-8 5 0,0-4-4 15,0-2 4-15,1 1-10 0,1-6 2 0,0 3 20 16,-2-1-8-16,0 0 37 0,0-2-49 0,0-1-3 16,0-1-13-16,0-1 0 0,1-1-1 0,-3-13 3 0,-2-15-2 15,1-5 8-15,3 0 0 0,2 1 1 0,2-3-1 16,1 2-2-16,3-4 5 0,1 2-2 0,3 0 5 15,-1 1-6-15,2 5-3 0,2-3 2 0,0 3 0 16,2-1 6-16,2-1-12 0,-1 5 0 0,-14 0-4 16,20 6 8-16,3 1 3 0,1 5-2 0,3 3 2 15,5-2 3-15,-1 9-2 0,-5-1 1 0,2 5-2 0,-1-17-2 16,1 10 0-16,-6 7 3 0,0 4-1 0,-9 4 3 16,-2 1 3-16,4-1 1 0,-10 18 2 0,3 0 7 15,-8 0 0-15,14 2 0 0,-6-4-1 0,-9-3-8 0,-1 3 11 16,-5-3-9-16,-4 1 10 0,-1-3-5 0,3 0 0 15,-27-3 3-15,7-1-3 0,1 2-9 0,-6-4 7 16,8 1-6-16,-8-1 6 0,3 0-8 0,6-4 3 16,5 1-2-16,3-3 2 0,4 1-2 0,3-2-3 15,3-1 1-15,-1-1-2 0,4 0-2 0,-1 2-4 16,-1-1 0-16,0 1-1 0,2 0-7 0,0 0 13 16,1-1-7-16,-1 1 8 0,2 0-6 0,0-1-3 15,2 7 7-15,3 1-5 0,3 0 7 0,-5-2-1 0,21 2-3 16,1 1 1-16,2-1 5 0,3 2-4 0,-8-4 3 15,8 4-4-15,-6-2 2 0,-1 0 7 0,6 2-7 16,-6-4 5-16,1 3-9 0,0-3 5 0,-6 2 1 16,1-2-1-16,-2-3-6 0,-4 1-16 0,2-5-6 0,1 2-4 15,-1 0-20-15,0 7-46 0,0-4-19 0,2-1-23 16,1-1-175-16</inkml:trace>
  <inkml:trace contextRef="#ctx0" brushRef="#br0" timeOffset="104134.85">12515 12543 918 0,'-2'0'76'0,"0"-2"2"0,0 1-27 16,-2-1-5-16,1 0-29 0,-3-2-5 0,0 0 1 15,5 4-5-15,-3-3 3 0,0-1-14 0,2 0 3 16,0 1-1-16,1-1 1 0,1 2-6 0,0 0 6 15,1 0 0-15,1 0 2 0,2 1-2 0,2-1 0 16,12-4-4-16,1 2 3 0,-1 4 7 0,5 2-4 16,-7 2 1-16,-3 2-3 0,0 1 9 0,-3-1-5 15,-9 14 11-15,3 4-10 0,-2 4 8 0,17 0 10 0,-8 0-6 16,-6 0 6-16,-5-1-6 0,-3 1-2 0,-7-2 0 16,-3 0-1-16,-3 0 0 0,10-3-5 0,-18-7 5 15,2 3-4-15,-1-2 1 0,1-3-4 0,0 3 3 16,3-8-1-16,1 4 0 0,3-5 3 0,2-3-11 15,3 1 9-15,1-4-7 0,4 0 0 0,1 0 3 0,2-1-2 16,-2 3-4-16,1 0-4 0,1 0 2 0,0-1-3 16,0-1 0-16,0 0 5 0,2 0 0 0,0 0 2 15,2 0-2-15,0-1 2 0,5-1 0 0,19 2 2 16,2 0-11-16,0-2 5 0,2 0 0 0,-1-2 2 16,3 0 0-16,1 1 5 0,-1-1-2 0,1 0 4 15,1 0-2-15,1 2 6 0,-7 0-3 0,0 0 4 0,2 0-3 16,-6 0 9-16,2 0-4 0,-8 0 5 0,-5 0-12 15,-2 0 6-15,-1 0 0 0,-5 0 3 0,-1 0 6 16,1 0 4-16,-1 0-2 0,0 0 3 0,0 0-5 16,-1 0-4-16,1 0-6 0,0 0 1 0,-1 0-13 0,-1 0 0 15,0 0 2-15,0 0-2 0,2 0-8 0,-2 0-18 16,-1 0-23-16,3 0-8 0,0 0-165 0</inkml:trace>
  <inkml:trace contextRef="#ctx0" brushRef="#br0" timeOffset="105421.57">14035 12308 609 0,'0'0'33'16,"-2"0"3"-16,1 0-5 0,-1 0-12 0,0 0-5 16,-2 0 2-16,0 0 4 0,3 0 10 0,-1 0-2 15,-2 0 36-15,0 0-7 0,1 0-8 0,-1 0-1 16,2 0-29-16,0 0-2 0,0 0 4 0,2 0-4 15,2-2-2-15,2 0-6 0,11-4 5 0,22-5-3 16,2 2 11-16,5 1-1 0,7 1-5 0,-5 0 2 0,0 1-14 16,-3 2 5-16,-6 1-9 0,0 1 6 0,-3 0-10 15,-3 0 8-15,-3 2-1 0,-6 0 3 0,1 0-6 16,-5 0 0-16,-1 0-2 0,-2 0 0 0,-2 0-1 16,-4 0 5-16,0 0 0 0,-3 0 1 0,0 0-6 0,-5 0-13 15,1 0-18-15,0 0-2 0,2 0-101 0,0 0-111 16</inkml:trace>
  <inkml:trace contextRef="#ctx0" brushRef="#br0" timeOffset="105701.99">13905 12671 966 0,'-2'-1'32'16,"1"-1"51"-16,-3 0-74 0,-2 0-3 0,-3 0-5 0,3 0 2 16,5 2-8-16,-3-2-13 0,0 2 13 0,2 0-7 15,0 0 38-15,1-1-9 0,1-1-4 0,0 0 0 16,1 0 0-16,1 0-1 0,9-2 5 0,21-9-3 16,-2 2 5-16,5-4 2 0,0 1-4 0,2 1 2 15,1 3-10-15,-5 3-6 0,-3 1 1 0,-1 1-3 0,3 1 1 16,-4 2-3-16,0 0 3 0,-8 2-3 0,-1 0 4 15,-1 0-6-15,-1 0-3 0,7 0-1 0,-5 2-1 16,1 0-43-16,4 0-72 0</inkml:trace>
  <inkml:trace contextRef="#ctx0" brushRef="#br0" timeOffset="106555.69">16534 11596 77 0,'0'0'27'0,"0"0"34"0,-1 0-9 16,-1 0-23-16,0 0 10 0,0 0-14 0,0 0 19 16,-2 0 1-16,3 0-1 0,-11 0 3 0,3 0 4 0,-4 0 7 15,4 0-3-15,-2 2 3 0,1 0 6 0,1-2 0 16,-2 2 7-16,2 0-6 0,1-2-4 0,3 0-9 15,3 0-8-15,-2 0 0 0,0 0-28 0,1 0-3 16,1 0 1-16,0 2 0 0,0 0 4 0,2-1-11 16,0 1-1-16,2 0-1 0,0 0-2 0,13 0-2 15,16 0 5-15,8-2-3 0,6 0 9 0,-2-4-4 16,-1-2-4-16,-3 3 0 0,2-3-5 0,-2 1 5 0,-4 1-3 16,1 0 5-16,-5 0-8 0,-7 3-1 0,0-1-3 15,-3 2 0-15,-3 0-23 0,-1 0-58 0,0 0-43 16,-2 0-15-16,0 0-234 0</inkml:trace>
  <inkml:trace contextRef="#ctx0" brushRef="#br0" timeOffset="107317.49">17862 11195 626 0,'0'-3'69'0,"-4"-23"101"0,-1-4-127 0,1 6-26 16,0 5-10-16,1 3 1 0,1 3-3 0,2 7 2 16,-2-1-1-16,2 5 1 0,0 0 5 0,0-2 14 15,0 2 4-15,0 0 2 0,-2-1 6 0,0-1-25 16,0 2 3-16,0 0-10 0,1 0 2 0,-1 2 7 15,0 0-3-15,0 2 5 0,-2 13-5 0,-1 20-5 16,-1 4-2-16,2 2-1 0,-1 2-1 0,1 0 2 0,0-6 0 16,3 0 0-16,-1-2-1 0,0-1-6 0,-2-3 4 15,2-1-4-15,0 0 4 0,1-4 2 0,1-2-5 16,0 0 3-16,0-4 0 0,0-1 0 0,0-6 3 16,0-2-4-16,-2 0 0 0,2-3-5 0,0-3 5 15,0-1-3-15,-2 0 8 0,0-1-7 0,0-1-3 0,0 0 0 16,0 0 9-16,1-2-7 0,-1 0 2 0,-2-2-6 15,0 0 5-15,2-5-4 0,-3-16 6 0,-1 1-3 16,1-2 6-16,3 0 3 0,-4 0-7 0,-10 0 5 16,4-2-12-16,5 0 7 0,5 0 0 0,2-6 2 15,2 4 0-15,4-5-5 0,1-1 2 0,4 1-4 16,0-2 4-16,4-3 1 0,0 1 1 0,4-2 1 16,1 6-2-16,-11 1-1 0,23 3 1 0,3 5 0 0,4 1 9 15,0 5-7-15,0 1 0 0,0 6-1 0,-4 2 6 16,1 5-7-16,-3-17-2 0,-9 14-2 0,-2 3 5 0,-3 4 3 15,-8 2 6-15,-3 2-3 0,-7-4 7 0,5 7 2 16,7 19 5-16,-6-2-1 0,-3 2 8 0,-6 6-6 16,-5-6-6-16,-4 2 2 0,-4-2-5 0,2-2-3 15,-15 0 4-15,-4 0-3 0,1-7-1 0,1 0 3 16,-1-6-9-16,-1-2 7 0,6 2-9 0,2-2 4 16,2 1 3-16,3-3-4 0,2 2-9 0,3-3 6 15,2 0-1-15,3-1 5 0,0-3-7 0,3 2-1 16,3-1-4-16,-1 1 4 0,2 4-2 0,-4-1 5 15,-1 4-1-15,0 2 2 0,1 0-10 0,2 2 6 0,2-2-3 16,2 0 5-16,0 2 1 0,2-4-2 0,2 2 5 16,2-2-4-16,-1 0 9 0,3-1-5 0,3-1-1 15,7 0-1-15,5-1 2 0,4-3 3 0,1 1-3 16,0-1 1-16,-6-1-8 0,-3 0-1 0,3-1 4 16,-1-1 0-16,3 0 2 0,-2 2-7 0,-11-2-1 0,4 0-3 15,-8-1-12-15,1 3-14 0,1-2-6 0,-7 2-5 16,2-2-51-16,-2-1-90 0,-2 1-4 0,7 4-33 15,-3-2-82-15</inkml:trace>
  <inkml:trace contextRef="#ctx0" brushRef="#br0" timeOffset="107584.91">18566 11413 1072 0,'0'0'21'0,"0"0"2"0,0-2-3 16,0 0-8-16,0 0-1 0,0 0-7 0,0 0-5 16,0 0 1-16,0 2-1 0,0 0 1 0,0 0 5 15,0 0 0-15,0 2 1 0,0 0 9 0,0 2-1 16,-2 9 5-16,-2 7-4 0,0 4-1 0,1 2 9 16,-3 2-12-16,1 0 11 0,-1 2-11 0,0-2-11 0,1 0 8 15,-1-1-9-15,1 3 2 0,1-4 3 0,0-2-3 16,1 2 2-16,-1-2-3 0,2-3-12 0,0 1 1 15,2-5-6-15,0-1-29 0,0 1-76 0,0 0-42 16,0-12-23-16,2 1-242 0</inkml:trace>
  <inkml:trace contextRef="#ctx0" brushRef="#br0" timeOffset="108270.51">19251 11047 1073 0,'-2'-2'10'0,"-2"-7"10"0,-1-4-11 0,3 7-7 16,0 1-2-16,0 1-2 0,0 0-8 0,0 2 12 16,1 0-2-16,-1 2 4 0,0 0-6 0,0 2 3 15,-4 13-1-15,-3 19 1 0,2 1 2 0,1 4 5 16,-1-4 1-16,1 2-1 0,-1 4 1 0,-1-8 1 15,1 3 0-15,-1-7-1 0,1-1-3 0,0-2 1 16,-1-3-6-16,1-3 4 0,-1-1-6 0,1-3-1 16,1-1 5-16,1-2-3 0,1-2 5 0,2-3-6 0,0 1-3 15,0-3-2-15,1-1-7 0,1-1-25 0,0-2 5 16,-2 1-10-16,2 1 25 0,0 0-4 0,0-2 4 16,0 0-6-16,0-2 0 0,0 0 15 0,0-2-2 15,0-2 7-15,0-3 0 0,0-16 4 0,0 3-2 16,0-2 2-16,0-3-7 0,2-4 6 0,-1-3 5 0,1-3 0 15,2-4 18-15,2-6-7 0,1-1-2 0,2-2-2 16,4 3-5-16,2 1 5 0,-2 1 2 0,0 4-1 16,-2 4-2-16,0 5-2 0,2 4 0 0,-1 5 0 15,1 1-6-15,-10 3 7 0,16 1-2 0,3 1 4 16,0 4-3-16,4-1 9 0,-2 3-6 0,2 2 6 16,-3 3-4-16,-1 2-13 0,2-15 3 0,0 8-6 0,-3 5 10 15,-5 3-7-15,3 1 8 0,-10 1-8 0,2 3 13 16,-5-2 7-16,-2 2-4 0,3 7 5 0,2 9 6 15,-5 1-2-15,-4 3 4 0,-2 2-4 0,-5 4-9 16,-4-4-1-16,-4 1-4 0,-2-1 4 0,12 0 0 0,-20 2-7 16,3-2 3-16,0-2-5 0,0 1-5 0,5-7 7 15,-2 3-7-15,4-8 7 0,1 3-6 0,1-5-1 16,1-1 2-16,1-1-3 0,2 0 1 0,2 2 0 16,-1 0-1-16,3 1 0 0,-1-1 2 0,2 2-3 15,1 2 1-15,1-2-3 0,0 1 1 0,-7-1-2 16,1 0 4-16,3-1-3 0,3-3 6 0,0 2 7 15,2-2-2-15,2 1 3 0,0-3-7 0,3 2-1 16,-1-3 2-16,5-1-2 0,13 1 3 0,1-2 6 0,5-1-7 16,-1-1 6-16,5 0-11 0,-4 0 1 0,-2 15 2 15,-2-6 0-15,-2-4-11 0,1-1-1 0,-1-1-12 16,-5-1 7-16,-1-2-29 0,-3 0-10 0,-3-2-20 16,1 2-8-16,-2-2-173 0</inkml:trace>
  <inkml:trace contextRef="#ctx0" brushRef="#br0" timeOffset="108674.42">19854 11355 1300 0,'0'0'17'0,"0"-2"3"0,0 0-4 15,-2 0-16-15,2 1 0 0,0-1-33 0,0 0 22 16,0 0-3-16,2 0 8 0,2 0-2 0,11-7 8 16,13-4 1-16,-2 4 2 0,-2 3-2 0,0 1-4 15,0 1 4-15,-4 2-2 0,1 0 1 0,-6 2 6 16,-2 2-9-16,-2 2 8 0,-4-1 1 0,-1 1 3 16,-2-2 5-16,7 13-3 0,-2 2 6 0,-3-1 0 15,-5 1-3-15,-1 2 3 0,-1 1-2 0,-5 0 5 0,-3 1-7 16,-4-1 5-16,11 1-7 0,-20 1-5 15,-3-2 6-15,3-1-7 0,-2 1 6 0,2-7-1 0,1 2-1 16,1-5-1-16,1-1-2 0,8-4-5 0,0 1 1 16,4-2-2-16,5-1 0 0,-2 1 2 0,0-2 1 15,1 2 1-15,-1-1-2 0,2 1 9 0,0 0-6 0,0-2 6 16,1 0-4-16,1-1 1 0,0 1 0 0,1 0-1 16,1 0-5-16,6 0 4 0,16 3 0 0,4-1 1 15,-1-4 0-15,5 0-5 0,3-2-1 0,2-1 0 16,4-3-1-16,0-1-12 0,2-1 1 0,3-1-7 15,-5 1-21-15,6 1-184 0,1 0-75 0</inkml:trace>
  <inkml:trace contextRef="#ctx0" brushRef="#br0" timeOffset="109436.81">21776 10729 719 0,'-2'-2'66'0,"0"1"-70"0,0-3 69 15,-11-17-33-15,12 5-21 0,-16-1 4 0,2 4-2 16,0 2 2-16,0 2-7 0,-1 1 13 0,-3 1-3 15,-3 3 7-15,-2-2 4 0,-1 3 5 0,-1 1 6 0,-5 0-2 16,-8 0 4-16,0-18 4 0,-2 7-5 0,-4 5 4 16,5 6-12-16,-7 2-4 0,3 4 1 0,1 4-3 15,-3 3-9-15,5 2-8 0,0 3 0 0,4 3-3 16,5 0 0-16,6-3-3 0,4-6-4 0,5 14 1 16,2 2-1-16,6-4 0 0,2-2 0 0,1-1-1 15,2 0-5-15,-9-1-2 0,6-3 6 0,3-2-3 16,2 0 19-16,2-6-10 0,0 3 6 0,2-5-8 0,2 1 3 15,7-2 0-15,17 14-5 0,5-7 2 0,3-7-3 16,3-4 1-16,1-6 3 0,-1-5 0 0,6-2 0 0,-1-2-2 16,1 1 2-16,0-1 0 0,-6-2 3 0,0 0-2 15,-6 4-4-15,-1 0 1 0,-5 0-5 0,-4 2 8 16,-5 2-3-16,-7 3 5 0,1-1-6 0,-9 5 2 16,3-2 2-16,-2 2-2 0,-1 1-2 0,1-1 3 15,0 0-4-15,-2 0 3 0,-1 0 3 0,1 0 9 16,0 2-1-16,0 0 2 0,0 2-11 0,-2 0 0 15,0 2-1-15,0 14 1 0,-4 6 2 0,0 4-8 16,-1 2 2-16,-1 3-4 0,3 1 9 0,-1 3-5 16,2 2 3-16,0-2-4 0,2 2-2 0,0 4 5 0,0-4 0 15,0-2 1-15,-2-4-8 0,0 1 9 0,-1-5-8 16,-3 1 8-16,1-2-8 0,-3 0 9 0,-1-2 0 16,-2-2 4-16,-2 0-3 0,3-7-3 0,9 0 4 15,-16-4-3-15,-4-4 8 0,-3-2 2 0,2-1-5 0,-4-4 3 16,4 13-5-16,1-6 0 0,3-4 0 0,-5-1 1 15,3-4 3-15,0 0 22 0,1-4-3 0,10 3 9 16,-4-5-2-16,4 0-12 0,1 5 5 0,3-20-8 16,3 3-4-16,-13-3-9 0,6 1-2 0,3-3-1 15,2-1-5-15,4 2 0 0,0 2-1 0,4-3 1 0,2 7 3 16,3-7-9-16,0 5 1 0,0 3-5 16,-5 2-5-16,18 4 6 0,4 5-1 0,-5-2 3 15,5 4 3-15,0-14-15 0,-8 6 4 0,6 5-8 0,-5 1-4 16,1 2-42-16,6 2-15 0,-3 0-12 0,3 4-84 15,-2 2-49-15,-2 1-21 0</inkml:trace>
  <inkml:trace contextRef="#ctx0" brushRef="#br0" timeOffset="110027.52">21947 11270 826 0,'-2'-2'41'0,"0"0"70"0,0-2-71 0,0 0-1 16,2 3-7-16,-2-3 2 0,1 0-24 0,-1 0-9 0,0 3 3 16,0-1-4-16,0 0 8 0,0 2 4 0,0 0-2 15,1 2 3-15,-3 1-6 0,-5 9 5 0,7 10 2 0,-8-4 1 16,-1 3 7-16,4-3-6 0,-1-1 5 0,1-2-5 16,0 0 7-16,1-4 13 0,-1 2-11 0,-1-4 10 15,3 1-15-15,-1-3-6 0,2 0 0 0,-1-3-3 16,3 2-8-16,0-4 5 0,0-1-3 0,2 1 2 15,-3 2-6-15,-1 0 29 0,0-1-2 0,2 1 12 16,0-2 12-16,1 0-34 0,-1 0 0 0,0 0-13 0,0-2-12 16,0 0 8-16,2 0-2 0,0-2 3 15,0 0-2-15,0 0-3 0,2-2 3 0,0-3-2 0,3-10 0 16,3 2 2-16,-1 0-2 0,4-3 2 0,0 1-5 16,-9-1 0-16,17 3-2 0,-1 2 0 0,-1 3-9 0,0 3 12 15,-2 0 1-15,-2 3 3 0,0 0-5 0,2-7-1 16,-6 5 1-16,0 3-2 0,2 1 1 0,-3 2 6 15,-1 0-3-15,-5 0 3 0,2 2 0 0,1 5 3 16,5 10 5-16,-5-4-1 0,-1 0 3 0,-4 0-4 16,0-2 1-16,0-2 0 0,0-3 3 0,0-2-2 15,0-3-3-15,0 1 2 0,0 0-7 0,0 0 6 16,0 2-2-16,0-1 3 0,0 1 0 0,-2-2-2 16,2 0 0-16,0 0-2 0,0 0-8 0,0-2 3 0,0 0-8 15,0-2 8-15,2 0 0 0,0 0-1 0,1-2 2 16,3-3-2-16,0-6-1 0,8 0 1 0,-1 2 2 15,0 1-2-15,-1 1-4 0,-5 4 3 0,-1 3-3 16,3-6 4-16,-5 6 4 0,3-1 1 0,2-1 0 16,-3 2-1-16,7 2-9 0,-4 0 8 0,0 0-1 0,3 2 4 15,-5 0-1-15,0 2-5 0,3 1 1 0,-3-1-2 16,2 3 5-16,-3-3-3 0,0 9-5 0,-1-2 1 16,-1-2-8-16,0 3-94 0,-3-3 1 0,5-2-43 15,-2 1-83-15</inkml:trace>
  <inkml:trace contextRef="#ctx0" brushRef="#br0" timeOffset="110463.02">23089 10597 1171 0,'0'-1'17'0,"0"-1"35"0,-4-17-38 0,2 8-15 16,2 4 5-16,0 3-8 0,0 2 11 0,0 0-10 16,0-2-6-16,0 1 0 0,0 1 1 0,0 0 10 15,0 0 2-15,-2 2 1 0,0 2-5 0,1 0 8 0,1 0 1 16,-10 24 1-16,1 0-2 0,0 5-3 0,-1 3-4 16,1 1 2-16,0 0-5 0,1 4 6 0,3 0 3 15,-1 2 0-15,1 0-5 0,1-2 0 0,0-4-3 0,2-1 1 16,1-1 0-16,1-3 4 0,0 0 3 15,1-4-2-15,1-2-4 0,0-8 5 0,0-1-1 0,0-4 5 16,0 0 13-16,0-3 1 0,-1-1 0 0,1-1-1 16,-2-4 2-16,2 1 7 0,2 1-3 0,0-2 5 15,3 0 1-15,8 0-10 0,3-4-2 0,3-7-3 16,1 5-5-16,4-26-1 0,4-3 3 0,1-4-2 16,1-8 5-16,1 1-3 0,3 3 2 0,-1 0-2 15,-2 4 2-15,-3 3-7 0,-4 3 0 0,-2 8-3 16,-3 3-5-16,-5 3-3 0,-5 6-1 0,-5 2 0 0,-4 3 0 15,0 3-3-15,-2 1-8 0,3-2-2 0,-1 0-58 0,0 1-77 16,0 1-7-16,-2 0-28 0,-2 2-69 0</inkml:trace>
  <inkml:trace contextRef="#ctx0" brushRef="#br0" timeOffset="110820.32">23740 11130 953 0,'0'0'92'16,"-2"0"197"-16,1 0-283 0,-1 0-7 0,-4 2 0 15,-18 9-1-15,6 2 4 0,-3-5 4 0,6 14-2 16,2-2 3-16,-3-5-4 0,4 2 3 0,1-4 0 0,6 0 1 16,-1 0-7-16,1-2 3 0,-3-3-3 0,4-5 3 15,3 1-10-15,-3 0 7 0,2-1-4 0,0 1 5 16,0-2-1-16,0 0-5 0,1 0-4 0,-1 0-2 15,0-2-8-15,0 0 4 0,2 0 6 0,0-2-3 16,2 0 7-16,2-2-5 0,16-9 3 0,4-7-3 16,-2-3 1-16,-5 5 7 0,2-1-6 0,-4 8 8 0,1 4-1 15,-1-4 0-15,-6 5 4 0,-1 2-1 0,-4 4 5 16,1 0-2-16,1 0 4 0,-3 0-3 0,5 4 3 16,-3 0-1-16,-1-1-3 0,2 14 5 0,-5 0 8 0,1-6-1 15,0 4-1-15,6-6-1 0,-3 0 2 0,1 1-4 16,-3-3 3-16,-1-1-5 0,0 1 2 0,-2-3-12 15,0 0 6-15,0-1-9 0,0 1-18 0,0-2-79 16,-2 2 2-16,-1-3-31 0,-18 12-39 0,3-5-88 16</inkml:trace>
  <inkml:trace contextRef="#ctx0" brushRef="#br0" timeOffset="110977.83">23562 11093 163 0,'0'-2'88'0,"0"1"-62"15,0-1 85-15,0 0-29 0,0-2-50 0,0 2 5 0,4-7-6 16,0 2 3-16,1 1-13 0,21-5-4 0,0 2-1 15,6-1-2-15,-3-5-12 0,5-1 3 0,5 5-2 16,-2-6 2-16,-2 6-3 0,2 0-8 0,-1-4-8 0,1 2-2 16,-2 0-35-16,2-2-26 0,4 4-9 15</inkml:trace>
  <inkml:trace contextRef="#ctx0" brushRef="#br0" timeOffset="111165.74">24507 10744 58 0,'2'0'30'0,"0"0"-7"0,9 0 34 0,4 0-5 15,2 2 9-15,-6 0 5 0,-4 0 17 0,-1 0-6 16,-4-2 48-16,5 9-43 0,2 8 3 0,-1 3-16 15,-6 4-5-15,-2 2-4 0,-6 2 1 0,-5 0 2 16,-2 0 37-16,0-2 4 0,-4 5 3 0,4-5-4 0,0 0-17 16,0 0-22-16,2-3 2 0,0-3-10 0,0 2-22 15,1-1-19-15,1-1 0 0,4-3-5 0,1-2-4 0,0-1-7 16,0 1 1-16,3 0-3 0,-1 0-1 0,0-4-3 16,0 0-10-16,0 0 1 0,0-1-59 0,2-3-155 15,-2 1-19-15</inkml:trace>
  <inkml:trace contextRef="#ctx0" brushRef="#br0" timeOffset="111948.97">17405 12471 1017 0,'-2'-2'22'0,"0"0"40"15,-1 0-45-15,-14-3-11 0,4 1 4 0,0 0-5 16,-4 1 1-16,4 1-3 0,2 2 1 0,2 0 1 16,2 0 7-16,-3 0 2 0,1 0 1 0,-2 0 2 15,2 0 10-15,-3 2 3 0,3-1 8 0,2-1-4 0,1 0-2 16,2 0-15-16,1 2-8 0,-1 0 0 0,0 0-13 15,2 0 8-15,1 0 2 0,1 0 4 0,0-1 9 16,1 3-14-16,22 9 2 0,27 6-7 0,4-6 5 0,14-4-5 16,7-5 1-16,4-2-3 0,7-2-1 15,3-2 7-15,11-4-4 0,17-1 5 0,11-1-5 0,10 1-1 16,1-4 4-16,-2 0-3 0,6-1 5 0,17 1-4 16,5 0 1-16,6-2-2 0,0-2-2 0,7 2 4 15,6-1-3-15,0 2 3 0,3 1-5 0,-1 0 3 16,2 0 0-16,1 2 2 0,2 1-2 0,6 1 0 15,-4-1 2-15,0 3 1 0,-2-3 3 0,-1 1-6 16,-6 1 1-16,-4-1-1 0,0 1 3 0,-6 1 0 16,-1-1 1-16,-2 1-2 0,-2-1 2 0,-10 1 6 15,3-1 0-15,-4 2 2 0,-2-1-4 0,-10 1-4 0,-12 0 0 16,-4 1-1-16,-4 3 2 0,-3-4-2 0,-10 4 5 16,-11-4-4-16,-9 2 4 0,-11 0-2 0,-4 2-5 15,-9 0 4-15,-4 0 0 0,-4 2-3 0,-7-2 2 0,-12 0-4 16,-8 0-2-16,-3 0-1 0,-7 0 0 0,-1 0-1 15,-8 2-5-15,-12-2-108 0,-1 0-16 0,2 0-52 16,-2 2-247-16</inkml:trace>
  <inkml:trace contextRef="#ctx0" brushRef="#br0" timeOffset="112666.33">18196 13084 1306 0,'0'0'9'16,"-2"0"3"-16,0 0-4 0,1 1-10 0,-1-1 3 15,-15 12 1-15,-5 28-2 0,-2 7 3 0,-4 5-3 16,-2 4 0-16,0 1 6 0,4 4-1 0,-3-7 3 15,3-4 5-15,0-3-1 0,2-8 5 0,5-4-4 16,2-5 1-16,1-8 4 0,4-5-7 0,1-1 6 0,4-4-14 16,-1-1-3-16,5-4 3 0,-3-3-2 0,2-2 3 15,3-2-4-15,-3 2 0 0,2-2-2 0,-2 1 0 16,1-1 2-16,1 0 0 0,0 0 1 0,-2-1-5 16,0-3 3-16,-9-18 0 0,2-14 1 0,6-3 4 0,5-3-4 15,0-5-1-15,3-3-1 0,5 0 8 0,1 0-7 16,4 2 7-16,2 1-7 0,4 1 4 0,-1 3-1 15,4 0-2-15,-14 4 1 0,27 4 1 0,2 0-1 16,4 3 2-16,4 3-3 0,-1 3 0 0,3 5 1 16,-12 4-2-16,-5 6 2 0,-10 8-2 0,-5-9-1 15,2 5 2-15,-6 5 0 0,4 2 10 0,-10 0 15 16,-1 2-3-16,-2 2 7 0,11 25-2 0,-10 1-19 0,-6 2 8 16,-8-1-10-16,-6 3 9 0,11-1-7 0,-23 2 2 15,-1-3-4-15,-4-2 2 0,7-4 3 0,1-2-4 16,3-2 4-16,3-2-2 0,3-1-6 0,-1-2 1 15,5-1-3-15,5 1-1 0,3-6-1 0,-6 4 1 16,5-4-1-16,2 0-3 0,2 4 2 0,2-2-3 0,2 0 4 16,4 2-1-16,1-2-1 0,6 0-2 0,19-4 0 15,5-3-8-15,-6 1-3 0,5-1 2 0,-1-2-4 16,4 5-15-16,-2-7-11 0,-5 2-6 0,-3 3 1 16,-6 8 0-16,-3-4 12 0,1-2-5 0,-5-3 0 15,-1-4-60-15,4 0 0 0,-3-2-24 0,3-4 13 16,1-2-71-16</inkml:trace>
  <inkml:trace contextRef="#ctx0" brushRef="#br0" timeOffset="112818.8">18614 13384 351 0,'0'0'56'0,"0"0"75"0,0 0-31 15,0 0-26-15,0 0-5 0,0 0-10 0,0 0-45 0,0 0-2 16,0 0 1-16,0 2-1 0,0 0 5 0,0 2 9 16,0 7 0-16,-2 13 5 0,2 2 10 0,0 0 0 15,0-4-3-15,0 3-1 0,-2-5-16 0,2-1-11 16,0 1 2-16,0-1-5 0,0 1 1 0,0-1-6 15,0-3-4-15,0-1 0 0,0 0-9 0,0-4-55 16,0-2 5-16,0-3-35 0,0-2-123 0</inkml:trace>
  <inkml:trace contextRef="#ctx0" brushRef="#br0" timeOffset="113011.54">18963 13457 566 0,'2'0'58'0,"0"-2"-10"0,1 0-2 0,5-2 15 0,22-10-32 15,1-1 6-15,3 0 20 0,1 0-6 0,4 2 9 16,2-2-16-16,0 4-4 0,-1 0 2 0,5 0-4 16,-4 1-17-16,-2 3-10 0,0 1-7 0,-2 3 3 15,-4 1-5-15,-1 0-1 0,-1 0-1 0,-5 2-1 16,2 0-3-16,-7 0-12 0,1-2-8 0,-7 0-7 16,-6 1-66-16,2-1-240 0</inkml:trace>
  <inkml:trace contextRef="#ctx0" brushRef="#br0" timeOffset="113205.86">19505 13134 776 0,'0'0'108'0,"0"0"5"0,-2 0-40 16,0 0-17-16,1 0-39 0,-1 2-19 0,0-1 7 16,0 3-5-16,-7 17 6 0,-1 6-5 0,1 7 5 15,0-3 0-15,0 1 1 0,-1 5 3 0,1-2 5 16,0 4-3-16,-2 4 1 0,1-2-11 0,3-2-7 15,-1-4 3-15,3-3-5 0,1-2 6 0,2-6-44 0,2 0-1 16,0-9-17-16,0-8-17 0,2 1 12 0,0-5-30 16,2 1 17-16,5 1-69 0</inkml:trace>
  <inkml:trace contextRef="#ctx0" brushRef="#br0" timeOffset="113706.59">20406 12961 797 0,'-2'0'85'0,"0"0"172"0,-2 0-246 15,-7 0-4-15,-2 2-5 0,-5 7 3 0,-1 4-1 16,4 0 7-16,-3 13-1 0,-1 4 3 0,2 0 5 16,1 3 7-16,-3 2 5 0,2 2 0 0,-1 2 7 15,3 2-18-15,0-2 0 0,6 0-5 0,-2-3-7 0,3-5-3 16,3-3-2-16,1-4 0 0,2-2 2 0,-9-5-5 15,3-4-2-15,5-4-4 0,-1-1-14 0,2-4-26 16,0-1 12-16,0 1-13 0,1-2 47 0,1 0-8 16,0-2 0-16,0 0-5 0,0-2-8 0,0-7 13 15,5-27-1-15,1 3 5 0,-1-2 4 0,3-3-1 16,-1 1 3-16,2-2-1 0,3 0-5 0,-1 2 4 16,2 0-1-16,0 5 2 0,0 3 7 0,2-1-5 15,1 2-2-15,-14 4 0 0,22-2 0 0,0 4 0 0,1 5 4 16,1 2-2-16,-4 4-2 0,4 6 8 0,-4-5-7 15,-1 8 8-15,-1-12 2 0,-7 6-4 0,6 3 4 16,-5 5-4-16,1 0 10 0,0 3 2 0,-7 1 0 16,-5-2 1-16,10 16 3 0,-4 3-3 0,-3-1 7 0,-4 1-6 15,-2 1 4-15,-4 2-6 0,-1 0-3 0,-5-2 2 16,1-1 0-16,0-3 2 0,0-3-3 0,1 0 1 16,1 0-11-16,1-4 10 0,1 2-1 0,1-2 3 15,0 0-1-15,0 2-4 0,3-1-1 0,1-1-2 16,1 0-3-16,1-4-1 0,2 3-3 0,-2-5 1 15,2 1-12-15,16-3-3 0,8-1-4 0,0 17 0 16,-2-8-18-16,3-4-13 0,-1-3 3 0,0-2-7 0,-2-2-8 16,-2-2-165-16,-3 0-20 0</inkml:trace>
  <inkml:trace contextRef="#ctx0" brushRef="#br0" timeOffset="114055.62">20922 13319 1108 0,'0'-1'29'0,"0"-1"72"0,0-2-96 0,0 0-1 15,0 2 2-15,2-5-2 0,3-2-2 0,-1 3 6 0,5 2 0 16,10-9 1-16,-2 4-8 0,-3 5 2 0,1 3 0 16,0 1 3-16,-2 1 1 0,-2 3 9 0,-5-2 0 15,-2 0 3-15,10 18 8 0,-4 3-1 0,-5 1 1 16,-5-2-1-16,-2 2 0 0,-3 0-3 0,-3-5-3 15,1-1 1-15,0-1-7 0,1-8 4 0,-1 4 2 16,-1-1 1-16,3-5 3 0,-1 2-16 0,0-1 1 0,1 1-7 16,1-2 0-16,0 3-2 0,1 1 0 0,3-6 0 15,0 7 1-15,0-5-4 0,2 2 4 0,-1-5-2 16,5 2 17-16,27 14-15 0,8-7 3 0,4-6-6 16,3-7-6-16,8-9-12 0,-4-4-4 0,3-4-2 15,-1 1-10-15,-7-3-21 0,-1-1-15 0,-7 1-11 0,0-3-145 16</inkml:trace>
  <inkml:trace contextRef="#ctx0" brushRef="#br0" timeOffset="114240.81">21824 13292 1100 0,'0'0'111'0,"0"-2"3"0,0 0-39 16,0 0-10-16,0 0-44 0,0 0-25 0,0 0 3 15,2 1-6-15,2-1 7 0,24-11 1 0,11 0 1 16,3 2 2-16,5-1-1 0,1 1 7 0,4 0-8 0,-2 0 1 16,-5 2-3-16,-4 1 0 0,-2 1-8 0,-8 1-5 15,-3 1-4-15,-4 1-32 0,-11 2-111 0,-2 0-22 16</inkml:trace>
  <inkml:trace contextRef="#ctx0" brushRef="#br0" timeOffset="114425.54">22077 13102 945 0,'0'0'56'0,"-2"0"-57"0,0 0 55 0,0 2-23 0,-2 0 1 16,4 0 24-16,-9 24-8 0,4 2 8 0,-3-1-32 16,6 1-15-16,-9-2 3 0,4 4-7 0,-3 0-5 15,7 5-7-15,-3 6-4 0,-3 2-7 0,7 1-67 16,-7 1-283-16</inkml:trace>
  <inkml:trace contextRef="#ctx0" brushRef="#br0" timeOffset="115064.05">23148 12634 1237 0,'-2'-2'11'16,"0"1"1"-16,0-1 2 0,-1 0-6 0,-3 2 0 16,-9 0-9-16,-1 5-4 0,4 3 5 0,-2 10-4 15,3 20 8-15,-2-3-1 0,-4 2 1 0,4 2-1 16,0-2-1-16,2 2 10 0,0-5 0 0,-4 3 4 15,-2-4 6-15,-5 2-8 0,5-1 1 0,2-1-3 16,2-1-2-16,4-1-6 0,-4-3-2 0,7-4-1 0,-1 0-2 16,-1-5-2-16,7-4-2 0,-11 0 1 0,7-6 0 15,1-2-21-15,2-3 2 0,0 0-11 0,1 0-7 0,-1-3-11 16,0 1 0-16,0-2-1 0,0 0 15 0,0-2-50 16,2-1 29-16,0-18-32 0,2-8 52 0,4-1 22 15,1-2-9-15,4 3 15 0,2-5 6 0,2 1 4 16,2-2 4-16,0-4-1 0,-1 0 1 0,1-2 4 15,2-8 0-15,-1-1 4 0,3-2 16 0,-5 2-8 16,3 2 4-16,-1 5-4 0,1 6 13 0,0 5-11 16,-16 6 10-16,23 6-11 0,2 1 7 0,-2 6 12 15,2 6-10-15,-4 1 10 0,2 3-15 0,-2-12 3 16,-5 7-7-16,3 5 3 0,-2 3-16 0,-8 2 16 16,2 3-3-16,-8-1 7 0,3 9 0 0,8 22 2 0,-11 0 1 15,-10 3-1-15,-7-1-11 0,-10 2-3 0,14 3-1 16,-34-3-1-16,0 4-7 0,-2-6 8 0,4-5-3 15,6-6 5-15,1-9-4 0,6-6 1 0,6-2-2 16,2-3 2-16,3-1-6 0,4 3-6 0,3-1-1 0,4 0 0 16,1 3-4-16,1-3 3 0,0 2-2 0,-5 1 2 15,-1 1-3-15,3 4 17 0,3-2-7 0,2 0 10 16,2-2-11-16,1 0-3 0,5 0 6 0,-5 0-6 16,23-2-3-16,0 1 8 0,4-3-3 0,5-1 7 15,4-3-7-15,-3-1-8 0,4 21-8 0,-2-12 1 16,1-6-18-16,3-3-44 0,1-2-32 0,0-2-18 0,-4-1-224 15</inkml:trace>
  <inkml:trace contextRef="#ctx0" brushRef="#br0" timeOffset="115459.86">23584 12989 985 0,'0'-2'63'0,"0"0"-31"16,-1-1 49-16,1 1-11 0,-4-8-57 0,2 3-4 16,0 1 3-16,2 3-6 0,0-1-4 0,0 2 2 0,2-3 2 15,-2 3 0-15,2 2 7 0,18-15-11 0,3 6 3 16,-3 3-5-16,-3 4 7 0,-1 2 0 0,-3 2-1 16,-5 0 2-16,-1 2 1 0,-5 3 11 0,15 17 1 15,-8-2 2-15,-3 3-12 0,-6-1 5 0,-6 0-2 0,-3-2 4 16,-4-2-7-16,11-3-1 0,-22-2-4 0,3-2 2 15,5-2-5-15,5-2 1 0,-1-1-3 0,7-4 1 16,3-1-9-16,-2 3 7 0,2-2-4 0,-1 3 4 16,1-1-11-16,0-1 3 0,2 3 1 0,0-1 2 15,2 2 3-15,5 6-2 0,3 0 4 0,1 5-3 0,2 5 4 16,0-1 6-16,0 4-4 0,0-2 3 16,-2 0-7-16,0 1 8 0,-2 1-3 0,-1 0 6 0,-3-4 0 15,-3-5-3-15,-2-6 3 0,0-4-3 0,0-3 8 16,-2-1-6-16,0-1 2 0,-9 5-4 0,-5 2-5 15,-7-1-3-15,-1-3-5 0,7-5-2 0,-5-2-24 0,9 0-31 16,4-2-13-16,1-2-9 0,3-1-80 0,-10-17 17 16,6-1-22-16,5 1 12 0,8-4-109 0</inkml:trace>
  <inkml:trace contextRef="#ctx0" brushRef="#br0" timeOffset="115763.51">24624 12463 666 0,'-2'-1'127'0,"0"1"250"0,-20-2-332 0,0-9-21 0,1 3-3 15,-5-8-3-15,2 6-4 0,0 7 6 0,-6 4-3 0,-1 7 6 16,1 5 2-16,-3-11 10 0,-1 33-5 0,5 6 4 16,-1 3-19-16,4 8 5 0,4 2-4 0,3 6 4 15,4-3 2-15,2-3-3 0,4-2 5 0,2-9-5 16,1 1 0-16,-16-3-5 0,11 0 3 0,7-2-5 15,6 2 1-15,5-2 0 0,6-2-2 0,2-2 1 16,2-1-7-16,1-3-7 0,-16-1-1 0,22-2-4 16,-9-6-6-16,2-3-11 0,3-3-2 0,-5-6-5 15,2 1-14-15,-2-8 5 0,-4 7 1 0,0-5 0 0,8 1-18 16,1-4-46-16,-2-4-3 0,7-4-14 0,-5-3-22 16,0-4-53-16,3 7-27 0</inkml:trace>
  <inkml:trace contextRef="#ctx0" brushRef="#br0" timeOffset="115980.49">24893 12852 1348 0,'0'0'13'0,"0"0"8"0,-1 0-5 16,-1 1-15-16,0 3 6 0,-9 17-2 0,-4 10 9 15,2-1-1-15,2-2 7 0,0-2 18 0,3-2 0 0,1-2 2 16,1-3-3-16,2-1-12 0,3-1-13 0,-1 1-1 15,0 1-4-15,2-2-7 0,-2-1-1 0,0-1 1 16,0-4-2-16,0 1 0 0,1-3-22 0,-1-2-23 16,0-1-7-16,0-1-137 0,0-1-100 0,2-2-51 0</inkml:trace>
  <inkml:trace contextRef="#ctx0" brushRef="#br0" timeOffset="116146.96">25248 13089 1331 0,'0'0'22'0,"2"-2"1"16,0 0-8-16,1 1-1 0,23-12-8 0,12 0 11 15,4 0-8-15,1 2 3 0,3-2-6 0,-1 1 0 16,1 3-10-16,-1 2 3 0,-4-3-6 0,1 1 3 0,-1 0-17 16,-4 1-3-16,-5 1-7 0,-8 1-17 0,-3 3-23 15,-7-1-28-15,-2 0-12 0,-5 2-230 0</inkml:trace>
  <inkml:trace contextRef="#ctx0" brushRef="#br0" timeOffset="116384.64">25566 12744 1058 0,'0'0'52'0,"0"0"-3"0,0 0-20 0,0 0 2 0,0 0-27 16,-2 2-1-16,0 1 3 0,-4 14 6 0,-5 13-2 15,0 5 21-15,4-3 14 0,1-1-2 0,0 1 4 16,1-2-5-16,1-1-21 0,2 3 5 0,0-4-12 16,2 3 0-16,0-3-11 0,2 0 6 0,0-2-7 15,0 0 6-15,0 0-14 0,0-6-2 0,0 1-6 16,-1-3-23-16,-1-5-128 0,0 0-4 0,0-3-55 16,0-3-146-16</inkml:trace>
  <inkml:trace contextRef="#ctx0" brushRef="#br0" timeOffset="116646.94">26206 12783 962 0,'-2'-2'189'0,"0"0"38"0,1 0-91 15,-1 0-93-15,-2 1-22 0,0-1-34 0,-1 2 8 16,-8 2 1-16,-4 7 3 0,0 2 2 0,6 28 5 15,-6-2 3-15,4 0 2 0,-1 2 23 0,-1-3-3 0,4 3 4 16,-2 1-5-16,0 1-9 0,-2 2-5 0,2 0-3 16,0 1 1-16,0 1-8 0,0-6-1 0,2 2-2 15,3-6 0-15,6 0-5 0,-5-3 1 0,-1-10-3 16,1-2 1-16,-4-5-9 0,3-5-2 0,1 1-15 16,0-8 0-16,3 3-92 0,-5 1-86 0,3-3-38 0</inkml:trace>
  <inkml:trace contextRef="#ctx0" brushRef="#br0" timeOffset="117049.14">25993 12521 1395 0,'0'-2'12'0,"0"0"3"0,1 0-10 16,1 1-5-16,0-3-5 0,2 0 2 0,16-9 1 15,16-2 1-15,-3 6-1 0,0 2-7 0,-5 1 13 16,-2 4-1-16,0 2 4 0,-2 0-8 0,-1 2 4 16,-3 2-3-16,-1 3 5 0,-6-1-4 0,-6-1 0 15,-1 6 5-15,8 10-2 0,-4-1 14 0,-5 1 1 16,-5-1 2-16,-3 1-1 0,-7-1 5 0,-5 4-5 16,10-2-4-16,-19-7 0 0,2 2-8 0,-1-11-2 0,7 3-1 15,3-2-1-15,3-3-7 0,7 3-2 0,1-3 2 16,0 0-2-16,0 0 1 0,-2 1-9 0,1 3 0 15,1-3-1-15,2 1 7 0,0 1-4 0,2-1 6 16,1-1-3-16,16 6 8 0,3 2-1 0,0 0 0 16,1 8 0-16,-3-4 3 0,0 1 3 0,1 3 4 0,-4-1-1 15,-1 2 17-15,-1-5 8 0,-2 0-4 0,-5-6 4 16,-3-2-15-16,-3-1-6 0,4-1 6 0,-5-3-4 16,1-1 22-16,-2 1-15 0,0 0-1 0,-2 0-5 15,-1-1-3-15,-20 10-12 0,-14 0 5 0,0-5-9 16,0-5-7-16,7-3-53 0,1 0-11 0,5 0-17 15,5 0-72-15,6 0-59 0,2-1-32 0</inkml:trace>
  <inkml:trace contextRef="#ctx0" brushRef="#br0" timeOffset="117364.31">26839 12261 1265 0,'0'-2'38'0,"-2"-1"76"0,1-3-89 0,-1-5 9 16,0 3-3-16,2 3 3 0,0 1-20 0,0 0-5 16,0 3-7-16,0-3 1 0,0 0-8 0,0 0 5 15,2 3 3-15,0-1 2 0,1 2 12 0,10 0-7 0,10 3 3 16,-1 5-6-16,2 5 4 0,0-6-4 0,0 29 1 16,0 3-1-16,0 7-1 0,2 8 2 0,-3 5-1 15,-5 6 1-15,-3-2 6 0,-2 2 18 0,-4-3 1 16,1-5 5-16,-1-1 6 0,-5-12-16 0,-1 1 1 0,18-12-7 15,-10 1-17-15,-5-4 9 0,-5-3-6 0,-1-1 7 16,-5 0-7-16,-3-3 2 0,-5-1-4 0,-1-2 1 16,-24 1-17-16,-2-3-54 0,-5-3-11 0,0 0-21 15,1-4-90-15,-1-2-200 0</inkml:trace>
  <inkml:trace contextRef="#ctx0" brushRef="#br0" timeOffset="118761.94">28590 8774 640 0,'0'-2'232'0,"0"0"-313"0,-2-1 273 16,0-1-153-16,1 2-33 0,-3 0 8 0,-2 2-3 15,-18 15 6-15,-6 13-6 0,-1 15 1 0,-3 3 0 0,-3 4 1 16,-5 2 5-16,-3 8 4 0,2 3 1 0,-3 7 1 15,1 10-5-15,-5 0-6 0,0 2-2 0,4-4 1 16,3-11 0-16,4-8-6 0,6-5-2 0,5-8-1 16,5 1-1-16,7-6 3 0,3-2 2 0,3-6-3 15,1-2-7-15,4-1-14 0,-3-6-1 0,4-3-7 16,1-5-33-16,1-6-81 0,-4-3-11 0,3-3-25 0,1-2-56 16</inkml:trace>
  <inkml:trace contextRef="#ctx0" brushRef="#br0" timeOffset="119147.68">28148 8783 870 0,'2'-1'19'0,"0"-3"1"0,13-22-5 16,-13-6-6-16,27 12-3 0,5 3 2 0,5 4-7 15,-2 4 4-15,4 3-5 0,-2-16 8 0,-4 13 0 0,-2 9 3 16,-5 5-2-16,-4 6 3 0,-7 4 4 0,-8 30 7 15,-7 3 0-15,21-1 20 0,-16-3 2 0,-7-1-9 16,-7-2 6-16,-6 0-20 0,-6-4 0 0,0-2 0 16,16-5 0-16,-25-6 0 0,4-2-2 0,-2-3-1 15,0-3 0-15,2-1-9 0,1-2-3 0,3-3-4 0,1-1 1 16,8-4-7-16,4 1 6 0,-1-2-3 0,5-1 3 16,-1 1-8-16,2 0-34 0,0 0 5 0,0-1-14 15,2-1 23-15,0 0 16 0,2 0 3 0,0 0 1 16,2 0 3-16,14 7 5 0,1 0 3 0,-1 0 0 15,-5-1-4-15,0 1 5 0,0 2-6 0,-3 10 5 16,-5 1-3-16,-3 6 6 0,11-10 5 0,-2 3 1 16,-5-6 12-16,-4-6 26 0,-2 0-6 0,0-3 13 0,-2-1 0 15,2-3-20-15,-21 13-2 0,-8-4-7 0,5-7-19 16,-1-2-7-16,-1-2 2 0,6-4-4 0,0 0-4 16,5-1-7-16,4-1-2 0,3 2-4 0,-1 3-21 0,1-14-80 15,3 0-18-15,1 2-28 0,2-6-137 0</inkml:trace>
  <inkml:trace contextRef="#ctx0" brushRef="#br0" timeOffset="119380.79">28815 9186 1519 0,'0'-1'26'16,"2"-3"65"-16,-2 2-85 0,1-2-12 0,-1 2 4 15,19-11-10-15,9-1 0 0,0 4-3 0,0 3-10 16,-8 3 3-16,0 2-22 0,-1 0 9 0,-2 1 5 0,-1-1 2 16,-3 0 16-16,-5 2-12 0,-1-2 0 0,3 0-10 15,-3 0-58-15,2 0-68 0,-1 1-19 0,-1-1-22 16,-1 2-143-16</inkml:trace>
  <inkml:trace contextRef="#ctx0" brushRef="#br0" timeOffset="119488.76">28852 9266 137 0,'-2'0'78'15,"0"0"-5"-15,0 2 22 0,0 0-3 0,1 0-22 0,-1 0-35 16,0 1 19-16,0 1-15 0,2-2 13 0,-2 3-42 16,2 1-3-16,0 1-5 0,2-1 0 0,0 0-25 0,0-3-21 15,18 10-17-15,4-2-8 0,4-5-130 0</inkml:trace>
  <inkml:trace contextRef="#ctx0" brushRef="#br0" timeOffset="120099.67">30248 8951 289 0,'0'0'55'0,"0"-2"-9"0,0 0 45 0,-2-2 8 16,-5-13-11-16,-4-1-7 0,0 1 3 0,-1-1 2 16,-14 1-2-16,0 0-24 0,0 2-14 0,-1 2-15 15,1 4 5-15,0 3-20 0,-4 1 1 0,2 1 5 0,-3-14-4 16,1 6 6-16,-5 3 2 0,-4 7-3 0,1 6 1 15,-6 5-12-15,9 6-8 0,-3 4 1 0,-1 1-4 16,6-1 2-16,-2-17 2 0,7 18-2 0,2 2 2 16,7 1-5-16,4-5 0 0,6 3 2 0,4-5 0 15,3 1 0-15,-8-4-11 0,3 2 4 0,3-2-7 16,2 0 10-16,2-2 0 0,2-2 1 0,2-1 1 16,-2-3 8-16,24-1-8 0,7 0 0 0,6 18-3 0,-7-11-5 15,9-3 4-15,-2-7 3 0,-4-2-2 16,8-5 1-16,-8 0 0 0,-3-1 1 0,-5-2 0 0,-4 1 4 15,-3 1-2-15,-5 1 4 0,-4 1-3 0,-2 1 0 0,-3 0 2 16,0 1 1-16,-5 3 1 0,3-2 5 0,0 0-3 16,0 0-3-16,-1 0 3 0,-1 0-3 0,0 0-3 15,0 1 1-15,0-1-2 0,0 2 3 0,-1 0 1 16,-1 0 1-16,0 2-1 0,0 1-5 0,-1 7 1 16,-5 14 0-16,-1 2 0 0,-1 5 2 0,-1 1-2 15,0 5 0-15,-3 0 1 0,1 2 8 0,-2 6-7 16,0-1 7-16,-2 4-7 0,-1 1 20 0,-3-3-5 15,1-3 2-15,-5-2-3 0,16-4 5 0,-32-6-5 16,2-1 2-16,1-8-3 0,-1-3-4 0,6-4 8 0,3-4-4 16,4-2 6-16,1-5-1 0,7 0-8 0,-1 7-2 15,4-4 0-15,2-3 5 0,2-2 26 0,1-2-5 16,3 0 9-16,-1 0-32 0,4 0 1 0,0 0-6 0,-1-4 5 16,-7-11 1-16,1-3 2 0,4-3 4 0,3-3-3 15,2 4 1-15,3-12-7 0,5 2-1 0,1 1-2 16,4-1-2-16,0 8-9 0,0 1-2 0,-2 3-4 15,13 1-13-15,2 2-3 0,0 4-1 0,0 5-2 16,-3 3-16-16,-3-12-19 0,-1 6 2 0,1 1-7 16,-1 4 7-16,3 3-97 0,2 1-1 0,-4 0-38 0,5 1-38 15</inkml:trace>
  <inkml:trace contextRef="#ctx0" brushRef="#br0" timeOffset="120708.05">30222 9623 782 0,'0'0'43'0,"0"-2"-34"15,0 0 47-15,0 0-18 0,-2 0-22 0,0 2-2 16,1 0 0-16,-1 2 2 0,-2 0 14 0,-2 2-10 16,-7 5 3-16,0-5-6 0,-1 12 2 0,2 1-3 15,1-2 0-15,0 0-1 0,2-2-1 0,0 0 12 0,1-2 0 16,1-2 4-16,1-1 2 0,1-1-8 0,1 1 0 15,2-3-4-15,0-1-10 0,0 0 2 0,2-3-6 16,0 1 4-16,-1-2-1 0,-3 4 12 0,0 0 17 16,0-1-4-16,3 1 34 0,-1-2-43 0,0 0 0 0,0 0-14 15,0-2-7-15,0 0-4 0,0 0-1 0,2 0 0 16,0-2 4-16,0 0-3 0,0 0 0 0,0-2 0 16,0 1-2-16,2-12 0 0,2 2 4 0,2 0-2 15,-1-4-1-15,3 2-7 0,-1-1 1 0,2-3-1 16,2 0 5-16,0-1-3 0,2-2-1 0,-1 3 0 15,-1 4 1-15,-8 6 4 0,12 2-1 0,0-3 3 16,-4 5 0-16,-1 3-8 0,1 0 5 0,-6-2-8 0,3 1 8 16,-3 1 1-16,1 2-2 0,-1 0 2 0,-1 2 2 15,0 1 3-15,1 5 4 0,5 12-1 0,-5-1-2 0,-1 1 6 16,-4-3-4-16,0-4 4 0,0 0-10 0,0-6 4 16,0 1-4-16,0-3 5 0,0 1-5 0,0-2 0 15,0-1 7-15,0 1-5 0,0 0 8 0,0-2 1 16,0-1-6-16,0 1 4 0,2 0-9 0,0 0 0 15,0-2 0-15,-1 0 0 0,16-2-2 0,2-3 0 16,1-5 0-16,-3 1 2 0,5-6 6 0,0 0-6 16,3 2 6-16,-5 2-5 0,0 0 11 0,-5 4 0 15,2-3-3-15,-10 7 0 0,3-1-12 0,1 2 5 16,-2 2-4-16,8 0 3 0,-2 2-10 0,-4 2 11 0,0 1-1 16,-4 1 5-16,1-1-12 0,-3 8 6 0,3 4-2 15,-3-2 3-15,1-2-2 0,-2-2 2 0,-2-2-4 16,-1-1 4-16,3-3-5 0,0 1-9 0,-2-2-4 15,0-1-9-15,1 3-85 0,-1-2-70 0,0-1-25 0,0 1-22 16,-2 0-192-16</inkml:trace>
  <inkml:trace contextRef="#ctx0" brushRef="#br0" timeOffset="121096.57">31175 8977 1300 0,'0'0'13'0,"0"0"0"0,0-2-16 15,0 0 0-15,0 2-12 0,0 0 10 0,0 0 3 16,0 2 1-16,2 1 1 0,-1 20 5 0,1 8-7 16,-2 3 7-16,-3 5-6 0,-5 3 7 0,-7 9 2 15,-1 2-3-15,-5 7 2 0,-3-5-7 0,2-3 2 16,1-3 0-16,6-14 4 0,1-2 6 0,4-8-4 15,3-7-1-15,3-7-3 0,0-1-2 0,1-1 7 16,3-5-2-16,-2 1 4 0,0-1 3 0,0 0-5 16,0-3 4-16,0 1-5 0,1-2-5 0,-1 0 1 0,2-2 4 15,0-1 2-15,0-27 27 0,3-5-13 0,5-2 2 16,5-8-6-16,0 4-4 0,2-3-6 0,3-1 1 16,1 2-1-16,3 2 8 0,-20 1 13 0,20 4 1 15,4 1 4-15,0 5 3 0,-2 1-12 0,2 3 2 0,-3 3-6 16,5 5-7-16,1 1-9 0,-1 6-3 0,4 2-2 15,-6 1-3-15,-4 6-4 0,-4 1 3 0,-5-9-6 16,-1 5-9-16,-5 1 0 0,0 2 1 0,-3 2-2 16,-2 0-14-16,2 2-94 0,-1 0 5 0,-1 2-38 15,2 14-45-15,-4 10-44 0,-4-2-44 0</inkml:trace>
  <inkml:trace contextRef="#ctx0" brushRef="#br0" timeOffset="121517.52">31652 9519 1066 0,'0'-2'39'0,"0"0"-2"15,0 0 25-15,0 0 1 0,0 2-54 0,-2 0 5 16,0 2 0-16,0 2 1 0,-3 3 1 0,-10 16-1 16,0-1 1-16,2 0 0 0,4-3 0 0,-1-1-8 15,3-3-5-15,1-2 2 0,1 0-5 0,1-4 4 16,0 1 3-16,3-3 0 0,-1-1 5 0,2-3-7 15,0 1 2-15,0 0-4 0,-2 0 4 0,0-1-7 0,2 1 1 16,0 0-1-16,0-2 0 0,0-1-7 0,0 1-1 16,0 0-4-16,2-2 5 0,0 0-10 0,0-2 6 15,1 0-7-15,8-5 7 0,8 5 12 0,-2-11-1 0,-4 2 3 16,0-2-4-16,-6 6 5 0,1-3 2 0,-5 5 3 16,1 1 8-16,-4 2-16 0,2 2 4 0,0 0-7 15,1-2 3-15,1 0 7 0,0 1-2 0,0 1 2 16,-3 1 1-16,1 1-3 0,0 0 4 0,0 2-3 15,0 0 5-15,-2 1-6 0,2 6 6 0,-2 0-5 16,0-1 7-16,0-3-11 0,0 2 1 0,0-3-2 16,0-2 2-16,0-1-11 0,0 1-8 0,-2 0 0 0,0 0-7 15,0-1-30-15,0 1 4 0,0-2-14 0,1 0-8 16,-3 0-9-16,0-2 0 0,0 0-7 0,1 0-47 16,-1-2-147-16</inkml:trace>
  <inkml:trace contextRef="#ctx0" brushRef="#br0" timeOffset="121659.4">31477 9513 508 0,'0'0'73'0,"0"-2"0"16,0 0 66-16,2 1-4 0,0-3-46 0,0 0-19 16,0 0-3-16,0 1-6 0,-2 1-18 0,7 0 1 15,13-5-3-15,6-3 3 0,4 1-14 0,2-4-15 16,5 4-1-16,0-1-5 0,6 5-5 0,-1-1-17 0,1 3-8 16,4-1-6-16,-5-20-37 0,-6 13-182 0</inkml:trace>
  <inkml:trace contextRef="#ctx0" brushRef="#br0" timeOffset="122238.01">32311 8945 589 0,'0'-2'15'0,"6"-44"11"0,-3 1 7 0,-1-7 1 16,-2 0-4-16,-4-4 3 0,-3-3 2 0,-4 0 5 15,-6-1 7-15,-5 6-3 0,16 1-1 0,-36 2-17 16,-9 5 2-16,-10 3-4 0,-13 2 2 0,-10 2-10 15,-3 2 2-15,-9 2-4 0,-3 3 12 0,-16 3 6 16,-11 5-1-16,-15 1 1 0,-8 5-12 0,-5 9-11 16,-4 3 4-16,-3-31-5 0,-12 35 4 0,2 13-1 0,0 4-8 15,-7 2 5-15,-4 5-4 0,0 2-5 0,-7 0 7 16,-2 6-7-16,3 0 5 0,2-1 3 0,6 7-2 16,9 4 3-16,1-30 6 0,3 45 0 0,11 12-3 15,14 8 1-15,20 3-6 0,14 3 2 0,15-5-4 16,15-3 1-16,12-5-7 0,17-1 5 0,8-4 4 0,17 6 0 15,6 4 2-15,12 10-20 0,-24 10 2 0,30 2-7 16,23 7 16-16,-14-8-9 0,62-6 4 0,14-3-7 16,10-5 5-16,7 5-9 0,11 6-1 0,17 11-1 15,20 2 6-15,12-9-4 0,9-6 8 0,1-20-7 16,7-8 9-16,3-7 4 0,5-6 0 0,-1-5 2 16,-2-6 2-16,3-7-1 0,-1-8 5 0,-2-11-1 0,-1-7 11 15,3 35-5-15,4-39-7 0,-1-19 3 0,-2-5-4 16,3-7 4-16,-6-8 0 0,-10 37-1 0,-9-54-6 15,-7-14 4-15,-5-10 4 0,-12-24-1 0,-13-8 2 16,-26-5-4-16,-22 0 3 0,-21 12-2 0,-14-7 2 0,-23-18-14 16,-15-13-1-16,23-9-2 0,-48 7 10 0,12 15 4 15,-70 13 3-15,-34-11-4 0,-23 0-12 0,-33 7-6 16,-14 8-12-16,-17 33-4 0,-14 19-100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41:47.01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3775 4197 10 0,'0'0'4'0,"2"0"0"0,0-2 7 0,0 1-2 15,1-1 8-15,3-2-9 0,9-5 2 0,-2 1-4 16,0 1-7-16,-2 1 1 0,0 1 1 0,-4 1 2 15,3 0 10-15,-3 3 13 0,-1-1-5 0,-1 0 9 16,1 0 7-16,-2 2 0 0,-1 0 0 0,1 0-2 16,0 0-13-16,-2 0 2 0,1 0-5 0,1 0 4 0,0 0 2 15,-1 0-13-15,1 0 6 0,0 0-10 0,0 0-4 0,-3 0 1 16,1 2-1-16,0 0 1 0,0 0-3 0,0 1 6 16,0 1-7-16,0 0 6 0,3 7-7 0,1 4 3 15,-1-1 3-15,1 1-2 0,-1 4-4 0,1 3-3 16,0 2 5-16,-1 4-2 0,-1 4 10 0,-2 1-6 15,0 2-3-15,-1 8 1 0,-1 0-2 0,0-6 3 16,0 6-3-16,0-2 0 0,0-6 1 0,-1 0-1 16,-1-5 5-16,-2-2-5 0,0 1-4 0,1 1 2 15,-1 2 2-15,0-5 0 0,0 3 7 0,1 2-5 0,1 3-1 16,-2 2-1-16,2 4-8 0,0 4 9 0,1 1-1 16,-1 4 4-16,0 0-4 0,0 0 2 0,0 1-1 15,0 1 1-15,0 0-9 0,1-4 12 0,-1-2-10 16,-2-7 10-16,0-2-10 0,1-1 5 0,-1-1 3 15,0 2-1-15,0 2-4 0,1 2 5 0,-1 2 0 0,0-3 2 16,2 1-6-16,1 6-1 0,-3-3 3 0,2 6-1 16,2 4 1-16,0-9-1 0,0 3 0 0,0-7 1 15,0-4 5-15,0 2-6 0,0-6-3 0,0 1 1 16,0-6 2-16,0 3-3 0,0-3 4 0,0 4-2 16,0-1 8-16,-2 5-4 0,0-1-1 0,0 6-2 15,-1 3-5-15,1 4 6 0,-2 4-2 0,-1 6 2 16,1 3-6-16,0-1 9 0,0-3-4 0,-1-3 4 15,-1-6-4-15,1-1-1 0,3-3 2 0,0-8-1 0,0-1 1 16,0 2 1-16,2-4-2 0,0 3 1 0,0 1 0 16,-2 0-6-16,2 0 9 0,0 2-7 0,0 0 5 0,0 2-2 15,0 4-3-15,0 1 2 0,0 6 2 0,0-4 3 16,2 4 0-16,-2-5-1 0,0-3-7 0,0-1 4 16,-2-4-2-16,-1-2 3 0,-1 0-3 0,0 2 5 15,-1 0-3-15,-1 2 5 0,1 0-3 0,-1-2-5 16,2 0 3-16,2-2-3 0,2 0 10 0,0-3-3 15,0 1 0-15,2-5-1 0,2-3 7 0,0-1 5 16,1 0 11-16,1-1-5 0,1-1 24 0,3 0-21 16,-1-2 4-16,-2-5-9 0,1-4 1 0,-1 0-5 15,1-4-5-15,-7-2 1 0,16 5-8 0,-2-7 6 0,2 3 2 16,3-3 1-16,1-1-5 0,-1 1 0 0,2-1 3 16,0 0-1-16,1-2 4 0,1 0-1 0,6 16-5 15,-3-7 3-15,-1-3 3 0,2-5-3 0,-2-1-1 16,0-2-1-16,2 0-4 0,-9 0-4 0,-1 0 3 0,-3 0-3 15,-6 0 0-15,4-2 2 0,-5 2-2 0,1-1 3 16,-1 1-6-16,-3 0-7 0,-1 0 0 0,0 0-3 16,-1 0-18-16,-1 0-142 0,0 0-8 0</inkml:trace>
  <inkml:trace contextRef="#ctx0" brushRef="#br0" timeOffset="294.11">4336 8670 672 0,'0'-2'40'0,"0"0"10"0,0-5-16 16,0-13-22-16,0 7-2 0,0 3-9 0,2 3 6 16,-1 1-9-16,1 3 7 0,0-1-4 0,2 2-2 15,11-9 2-15,-2 4-4 0,2 1 3 0,1 2 1 16,-1 4 0-16,9 2 0 0,-9 0 2 0,0 4-4 0,2 3 8 15,-6-2-6-15,4 4 20 0,-4 10-6 0,-4 1 5 16,1 2-4-16,-1 2 14 0,1-5-7 0,-3 1-3 16,-1-7 0-16,7 0-2 0,-2 1-2 0,-3-3 4 15,-2 0-4-15,-3 0 7 0,-1-2-7 0,0 1-4 16,0-1-1-16,-1 2-2 0,-3-4-5 0,-2 0-2 0,-3 4-2 16,-13 0-16-16,-8 2-24 0,8 0-31 0,3-2-6 15,-7 0-152-15</inkml:trace>
  <inkml:trace contextRef="#ctx0" brushRef="#br0" timeOffset="904.96">3658 4093 50 0,'0'0'18'0,"0"0"5"16,0 0 12-16,0 0 3 0,0 0-13 0,2 0 15 16,0 0 3-16,1 0 2 0,7 0-5 0,14-1-18 15,-2-1 1-15,6 0-6 0,2 0 8 0,7 0-1 16,2 0 5-16,2-1-2 0,7-1 20 0,0-2 12 15,6 1-4-15,4-1 5 0,1-1-5 0,6 1-20 16,4 1 5-16,-8-3-12 0,2 3-9 0,-13 3-3 0,-5 0-6 16,-2 0 4-16,-12 2-8 0,3 0-3 0,-8 0 0 15,-2 0-2-15,-2 0-2 0,-5 0 3 0,-1 0-1 16,-6 0-1-16,1 0-24 0,-6 0-23 0,-1 0-3 16,-2 0-15-16,2 2-114 0</inkml:trace>
  <inkml:trace contextRef="#ctx0" brushRef="#br0" timeOffset="1211.58">4469 3976 666 0,'0'-1'19'0,"0"-1"-2"16,0 0 11-16,0-2 6 0,0-1-6 0,0-5-4 15,0 5-19-15,0 1 2 0,0 2-6 0,0 0 7 16,4 0-3-16,18-12-4 0,3 2 1 0,1 5-4 0,-2 1-1 15,0 3 4-15,4 1-1 0,0 2 1 0,1 0 7 16,1 0-8-16,1-2 7 0,3 0-10 0,1 0 10 16,4 2 3-16,0 0 2 0,-2 2-9 0,4 2 7 15,0 0-4-15,-6 1 6 0,4 3-4 0,-9-1 9 16,-8 0-5-16,-3-1 6 0,-6 0-1 0,-2-3-7 16,-2 1 3-16,-3-2-4 0,3 3 5 0,-5-1 0 15,0 0 7-15,-3 0-2 0,-1-3 33 0,0 7-25 16,-1 1 4-16,-5-1-14 0,-18 3-18 0,-19 0 4 0,0 2-4 15,1 4 4-15,-3 1-20 0,2 4-57 0,-1 3-30 16,3 4-22-16,0 5-223 0</inkml:trace>
  <inkml:trace contextRef="#ctx0" brushRef="#br0" timeOffset="2967.86">7826 4908 212 0,'0'-1'24'0,"-1"-1"23"15,-1-2-13-15,-4-5-24 0,1-1-4 0,-3 1-6 0,4 2-3 16,-10 1-2-16,-3-1-3 0,-2 1 0 0,3 2-1 16,-3 1 2-16,-3-5 7 0,-4 3-4 0,-2-3 13 15,-4 1-8-15,6-2 1 0,0-1-3 0,-3-3 3 16,1 0 9-16,-2-1 0 0,-2-5 3 0,5 2-4 0,-1-5 14 15,-6-2-1-15,6 2 5 0,-1-1-3 0,1 3 3 16,2 3-4-16,0 0 2 0,2-1-20 0,-2 3 8 16,2 4-9-16,-2 2 7 0,-2 1-15 0,0 6 2 15,2-3 1-15,-2 3 1 0,0-17 1 0,-1 6-2 16,-1 4-2-16,-4 2 0 0,3 3 0 0,-3 2 7 16,-1 0-5-16,0 0 5 0,-4 2-9 0,0 0 7 15,0 0 0-15,0 2 4 0,-2 0-5 0,-2 2 0 16,4-1 1-16,0 3-1 0,2 1 1 0,-2 3 1 0,2 1-3 15,-2-2 2-15,2 2-2 0,-4 0-1 0,0-1 4 16,-7 1-4-16,-2 0 0 0,2 0 1 0,-8-2-3 16,6-1 2-16,0-3-2 0,1 1-1 0,5 1 5 15,1 1-3-15,4-1 4 0,2 3-1 0,2-1-2 0,1 2 1 16,-1 0-6-16,5 0 9 0,-1 2-6 0,-3 0 6 16,-1 0-9-16,-10 2 5 0,3-2 3 0,-6 0 0 15,5-2-1-15,2-1 0 0,-5-1-3 0,7-2 1 16,-6 1 1-16,8-1-1 0,3 1 0 0,5-3 0 15,-3 2 6-15,6-1-6 0,0 1 5 0,0 1-7 16,4 1 1-16,0 0-1 0,-1 3 0 0,1-1 0 16,0 0 2-16,-1 2 0 0,1 0 0 0,2 0 0 0,-4 2 8 15,1 0-9-15,-1 1 4 0,0-14-6 0,2 17 6 16,-2-1-1-16,1 5 0 0,3-1 0 0,-2-2-2 0,3 4-4 16,1 1 0-16,-1 4-1 0,4-1 0 0,0 4 8 15,4 1-3-15,-4-1 5 0,2 5-8 0,0-2 7 16,-3 0-5-16,3-3 5 0,1-2-4 0,-1-1-5 15,4-1 6-15,-2 0-4 0,0-4 4 0,-2-2-3 16,0 1 0-16,2 1-1 0,-4 0 6 0,6-2-1 16,-1 6-1-16,1 0-1 0,3 0 2 0,-3 3-2 15,4 3-2-15,-3 3 0 0,3 0 3 0,-1 8 1 16,0 5 0-16,1 2-2 0,-3 2 0 0,5-1-2 16,-5-4 2-16,5-7-1 0,-1 3 0 0,-2-4 2 0,4-6 0 15,1-1 1-15,-18-7-5 0,8 1-2 0,5 0 3 16,4 0 0-16,4 0 9 0,2 0-7 0,2 0-3 15,1 1-2-15,2-1-2 0,2 2 11 0,2 1-1 16,0 1 4-16,6 5-10 0,-2 2 1 0,-1 4 2 0,5 1 0 16,-3-1-1-16,3 2 1 0,1 1-5 0,-1-5 5 15,-1 2 0-15,0-6-2 0,1-2 6 0,-17-2-4 16,20-5 7-16,0 4-7 0,4-6 1 0,-2 0-2 16,5 0-7-16,1-2 9 0,-2 2-5 0,3-2 7 15,-5-2 2-15,3 1-10 0,-1-5 7 0,3 3-6 16,-1-3 9-16,3-1 1 0,4 5-2 0,0-5 1 0,6 7-1 15,-1-4-8-15,5-3 5 0,1 4-4 0,-2-3 8 16,10 1-1-16,-3 1-5 0,3-1 3 0,-4-6-1 16,-2 2-4-16,-4-4 5 0,2 0-5 0,2-2 3 15,-2 4 0-15,4-4 3 0,2 4 0 0,0-9 3 0,9 0-4 16,1 1-1-16,7 1 1 0,-3-2 6 0,-5 25-6 16,-3-17 3-16,-9-12-3 0,7 0 6 0,-3-4-3 15,5 0-1-15,1-1-1 0,7-1-3 0,3-3 4 16,-3-2 1-16,3-1 0 0,-6-1-6 0,-6 0 4 15,-4-3-3-15,-5-1 5 0,-1 0-4 0,1-1 4 16,0 1-3-16,0 0 3 0,-2 1-4 0,2-1-3 16,7-4 3-16,-3 1-2 0,-2 0 10 0,-1-1-2 0,-4 1-3 15,1-3 0-15,-2-1-3 0,-3 0 19 16,-3 20 10-16,-3-23 3 0,-1-1 32 0,-1-2-32 0,0 2 2 16,-4-2-13-16,1 1-10 0,-1-3 4 0,0-1-1 15,-5-10 4-15,8-3 5 0,-9-4-6 0,-1-6 2 16,0-4-4-16,-5 1-1 0,3 0-6 0,0 1 0 0,4 6-2 15,-9 0-5-15,7 4 6 0,-2 1-6 0,-9 3 5 16,9 1 1-16,-2 2-10 0,0-3 5 0,6-6-7 16,-4-10 12-16,-5-7-10 0,1-7 8 0,-3 0-8 15,1 1 4-15,-1 7 6 0,-2 8-6 0,-4 6 6 16,0 6-5-16,-3 3 11 0,-3 2-1 0,-3 2 6 16,20 2 6-16,-10 0 2 0,-7-4 2 0,-5-2-1 15,-2-3-2-15,-5-6-11 0,-4-4 1 0,-2-3-6 0,-2-1-5 16,-2 3 2-16,0 5-1 0,1 3 1 0,-3 5-1 15,-1 1-1-15,-1 4-3 0,14 2 2 0,-23 0-2 0,-3 3 1 16,-1 1 3-16,1-2-1 0,-4-2 7 0,-4-4-5 16,2-9-4-16,-4 1 0 0,1 3-5 0,1-4 5 15,-4 3 2-15,2 5 1 0,-1-1-7 0,-3 6-3 16,-3 7-1-16,-3 4 0 0,-7 0 2 0,-7 2 2 16,-3 2-2-16,-5 1 1 0,-3 1-7 0,0 3 13 15,4-1-5-15,6 3 5 0,-1 2-4 0,4 2 0 16,-2 0 0-16,-4 3 1 0,-3 1-4 0,-6-1 0 15,-3 5 2-15,1-3 0 0,2 2 4 0,6-27-5 16,2 18-3-16,7 9 1 0,-4 6-2 0,0 5-15 0,-14 10-1 16,-12 5-14-16,-5 8-87 0,-12-21-299 0</inkml:trace>
  <inkml:trace contextRef="#ctx0" brushRef="#br0" timeOffset="4808.59">5277 11828 207 0,'0'0'31'16,"-2"0"-1"-16,0-1 11 0,1-1 1 0,-1 0-7 15,0 0 3-15,0-2-13 0,-2 1-3 0,1-1-4 0,3 2-8 16,0 0 5-16,-2-2-6 0,2 3 4 0,-2-3-4 16,2 0-3-16,0 1 10 0,0-3-8 0,0 2 17 15,0 1 2-15,0-3 5 0,0 4-2 0,0-2 4 16,0 1-12-16,0 1 2 0,0 0-5 0,2 0-1 0,0 0-9 15,-1 2-4-15,1 0 1 0,0 2 0 0,0 0 7 16,0 0-3-16,0 2 4 0,3 5-10 0,6 8 0 16,1 1 0-16,-1 1 0 0,-2-3 10 0,-2-3-8 15,1 0 6-15,1 0-7 0,2 2 4 0,-2 0-2 16,3 0-3-16,-11 0 0 0,14-4-4 0,0 6 2 16,-2-4 2-16,2 1-1 0,0-1-3 0,2-1 4 15,1 1-1-15,1-6 2 0,-1 4 6 0,3-3-11 16,-1-1 5-16,2 2-6 0,3-3 10 0,2-1-2 0,-1-1 1 15,-1 0-3-15,4-2-7 0,3 1 5 0,-2 16-5 16,3-6 5-16,-3-6 1 0,-2-3-2 0,7-2 0 16,-4-2-1-16,1-2 3 0,-2-2-4 0,-4 1 5 15,1-5-6-15,-1 3-1 0,-1-3 4 0,1 1 1 0,-2-2 1 16,2-3-4-16,0-1 0 0,2 0 1 0,1-1 2 16,1-3-2-16,0 2-1 0,3-4-1 0,4 1 1 15,2 1 5-15,4-1-6 0,0-1 1 0,-1-1-4 16,5-1 4-16,-1 1-1 0,2 3 1 0,-1-2 0 15,-4 3 3-15,-1-1-5 0,-1 0 3 0,-2 4-4 16,2-1 6-16,-6 2-3 0,2 1 0 0,-1 0-2 16,1 0 5-16,2 4-6 0,2-1 2 0,-1 4-4 0,1 1 3 15,4 1 6-15,-6 0-6 0,0 2 5 0,2 0-6 16,-2 0 4-16,0 0 1 0,-2 4 1 0,-4-1-10 0,-1 3 7 16,-6 0-1-16,2 1 3 0,-2 2-4 0,0 1 3 15,2 1-1-15,-6-2 5 0,-2 2 0 0,1 2-7 16,1-11 0-16,0 20-2 0,0-3 7 0,-1-1 3 15,-1 6 1-15,1-5-1 0,1 1-8 0,0 1 6 16,-1-8-5-16,5 5 6 0,-8 1-2 0,5 0-4 16,-5-1 6-16,1-5-6 0,1 2 1 0,-5-2 2 15,2 2-5-15,-6-2 3 0,6-2 0 0,-1-2 4 16,3 1-4-16,7 1 5 0,-8-2-12 0,1 0 10 0,-4 1-3 16,-2-5 4-16,-2 3-7 0,2-5 6 0,-2 1-2 15,-2-2 4-15,3 2-4 0,-1 5 2 0,-2-4 3 16,-2-1-1-16,3 2 1 0,-3-3-2 0,1 1-1 15,1-2 1-15,-2 0-2 0,3 0-2 0,1-2 5 0,0 0-4 16,0 0 1-16,4-2-1 0,-2-2-2 0,2-1 2 16,1-3 7-16,1 1-10 0,2-4 3 0,-1-1-3 15,3 1 7-15,1-4-5 0,-2 4-1 0,6-5-1 16,0-1 3-16,2 0 0 0,2-1 0 0,0-1-1 16,-1 2-5-16,5-1 0 0,-1 1 3 0,-3 0 0 15,3 1 9-15,4-1-5 0,2 2-1 0,0 4-1 16,-1 2-7-16,-5 1 7 0,0 1-2 0,1-1 3 15,-1 1 2-15,-1 3-6 0,3-1 5 0,-2 3-6 0,3 2 4 16,1 0 2-16,0 3-2 0,2 5 3 0,-4-1-9 16,4 1 4-16,4 1 2 0,-4 2 0 0,2 2 4 0,2 0-6 15,-10 0-1-15,8 4-1 0,-6-2 3 0,2 3-1 16,0-1 2-16,-5-2-1 0,-1 2 6 0,-3-3-5 16,2 3 1-16,2 0-1 0,-3 0 3 0,5 1 0 15,-1-1-3-15,6 1 0 0,4 1-5 0,-2-2 9 16,5-1-2-16,2 1 5 0,2-2-6 0,4-2-1 15,0 0 2-15,2 0-2 0,-6-4-5 0,4 1 4 16,-6-3 1-16,0 0 2 0,-1-1 0 0,1 0 4 16,4-3-5-16,4 3 4 0,3-2-3 0,6-3-1 15,-2-1 3-15,2 0-2 0,2-3 8 0,-4-1-6 0,0-3 3 16,-5-1-1-16,1-1 19 0,1 0 20 0,-3-3-10 16,3 3 9-16,-3-2-40 0,8 0-2 0,0 2-1 15,-5 1 0-15,-1 3-20 0,-5 3-118 0,-9 2-150 16</inkml:trace>
  <inkml:trace contextRef="#ctx0" brushRef="#br0" timeOffset="9612.77">27506 5519 12 0,'0'0'2'0,"0"0"2"0,0 0 14 0,0 0 9 16,0-2 8-16,0 1 6 0,0-1-20 0,0 0 9 16,2 0-9-16,0-2 21 0,-1 2-6 0,1-1-3 15,-2-1-3-15,0 0-25 0,0 1 6 0,2-1-7 0,-2 0 7 16,0 0-4-16,0 1 1 0,0-1 7 0,0 2-4 16,0 0-2-16,0 0-6 0,2 1-4 0,0-1 2 15,-2 0 10-15,0 0-8 0,0 0 7 0,0 0-7 16,0 0 13-16,0 2-5 0,0 0 10 0,0 0-8 15,0 0 11-15,2 0-10 0,0 0 0 0,-1 2-2 0,1 0 4 16,0 0-3-16,0 2-8 0,0-1 2 0,0 7-5 16,3 8-4-16,1-1 8 0,-3 0-6 0,1-1 2 15,0 1 5-15,0 2-5 0,-1-3 4 0,1 1-9 16,0-2 5-16,-2 0-2 0,1-2 5 0,1 0-7 16,0 0 2-16,-1-2 0 0,1 0 2 0,0 0 6 0,0 0-2 15,-1 1-3-15,1-1 2 0,0-2-4 0,-2 0 11 16,1 1-5-16,-1-1 5 0,0-2-7 0,2 3 0 15,-2-1 1-15,-1 0-2 0,1 0 2 0,0-1-2 16,2 1-4-16,0 0 1 0,-3 1-4 0,1-1 7 16,0 0 2-16,0 1 0 0,0-5 0 0,0 3-1 15,-2-3-1-15,0 1-1 0,2 3 0 0,-2-3-2 16,0-5 1-16,0 3-1 0,1 0 1 0,1 0 20 0,0-1 2 16,0-1 5-16,0 0 8 0,0 0-9 0,0 0 3 15,-1 0-6-15,1-1-8 0,0 1-2 0,0 0-7 16,0-2 5-16,0 0-2 0,0 0-11 0,-1 0 9 15,1 0-9-15,2-2 11 0,0 0-10 0,-1 1 2 16,1-1-3-16,-2 2 5 0,5-4-5 0,-1 2 3 0,0-2-5 16,1 1-4-16,-1-1 5 0,1 0 0 0,0 1 1 15,1-1 7-15,1 0-9 0,0 0 4 0,3 1-3 16,1-3 7-16,1 1-3 0,3-1-2 0,4 0 1 16,1 1-7-16,0-1 6 0,6 1-2 0,0-1 3 15,0 2 3-15,7 1-2 0,0 1 2 0,-1 0-3 16,1 0-6-16,-5 0 4 0,-4 0-3 0,1 1 4 0,3-1-1 15,-2 2 0-15,2 0 2 0,-4 0-1 0,-4 0 2 16,2 2-3-16,-3-1-1 0,1 1-1 0,-2 0 4 0,1 0-3 16,-1 0 1-16,-1 0-3 0,3 1 3 0,-5-1 1 15,1 0 0-15,3 0 0 0,-3 0-1 0,1 0 4 16,1 0-4-16,-1-1 4 0,1 1-2 0,-3-2-5 16,3 2 6-16,1-2-7 0,1 2 4 0,-1-2 0 15,-3 0-2-15,3 2 1 0,3-2 1 0,0 2 0 16,0 0 2-16,-6-1-1 0,-3-1 5 0,4 2-6 15,1 0 1-15,4 0-2 0,-1 0 1 0,-3-2 2 16,-3 0-3-16,-2 0 1 0,0 0-5 0,1 0 4 16,1 2 1-16,-4-2 1 0,2 2 1 0,-4-2-4 0,-2 0 2 15,2 0-2-15,4 0 7 0,-5 0-3 0,1 0 1 16,0 0-3-16,-2 0 2 0,-1 0-2 0,-1 0 0 16,-3 0-2-16,-1 0 0 0,1 0 4 0,0 0-3 15,-2 0 2-15,0 0 0 0,1 0 1 0,1 0 2 0,0 0-1 16,-1 0 6-16,1 0-5 0,-2 0-2 0,0 0 0 15,0 0-3-15,0 0 3 0,-1 0 2 0,1-2-1 16,0 0 0-16,0 0-3 0,0 0 4 0,0-2-4 16,0 1 6-16,-2-1-5 0,1-7 2 0,1-2-2 15,-2 0-1-15,0 0 2 0,0 0-2 0,0 2 4 16,0 0-2-16,0-2 5 0,0 3-6 0,0-3 6 16,0 2-13-16,0-2 8 0,0-2-3 0,0 2 4 0,0 0 2 15,-2-2-4-15,1 4 4 0,-1-4-5 0,0 1-4 16,0 1 8-16,-2-6-7 0,1 2 7 0,-1 1-6 0,0-3 6 15,0 2 1-15,1-3 2 0,-1-1-6 0,2 8 2 16,0 2 2-16,2 2-1 0,0 3-7 0,-2-3 1 16,2 4-4-16,0 3 5 0,0-2 4 0,0 0-1 15,0 1 2-15,0-1-4 0,0 2-1 0,0 0 1 16,0 0-1-16,0 1 2 0,0-1-9 0,0 0 5 16,0 0-5-16,0 0 7 0,0 0 6 0,0 0-5 15,0 1 2-15,0-1-3 0,0 2 1 0,0 0-1 16,0 0-1-16,0 0 0 0,0 0 3 0,0 0-1 15,0 0 2-15,0 0-3 0,0 0 5 0,0 0-12 0,0 0 0 16,0 0-8-16,0 2-24 0,0-1-32 0,0 1-13 16,0 0-9-16,-1 2-83 0</inkml:trace>
  <inkml:trace contextRef="#ctx0" brushRef="#br0" timeOffset="10218.54">29021 5594 283 0,'0'0'45'0,"0"0"-6"0,0 0 1 16,0-2 4-16,0 0-21 0,0 2-11 0,0 0-8 16,0 0-2-16,0 0-1 0,-2 0 5 0,0-2 5 15,0 0 6-15,0 0 0 0,2 0 40 0,0 1-5 16,0-1 5-16,0 0-7 0,0 0-5 0,0-2-5 16,-1-12 2-16,1 1-6 0,3-4-12 0,3 1-6 0,3-5-2 15,2-3-1-15,0 2-5 0,1 0-4 0,-1-2-6 16,-2 2 4-16,0-2 2 0,1 0-6 0,-5 7 6 15,3 1-7-15,-1 1 1 0,-1 2 1 0,1-1-1 16,-1 3 3-16,1-2 7 0,-1 2-4 0,-3 2 1 0,-1 3-3 16,2-1 4-16,-2 3-8 0,0 1 4 0,-1-1-4 15,-1 4 8-15,0 0-7 0,2-1-1 0,0-1-1 16,0 0 3-16,0 2-4 0,0 1 2 0,0-1-4 16,-1 0-3-16,1 0 3 0,0 0 0 0,0 2 1 15,0 0 1-15,0 0 3 0,0 2-1 0,-1 0 2 16,1 0-5-16,0 1 4 0,0 1 0 0,2 4 4 0,3 5 0 15,4 5-3-15,0-1 1 0,1 0-2 0,-11 3-2 16,14-1 2-16,2-3 1 0,0 1 2 0,1-2-2 16,1 0 3-16,-2 3-6 0,3-1 5 0,-1 0-4 15,-3-2 5-15,1-1-4 0,-2-1 3 0,-2-1-3 0,-2-7-1 16,4 3 6-16,-6-3-5 0,2-3 3 0,-2 4-2 16,-3-3 1-16,1 3 0 0,-1-2 10 0,-2-3-8 15,-1 1 3-15,1 0-3 0,0 0 4 0,3 2-7 16,-3-3 3-16,2 1-4 0,-3 0 5 0,1 0-14 15,0 0-2-15,-2 0-13 0,-1 0-73 0,1-1-114 16,-2 1-31-16</inkml:trace>
  <inkml:trace contextRef="#ctx0" brushRef="#br0" timeOffset="10948.99">27110 5651 66 0,'0'0'19'16,"0"0"33"-16,0 0-23 0,0 0-8 0,0 0 1 15,0 0-5-15,0 0 0 0,0 0 7 0,0 0 11 16,0 0-2-16,0 0 22 0,0 0 3 0,0 0-6 0,0 0 5 16,0 0-18-16,0 0-5 0,0 0-4 0,0-2 1 15,0 0-12-15,0 2-2 0,0 0 5 0,0-1-2 16,0-1 13-16,0 0-8 0,0 0 0 0,0 0-3 15,0 0-4-15,0 0 2 0,0 1-3 0,0-1 3 16,0 0 0-16,0 0 0 0,0 0-1 0,0 0-1 16,0 0-4-16,2-1 2 0,-2-1 0 0,6-9-1 15,-1-2-4-15,5-3 0 0,-1-1-4 0,2-5 2 0,2-2-7 16,-2 4 3-16,0-3 2 0,-1 5-2 0,-3 0-2 16,2-3 6-16,-1 1-6 0,-3 5 5 0,3-1-9 0,-3 5 4 15,-1 5 1-15,0-3 1 0,-2 4-2 0,-1 1-5 16,1 1 2-16,-2 3-3 0,2-2 6 0,0 0-4 15,-2 3 1-15,0-1-4 0,4-2 4 0,-2 4-4 16,1-4 4-16,3 1-4 0,-1 1 5 0,5-2-2 16,-1 2-3-16,0 2 2 0,2 0 1 0,-3 0-3 15,-1 2 4-15,3 4-4 0,-1 1 1 0,0-3 3 16,6 12-2-16,2 1 3 0,1-4 4 0,8 2-5 16,0-2 6-16,-3 0-5 0,3 2 2 0,-2 0-1 15,0-6 2-15,0 0 0 0,-2 1 4 0,2 3-7 0,-1 5 0 16,1-3-1-16,-2 3 1 0,-2 1-52 0,1 1-108 15</inkml:trace>
  <inkml:trace contextRef="#ctx0" brushRef="#br0" timeOffset="19125.16">27526 7564 8 0,'0'0'0'0,"0"0"8"16,0 0 88-16,0-2-31 0,0 0-1 0,0 0-38 16,0 0-13-16,2 0 0 0,-2 0 2 0,0 1-4 0,0-1 2 15,0 0 9-15,0 0-3 0,0 0 4 0,0 0 5 16,0 0-4-16,0 2 8 0,0-1-8 0,0-1-2 0,0 0 9 16,-2 0-7-16,0 0 7 0,1 2-8 0,-1-2-3 15,-2 2 2-15,0 0-4 0,-11-2-2 0,2 1-7 16,2-1 5-16,2 2-3 0,3 0 7 0,-3 0-9 15,5 0 5-15,-3 0-6 0,3 0 1 0,-3 0 2 16,-1 0-9-16,1 0 5 0,1 0-8 0,3 0 4 16,-1 0 2-16,0 0 1 0,2 0 0 0,1 0-3 15,-1 0 2-15,0 2-2 0,0-1-1 0,2 1-1 16,0 0 0-16,0-2 2 0,0 0 3 0,2 0-1 16,2 0-6-16,16 2 2 0,2-2-2 0,4 0-1 0,4-2 2 15,-6 0 0-15,4-1 5 0,-6 1-2 0,-1 0-1 16,-1 0-2-16,-5 0-2 0,0 0 1 0,-4 0 4 15,2 1-3-15,-2 1 2 0,-2 0-2 0,1 0-1 0,-5 0 1 16,-1 0 7-16,0 0-5 0,-3 0 3 0,1 0-5 16,2 0 6-16,0 0 9 0,-1 0 5 0,1 0 1 15,-2-2 11-15,0 2 2 0,0 0-6 0,0 0 5 16,-1 0-4-16,-1 0-15 0,0 0 7 0,0 0-12 16,-1 0-5-16,-1 0 1 0,0 0-4 0,-2 0 4 15,-16 2-3-15,-1 1-2 0,-3 3 2 0,2-1-2 16,0 1 1-16,-6 3 2 0,4-1-2 0,-4 1 3 15,-4 0 0-15,6-1-5 0,-2 1 2 0,4-2-3 0,6 1 1 16,-5 1 3-16,-3 0-2 0,2-1 4 0,0-1 5 16,7-1-9-16,3-1 2 0,1 1-4 0,0 0 0 0,7-5 10 15,0 1-3-15,5-2 6 0,-3 2-13 0,0 0 2 16,0 0-3-16,3 0 3 0,-1 0 0 0,0-1-4 16,2 1 5-16,0 0-1 0,2 0 10 0,1-2-10 15,10 0 1-15,19-2-3 0,1-3 3 0,5-3-3 16,-3 1 2-16,2-1-2 0,-2-1 6 0,-3 2-7 15,-4-1 4-15,-8 3-4 0,0 1 11 0,-7 2-12 16,0 0 2-16,-5 0-4 0,-4 2 7 0,-1 0 0 16,1 0-1-16,-2 0 2 0,0 0 10 0,1 0 6 15,1-2-1-15,-2 2 1 0,0-1-6 0,0 1 3 0,0-2-1 16,-2 2 1-16,0 0 0 0,-2-2-2 0,0 2 1 16,0 0-3-16,-11-2-6 0,-4 0 1 0,-1 0-1 15,3 0 1-15,-4 1-4 0,6-1 5 0,8 2-6 16,-8-2 5-16,7 2-2 0,4 0-1 0,-3 0 3 0,1 0-4 15,0 0-2-15,3 0 4 0,-1 0-7 0,0 0 6 16,0 0-8-16,2 0-5 0,0 0 6 0,0 0-8 16,0 0 2-16,2 0-27 0,2 0-21 0,5 0-9 15,11 2-131-15</inkml:trace>
  <inkml:trace contextRef="#ctx0" brushRef="#br0" timeOffset="21077.24">30462 6481 121 0,'0'-2'49'0,"0"0"46"16,0-1-6-16,0-1-19 0,-2-9-9 0,2 2-3 15,0 5-31-15,-2-3 4 0,2 5-1 0,0 1 0 16,0-3-14-16,0 4 3 0,0 0-10 0,0-1 7 16,0-1-16-16,0 2 2 0,0 0 2 0,0 0-1 15,0 2 9-15,-2 0-4 0,0 2 4 0,0 0-4 0,1 2 8 16,-1 5-10-16,-4 10 1 0,1-1-5 0,1 4 4 15,0 3-1-15,-1 2 0 0,-3 1-1 0,3 4-4 16,-1 1 4-16,-1 1 1 0,1 1 1 0,0 4-6 16,1-2 1-16,3 0 2 0,2-3 2 0,0-3-3 0,0-1 4 15,0 3-2-15,0-5 3 0,0-4-6 0,2-3-1 16,0-3 2-16,0-3-1 0,1 2 9 0,-1-6 4 16,0-5-3-16,0-1 5 0,0-1 1 0,0 0 14 15,1-1 3-15,1 1 3 0,0-2 1 0,-1-2-8 16,1 0-7-16,13-6 1 0,0-5-7 0,3-4-1 15,-1-26 3-15,1-1-3 0,6 1 3 0,-2-4-10 16,2 6 9-16,-4-3-8 0,4 3 5 0,0-2 0 16,-3 4-6-16,1 3 6 0,-6 3 2 0,1 3 9 0,-4 6-2 15,-4-1 2-15,0 5-13 0,-4 5-6 0,-1 0 1 16,1 3-3-16,-3 3 1 0,0 0-7 0,-2 1-2 16,0 2-1-16,1 1-2 0,1-1 0 0,0 0-1 15,-2 2 0-15,-1 0-1 0,1 1-34 0,0 1 1 0,0 1-18 16,0 1-65-16,-2 2-51 0,0 16-30 0,-2 5-2 15,-4 1-83-15</inkml:trace>
  <inkml:trace contextRef="#ctx0" brushRef="#br0" timeOffset="21297.65">30930 7029 250 0,'0'0'72'0,"0"0"-1"16,0 0-3-16,0-2-2 0,0 2-25 0,-2 0-13 0,0 0-5 15,0 2 3-15,0 0-2 0,0 1 5 0,-11 16-8 16,-2 9-6-16,2-4 1 0,4-4-7 0,-2 5 2 16,2-5-2-16,-1 0 2 0,1 3-3 0,2-3 8 15,1-1-2-15,1-3 3 0,1-1-3 0,0-2-4 16,0 2 2-16,3-6-2 0,-1 1 1 0,0-3-7 16,2-1 3-16,0-1-5 0,0 1-2 0,0-4-3 15,0-1 1-15,0 3-1 0,0 0 3 0,0 0-25 0,0-3-3 16,0 1-14-16,0 0-89 0</inkml:trace>
  <inkml:trace contextRef="#ctx0" brushRef="#br0" timeOffset="21498.41">30761 7094 525 0,'0'-2'61'0,"0"-2"100"15,0 1-110-15,1-9-15 0,1 5 0 0,2 0-5 16,2-3 1-16,-3 1-10 0,21-8 3 0,4 2-4 15,4 2-2-15,3 2-9 0,0 8 0 0,4-3-3 16,-3-14-2-16,-5 8-3 0,1 5-1 0,-6 3-1 0,-4 2-12 16,0 1-3-16,-3 1-9 0,0 0 2 0,-3 1-48 15,-3 3-212-15</inkml:trace>
  <inkml:trace contextRef="#ctx0" brushRef="#br0" timeOffset="21825.44">30020 7612 689 0,'0'0'21'0,"0"0"-2"0,0-2 16 15,0 0-8-15,0 0 1 0,0 0-26 0,0 1-2 0,0 1 0 16,0 0 0-16,0 0 4 0,2 0-4 0,0 1 6 15,1 1-6-15,8 4 11 0,19 5-9 0,3 0 7 0,5-3-5 16,4-1 24-16,12-1 15 0,6-3-1 0,1-1 7 16,9-2 0-16,-3-4-7 0,4 1-3 0,-1-3-2 15,-6 2-22-15,-7 1-6 0,-1-1-3 0,-6 4 0 16,-4 0-7-16,-1 0 2 0,-2 0-1 0,-4 0 2 16,0 0-3-16,-4 0 2 0,-4 0-5 0,-12 0 5 15,-4 0-1-15,-4 0-16 0,-7 0 2 0,-1 0-12 16,-1 0-47-16,2 0-59 0,-2 0-28 0,-2 2-18 15,-2 0-188-15</inkml:trace>
  <inkml:trace contextRef="#ctx0" brushRef="#br0" timeOffset="22281.55">30430 8152 714 0,'0'0'27'0,"0"0"-30"15,0 0 28-15,0 0-13 0,0 0-4 0,0 0-3 16,0 0 6-16,0 2-5 0,0 0 10 0,-2 2 1 16,0 7-2-16,-3 11 2 0,1 2 0 0,-1-2-7 0,1 4 0 15,-2 0-3-15,-1 0 2 0,-1 0 0 0,1-1 6 16,1-5-4-16,-1 2-6 0,3-5 5 0,1-4-5 16,-1-2 5-16,2-2-6 0,0-3 4 0,0 0-3 15,2-3 4-15,-3 5-3 0,1-3 4 0,0 1-1 16,0-2 2-16,-2-1 3 0,-1 1-4 0,-6 2-4 0,-1-3 2 15,3-1-8-15,-2 0 8 0,2 0-4 0,3-2 4 16,-1 0-3-16,1 0-1 0,2 0 13 0,-1 0-8 16,1 0 14-16,0 0 1 0,1 0-5 0,-1 0 5 15,0 0 1-15,2 0-21 0,1 0 4 0,-1 0-9 16,0 0 5-16,2 0 0 0,0 0-1 0,0 0 0 0,2 0 4 16,1 0 2-16,14 0-2 0,18 2 2 15,3-2-2-15,1 0-1 0,5-2 5 0,-3 0-3 0,4 2 4 16,-6 0-5-16,-6 0-4 0,-1-2 1 0,-5 0-10 0,-1 0 10 15,2 1-3-15,-9-1 6 0,1 0-10 0,-7 2-3 16,0-2-1-16,-5 2-1 0,-1-2-6 0,-1 0-12 16,-3 0 2-16,3-1-6 0,-4 3-8 0,0-11 1 15,9-6-5-15,-2 0 3 0,-3-1-9 0,-3-1-23 16,-3-1-5-16,-2-1-8 0,-1 1-31 0,-5 1 2 16,-1 1-2-16,-2 1 3 0,5 2 8 0,-25 2 4 15</inkml:trace>
  <inkml:trace contextRef="#ctx0" brushRef="#br0" timeOffset="22417.5">30540 8186 3 0,'-4'0'0'0,"-35"-4"5"0,-2-2 35 0,6 1 36 15,9 1 5-15,0-2 9 0,4 3 28 0,9-1-19 0,3 2 10 16,5 0-16-16,-1 0 0 0,2 2 6 0,-1-1-13 16,1-1 6-16,0 0-40 0,1 0-35 0,1 0 2 15,0 0-12-15,2 0-5 0,0 2-2 0,2 0 1 16,18-3-1-16,19-1 0 0,6 0 0 0,1 2 1 0,1 1-1 16,-3 1-27-16,1 0-84 0,-6 1 1 0,-4 1-25 15,0 2 11-15</inkml:trace>
  <inkml:trace contextRef="#ctx0" brushRef="#br0" timeOffset="22671.77">31138 8464 912 0,'0'0'86'0,"-2"-2"-116"16,0 0 103-16,0 1-57 0,0-1 1 0,0 0-17 15,0 0 6-15,1 2-7 0,-1 2 7 0,-2 0 2 16,-2 7 0-16,-14 26 1 0,7 4-2 0,2-2-2 16,3 1 1-16,3-3 0 0,1-4 1 0,0-1-1 15,3-2 0-15,-1-6 0 0,2-1 0 0,0-3-1 16,0-1 0-16,0-2-1 0,0-4-2 0,2 0-2 16,-1-2-4-16,-1-3 1 0,0-2-13 0,0-1-13 15,0-1 4-15,2 2-8 0,0 0-14 0,-2-3-71 0,0 1-25 16,0 0-16-16,0-2-97 0</inkml:trace>
  <inkml:trace contextRef="#ctx0" brushRef="#br0" timeOffset="22836.69">31102 8362 1014 0,'0'-2'14'15,"2"0"3"-15,0 0 9 0,2 1-12 0,5-5 6 16,24-13-10-16,12 1-6 0,5 3-3 0,0 6-1 15,2-1-14-15,-5 3-42 0,-3 0 2 0,-5 3-29 0,-4-2-127 16</inkml:trace>
  <inkml:trace contextRef="#ctx0" brushRef="#br0" timeOffset="23784.8">29385 7792 283 0,'0'0'8'0,"0"-2"33"0,0 0 4 16,0-1 12-16,0-1-15 0,0 0-15 0,0 0-3 15,0 3-2-15,0-3-5 0,0 2 2 0,0 0 0 16,0 0 0-16,0 0-5 0,0 1 9 0,0-1-6 0,0 0 7 16,2 0-10-16,0 0-1 0,1 0-1 0,8-3 0 15,12-6-11-15,4 1 2 0,1 5-1 0,-2-1 2 16,4 2-4-16,-6 1-17 0,2-1-20 0,4 4-1 16,-8 0-91-16</inkml:trace>
  <inkml:trace contextRef="#ctx0" brushRef="#br0" timeOffset="23910.54">29389 8013 749 0,'0'0'13'0,"0"0"2"16,0 0-8-16,0 0-3 0,1 0-4 0,1 0 8 0,2 0-4 16,16 0 3-16,17-4-4 0,2 0-1 0,8-1 0 15,-4-1-7-15,1 4-1 0,1 1-52 0,-3-1-142 16</inkml:trace>
  <inkml:trace contextRef="#ctx0" brushRef="#br0" timeOffset="33357.78">18801 16363 256 0,'0'0'-39'0,"0"0"33"0,0 0 15 15,0-2 13-15,0 0 46 0,0 0-3 0,0 0-32 16,0 0 4-16,2-1-9 0,-2-1 6 0,0 2-2 15,0-4-1-15,0 3-1 0,0-1-6 0,0 2-1 16,0 0 3-16,0 0-3 0,2-1-4 0,0-1-13 16,0 0 1-16,0 1-5 0,0 1-2 0,-1 0 3 0,1 0 0 15,0 0 1-15,-2 0 2 0,0 2 2 0,0 0 1 16,2 0 1-16,0 0 0 0,0 2-1 0,0 0-7 16,-1 0 6-16,1 2-6 0,0-1-3 0,0 1 2 15,0 0-2-15,3 5 6 0,3 2 9 0,-1 0 1 0,1 0 1 16,-1 1 4-16,-5-3 14 0,9 0-9 0,0 0 9 15,10 3-19-15,-5-3-2 0,-1 0 0 0,8 0-1 16,-3 1 0-16,2-1 7 0,-1-2-3 0,-3 1 5 16,1-1-5-16,-1 1-2 0,5-5-1 0,-3 3 0 15,2-2 0-15,1-2-1 0,3 1 3 0,0 14-3 0,0-6 0 16,1-3-3-16,7-3 2 0,-1-5-2 0,8 0 3 16,2-4 0-16,0-3-1 0,9-2-1 0,0-2-14 15,1-1 9-15,11-1-7 0,-9 0 8 0,1 0-8 16,-2 0 3-16,-4-1 1 0,-2-1 2 0,0 0 1 0,1 2-5 15,-1 0 3-15,2 2-4 0,4 0 7 0,2-1-4 16,-1 5-2-16,3 0-2 0,-2 1-4 0,-2 2 10 16,-2 1-2-16,-4-1 4 0,-7 0-10 0,-2 0 2 15,0 3 2-15,-2-1-1 0,2 0 1 0,0 0-1 16,-2 2-1-16,4 0 1 0,-2 0 8 0,2 0-7 16,-1 4-1-16,-1-1-3 0,2 1 3 0,2 0-1 15,-4 1 4-15,2 1-2 0,-2 1 3 0,-4-1-6 16,-2 1 2-16,1 1-4 0,-3 1 2 0,-3 0 2 0,2 1 0 15,-6-1 1-15,2 2 4 0,2 0-3 0,-2 0 2 16,4 1-3-16,1 1-2 0,-3-2 4 0,2 0-3 16,1 2 3-16,-5-2 0 0,4 4-3 0,0 0 2 15,1 0-2-15,3 1 2 0,-1 1 0 0,-1 0 0 0,-4-2 0 16,1 1-1-16,-6-3 4 0,1 2-1 0,-2 0 2 16,0 0-9-16,1-2 7 0,-3-2-3 0,2 2 5 15,-9-6-1-15,4 3-3 0,-4-3 4 0,-2-1-4 16,0-1-1-16,0 1 3 0,1-1-3 0,-3-1 2 15,0 0-2-15,0 0 2 0,3-3 2 0,-1 1 0 16,-2 0 9-16,0-2-12 0,2 0 3 0,1 0-4 16,-1 0 1-16,2-2 1 0,2-1 0 0,-1-1 1 0,3-2 3 15,2-1-5-15,1-2 2 0,2-3-3 0,1 1 5 16,1-2-6-16,5-2 1 0,1 1-3 0,7-3 4 16,8 0-1-16,-4 2 3 0,5-3-2 0,4 1 3 15,-1 0-5-15,4 1-1 0,-2 1-2 0,-7 2 6 0,3 2-2 16,-3-1 0-16,8 1-2 0,-2 4 1 0,4-1 0 15,2 3 2-15,3-1-2 0,4 3-3 0,4 1 5 16,2 0-2-16,-6 0 4 0,4 2 1 0,-2 0-5 16,-2-2 2-16,0 2-2 0,-4 0 0 0,6 0 2 15,6 0-4-15,3 2 3 0,-1 0-2 0,8 0 1 16,-4 0 1-16,-3 1 0 0,4 1 4 0,-11 2-6 16,5-1 4-16,-3 3-4 0,5 1 1 0,4 0 1 0,0 2-2 15,5 0 2-15,5 1 0 0,-5-3 0 0,-3 0 0 16,-2 2-1-16,-9 0-7 0,5 1 11 0,4 1-4 15,6 0 4-15,3 0-3 0,4-2 2 0,0 0-3 16,-9-2 1-16,1 2-10 0,-7-1 13 0,0-1-1 0,10 2 4 16,3-4-9-16,9 1 3 0,6 1 0 15,-7 0 0-15,-4-3 6 0,-6 0-4 0,-2-5-4 0,14 5 2 16,3-2 0-16,7-2 0 0,1-2 4 0,-6-6-3 16,-2 0-1-16,-7-1-2 0,5 3 3 0,6-1-2 15,5-3 4-15,4 1-1 0,-5-2-2 0,-8-4 0 16,-2 0-1-16,-1 0 2 0,10 0 2 0,3-2 1 15,5 0-4-15,1 0-3 0,-8-2 1 0,-2 1 0 16,-1-1 7-16,10-2-5 0,4 1 2 0,2 1-2 0,-6 0-4 16,-10 1 2-16,-3 1 2 0,2 0 1 0,5 0 4 15,3 2-6-15,-3 0-2 0,-3 2-1 0,-6 0 4 0,-9 1-1 16,0 3 4-16,1 1-2 0,1 1 7 0,3-1-10 16,-5 4 2-16,-13-1-4 0,0 1 4 0,-10 0 0 15,-5 0-4-15,0 0 3 0,-1 0 7 0,-1 1-9 16,2-1 8-16,-2 0-8 0,2 0 9 0,-8 0-5 15,-7 2-1-15,-5-2 0 0,-8 2 0 0,-2 0-4 16,-3 0 4-16,-8 0-5 0,2 0-16 0,-9 0-302 16</inkml:trace>
  <inkml:trace contextRef="#ctx0" brushRef="#br0" timeOffset="72718.46">2978 13221 13 0,'0'0'0'0,"0"0"9"0,-1-2 102 0,-1 0-24 0,0 0 5 16,0 1-78-16,0-1-20 0,0 0 80 0,-1 0-44 16,-1-2 68-16,0 1-74 0,2-1 1 0,-3-5-4 0,-1-1 7 15,2 1 16-15,3 2-1 0,-1-1 3 0,0 1-4 16,0-3 0-16,2 3-6 0,0 0 2 0,0-1-3 16,0 1-4-16,0 1-4 0,0 1 2 0,0 1-3 15,0 0-5-15,0 2-4 0,0 0-1 0,0-1 1 16,0-1-4-16,0 2 8 0,0-2-9 0,0 3 9 15,0-1-8-15,0 0 7 0,0 0 0 0,0 0 1 0,2-1 0 16,0-1-3-16,-2 0 4 0,0 0-2 0,0 3 15 16,0-1-15-16,0 0 7 0,0 0-11 0,0 0 0 15,0 0 8-15,0 0-8 0,0 1 7 0,0-1-10 0,-2 0 0 16,0 0 2-16,0 2-1 0,0 0 3 0,0 0-6 16,1 0 1-16,-1 2-3 0,0 0-8 0,-2 0 4 15,0 1 0-15,1 1 1 0,-5 7-5 0,-1 6 1 16,2-1-2-16,1 1 2 0,0 4-1 0,1 1 2 15,1 0-3-15,0 4 2 0,3 0-2 0,-1 2-1 16,-2 0 0-16,-2 2-2 0,3 1 7 0,1 3-3 16,0-1 2-16,2 6-3 0,0-4 3 0,0 2-1 15,0-3 4-15,0-3-4 0,0 3 0 0,0-6 1 0,0 0-1 16,0-2 2-16,0-2 0 0,4-2-4 0,-2-2 1 16,-1-3-1-16,3 0 1 0,-2-4-1 0,0 0 1 15,0-2 0-15,-2-2 6 0,2 4-6 0,-2-4-1 16,0-3 0-16,0 0-3 0,0-1 5 0,0 1 4 0,0-3-1 15,0 1-4-15,0-2 0 0,0 2 0 0,0-2 1 16,0-1 0-16,0 1 2 0,0 0-3 0,0 0 5 16,0 2-4-16,0-2-2 0,0 1 1 0,0 1-1 15,-2 2 4-15,-2-1-4 0,0 1 2 0,1-1-2 16,-18 3 3-16,1-1-3 0,-1 1 0 0,-1-1-1 16,0 0 5-16,-2-3-1 0,-2 2 1 0,5-3-1 15,3 1 0-15,3-2 1 0,0 2 3 0,2-2-1 16,2-1 3-16,-4 1-9 0,4 0 2 0,0 2-2 15,-2 0 3-15,3-3 6 0,1 3-6 0,0 2 4 0,1-1-13 16,1 1 6-16,1-2-4 0,3-3 5 0,-1 3 3 16,2-2-6-16,0 2 3 0,0-4-4 0,1 3 6 0,-3 1-3 15,0 0 1-15,0 0-1 0,3-1 0 0,-1 1 1 16,0 0-1-16,0-1 0 0,0 1 3 0,2 0-3 16,0-2 1-16,0 0-2 0,0-1 1 0,2 1-2 15,0 0-1-15,2 0 0 0,-1 0 3 0,18 5 1 16,-1-3 2-16,2 0-1 0,3-2-3 0,1-2 3 15,0 0-2-15,3 0 4 0,-3 0-2 0,-2 0-5 16,-1 0 2-16,-1 0-3 0,-3 0 7 0,1 1-4 0,4 1-1 16,-7 0-1-16,3 0 7 0,-1 0-7 15,-4 0 5-15,3 0-5 0,-3-1 3 0,0 1 0 0,-4 0 1 16,2 0 0-16,-2 2-1 0,-3-2 4 0,-1-1-5 16,-5-1 4-16,2 2-3 0,-3-2 4 0,3 2-1 15,0 0 1-15,0 0-8 0,-1 0 8 0,1 0-1 0,-2 1 5 16,0 1-7-16,-2 0 2 0,0 9-3 0,-2 2 3 15,-2-2 1-15,-1 1-3 0,-5 1 3 0,-1 0-3 16,4 2 3-16,-14-2 3 0,3 0-6 0,-3-2 5 16,-1-6 0-16,2 2-8 0,-1-1 6 0,1-1-6 15,-1 0 10-15,1-1-6 0,0 3 1 0,1 1-3 16,0-3 1-16,3 4 2 0,1-7-3 0,-4 3 3 16,6 3-3-16,0-1-2 0,2 0 3 0,2 0-2 0,1-1 8 15,1-3-10-15,0 5 4 0,1-5-5 0,2 1 4 16,1-1-1-16,1-1 0 0,-2 2 0 0,0-1-1 15,-1 3 1-15,1-3-6 0,2 1 6 0,0 1 1 0,2-3-6 16,0 3 9-16,0 1-8 0,0-1 8 0,2-3-5 16,0 0-2-16,2-1-1 0,7 5 0 0,9 3 5 15,3-4-1-15,-3-1 2 0,2 0 4 0,4-5-8 16,-3 1 5-16,1-2-5 0,-2 0 8 0,0 0-10 16,0 0 5-16,4-2-5 0,-3-1 12 0,-3 1-4 15,2-4 0-15,-9 3-1 0,4-3-2 0,-2 2 0 16,-2 1-3-16,0-1 2 0,-4 2-5 0,-3 0 6 15,1 0 0-15,-3 2 1 0,0-2-1 0,-1 1 3 0,1-1 0 16,-2 0 2-16,0 0 3 0,0 0-7 0,0 0 0 16,-1 0-1-16,1 1 0 0,0 1-1 0,-2 0-1 15,0 0-2-15,0 0 4 0,-2 0-1 0,0 1 1 0,1 1-2 16,-1 0 2-16,-2 0 0 0,0 0 1 0,1 0 1 16,-1 1-2-16,4-1-2 0,-6 8 1 0,1 1-3 15,-1 2-1-15,1 2 5 0,1-1-3 0,2 1 3 16,0 2-3-16,0 0 0 0,0 1 2 0,1 5 1 15,-1 1 0-15,0 7 0 0,0 3-2 0,-2 5 1 16,1 2 5-16,-3 5-4 0,-1 0 0 0,-1 6-1 16,-1 4-1-16,1 0 2 0,3 3 2 0,1-3-1 15,4-6-6-15,0-5 6 0,-4-6-1 0,3-6 3 0,-3-1 1 16,2-1 3-16,-2-3 0 0,1-4 0 0,-1 2-7 16,0-4 5-16,2-1-2 0,0-1 3 0,1 1-3 0,-1-3 4 15,0-3-4-15,0 0 4 0,0-2-7 0,0-2-1 16,0-4 0-16,1 1-1 0,1-1 4 0,0-3-28 15,0 2-32-15,0-5-3 0,-2 3-125 0,2 0-214 16</inkml:trace>
  <inkml:trace contextRef="#ctx0" brushRef="#br0" timeOffset="74047.56">3023 13199 189 0,'0'0'21'0,"0"0"-4"0,0 0 18 0,-2 0 4 16,0 0-6-16,0 0-4 0,1-2 5 0,-1 0-6 15,0 0 7-15,0 0-9 0,0 0 5 0,0 1-7 0,0-1 5 16,1 0-14-16,-1 0 10 0,0 0-2 0,0 0 3 16,0 0-1-16,0 1-1 0,2-1-1 0,0 0-3 15,0 2-11-15,0 0 7 0,0 0-3 0,-2 0 2 16,1 0-16-16,-1 0 4 0,2 0 1 0,0 0 3 15,0 0 5-15,0 0-9 0,0 0 8 0,0 0-7 16,0 0 9-16,0 0-2 0,0 0-3 0,0 0 1 0,0 0-8 16,0 0 13-16,0 0-7 0,2 0 8 0,-1 0-12 15,1 0-1-15,0 0 4 0,0 0-1 0,0 0 9 16,0 0-12-16,0 0 0 0,-1 0-2 0,1 0 7 16,0 0-2-16,0 0 3 0,0 0-4 0,0 0 0 0,0 0 6 15,-1 0-6-15,1 0 5 0,0 0-9 0,0 0 0 16,0 0 3-16,0 0-1 0,1 0 3 0,1 0-3 15,0 0 2-15,5 0-2 0,0 0 1 0,-1 0 8 16,1 0-4-16,-1 0 6 0,3 0 0 0,0 0-10 16,2 0 3-16,2 0-5 0,-2 0 0 0,2 0 1 15,1 0 1-15,-1 2-1 0,6 0-1 0,-3-1-1 16,4 1-1-16,1 0 1 0,3 0 1 0,0 0 1 16,3 2 0-16,3-1 0 0,-1-1-6 0,5 0 5 0,1 2-1 15,0-2 4-15,0-1-8 0,6 1 6 0,-4 0-4 16,0-2 5-16,4 0-1 0,-10 0-1 0,4 0 0 15,-2 0-1-15,1 0 2 0,-3-2-1 0,4-1 0 0,-3 1-1 16,1-2-1-16,-2 0-2 0,-1 1 2 0,1-1 0 16,3 0 6-16,3 0-8 0,-2 1 1 0,-8-1-4 15,5 0 7-15,-6 1 4 0,-4 1-1 0,6-2 1 16,-12 2-5-16,4 0 0 0,-3 0-2 0,-2 2 1 16,3 0-3-16,-5 0 10 0,0 0-5 0,0 0 6 15,-2 0-4-15,-4 0-5 0,2 0 5 0,-3 0-5 16,-1 0 6-16,2 0 5 0,-1 0 4 0,-3 0-1 0,-1 0 2 15,0 0-4-15,1 0-1 0,-3 0 1 0,4 0 11 16,-3 0-4-16,1 0-2 0,0 0-1 0,0 0-7 16,-1 0 5-16,1 0-2 0,-2 0 3 0,0 0-2 15,0 0-6-15,-1 0-1 0,1 0-2 0,0 0-6 0,0 0 5 16,0 0 0-16,0 0 3 0,0 0-7 0,-1 0 6 16,1 0-4-16,0 0 4 0,0 0-6 0,0 0 5 15,0 0-4-15,0 0 3 0,-2 0-1 0,1 0-43 16,1 0 3-16,-2 0-22 0,2 0-49 0</inkml:trace>
  <inkml:trace contextRef="#ctx0" brushRef="#br0" timeOffset="76407.42">4653 13089 104 0,'0'0'28'0,"0"0"-3"0,0 0 32 15,0 0-3-15,0 0 1 0,0 0-8 0,0 0-18 16,0 0 6-16,0 0-11 0,0 0-9 0,0 0 4 15,0 0-5-15,0 0 6 0,0 0-1 0,0 0 3 0,0 0-1 16,0 0 3-16,0-2 5 0,0 0-3 0,0 1 6 16,0-1-4-16,0 2-2 0,0-2 0 0,0 0-3 15,0 2 3-15,0 0-1 0,0-2-1 0,0 0-2 0,0 0 0 16,0 1-8-16,0-1 6 0,0 0-1 0,0 2 2 16,-2-2-12-16,1 2 1 0,1-2-2 0,0 2 2 15,0-2-5-15,0 2 2 0,-2 0-2 0,2 0 2 16,0 0-4-16,0 0 4 0,0 0-7 0,0 0 7 15,0 0-7-15,0 0 5 0,0 0-2 0,0 0 3 16,0 0-3-16,0 0-2 0,0 0 5 0,0 0-3 16,0 0 6-16,0 0-6 0,0 0-2 0,0 0-1 0,0 0 5 15,0 0-5-15,0 0 4 0,0 0-5 0,0 0 9 16,0 0-5-16,0 0-2 0,0 2-1 0,0 0 0 16,0 0 2-16,0 0 3 0,0 0-1 0,0-1-3 0,0 1-1 15,0 0 0-15,0 0-1 0,0 0 2 0,0 0 1 16,0 0 0-16,0-1 0 0,0 1 0 0,0 0 0 15,0 0-1-15,0 0 0 0,0-2-4 0,0 0 4 16,0 0-2-16,0 0 2 0,0 0-8 0,0 2 10 16,0-2-3-16,0 0 4 0,0 0-4 0,0 0-3 15,0 0 4-15,0 0-2 0,2 0-2 0,-2 0 8 16,1 0-6-16,-1 0 7 0,0 2-6 0,0-2-3 16,0 0 3-16,0 0-2 0,0 0 0 0,0 0 3 15,0 0 0-15,2 0 3 0,-2 0-6 0,2 0 2 0,-2 0-1 16,0 0 2-16,0 0 1 0,0 0-2 0,2 0 0 15,-2 0 0-15,2 0 4 0,-2 0-5 0,0 0 3 16,0 0-4-16,0 0 7 0,0 0-5 0,0 0 2 16,0 0-2-16,0 0 6 0,0 0-4 0,0 0-2 0,0 0 0 15,0 0 0-15,0 0-5 0,0 0 5 0,0 0-6 16,0 0 6-16,0 0 4 0,0 0-4 0,0 0 3 16,0 0-10-16,0 0 7 0,0 0 2 0,0 0 3 15,0 0-2-15,0 0-4 0,0 0-2 0,0 0 0 16,0 0 3-16,0 0-4 0,0 0 4 0,0 0-1 15,0 0 4-15,0 0-3 0,0 1 0 0,0 1-1 0,0 0 0 16,0 2 2-16,0 0-3 0,0 5 3 0,2 6 4 16,0 3-5-16,-2-1 2 0,0 2-2 0,0-1-1 0,0 1 1 15,0-1 3-15,0 3-1 0,0-1-1 0,0 6-3 16,0-2 2-16,0 6-2 0,-2 2 6 0,0 5-1 16,0 2-1-16,0 3 0 0,0 5-2 0,-1-3 3 15,-1 7-4-15,0-1 3 0,2 0-2 0,-1-4 1 16,-1-3 2-16,2 0-3 0,-2-1-3 0,1 3 5 15,-1-1-2-15,-2-1 2 0,3-2-2 0,-1 2 4 16,0-6-1-16,0 2 3 0,3 0 4 0,-1-8-2 16,0 3 2-16,2-5-3 0,0-4-3 0,0 1-4 15,0-2 1-15,0-8-1 0,0 7 3 0,0-7-1 0,0-6 0 16,2 1-1-16,-2-4-1 0,0-1 3 0,0-1 0 16,0-1 1-16,0-2-2 0,2 2 3 0,-1-1-2 15,1 1 2-15,0-2-2 0,0 0 13 0,0 0 1 16,0 0 3-16,0-1-3 0,-1 1-13 0,1 0-1 0,0 0-3 15,0 0 3-15,0 0 0 0,0-2-1 0,0 0-1 16,-1 0-7-16,1 0 8 0,0 0-2 0,0 0 4 16,0 0-8-16,0 0 1 0,1 0 3 0,3 0 0 15,9 0 5-15,1 0-7 0,3-2 2 0,1 0-5 16,3 2 11-16,5-2-4 0,1 2-2 0,5 0 0 16,5 0-5-16,3 0 4 0,7 0-1 0,5 2 1 15,-1 0 0-15,9 2 7 0,-3-1 0 0,4 1 3 0,-9-2-5 16,-2 2 0-16,-2-1 0 0,-2 1 0 0,4 2-2 15,-3-1 0-15,-1-1 1 0,0 1-1 0,2-3-2 0,-9 0 3 16,6 2 0-16,-14-2 1 0,-1 0-4 16,1-2 4-16,-3 0-3 0,-1 0 3 0,-4 0-4 0,-5 0 1 15,-3 0 2-15,-4 0 0 0,-2 0-2 0,-4 0 5 16,-1 0-3-16,-2 0 3 0,-1 0 2 0,-1 0-8 16,2 0 1-16,0 0-4 0,-1 0-23 0,-1 0-54 15,0 0-37-15,0 0-14 0,0 0-212 0</inkml:trace>
  <inkml:trace contextRef="#ctx0" brushRef="#br0" timeOffset="77094.69">6866 14012 757 0,'-1'0'27'16,"-1"0"2"-16,0 0 7 0,-2 0-14 0,0 0 1 15,-3 0-23-15,-8 0 6 0,-3 0 3 0,1 2 2 0,8 0 14 16,-8 3-10-16,2 3 2 0,-5 1-5 0,-6 4 2 16,7-4 7-16,0 2 6 0,1 1-2 0,-1 1 11 15,-1-12-4-15,-6 12 1 0,4 2-1 0,1 2-3 16,1 2-10-16,-1 3-4 0,3 0-2 0,-1-1-7 0,3 3 3 15,1-6-1-15,2 3 1 0,-2-3-5 0,0-1-3 16,0 1 1-16,-2-5-1 0,3 0 6 0,-1 4-6 16,-2 0 6-16,0 1-6 0,1 5 3 0,-1-8 5 15,0 1-5-15,2 1 6 0,-3 0-4 0,-3 3 3 16,1-1-6-16,-6-4 6 0,4 1 1 0,1-3 0 16,6 0 10-16,-1-2-8 0,4-3 11 0,5-3-9 15,-6-3-3-15,11 0-1 0,0 0-6 0,-1 2 14 16,-1-1-8-16,0 1 8 0,2 0-15 0,0-2 5 0,1 0 0 15,-1-1 0-15,0 1-4 0,2 0 0 0,0 0 4 16,2 0-3-16,0 0 1 0,-1-2 0 0,1 0-6 16,0 0 5-16,2 0-5 0,0 0 0 0,-1 0 4 15,1 0-2-15,2 0-2 0,-3 0 2 0,3 0-3 0,-1 0 3 16,-3 0 0-16,0 0 0 0,2 0 3 0,0 0-1 16,-1 2 4-16,1-2-6 0,0 0 0 0,-1 0-1 15,1 0 4-15,0 0-6 0,0 0 1 0,-1 0-3 16,1 0 3-16,0 0 3 0,-1 0-2 0,1 0 3 15,0 0-4-15,0 0-2 0,-1 0 3 0,1 0-3 16,0 1-1-16,-1-1 3 0,7 4-1 0,-3 0 1 0,6 3-5 16,0 3 2-16,4-7 0 0,3 16 1 0,1 1-3 15,3 3 5-15,0 1-4 0,2 2 5 0,0 0 1 16,4-2-2-16,1-2 1 0,3-1-2 0,-5-3 1 16,5-3 1-16,-4 0 2 0,-3-6 0 0,7 2 1 0,-6-2 0 15,3 4-2-15,1 0 1 0,-4-1-3 0,-6-5-2 16,-4 0 1-16,-5-1-2 0,-1 1 4 0,-1 1-4 15,-2-3 0-15,-5-3-3 0,1 2-9 0,-1 0-14 16,0-1-7-16,-1 1-2 0,-1 0-38 0,-2-2-128 16,2 1 8-16,-2 1-53 0,0 0-44 0</inkml:trace>
  <inkml:trace contextRef="#ctx0" brushRef="#br0" timeOffset="77751.25">6926 14012 424 0,'-2'-2'104'0,"0"-2"212"15,-3-3-257-15,-3-4-29 0,6 3 3 0,-7 3-13 16,2-1-9-16,-1 4-2 0,6 1 0 0,0 1 0 0,-1-2 7 15,1 2-10-15,0 0 2 0,0 0-4 0,0 0 9 16,-1-2-2-16,-1 0 5 0,0 0-4 0,2 2 9 0,0 0-1 16,1 2-4-16,1 0 3 0,1 0-2 15,-1 0-7-15,8 14 7 0,20 1-8 0,3 2-2 0,3-1-2 16,5 3-1-16,0-1 0 0,3 2-1 0,5 1 5 16,1 1-7-16,0-4 6 0,6 6-7 0,0-5 0 15,0-3 3-15,5 3-2 0,-1-5 6 0,-2 1 4 16,-3-2-1-16,-6-4 3 0,1-2-5 0,-3-1-1 15,-1-1-5-15,-1 2 1 0,-6 4-8 0,-2-5 5 16,1-1 1-16,-5 4 1 0,-1-5-4 0,0 5 2 16,-1 6 0-16,-5-6 0 0,1 0 4 0,-9-2-1 0,-3 2-2 15,-3-1 1-15,-1-1-1 0,-4-2 2 0,-3-3 4 16,4 2-1-16,-2 1 7 0,-4-5 4 0,5 5 1 16,-3-3 1-16,-2-2 2 0,2 5-2 0,-2 1-5 15,0-1 2-15,-4 3-12 0,-1-3 2 0,-8 0 1 0,-13 1 2 16,5-1 3-16,-1 4-8 0,0-1-4 0,1 3 0 15,4-2-5-15,-1 0 3 0,-3 0 2 0,1 2 1 16,-4 0 6-16,2 0-8 0,-4 2 2 0,0 0-3 16,-2 0 9-16,-2 1-4 0,-3 1 1 0,-3-2-2 15,-4 0 4-15,-5-2-5 0,-1 0 4 0,-8 0-4 16,2-2 3-16,-4 2-4 0,4-2-1 0,-7 2-1 16,3-2 2-16,0-1 9 0,2-1-1 0,8 0 4 0,1 0-5 15,6 1-2-15,-1 1-3 0,4 0 1 0,1 0 2 16,5 2-4-16,1-2 2 0,-1 0-3 0,0 0 2 15,2-3 1-15,10-3 2 0,3-3-1 0,6 2 3 16,3-2-1-16,-1 0-5 0,5-2 2 0,0 0-6 0,-2 2-4 16,0 1 5-16,1 1-5 0,1 0-3 0,0-2-37 15,0-1 4-15,0 1-15 0,2 0-8 0,0 0-27 16,2-2-39-16,0 0 0 0,0 0-152 0</inkml:trace>
  <inkml:trace contextRef="#ctx0" brushRef="#br0" timeOffset="78095.78">6811 14586 465 0,'-2'-2'140'15,"0"0"38"-15,-2 0-27 0,-12-7-94 0,3 1 15 16,3 3-54-16,3 1-8 0,3 2-5 0,0 0 2 16,1 1 2-16,1-1-11 0,0 0-2 0,0 0-4 15,0 0-4-15,0 0 15 0,1 0 3 0,1 1 3 0,0-1 5 16,1 0 12-16,3 0 2 0,9 0 2 0,9-2 1 16,4 3-6-16,2-1-6 0,-4 2 4 0,6 0-4 0,-2 0-11 15,-2 0 0-15,4 0-4 0,-6 0 1 0,0 0-9 16,-4 0 4-16,1 0-6 0,-1 2 5 0,-5-1 1 15,0 1-1-15,-6 0-1 0,-1 0-19 0,-5-2 0 16,-1 0-9-16,2 2 4 0,0 0-21 0,-1 0-108 16,-1-1-3-16,0 1-48 0,0 0-108 0</inkml:trace>
  <inkml:trace contextRef="#ctx0" brushRef="#br0" timeOffset="78449.63">6983 14339 437 0,'0'-2'259'0,"0"0"-317"0,-1 0 302 0,-1-1-157 15,0-1-22-15,0 0-27 0,0 0 0 0,0 1-10 16,0-1-15-16,1 2 1 0,-1 0-1 0,0 0 0 16,-2 1-7-16,0 1-3 0,-10 0 0 0,-9 3-1 15,3 5 2-15,-6 5 5 0,-6 3 0 0,3 1 3 16,-3-2 13-16,0 0 2 0,8-4-3 0,-4 4 1 15,1-2-3-15,2-2-5 0,1 0 3 0,0 0-5 0,9-3-3 16,-5 1-6-16,1 0 1 0,6-1-2 0,-5 3 4 16,7-4-9-16,0 1 3 0,3-7-4 0,1 11 1 15,5 2-3-15,0-1 3 0,0-3-1 0,-9 6 2 0,5-3 5 16,5-1-5-16,1 1 6 0,0-2-1 0,1 0-3 16,3-2 2-16,4 0-4 0,6-1-2 0,20-4-3 15,-3-1-5-15,1 16 3 0,7-4-16 0,0-6-29 16,4-3-6-16,3-3-10 0,-3-3-44 0</inkml:trace>
  <inkml:trace contextRef="#ctx0" brushRef="#br0" timeOffset="79155.17">8458 14679 7 0,'0'0'13'0,"0"-2"1"15,-2 0 55-15,0 0 9 0,0 0 1 0,0 0 2 16,-1-1 12-16,1 3-10 0,-15-12 5 0,0 1-9 16,4 4-16-16,-3-2-13 0,-3-1-6 0,-3 1-1 15,7 3-19-15,0 3 4 0,6 1-3 0,3 0 2 0,-7-2-10 16,4 2-3-16,0 1 1 0,5 1-2 0,2 0-7 16,-2 0-1-16,1 0-2 0,-1 0 2 0,2 0 9 15,0 0 6-15,0 0-1 0,2 0 2 0,2 0-3 0,2 0-7 16,24 0 2-16,7 0-3 0,4-4 11 0,0 0-5 15,4-1 5-15,3-3-5 0,2 1 5 0,1-1-1 16,3 3-8-16,5-3 5 0,4 3-7 0,1-1 0 16,6 1-1-16,-1-3-3 0,-2 1-6 0,4-4 0 15,-15 1 2-15,-4 1-3 0,-6 2-8 0,-10 1-15 16,-3 2 5-16,-6 2-8 0,-5 1 6 0,-3 1-4 16,-6 0-7-16,-2 0 2 0,-3 0-16 0,-4 0-94 15,1 0-7-15,1 1-43 0,-2 1-147 0</inkml:trace>
  <inkml:trace contextRef="#ctx0" brushRef="#br0" timeOffset="84268.59">7022 13262 466 0,'0'-2'91'0,"0"0"-75"0,0-2 92 0,0-1-36 15,2-14-33-15,-2 4-3 0,2 1 4 0,0-1-5 16,0 0-9-16,0 0 1 0,0 0-2 0,-1 4 3 16,-1 2 6-16,0 3 1 0,0 1-2 0,0 1 1 15,0 0-18-15,0 0 1 0,0 1-1 0,-1-1 3 0,-1 2 5 16,-2 0 0-16,-11 0-2 0,-7 4 0 0,-6 8-12 15,-4 4-5-15,-1-12 0 0,-2 30-2 0,1 1-1 16,1 1 5-16,1-3 0 0,4-1 2 0,8-4 3 0,5 0-13 16,-2-2 7-16,10-2-9 0,1-1 6 0,5-4-1 15,-9-4-2-15,5-4 3 0,1-2 10 0,2-1 17 16,2-2 0-16,0-1 4 0,2 1-13 0,0-2 0 16,2 0-7-16,9-2 5 0,13-4-9 0,5-5-8 15,-1-6 5-15,-2 13-5 0,-2-24 2 0,-4-2-2 16,2 4-1-16,-3 0 2 0,-1 2 7 0,-3 3-8 15,-2-1 5-15,-4 3-7 0,2 2-2 0,-4 2 2 16,0 0-3-16,-1 4 3 0,-3-1 2 0,-3 5 4 0,2 1-1 16,-2 0 1-16,-2 3-3 0,3-3 0 0,1 0-2 15,0 0 1-15,0 3-10 0,-1-1 2 0,-1 0 1 16,0 0 0-16,0 2 0 0,0 0 3 0,0 2 0 16,-1 0 1-16,1 1-1 0,6 22 2 0,-3 4-3 0,-1 7 3 15,-2-1-1-15,-2 4 4 0,0 2-3 0,-4 1 3 16,-3 7-10-16,-3-3 13 0,1 2-2 0,0-1 6 15,0-6-12-15,-1-6 4 0,1-4-1 0,2-10 2 16,-1-3-5-16,1-3 10 0,1-4-3 0,1-1 6 16,-1-3-7-16,2-1 0 0,-1-1 5 0,-5 1-3 15,-3-2 6-15,2 5-2 0,2-4-4 0,-6 3 2 16,8-6-7-16,-3-2 2 0,-3 0 1 0,10 0 3 0,-7-2 7 16,7 0 1-16,1-2-2 0,-13-18 2 0,4-4-5 15,9 6-9-15,2-8 3 0,2 2-4 0,3 4 5 0,3-3-10 16,1 7 5-16,2-3-7 0,4-1 8 0,-9 4-5 15,12 1-2-15,3 4-1 0,-1 4 5 0,1-1 5 16,1 5-3-16,-4 1 2 0,-1-3-4 0,-4-3-11 16,0 3-1-16,-4 1-5 0,3 3-24 0,-5 1-15 15,2 0-9-15,-3 2-4 0,1 0-68 0,1 0-104 16,1 2-31-16</inkml:trace>
  <inkml:trace contextRef="#ctx0" brushRef="#br0" timeOffset="84765.7">7280 13628 461 0,'0'0'109'0,"0"0"6"0,0 0-20 0,-1-2-24 0,1 0-26 16,-2 2-17-16,0 0-15 0,0 0-1 0,0 0-6 16,0 2-1-16,0 2 3 0,-3 5 5 0,-6 13-2 15,1-3 3-15,-1 3 3 0,0-2 0 0,0 3 2 16,2-3-5-16,0-3 4 0,-1-1 3 0,1 1 2 15,2-4 13-15,-1-2-6 0,3-1-1 0,1-3-1 16,0-1-3-16,2-3 7 0,0 1-7 0,-1 0 7 0,-1-1-6 16,2 1-1-16,0 0 2 0,0-2-3 0,1 0 0 15,-1-1-5-15,0 1 2 0,0 0-4 0,0-2-13 16,2 0 0-16,0-2-5 0,0 0 3 0,2 1 1 16,-2-1-3-16,11-15 0 0,-3-3-2 0,10-1 1 0,3 3-1 15,-1-1 0-15,-2-1 0 0,-1 1 6 0,-2 0-4 16,-2 5 1-16,2 6-3 0,5 1-3 0,-9-2 2 15,4-1-1-15,-5 7 1 0,-9 3-4 0,5-2 2 16,-2 0-2-16,-1 2 4 0,1 0 12 0,0 2-9 16,-2 0 8-16,0 1-9 0,-1 1 5 0,-1-2 1 15,0 2-1-15,0-1 3 0,0 1-2 0,0-2 2 16,0 1 1-16,0 1 0 0,0 0-5 0,0-2 3 0,0 0-5 16,0-1 4-16,0-1-7 0,0 0 1 0,2 0-3 15,0-1 4-15,0-3 5 0,4-4-4 0,-5-14 0 16,14 7-1-16,0 2-2 0,-6 0-6 0,6 10 6 15,-5-5-7-15,3 6 5 0,1-9 0 0,-2 6-2 16,2 1 2-16,-8 4 4 0,0 0 1 0,-1 2 2 0,-3-2-2 16,2 11 1-16,11 9 0 0,-4 3 6 0,-6-5-5 15,-3 1-3-15,-2-3-20 0,0-1-5 0,0 0-4 16,0-6-18-16,0-1-18 0,0-1-8 0,0-3-8 16,0 0-85-16,0-1-67 0,2-1-11 0</inkml:trace>
  <inkml:trace contextRef="#ctx0" brushRef="#br0" timeOffset="85154.95">7826 13254 473 0,'0'-1'115'0,"0"-3"211"0,0 2-275 0,-1-9-13 16,1 3-14-16,0 3 5 0,0 1-22 0,0 2-3 15,0 0 1-15,0-1-3 0,0-1-5 0,0 2 11 16,0 0-4-16,0 0 9 0,0 2 4 0,0 0-12 15,0 2 11-15,0 0-11 0,0 4 9 0,-2 20-9 16,0-2 1-16,-2 0-3 0,0 2 12 0,1 4-9 16,-1 1 0-16,2 1-4 0,-2-1-1 0,1-3-3 0,1-4 6 15,0-1-4-15,0-1 5 0,0-5 4 0,2-6-9 16,0 4 8-16,0-10-6 0,0 3 13 0,0-1-2 16,0-5 4-16,0 4-3 0,0-5 20 0,0 3-3 15,0 0 8-15,0-2-4 0,2 0-15 0,0-1-2 0,0-1-5 16,0-1-11-16,1-1 9 0,5-2-1 0,10-24 3 15,-1-7-7-15,2-2 7 0,1 0-7 0,4 1 6 16,-3-3-6-16,3 4 7 0,2 2-1 0,-6 1 2 16,-1 6-2-16,-4 2 0 0,1 5 2 0,-5 4-3 15,2 6-12-15,-7 4 2 0,-4 1-1 0,-2 2 4 16,4-2-4-16,-1 1-31 0,-1-1-1 0,0 2-11 16,0 0-7-16,-2 2-14 0,0 0-10 0,0 2-8 0,-2 0-79 15,0 2-73-15,-3 9-4 0</inkml:trace>
  <inkml:trace contextRef="#ctx0" brushRef="#br0" timeOffset="85576.99">8283 13403 370 0,'0'0'69'0,"0"0"-5"0,0 2 38 16,0 0-7-16,0 0-10 0,2 1-31 0,-2 1-10 16,2 16-5-16,-2 8-2 0,-4 0-18 0,-1 6 6 15,-1-5-4-15,-1-3 6 0,-3 4 3 0,-1-4 16 16,0 0 3-16,0-2 1 0,2-5 0 0,-1-3-8 15,5-3-6-15,1-3 0 0,0-1-20 0,2-2-3 0,1 1-2 16,-1-3-1-16,2-1-8 0,0 0 2 0,0-2 4 16,0-1-1-16,0 1 2 0,0 0 1 0,0 2-1 15,0 0 1-15,0-3-3 0,0 1-4 0,0 0-3 0,2 0 0 16,-1-2-14-16,1 0-9 0,0 0 2 0,2-2-3 16,0 0 5-16,-3 2-2 0,11-13 0 0,-7-7 0 15,4-1 4-15,1-3 10 0,-3 0-5 0,2 6 6 16,1-5-1-16,1 7 4 0,-4-1 3 0,3 2-1 15,-5 4 4-15,3 7-6 0,1-1 4 0,-2 3-5 16,3-6 0-16,-3 5 7 0,2-1 2 0,-3 2 4 16,1 2 8-16,-3 0-3 0,0 0-5 0,1 2 3 0,-1 0-8 15,0 13 4-15,1 7 0 0,-3 2 0 0,2-5-1 16,-2-3 2-16,7-3 0 0,2 4 0 0,-5-4-3 16,-3-2-1-16,-1-2 1 0,0-3-1 0,-2-2 3 15,0-1-4-15,0 1-4 0,0-2 1 0,2 2-9 0,-2-1-21 16,0 1-2-16,0-2-12 0,0 0-63 0,0 0-128 15,-2-2-9-15</inkml:trace>
  <inkml:trace contextRef="#ctx0" brushRef="#br0" timeOffset="85750.49">8086 13455 1132 0,'0'0'24'0,"0"-2"53"0,0 0-64 0,0 0-17 0,0 1 4 15,0-1-9-15,2 2 8 0,6 0 3 0,21-4 5 16,7 0-2-16,-5 1 1 0,8-3-4 0,6-1-2 16,-3 1 0-16,1 0-10 0,-4-1-38 0,-4 1-9 0,-3 1-24 15,-1 1-174-15</inkml:trace>
  <inkml:trace contextRef="#ctx0" brushRef="#br0" timeOffset="86782.49">1825 13253 699 0,'0'0'22'15,"0"0"0"-15,-1 0-2 0,-1 0-2 0,0-2-7 16,0 2-3-16,-2 0 1 0,1 0 0 0,-1 0-1 15,0 0 0-15,0 0 0 0,1 0-3 0,1 0 1 0,0 0-6 16,0 0 21-16,0 0-2 0,0 0 10 0,2 0 7 16,0 0 6-16,0 0-3 0,2 0 1 0,2 0-19 0,7 0-6 15,17-4-1-15,5 0-1 0,1-1-5 0,1 1-8 16,0 0 4-16,1 1-4 0,-3-1 2 0,2 2-15 16,1 0-3-16,-5 2-4 0,-5 0-4 0,0 0-26 15,-5 0 0-15,-1 0-12 0,-1 0-31 0</inkml:trace>
  <inkml:trace contextRef="#ctx0" brushRef="#br0" timeOffset="87440.75">1952 14907 798 0,'0'0'58'0,"-2"0"-5"16,0 0-12-16,0 0 7 0,0 0-30 0,0 2 1 16,1 0-11-16,-1 3 3 0,-4 27-5 0,2 1 2 0,1 6-7 15,1 2 5-15,0 4-4 0,0-1 8 0,0 1-7 16,0 3-1-16,1-9-1 0,-1 6-5 0,0-8-5 15,-2-8-11-15,0 1 1 0,3-8-50 0</inkml:trace>
  <inkml:trace contextRef="#ctx0" brushRef="#br0" timeOffset="88008.5">1465 14058 677 0,'-2'-1'84'0,"1"-1"14"16,-1-2-27-16,-6-9-34 0,-1-4-10 0,2 4-15 0,3 4 2 15,2 2-5-15,0 1 2 0,0 0-17 0,2 5 8 16,0-1-2-16,0 0 4 0,0-2-4 0,0 0 2 16,0 3 4-16,0-1-1 0,0 0 14 0,2 2-7 15,0 2 5-15,0 0-5 0,0 7 3 0,7 22-11 16,-3 1 1-16,1 5-4 0,-3-2 3 0,-1 3 0 15,-1-3 2-15,-2 0 0 0,2-5 3 0,0-2-5 16,0-2 1-16,-2-6-1 0,2-1 8 0,-2-5 0 16,0 1 0-16,0-7 0 0,2 3 7 0,-2-9 2 0,0 0-1 15,0-1 0-15,1 3-3 0,1 0-4 0,0 0 2 16,2-3-2-16,0 1 6 0,-1-2-3 0,5 0-2 16,3-3-1-16,2-7-10 0,0-12 19 0,2-13-6 15,-1 1 10-15,1-1-5 0,2 2-4 0,-2-1 4 0,0 3-6 16,-2 1-3-16,0 4-11 0,-2 2 2 0,-2 3-3 15,0 5 2-15,-3 3-2 0,0 2-2 0,-5 5-1 16,3 0-13-16,-2 5-14 0,-2-1 0 0,2 2-3 16,2-4 1-16,-1 0-3 0,1 2-4 0,0 1-1 15,-2 1-30-15,-1 0-112 0,1 1-23 0,0 1-34 16,-2 4-107-16</inkml:trace>
  <inkml:trace contextRef="#ctx0" brushRef="#br0" timeOffset="88353.29">1799 14244 756 0,'0'0'40'0,"0"0"-1"0,0 0-5 15,0 0 5-15,0 2-17 0,0 0 15 0,0 2-13 16,0-1 2-16,0 23-5 0,0-2 3 0,0 2-11 16,-1 8 8-16,-3-3-8 0,0 1 15 0,0-1-8 15,1-6 1-15,-1-5-3 0,2-3-3 0,0-2 3 16,0-2-5-16,2-6 6 0,0-3-5 0,0-1 12 0,0 1-2 15,0 0 6-15,0-2-1 0,0 0-21 0,0-1-1 16,0-1-7-16,0 0-7 0,0-1-1 0,0-5 0 16,8-22 0-16,1-2 0 0,2 3-1 0,0-1 3 15,2 0-2-15,-1 2 1 0,-1 2 7 0,-2 3-5 0,-2 6 5 16,-1 4-1-16,-4 8 4 0,0-1-2 0,0 0 4 16,-1 1-5-16,1 1 2 0,0 0-1 0,0 0 0 15,2 2 1-15,-1 2-1 0,1 0 3 0,-4 0-4 16,13 18 6-16,-4 0-6 0,-1 1 5 0,-3 1-5 15,-3-5 3-15,0 3 1 0,-2 1-1 0,0-8 1 16,0 3-5-16,0-8-31 0,0-6-10 0,0 1-10 16,-2 1-59-16,0 0-203 0</inkml:trace>
  <inkml:trace contextRef="#ctx0" brushRef="#br0" timeOffset="88507.5">1716 14240 526 0,'0'0'180'0,"-2"0"-184"16,0 0 197-16,0-1-90 0,0-1-48 0,1 0-17 15,-1 2-8-15,0 0-2 0,0 0-17 0,0 0 11 16,0 0 3-16,2 0 0 0,0 0 4 0,2 0-1 16,0 0 2-16,0 0-2 0,29-13-14 0,5 0-17 15,1 0-16-15,7-2-2 0,-6 4-64 0,2 2-55 0,3 1-79 16</inkml:trace>
  <inkml:trace contextRef="#ctx0" brushRef="#br0" timeOffset="90766.67">2468 16170 1124 0,'0'-2'211'0,"-2"0"-270"0,0 0 238 0,0 0-130 0,0 0-47 0,1 0-22 15,-1 1 12-15,2-1-14 0,0 0 32 0,2 0 3 16,1 0 7-16,31-16-3 0,8 1 19 0,7 2 8 16,3 0 1-16,5-2 1 0,-3 3 1 0,9-5-12 15,-5 2-5-15,-1 1-1 0,-3-1-16 0,-7 4-12 16,-5 2 2-16,-5 1-6 0,1 3-19 0,-5 0-19 16,-3 1-6-16,-2 0-16 0,-4 3-146 0</inkml:trace>
  <inkml:trace contextRef="#ctx0" brushRef="#br0" timeOffset="92476.22">4612 13011 91 0,'0'0'0'0,"0"0"12"0,0 0 131 0,0 0-25 16,0 0 7-16,0 0-55 0,0 0-23 0,0 0-28 16,0 0 5-16,0 0-8 0,0 0-7 0,0 0-2 0,0 0-2 15,0 0 3-15,0 0 2 0,0 0 0 0,0 0-9 16,0 0 4-16,0 0-13 0,0 0 9 0,0 0-1 16,2 0 3-16,0 0-7 0,0 0 6 0,0 0 0 15,0 0 3-15,0 0-3 0,-1 0-2 0,1-2-4 0,0 1 2 16,2-1-3-16,0 0 6 0,-1 0 2 0,1 0 1 15,0 0-4-15,-1 2 4 0,1 0-4 0,-2 0 3 16,0 0 1-16,0 0 5 0,0 0 6 0,-1 0-2 16,1 0 10-16,0 0 3 0,0 0-5 0,0 0 4 15,0 0-6-15,-1 0-2 0,-1 0 4 0,0-2-5 16,0 2 6-16,0 0-6 0,0 0 3 0,0 0-4 16,0 0 8-16,0-1-13 0,0 1 4 0,0-2-8 0,0 0 3 15,0 0-3-15,-1 0 4 0,-1 0-2 0,0 2 8 16,0 0-9-16,0 0 6 0,2 0-6 0,-2 0 2 15,1 0 1-15,-1 0-3 0,0 0 4 0,2 0-2 0,0-2-8 16,0 1 0-16,0 1-1 0,0 0 1 0,0-2 0 16,0 2 1-16,0 0-1 0,0 0-1 0,0 0-2 15,0 0-1-15,0 0 2 0,0 0 6 0,0 0-5 16,0 0 0-16,0 0 0 0,0 0 5 0,0 0-5 16,0 0-2-16,0 0-1 0,0 0 0 0,0 0 7 15,0 0 0-15,2 0 1 0,-2 0-9 0,0 0 6 16,0 0-3-16,0 0 4 0,0 0-3 0,0 0 2 15,0 0 6-15,0 0-2 0,0 0 3 0,0 0-3 16,0 0-3-16,0 0 1 0,0 0-6 0,0 0 3 0,0 0 4 16,0 0 1-16,0 0 11 0,0 0-12 0,-2 0 2 15,0 0-5-15,0 0-5 0,2 0 0 0,0 0-1 16,0 0 2-16,0 0 2 0,0 0 1 0,0 0-2 16,0 0 1-16,0 0 1 0,0 0-4 0,0 0 8 0,0 0-7 15,0 0 11-15,0 0-9 0,0 0 0 0,0 0-2 16,0 0 2-16,0 0 4 0,0 0-5 0,0 0 5 15,0 0-3-15,0 0-1 0,0 0 3 0,0 0-3 16,0 0 6-16,0 0-6 0,0 0 4 0,0 0-4 16,0 0 1-16,0 0 3 0,0 0-4 0,0 0 1 15,0 0-13-15,0 0 12 0,0 0-4 0,2 0 7 16,0 0-3-16,0 0-1 0,0 0 1 0,-1 0 0 0,1 0 1 16,0 0 2-16,2 0-3 0,-1 0 1 0,1 0-2 15,0 0 1-15,0 0 0 0,-1 0 0 0,-1 0 3 16,4 0-5-16,-3 0 1 0,1 0-4 0,-2 0-12 0,0 0-23 15,0 0 1-15,0 0-8 0,-1 0-10 0,1 0-4 16,2 2-10-16,0-2 3 0,-1 0-24 0</inkml:trace>
  <inkml:trace contextRef="#ctx0" brushRef="#br0" timeOffset="95088.57">4726 13223 17 0,'0'0'0'0,"0"0"10"0,0 0 106 0,0 0-15 16,0 0 12-16,0 0-43 0,0 0-9 0,0 0-5 15,0 0-12-15,0 0 11 0,0 0-6 0,0 0-7 16,0 0 2-16,0 0-8 0,0 0-12 0,0 0 5 16,0 0 2-16,0 0 0 0,0 0 8 0,0 0 0 15,0 0-4-15,0 0 3 0,0 0-5 0,-2 0-12 0,0 0 7 16,0 0-9-16,0 0 5 0,0-2-3 0,0 0 2 16,1 0-3-16,-1 0 2 0,0 1 10 0,0-3-5 15,-4-5 8-15,-1-10-4 0,0-1-4 0,1-3 1 16,2 1-3-16,2-4 1 0,1 2-9 0,1-4 0 15,0 0-5-15,0 2-4 0,1-2-3 0,3 1 1 16,0-1-1-16,0 2 1 0,-1 0-7 0,3-2 4 0,-2 4-4 16,1 0 2-16,-1 1 0 0,1 1-1 0,-1 2 2 15,2-3 2-15,-1 7-4 0,-1 1-1 0,0 2-1 16,-1 0-2-16,1 2 4 0,2-4 0 0,-3 4 1 16,1 1 3-16,0 1-8 0,-4 7 1 0,2-3-4 15,-2 3 3-15,0 0 3 0,2-4 1 0,-1 3 0 16,1-1-3-16,0 0 4 0,0 0-3 0,0 1 4 0,2 1-2 15,-3 0 0-15,1 0 0 0,0 0 0 0,0 0 3 16,2 1-3-16,-1-1 0 0,-1 0-1 0,2 0 1 0,-2-2 0 16,2 2 0-16,-3 1 0 0,3-1 0 0,-2 0-1 15,0 0-2-15,0 0 2 0,0 0 5 0,-1 0-4 16,1 1 1-16,2-1-3 0,0 0-7 0,-1 0 6 16,1 0 0-16,0 0 2 0,0 2 3 0,10-5-3 15,3 1-5-15,4 0 1 0,-3 2-3 0,4 1 8 16,4-1 1-16,0 2 0 0,4-2 0 0,2 2-9 15,-8 0 6-15,6 0-7 0,3 0 10 0,0 0-1 16,6 0-5-16,-3 0 2 0,-3 0 3 0,4 0 1 16,-5 0 1-16,1 0-1 0,-1 0-1 0,1 0-1 0,2 0 0 15,3 0 1-15,-1 0-4 0,0 0 4 0,4-2 0 16,5 0 2-16,1-2-6 0,6 1 3 0,-1-1-1 16,2-2 3-16,-2 3 5 0,2-3-9 0,-4 2 3 15,-7 1-2-15,1-1 7 0,-5 2-5 0,0-1 0 0,0 1-1 16,-1 2-1-16,-1 0 4 0,-2 0-2 0,0 0 3 15,4 0-3-15,-7 0 0 0,5 0 0 0,-2 0 0 16,-7 0 0-16,2 2 2 0,-10-1-2 0,1-1 3 16,-3 2 1-16,-1-2-4 0,-2 0 1 0,-2 0-1 15,7 2 3-15,-7-2-1 0,2 2 1 0,-4-2-2 16,-5 0-1-16,5 0 0 0,-4 0 0 0,1 0 0 16,3 0 4-16,-2 0 0 0,0 0-2 0,-3 0 1 0,0 0-7 15,-3 0 8-15,1 0-1 0,2 0 5 0,-3 0-4 16,1 0-3-16,0 0 1 0,-1-2 0 0,1 0 12 15,0 0-10-15,-2 1 2 0,0-1-4 0,-1 0 5 16,1 0-3-16,0 0 1 0,0-2-1 0,0 1 3 0,0-1-8 16,0 0 1-16,3-5-3 0,-1 2 8 0,1-5-5 15,3-1 4-15,-3 2-5 0,1-2-5 0,0 4 8 16,1-4-5-16,-1 4 6 0,-1-2-8 0,1 1 7 16,-3 3-3-16,-1 3 3 0,2-1-8 0,-4 3 4 15,4 0 2-15,-2 0 0 0,5-4 0 0,-3 5-4 16,-1-1-3-16,1 0-1 0,2-2-2 0,-1 2 6 15,3-1-1-15,-3 1 2 0,1 2 2 0,1 0-3 0,-1 0 6 16,-1 0-3-16,3 2 6 0,-3-1-3 0,3 5 0 16,1-4-1-16,-1 13-1 0,-1-2 0 0,0 2-1 15,-1-2 1-15,1 3 1 0,-1 1-3 0,3 2 1 0,1-3-2 16,-3 1 4-16,-1-4-1 0,1 0 1 16,0 0-1-16,1 0 3 0,-1 0-3 0,1 0 0 0,1-2 0 15,-3-4 0-15,3 1 2 0,-4-3-1 0,3-1 3 16,-3 0 0-16,3 1 3 0,-1 1-3 0,-5-6 3 15,5 6-3-15,-5-6 4 0,0 0 0 0,4 1 0 16,-3 1-5-16,1 0 0 0,-2-2 2 0,4 0 0 16,1-2 2-16,-1 0 0 0,-3 1-5 0,5-3 3 15,3-5-2-15,-7 5-2 0,10-11 2 0,-8-2-3 0,0-1 0 16,8 1-3-16,-4-1 5 0,6-1-3 0,-6 0 6 16,6 5-5-16,3-3-2 0,-6 0-1 0,7 4 3 15,-7 0 0-15,4 4 0 0,4 0-1 0,-5 3-4 0,3 0 4 16,-10 3 1-16,2-1 0 0,2 2-8 0,-2-7 7 15,4 0-7-15,-7 5 6 0,-1 2-5 0,-1 2 5 16,1 0 0-16,1 0 2 0,-1 0-2 0,0 2 0 16,1 2 2-16,-3-1 0 0,1 1 0 0,3 7 0 15,-1 2 0-15,-1 2-1 0,-1 0 1 0,3 0 2 16,-2-2-2-16,3-2 0 0,3 0-2 0,-4-4 2 16,2 1 2-16,2-1-1 0,-4-3 2 0,3 0-2 0,1-1 5 15,-2-1-4-15,2 8-2 0,2-1 7 16,-1-2-6-16,3-1 6 0,0-3-4 0,-2-1-1 0,1 0-2 15,-1-2 1-15,2 0 4 0,0-2-7 0,1-1 6 16,10-5-7-16,-2 3 4 0,2-3-1 0,2 1-3 16,-4 1 1-16,1-1 2 0,1 1 1 0,0 1 0 0,6-1-1 15,-3 2 0-15,3 1-3 0,1-1 2 0,-7 2-2 16,1 0 2-16,1 2 1 0,2 0-1 0,1 0 1 16,2 0-8-16,4 0 8 0,0 2-3 0,0 0 4 15,2 2 0-15,0-1-2 0,13 1 3 0,-2 2-3 16,0-1 3-16,5 1-2 0,-5-1-4 0,2 3 1 15,2-1-1-15,-2-1 6 0,-4-1-1 0,-2 1 4 0,0-1-5 16,1 3-3-16,-3-3 1 0,2 1-2 0,3 0 9 16,-5-1-5-16,2 1 0 0,-1-1-2 0,-8-1 6 15,11 0-5-15,-4-1 2 0,-9 1-2 0,2-2 3 16,-15-2 2-16,-1 0-2 0,-5 0 1 0,1 0-6 0,-4 0 6 16,-4 0 0-16,2 0 3 0,-6 0-4 15,1 0 3-15,-1 0 0 0,-5 0 1 0,2 0 0 0,-1 0-2 16,1 0-1-16,0 0-1 0,0-2-13 0,-3 0-35 15,1 0-11-15,0 1-9 0,-2-1-63 0,0 2-120 16,-2 0-12-16</inkml:trace>
  <inkml:trace contextRef="#ctx0" brushRef="#br0" timeOffset="95561.51">8905 12874 633 0,'0'-2'70'16,"-2"0"8"-16,0 0-17 0,1-3-29 0,-3-8-9 15,2 3-19-15,2 9 0 0,0-1 4 0,-2-2-4 0,0 0-5 16,0 2 9-16,2 1 0 0,0-1 5 0,0 2 7 15,0 2 2-15,0 1-1 0,0 18 1 0,-1 5 5 16,-1 0-9-16,-4-2 7 0,1 0-7 0,-1-2 4 0,0 1-8 16,3-1-1-16,-1-4-2 0,2 1-3 0,0-4 8 15,2 0 0-15,0-4 2 0,0-2-2 0,0-2 8 16,0-1-4-16,0-2 5 0,0-2-4 0,0 1 12 16,0 1 3-16,0 0 3 0,0-2 1 0,0-1-16 15,2 1-4-15,0-2-1 0,-2 0-5 0,0-2 1 16,0 1-3-16,0-3 0 0,2-7-6 0,0-10-1 15,0 1 7-15,-1-2-5 0,1-1 2 0,2-1-2 16,2 0 0-16,3-2 0 0,0-2 2 0,2-1-7 0,0 1 0 16,2 2-1-16,2 2 4 0,-13 1-4 0,24 1-1 15,2 0 0-15,0-1-5 0,0 7 8 0,0 3-5 16,-8-2 5-16,-2 6-6 0,-1 7 1 0,-2-2 2 16,-6-3-3-16,2-1 3 0,-5 6-11 0,0 0-3 0,1 1-6 15,-3 1-21-15,-2 0-39 0,1 0 0 0,1 0-17 16,-2 0-32-16,2 1-4 0,-1 1-9 0,1 13 3 15,2 0-32-15,-1-6-17 0</inkml:trace>
  <inkml:trace contextRef="#ctx0" brushRef="#br0" timeOffset="95867.69">9393 13013 271 0,'0'0'64'0,"0"2"-7"15,-1 0 30-15,-1 0 0 0,0 1-16 0,0-1-24 16,-11 15-11-16,2-2 0 0,-4 1-2 0,6-3 7 0,-1 2-6 15,3-2 4-15,3 0-5 0,-1-2 10 0,3 1 0 16,-7-1 3-16,5-4-2 0,0 1-1 0,2-3 0 16,2 1-1-16,0-4 1 0,0 1-8 0,0-1-8 15,2 2-6-15,2 0 0 0,5 1-14 0,12 3 1 16,1-5 2-16,-2-1 1 0,4-2 3 0,-5-4-1 16,0 1-3-16,-1-3 2 0,-3 1 4 0,2-3-3 15,-2 1 4-15,-4 1-5 0,-4 1 3 0,-3 3-5 16,3-8 2-16,1-3-3 0,-1-3 0 0,-3 1 3 0,-2 0-3 15,-2-2 2-15,-2 1-5 0,-2 3-6 0,-3-2-4 16,-1 4-1-16,-3 1-16 0,-7 3-28 0,-1 3 4 16,2 2-15-16,1-9-33 0,4 4-101 0,3 3-29 15,5 4-32-15,1 0-164 0</inkml:trace>
  <inkml:trace contextRef="#ctx0" brushRef="#br0" timeOffset="96616.82">9904 12564 520 0,'-2'-2'102'0,"0"0"185"0,0 0-237 0,1-2-17 15,-1 1-3-15,-2-1-2 0,0 2-8 0,2 0-14 16,1 0 4-16,-1 1-5 0,0-1 10 0,0 0 0 16,2 0-3-16,0 0 3 0,2 2 7 0,2 0 2 0,12-2 0 15,16 2-2-15,-4 0-5 0,1 0-3 0,1 2 0 16,0 0-2-16,-4 0-8 0,0 0 3 0,-6 0 0 15,-1 1 0-15,-1 1-7 0,-3-2 10 0,0 2-7 16,-6-3 8-16,1 3-10 0,-5-2 11 0,-1-2-1 0,3 2 6 16,-5-2 5-16,2 2 1 0,0 0 4 0,-1 1-2 15,-1 1 4-15,-2-2-8 0,6 11-1 0,-4 2-3 16,-2-2-13-16,0 3 2 0,-2 5-1 0,-4-1 1 16,-1 6 2-16,-1 4-6 0,1-6 2 0,0 2-4 15,-1 0 0-15,4-5-3 0,-1 6 3 0,3-1-1 16,-2 4 4-16,2 0-5 0,1 0 2 0,-1 1-3 15,0 4 1-15,-2 6 2 0,-1 2-4 0,-1 7 4 0,-1 2 0 16,-3 7-2-16,3-1 5 0,-1 5-2 0,-1-5 6 16,2-3-9-16,-1 1 0 0,3-8-3 0,-1 1 11 15,1-7-3-15,1-3-2 0,0-5-1 0,0-1 0 0,1 1-4 16,1-5 4-16,0 3-3 0,0-2 11 0,0 1-7 16,2 1-1-16,0-3-1 0,0 1 3 0,0 2-1 15,0-4 5-15,0-1-6 0,0 1-4 0,0-4 8 16,0 2-4-16,-2 0 7 0,-1-1-2 0,-1-1-4 15,0-4 2-15,-1-1-3 0,-3 3 9 0,3-5-7 16,-1-4 8-16,1-2-8 0,1-4 3 0,-4 2 4 16,3 3-9-16,-12-9 8 0,-5 1-7 0,0 3-1 0,-8-3 6 15,0 4-4-15,-1-5 5 0,-3-1-2 0,3 4-2 16,-3-1-1-16,-3-1-5 0,-4 0 12 0,-1-2-9 16,3-1 11-16,3 7-10 0,1-4-2 0,0-3 5 15,1 1-4-15,1 0 1 0,3 17-1 0,0-6 0 16,4-6 0-16,-1-3 6 0,1-2-6 0,1-2 1 0,1 0-3 15,2 0 4-15,2 0-3 0,-1 0 0 0,-1 0-3 16,5 0 4-16,0 0-4 0,3 0 2 0,12 0-7 16,0 0-20-16,-2 0-90 0,1 0-16 0,1 0-31 15,0 0-114-15</inkml:trace>
  <inkml:trace contextRef="#ctx0" brushRef="#br0" timeOffset="97489.59">10173 13589 891 0,'-2'-2'40'0,"1"-2"62"16,-5-3-69-16,0-3-23 0,-5 1 1 0,0 0-8 16,4 5-1-16,-3-1 7 0,-1-3 2 0,4 3 3 0,-1-1 12 15,3 2 8-15,1 2 2 0,0-1 1 0,1-1-1 16,-1 0-2-16,0 1-5 0,2-1 2 0,1 0-17 16,-1 0-1-16,2 1-3 0,0 1 2 0,2 0 1 0,-1 0-8 15,3 0 4-15,11-5-6 0,15-2 8 0,1 3 0 16,8 2-3-16,8 1 1 0,3 1-9 0,9 0 2 15,4 0 1-15,6 0 0 0,3-2 8 0,5-3-7 16,-1-2 6-16,0-1-6 0,0 1 6 0,8 0-3 16,6 1-1-16,5 3-1 0,4-1-9 0,-3 1 7 15,-9-3-3-15,-9 3 5 0,-3 1-1 0,-7 0-5 16,-1 1 4-16,0-1-3 0,-2 2 6 0,-4-2-1 16,-3 1-2-16,-8-1 2 0,-2 0-1 0,-3-1-5 15,-8-1 1-15,-2 0 0 0,-7 1 6 0,-4 1 4 0,-7 2-2 16,-4 0 1-16,-6 1-3 0,-1-1 9 0,-4 2-4 15,2-2 6-15,-1 0-2 0,-1-2-4 0,0 1 3 16,0-1-4-16,-2-2 4 0,0-3-6 0,0 2-1 0,-4-3-1 16,0 3-2-16,-1-1 3 0,3 1-2 0,-13-2 1 15,0 1-6-15,8 3 3 0,-6-3 1 0,-2 3 0 16,4 3-8-16,-4-2 4 0,2 2-1 0,2 0 2 16,-4-9 5-16,0 2-10 0,0 3-1 0,2 5-4 15,4 1-2-15,-6 0 10 0,-2 3-5 0,3 3 6 16,-7 3-6-16,6 0-2 0,0-3 8 0,4 13-5 15,4-1 10-15,1 1-5 0,-5-3 1 0,2-1-1 0,3-2-5 16,1 2 7-16,3-2-4 0,0-2 5 0,2-3-4 16,0-3 10-16,2 1-2 0,2 1 5 0,-3-1-8 15,22-2 3-15,-5-3-3 0,3 12 2 0,-3-5-6 0,6-3 11 16,1-5-3-16,-3-1 6 0,0-5-6 0,-5-1 3 16,-2-1 2-16,-8 3-1 0,-1 3 7 0,-4-15-3 15,9 0 2-15,-2 1-3 0,-3 1-5 0,-3 0 3 16,-3 0-6-16,0 2 6 0,-3 2-11 0,-3 0-2 15,0 3 2-15,1 1-2 0,-16-1-4 0,3 7-35 16,-1-3-1-16,-3-11-16 0,7 8-44 0,-3-1-55 16,3 4-39-16</inkml:trace>
  <inkml:trace contextRef="#ctx0" brushRef="#br0" timeOffset="98320.5">13157 12671 167 0,'0'-1'36'0,"0"-1"46"0,0 0-14 0,0-2 12 16,0 0-3-16,0 1 5 0,0-7-8 0,0-1-14 15,0 6 0-15,0-3-6 0,0 5-11 0,0-3 1 16,0-1-7-16,0 3 4 0,0-2-17 0,0 1-6 15,0 3-3-15,0-2 0 0,2 0-5 0,0 1-5 16,0-1 4-16,-1 0-4 0,1 2 2 0,-2 1 7 0,2-1 1 16,-2 0 5-16,0 0 10 0,0 0 4 0,0 0-4 15,0 0 3-15,0 1-5 0,0-1 1 0,0 0-3 16,0 0-1-16,0 0-21 0,0 0 7 0,0 2-3 16,0 0 4-16,0 2-2 0,0 0-7 0,0 2-2 0,-2 14-1 15,-1 6 0-15,-1 6 3 0,2-2 2 0,0 4-1 16,0 1-6-16,0 0 2 0,1 1-2 0,-1-1 2 15,0 1 0-15,0-3 2 0,0 3-2 0,-2 3 3 16,3-2-7-16,-3 2 2 0,0 0 1 0,0 4 0 16,-1 4 9-16,-1 1-8 0,1 2 0 0,-1 4-3 15,2 2-2-15,3 2 8 0,-1-2-1 0,0 0 3 0,-2 1-5 16,0-4-1-16,-1 2 1 0,-1-3-2 0,1-7 3 16,-1 0 1-16,1 0 0 0,-1 3 0 0,2 2 0 15,1 1-2-15,-1 1 0 0,2 4 0 0,-2-1 0 16,-1 3 1-16,1-2 2 0,-2 0-3 0,1 0-7 0,-3-8 11 15,1-1-5-15,1-5 8 0,1-8-7 0,-1 0-2 16,1-3 3-16,-1-5-3 0,1-1 6 0,-3-3-3 16,3-3 2-16,-1-2-2 0,-1 0 3 0,-1-2 1 15,3 0-3-15,-1-2 2 0,1 2-4 0,1-4-2 16,0-2 0-16,0 1 1 0,1-1 9 0,-1 1-6 16,0-1 4-16,2-1-7 0,-1-1-10 0,1 1 12 15,-2 1-10-15,0 1 11 0,1-1-4 0,1-1-4 16,-2 1 7-16,0-1-5 0,1-1 10 0,-1 1-7 0,0-4 1 15,-9 3-3-15,-2-1 6 0,-3 0 0 0,3 1-1 16,-4 1 1-16,-5-1-3 0,2 1-2 0,-4 0 6 16,0-1-4-16,-4 1 4 0,-1-1 1 0,-3 3 0 15,1-1 2-15,-2-1 13 0,3-1-2 0,-1 1-2 0,1-4 1 16,-1 0 0-16,3 1-1 0,-2 1 5 0,-3 0-5 16,4-1-4-16,-5-1-12 0,3 19 0 0,3-10-4 15,-1-4 2-15,6-3-3 0,-1-2-10 0,2-2 0 16,2 0-53-16,0-4-81 0,7 0-39 0,2-1-25 15,11 5-231-15</inkml:trace>
  <inkml:trace contextRef="#ctx0" brushRef="#br0" timeOffset="98816.28">13144 12558 680 0,'0'-2'20'0,"0"0"40"16,0 1-30-16,0-1 4 0,0-2 1 0,0 0-1 15,0 1 5-15,0-1 2 0,0 2 2 0,0-4-2 16,0-1 2-16,-2 1-3 0,0 1 3 0,2 3-3 16,-2-2-3-16,2 2-18 0,-16 1 3 0,-7-14-7 15,-1 4 1-15,-5 3 3 0,-3 4-6 0,-7 3 5 16,-2 1-3-16,0 0 1 0,-3 0 3 0,3 1-4 0,0 1 0 15,-2 0 3-15,3 0 0 0,1-2 2 0,3 0 5 16,5 0-2-16,3 0-4 0,4 0 2 0,3 0-7 16,5 0-6-16,3 0 1 0,0-2-3 0,1 2-2 0,3 0 0 15,2 0-3-15,1 0 1 0,2 0-2 0,3 0-6 16,-1 0-1-16,-2 0-2 0,0 0-3 0,1 0 4 16,1 0-9-16,0 2 1 0,0 0-61 0,0 0-23 15,0 0-12-15,0-1-5 0,1 1-53 0,1 0-14 16,0 2-32-16</inkml:trace>
  <inkml:trace contextRef="#ctx0" brushRef="#br0" timeOffset="99110.76">12804 12263 630 0,'0'-2'188'0,"0"0"45"0,0 0-77 0,0-1-103 0,0-1-7 15,-2 0-25-15,1 1-18 0,-1-1 3 0,0 0-6 16,0 2 7-16,0 0-6 0,0 1 3 0,-1-1-4 16,-1 0 0-16,-13-2 12 0,-9 0-5 0,-4 3 8 15,1 1 4-15,-5 0-1 0,5 3 3 0,-5 3-2 0,3 1 7 16,-3 4-7-16,-1 1 5 0,1 1-7 16,1 1-1-16,1 1-6 0,5 0-3 0,1 0-1 0,0 0-6 15,7-2 0-15,6-4 0 0,0-3 0 0,8 7 0 16,-3 0-4-16,6-2 4 0,-7 2-3 0,2-2 21 0,1 2-11 15,2-2 3-15,2 0-6 0,2 0 5 0,0-3-11 16,4-1 7-16,2 1-8 0,1-1 10 0,17-1-8 16,2-1 1-16,2-1-7 0,2 0-10 0,-1 7-69 15,3-4-10-15,0 4-30 0,-3-1-139 0</inkml:trace>
  <inkml:trace contextRef="#ctx0" brushRef="#br0" timeOffset="99578.49">11974 14712 994 0,'-2'0'22'0,"-1"0"38"0,-1 0-38 0,2 0-15 16,-9 0 2-16,-4 2-7 0,2 2 2 0,-5 3 4 16,-5 6 3-16,1 2 1 0,-2-8 0 0,0 17 7 15,0 2-3-15,-2-1 6 0,0 1 8 0,3-4 2 16,1 0-1-16,2 0 3 0,3-1 3 0,2-6 2 16,4-1 0-16,2 3 0 0,3-9 1 0,4 5-12 0,-7-2 4 15,5-4-8-15,-1 6-7 0,5-9-16 0,-2 5 1 16,2-3-5-16,0 3-3 0,5 2 6 0,-3-7-4 15,26 7 4-15,7-9-3 0,6 3-24 0,7-3-24 16,8 22-8-16,13-12-151 0</inkml:trace>
  <inkml:trace contextRef="#ctx0" brushRef="#br0" timeOffset="108004.95">12576 11459 20 0,'0'0'0'0,"-2"0"9"0,0 0 46 0,-2 0-21 15,-1 0 22-15,-12 0-20 0,4 0 59 0,2 0-14 16,-2 0-2-16,4 0-8 0,-2 2-8 0,1 0-10 16,1 0-1-16,2-2-4 0,-1 0-11 0,3 0 0 15,-1 0 6-15,0 0-4 0,3 0 3 0,-1 0-3 16,0 0-1-16,2 0 1 0,1 0-4 0,-1 0-14 15,-2 0 4-15,0 0-7 0,2 0-2 0,1 0 0 16,-1 0-7-16,0-2 5 0,2 0-10 0,0-2-2 0,4-3 4 16,9-14-4-16,1-5 2 0,24 0 5 0,4-3 0 15,10-7 2-15,8 1 5 0,1-6-9 0,2-7 0 16,2 0-3-16,0-1 0 0,-2 3 5 0,-2 5-5 16,-7 4 4-16,-4 5-5 0,-3 5-1 0,-3 1 2 0,-1 5-3 15,-4 4 1-15,0-1-1 0,-2 3 1 0,0 0-2 16,-5 0-2-16,-4 4 2 0,-4 2 2 0,-4 0 1 15,-1 1 5-15,-6 4-7 0,-2-1 0 0,-5-1-1 16,3 4 6-16,-5 1-5 0,-3 1 5 0,3-4-5 16,0 0 1-16,-2 0-36 0,0 1-5 0,-1 1-14 15,1 0-41-15,0 0-19 0,0 0-5 0,0 0-1 0,0 1 12 16</inkml:trace>
  <inkml:trace contextRef="#ctx0" brushRef="#br0" timeOffset="108597.53">13512 10518 373 0,'-2'-2'74'0,"-2"0"139"0,-9-7-164 0,-5 7-16 15,-5-4-1-15,5 3-6 0,1 1-13 0,2-9-4 16,2 3-5-16,0 3 2 0,4 1-4 0,-2 0 3 0,3 2 3 15,-1 0-1-15,2 2-4 0,1 0 6 0,-1 0-1 16,5 0 4-16,0 0 11 0,-2 0-12 0,0 0 7 16,1 0-7-16,1 0 13 0,0 0-2 0,0 0-1 0,2 0 0 15,2 0-5-15,0 0-6 0,2 0 2 0,25 6-4 16,3-2-4-16,9-1 2 0,3-1-6 0,-1-2 4 16,7 0 3-16,-9 0-8 0,-2 0 6 0,2 0-6 15,-10 0 9-15,3 0-7 0,-5 0 1 0,-6 0-2 16,-1 0 4-16,-3 0-4 0,-3 0 5 0,-1 0-5 15,-2 0-1-15,-2 0 4 0,-1 0-2 0,-3 0 4 16,0 0-5-16,-3 0 2 0,-2 0 4 0,0 0-2 0,2 0 2 16,-1 0 10-16,1 0-5 0,-2 0 7 0,0 0-2 0,0 0-15 15,-1 0 9-15,-1 0-9 0,0 2 7 0,0 0 3 16,0 0-9-16,-1 0 7 0,-1 0-9 0,0-1-2 16,0 3 0-16,2-2-1 0,-6 7-1 0,-3 8 7 15,-2-2 0-15,-2 3 1 0,2-1-8 0,-6 0 4 16,4 1 1-16,-2-1 2 0,-1 0-2 0,4 1-1 15,1-1 0-15,2 0 0 0,-4-1 2 0,2-1 0 16,-4 0-2-16,2 0 0 0,4 2 0 0,-2-2-1 16,1-1 3-16,5 1-2 0,-3 0-2 0,1-2 2 15,3 2-3-15,-1-2 3 0,-3-6 2 0,4 3 3 16,3-3-2-16,-5 2 1 0,-1 1-8 0,3-5 11 0,0 1-2 16,2-2 4-16,2-3-13 0,-2 3 12 0,1 0-3 15,-1 0 7-15,0-1-4 0,0 1-6 0,0 0 4 16,0-1-4-16,0 1 3 0,1 0-1 0,-1-2-4 15,0 0 1-15,0-1-2 0,0 1-96 0,0 0-13 0,2 0-34 16,0 0-91-16</inkml:trace>
  <inkml:trace contextRef="#ctx0" brushRef="#br0" timeOffset="112398.87">3194 13938 208 0,'0'0'48'0,"0"-2"80"16,-2 0-82-16,0 0-9 0,0 0 5 0,0 0-6 16,1 1 2-16,-1-1-10 0,0 0-1 0,0 0-3 15,0 0 3-15,0 0 2 0,0 0-10 0,1 1 5 16,-1-1-16-16,2 0-2 0,0 0 1 0,0 0-3 15,0 0 3-15,0 0-5 0,0 2 5 0,0 0-5 16,2 2 6-16,-1 0-2 0,3 7 5 0,5 16-4 16,1 2 1-16,-3 5 4 0,1 1-7 0,-3 1 6 15,1 1-9-15,-3 0 18 0,1-1-4 0,0 5 7 0,0-2-13 16,-3-2-3-16,1 2 0 0,0-7-1 0,0 2 0 16,0-6-1-16,0 1 4 0,0-2-2 0,-2-7 2 15,1 1 4-15,-1-4-5 0,0-1 6 0,0 1 0 0,0-2-3 16,0-5 3-16,0-3-2 0,0-3 6 0,0 2 3 15,0 0-1-15,0-1 2 0,0 1 10 0,-1-2-2 16,-1 0 2-16,0 0-3 0,0-2-2 0,0 0-11 16,0-2 1-16,0-2-5 0,-11-28-5 0,4-3 4 15,4-2-4-15,1-2 4 0,4 2-3 0,0-2-1 16,2-4-2-16,1 2-1 0,3 2-7 0,0 4 1 16,-1 0 0-16,3 3 0 0,1 3 4 0,2 1-2 0,-2 5 0 15,2-1-3-15,1 4-4 0,1 1 4 0,-10 1 2 16,20 3 1-16,-5 2 1 0,6 0 4 0,-1 5-5 15,-5-1 3-15,-1 4-5 0,1 3 2 0,-1 0 0 16,0-9 1-16,-4 3 1 0,-4 5-2 0,0 1 0 16,2 0-1-16,-5 2-3 0,3 0-34 0,-3 0-4 15,-4 0-12-15,3 2-39 0,-1 0 3 0,0-1-3 0,-1 3 2 16,-1 0 1-16,6 9-6 0,-3 2 4 0,-1 1-12 16,-2 1-78-16</inkml:trace>
  <inkml:trace contextRef="#ctx0" brushRef="#br0" timeOffset="112835.74">3532 14307 234 0,'0'0'45'0,"0"0"75"0,0 0-60 16,0-2-5-16,0 2-2 0,0-1-3 0,0-1-11 0,0 0-27 16,0 2 11-16,0 0-17 0,0 0 8 0,0 0 3 15,0 2-5-15,0 0 6 0,0 5 4 0,3 21 5 16,-1 1 1-16,-2 5 1 0,0-3 2 0,-2 1-7 15,1 1 5-15,-5-7-5 0,0-1 2 0,1-5-3 16,-1-3-5-16,3-4 3 0,-1-2-10 0,2-2 7 16,2-5-4-16,0 0 4 0,-2-1-11 0,0 1 6 15,0 0 4-15,1-1-1 0,1-1 7 0,0 0-10 16,0 0-4-16,1-2-1 0,1 0-9 0,0 0 1 0,19-2-1 16,-5-28 1-16,5 3 1 0,3-5-5 0,4 2 2 15,0 1-2-15,-4 3 8 0,-6 3-6 0,-3 1 2 16,-2 9-5-16,2 0 0 0,-6 9 3 0,-1 1-5 0,-5 1 5 15,-1 2-3-15,0 0-1 0,0 0 4 0,2-2-2 16,-1 2 7-16,1 0 6 0,0 2 3 0,-2 1 0 16,1 7 1-16,5 12 2 0,-6-2-6 0,-2 1 4 15,0-3-10-15,0-3 0 0,0-2 2 0,0-2 0 16,-2 2 3-16,0-1-7 0,0-1 3 0,2-4-4 16,0-1 12-16,0-1-11 0,0-1 4 0,0 2-6 0,0-1 1 15,0-1 5-15,0 0 2 0,0-3 1 0,0 1-10 16,0 0-14-16,0 2-8 0,0 0-2 0,0-1-38 15,0-1-27-15,0 0-6 0,0 0-8 0,0-2-32 16</inkml:trace>
  <inkml:trace contextRef="#ctx0" brushRef="#br0" timeOffset="113022.64">3424 14368 845 0,'0'0'46'0,"0"0"-1"0,-2 0-8 15,0 0 4-15,2 0-22 0,0 0-3 0,0 0 15 16,2 0 0-16,2 0 5 0,18-1 3 0,15-5-10 0,2-1-4 16,2-3-1-16,9-3-13 0,-5-1 3 0,-1-3-3 15,-1-2 0-15,-2 1-15 0,-4 1-40 0,-2 2-19 16,1 0-15-16,-1 0-124 0</inkml:trace>
  <inkml:trace contextRef="#ctx0" brushRef="#br0" timeOffset="116241.74">14583 9933 36 0,'0'0'0'0,"0"-2"6"0,0 0 62 0,0 0-6 16,-2 0 11-16,0-1-16 0,2-1 4 0,-3-9-23 15,-1 0 2-15,0 0-10 0,0 0-16 0,1 2 14 16,1-2-5-16,0 4 7 0,0-3-6 0,0 3 4 15,0 4-5-15,1-3 5 0,-1 1-5 0,2 3-4 16,0-2 4-16,0 1-6 0,0 3 0 0,0-2-14 0,0 1 3 16,0-1-5-16,0 0 6 0,0 0-6 0,0 3 4 15,0-1-3-15,0 0 11 0,2 2 1 0,-1 0-3 16,1 2 2-16,0 0-10 0,-2-1 2 0,4 22-3 0,0-1 2 16,-3 0-7-16,1 1 5 0,2 1 3 0,0-2 1 15,-1 2-5-15,1 0 2 0,0 0 0 0,0 2 2 16,-1 0-1-16,3 4-2 0,-2-4 0 0,-1 0 0 15,1 4 0-15,-2-6 6 0,0 4-4 0,-2-4 5 16,0-4-7-16,0-3 0 0,0 2 6 0,0-10-4 16,0 4 2-16,0 2 2 0,0-8-1 0,0 1 2 15,0-1-2-15,0-3 7 0,0-1-4 0,0 1 9 0,0 0 23 16,0-2 3-16,0 0 4 0,0-1-6 0,0 1-18 16,0 0-7-16,0 0-8 0,0 0 4 0,0-2-5 15,0 0 8-15,-2 0-1 0,0 0 2 0,0-2-7 0,0-2 0 16,-1-5 0-16,-10-17 1 0,5 2 5 0,3 0-7 15,-3-4 6-15,3 0-6 0,1 2 1 0,2-4-7 16,0-1 0-16,2 1-2 0,4-2-4 0,1 1 5 16,3 1-3-16,1-3 4 0,2-1-7 0,2 1 0 15,0 1 2-15,2 3 0 0,2-3 4 0,-4 8-4 16,4-2 1-16,-14 4-2 0,20 1 3 0,-5 5 1 16,3 6-2-16,-5-1 1 0,1 2-9 0,-4 0 6 15,0 1-4-15,0 4 6 0,-4-3-1 0,2 0 2 0,-1 3 0 16,-5 2 2-16,4-2-3 0,-1 2-2 0,3 1 2 15,-5 1-1-15,1 0 4 0,-3 0-7 0,1 0 0 16,-1 0-4-16,0 0 2 0,-1 0-32 0,1 0 0 16,0 0-14-16,0 1-27 0,-1 1-51 0,1 0-14 0,0 0-17 15,-1 2-92-15</inkml:trace>
  <inkml:trace contextRef="#ctx0" brushRef="#br0" timeOffset="117005.11">15043 10187 98 0,'0'0'29'0,"0"-2"-1"0,0 0 23 0,2 1-7 0,0-3 2 16,-2 2-11-16,2-11 6 0,-2 4-2 0,0 3 5 16,2-1 12-16,-2 3 18 0,0 2-14 0,0 0 8 15,2-1-44-15,-2-1-15 0,2 0 6 0,-1 2-10 16,1 0 0-16,0 1 3 0,-2 1-5 0,0 0 3 16,0 1-7-16,0 3 4 0,0 9 2 0,-2 9 2 0,0 1 0 15,1 1 0-15,-1-2-6 0,2 0 4 0,-2 4 0 16,2-3 3-16,0-1 2 0,0-2-1 0,0 1-5 0,0-6 3 15,0 0 2-15,2-1-1 0,-2-4 4 0,2 1-7 16,-1 0 1-16,1-2-3 0,0-1 3 0,-2-5-1 16,0-1 2-16,0 2 0 0,0-2 3 0,0 0-3 15,0 0 10-15,2 1-6 0,0 1 27 0,0 0-14 16,0-2-5-16,-1-1-3 0,1 1-14 0,0-2 0 16,0-2 2-16,0 1-2 0,-2-1-1 0,13-22 7 15,0-2-6-15,-2-4 5 0,0 2-4 0,-2-2-9 16,1 2 7-16,-3 4-7 0,1 2 12 0,-1 3-4 15,0 1-2-15,-1 3 0 0,-2 2 2 0,-1 2-3 0,1 3 5 16,-2 5-6-16,0-1-1 0,-2 2 5 0,2-2-6 16,0 1 6-16,-1-1-4 0,1 2-1 0,0 0 0 15,0 2 0-15,0 0-1 0,0 2 4 0,-2 0 0 16,9 26 1-16,-3-4 4 0,-3 4-6 0,1-4 5 16,0 0-6-16,-1 0 0 0,-1 0 3 0,0-1-5 0,2-1 6 15,-2-5 1-15,1-1-3 0,1 1 4 0,-2-6-4 16,0 4 0-16,0-4 5 0,0-3-5 0,-1-1 4 15,3 1-3-15,-2-5 2 0,2 5 1 0,-2-3-1 16,-2-3-5-16,1 2-2 0,1 0-3 0,0-1 1 16,0-1-9-16,0 0-62 0,0 0-10 0,0-2-21 15,-1 0-59-15,1 0-43 0</inkml:trace>
  <inkml:trace contextRef="#ctx0" brushRef="#br0" timeOffset="117239.93">14960 10182 319 0,'0'-2'131'0,"-2"0"-2"0,0 0-28 16,0-2-11-16,-3-5-50 0,3 3-32 0,0 1 7 15,0 1-6-15,2 0 6 0,0-1-2 0,0-1 2 0,2-3 5 16,2 0-2-16,1 1 6 0,19-1-12 0,8 0 1 15,-2 1-6-15,-2 1-2 0,-1 1-1 0,-2 3-5 16,4-1 1-16,-6 0-14 0,-5 2-21 0,6 0-23 16,-5-1-7-16,3 1-130 0</inkml:trace>
  <inkml:trace contextRef="#ctx0" brushRef="#br0" timeOffset="117562.62">15708 9877 142 0,'-2'0'57'0,"0"-2"75"0,1 0-88 0,-3 1-26 16,0-1-8-16,0 0-1 0,1 0-9 0,-1 0-2 15,0 0 0-15,2 2 0 0,1 0 11 0,-1 0 30 16,0 0 3-16,0 0 9 0,0 0 16 0,0 0 1 16,2 0-2-16,0-2 1 0,0 1-12 0,2-1-2 15,2 0-2-15,14-7 1 0,8-4-8 0,8 0-12 0,1 0-3 16,2 0-4-16,4 0-11 0,-4 3-6 0,-1 1-4 16,1 2 0-16,-9 1-1 0,-2 0-5 0,-2 3 3 15,-6 1-4-15,-3 0 2 0,0 0-19 0,-6 2-9 16,-1 0-5-16,-3 0-42 0,1 0-63 0,-3 0 4 15,-1 0-30-15,2 0-50 0</inkml:trace>
  <inkml:trace contextRef="#ctx0" brushRef="#br0" timeOffset="117890.75">15963 9634 100 0,'0'0'69'0,"0"-2"-5"15,0 0 27-15,-2-2-4 0,2-1-17 0,-2-6-39 16,0 0-8-16,0 3-2 0,2 4 0 0,0 1-7 0,0 1 3 16,0-2-5-16,-2 0 6 0,0 1-6 0,1-1-3 15,1 2-8-15,0 0 4 0,0 0-7 0,0 1 8 16,0-1 3-16,0 0 1 0,0 2-4 0,0 0 8 16,0 0 1-16,0 2 2 0,0 1-5 0,-2 14 2 15,2 9-7-15,-2-4 6 0,2 4-4 0,0 2-3 16,0-4 2-16,0 4-3 0,0-2-3 0,0 2 6 15,0-2-3-15,0 2 5 0,2 0 2 0,0-2-6 16,1 0 3-16,1 0-5 0,0-4 2 0,-1 2 3 0,1 0-4 16,0-1 3-16,0-3-7 0,-3-1 7 0,1-5-7 15,0 3 5-15,0-4-24 0,-2-7-37 0,2 1-49 16,-2-3-5-16,2 1-229 0</inkml:trace>
  <inkml:trace contextRef="#ctx0" brushRef="#br0" timeOffset="118393.57">16551 9259 286 0,'-2'-2'101'0,"0"0"-104"16,1 0 109-16,-1-1-52 0,0-1-34 0,2 2-11 15,0-2 2-15,0 2-5 0,0 1 2 0,-2-3-9 16,0 0 0-16,2 0-4 0,0 3 4 0,0-1 5 16,0 0 5-16,0 0 1 0,0 2 20 0,0 0 11 15,0 0-7-15,0 2 6 0,0 0-16 0,2 1-4 16,5 20 1-16,3 3-3 0,-3 0-5 0,1 3 2 16,-3-1-3-16,-1 2 1 0,1 3-11 0,1-1 2 15,1-2-4-15,1 1 2 0,-3-5 6 0,3 2-8 0,-3-4 6 16,1 0-8-16,1 0 4 0,-3-7 1 0,2 5-3 15,-3-5 3-15,-1-2 3 0,0 2 5 0,0-4-5 16,0-4 4-16,-2 0-2 0,0-1-3 0,0-1 10 16,0-1-7-16,0-3 14 0,0 1-3 0,0-2 8 0,0 2-4 15,0-1 16-15,0 1-5 0,0-2-3 0,0 0 1 16,-2 0-3-16,0-2-8 0,0 0-1 0,0-2-4 16,1 0-6-16,-3-5 0 0,-9-23-3 0,4 2 2 15,1-7 2-15,4-4-6 0,3 2 3 0,1-8-4 16,3 4 2-16,5-5-4 0,-3 5 3 0,1 0-3 15,-1 4 6-15,-1 9-3 0,2 4 3 0,1 3-3 16,1 5 0-16,-1 1-6 0,2 2 2 0,-3 0-2 0,14 2 2 16,1 2 4-16,1 1-6 0,-2 1 3 0,1 3-5 15,-3 2 1-15,-1-9 2 0,-2 4-1 0,0 1 5 0,-2 4-19 16,2 2-10-16,-1 0-8 0,-2 2-65 0,-1 2-95 16,-2-1-15-16,0 3-34 0,2-4-125 0</inkml:trace>
  <inkml:trace contextRef="#ctx0" brushRef="#br0" timeOffset="118810.79">17127 9539 540 0,'0'-2'61'0,"0"0"10"0,-2 1-23 0,0-1-20 15,0 0-13-15,0-2-11 0,0 2 0 0,1 0-7 0,-1 1 4 16,0-1-2-16,0 2-2 0,0 2 5 0,0-1-2 16,-3 7 7-16,-6 12-7 0,-2 4 3 0,5-5-4 15,1 0 10-15,3-6-7 0,0 0 4 0,2-4-2 16,1-2 25-16,-1 1 17 0,0-1 0 0,2-1 4 16,0-1-10-16,0 1-5 0,0-2 3 0,0-1-3 15,0 1 4-15,2 0-17 0,1-1 1 0,3 1-5 0,14 7 1 16,1-3 4-16,1-5 2 0,4-1 2 0,0-2 6 15,-2-2-12-15,-1-1 5 0,-7-3-8 0,5-1 1 16,-6 1-5-16,-1-1-2 0,-4 1 2 0,-8 2 0 16,-1-14-3-16,12-1 2 0,-3-1-3 0,-7-1-8 0,-3 1 4 15,-3-2-3-15,-3 3 4 0,-1 1 0 0,-1 3-14 16,1 2 3-16,3 3-8 0,-14 7-4 0,-1-1-43 16,0-9-2-16,1 4-15 0,-1 3-9 0,3 2-16 15,1 3-4-15,2 1-8 0,5 0-28 0,3 0-121 16</inkml:trace>
  <inkml:trace contextRef="#ctx0" brushRef="#br0" timeOffset="119203.58">17998 8566 463 0,'0'0'33'15,"0"-2"6"-15,-2 1-7 0,0-1-15 0,0 0-3 0,-2 0-3 16,1 2-10-16,-10-4 2 0,-2 4-3 0,-2 2 12 16,0 4-7-16,1 1 5 0,-3 4-7 0,4 0 8 15,0-3 4-15,-1 18 0 0,3-4 2 0,-2 6 2 0,4 2 1 16,-2-1 3-16,1 3 0 0,-1-2 13 0,4 1-7 15,2-1-2-15,-1-2-2 0,6 1-2 0,-16 1-1 16,5-2 2-16,5 2-4 0,5-1-5 0,3 3-7 16,0-2 2-16,5 3-3 0,3 1 11 0,1 3-10 15,2 0 1-15,2 0-6 0,2 4-4 0,0 0 4 16,2 1-2-16,-1-3 4 0,3 0-8 0,-4-7 16 16,1-2-7-16,1-3 11 0,-2-4-5 0,0-3-6 15,-4-3 9-15,-7-4-8 0,14 2 7 0,-7-6-5 16,1-2-1-16,-1 1 0 0,-4-4-5 0,-1-3-3 15,1 5-2-15,-3-4-1 0,-2-2-14 0,3 4-18 0,1-3-28 16,-1 1 2-16,5 0-112 0,-1-2-46 0</inkml:trace>
  <inkml:trace contextRef="#ctx0" brushRef="#br0" timeOffset="119513.69">18293 8865 809 0,'0'-2'9'15,"0"0"-1"-15,-2 1 5 0,0-1-1 0,0-2-1 0,0 0-7 16,0 1-6-16,1-1 3 0,-1 2-3 0,0 0 4 0,0 0 0 16,0 0-3-16,0 1 1 0,0 1-4 0,1 0 7 15,-1 1 5-15,0 1 0 0,0 2-2 0,-2 16 7 16,-1 8-6-16,1 4 7 0,2 1-3 0,2 3-4 15,0 1 0-15,0 0 0 0,0 4 3 0,0-2-2 16,0 0 2-16,0-2-2 0,0-2-5 0,2 0 1 16,2 1 0-16,-1-5 0 0,-1-3 2 0,0-6 1 15,0-5 2-15,0 0-2 0,0-4-4 0,0-2-5 16,-1-2-13-16,-1-5 3 0,0 1-31 0,2-1-55 0,0 0-23 16,0-2-18-16,0 0-128 0</inkml:trace>
  <inkml:trace contextRef="#ctx0" brushRef="#br0" timeOffset="119744.18">18484 9116 758 0,'0'0'73'16,"0"-2"14"-16,0 0-28 0,0 0-30 0,0 0-11 15,0 1-3-15,0-1 0 0,2 0-3 0,2 0 3 16,9-5-5-16,14-8 6 0,3 2 1 0,4 0 0 0,-3 3-6 15,2 1-1-15,1 2-6 0,-6 1 2 0,0 1-9 16,-2 1-1-16,-10 2 1 0,3 0-2 0,-2 0-11 0,-3 0-29 16,5 1-13-16,-15 1-8 0,5-2-55 0,-5 2-89 15,-1-2-7-15</inkml:trace>
  <inkml:trace contextRef="#ctx0" brushRef="#br0" timeOffset="119959.81">18796 8834 500 0,'0'-2'43'0,"0"0"77"0,0 0-84 0,0 0-17 0,0 0-5 15,0 0-4-15,0 1-9 0,0 1 2 0,0 0 2 16,-2 1-2-16,0 1 2 0,0 2 3 0,-5 16 3 16,-1 3-1-16,1 1-2 0,0 2 2 0,1-2-1 15,-1 4 0-15,1-4-5 0,2 2 3 0,2-2-5 0,2-2 4 16,0 1-3-16,2-3 4 0,0 1 1 0,0-5 0 15,2 1-11-15,-2-2-19 0,1 0-68 0,-1-2 9 16,2 0-281-16</inkml:trace>
  <inkml:trace contextRef="#ctx0" brushRef="#br0" timeOffset="120599.48">19431 8600 828 0,'0'-2'24'0,"-2"0"-4"15,-7-17 1-15,-4-7 8 0,3 8-16 0,3 5-5 0,1 4 1 16,3 1-9-16,-1 3 7 0,0-1-6 0,1 2-1 16,-7 2 3-16,-1-7-3 0,-4 0 3 0,2 3 2 15,-3 4-5-15,-3 2 5 0,1 4 1 0,-3 5-4 16,3 4 9-16,-3-5-9 0,3 18 3 0,1 4 4 15,2-3-7-15,4-1 7 0,-2-1-5 0,5 4 0 0,1-5 0 16,3 4-1-16,-11-6 2 0,6-1 5 0,4-6 0 16,3-2 2-16,2 0-2 0,0-6 6 0,2 2 0 15,-1-3 1-15,1-2 7 0,-2-2-9 0,8 3 5 16,12 6-6-16,1-5-5 0,-1-4 8 0,2-4-9 0,1-6 9 16,-1-3-5-16,0-2-7 0,0 10 2 0,-5-20-5 15,2-3 2-15,-6 4-5 0,-2 0 6 0,-2 7-5 16,-2 0 6-16,-3 0-2 0,-2 2-1 0,0 2 0 15,3 4-3-15,-3 3 5 0,2 0-5 0,-2-1 5 16,0 1-5-16,0 0-4 0,-1 1 4 0,1 1-4 16,-2 0 0-16,0 2 4 0,0 0-5 0,0 2 5 0,0 1 1 15,-3 18-6-15,-3 7 5 0,2-2-6 0,2 0 5 16,1-2 1-16,1 0 0 0,0-2 0 0,0 2-4 16,0 0 3-16,1 2 0 0,3 0 1 0,0-1 5 15,1 1-5-15,3 1-3 0,-1-1 0 0,1 2 4 0,-3-2 0 16,1 4 0-16,-2 0-1 0,-3-1 2 0,-1 3-1 15,-1-2 6-15,-5-1-5 0,-1-1 6 0,-1-4-6 16,-1-3 1-16,-2 1-2 0,0-2 5 0,1-7 6 16,8-3-6-16,-11-1 5 0,-1-2-6 0,-1-1 2 15,4-4 2-15,-2-2 0 0,0 0 1 0,3-4 22 16,1-1-7-16,2 3 10 0,3-17-13 0,2-1-7 16,-13-3-1-16,4 1-3 0,4-4-7 0,3 0 3 15,4 0-3-15,2 2 3 0,3-2-1 0,3 2-6 0,1 0 0 16,2 2-2-16,0 3 3 0,2 0 2 0,-11 5-5 15,15 2 2-15,-2 1-12 0,0 4-28 0,-2 1-13 16,1 4-11-16,-1-7-90 0,0 2-85 0,-1 1-40 16</inkml:trace>
  <inkml:trace contextRef="#ctx0" brushRef="#br0" timeOffset="121264.49">19670 9049 758 0,'0'0'50'0,"0"-2"9"0,-1 0-24 15,-1 0-20-15,0 1-10 0,0-1-1 0,0 0-3 16,0 0-2-16,2 0-1 0,0 0-6 0,0 0 7 16,0 2 2-16,0 0 0 0,0 0 0 0,0 2 6 15,-2 2-4-15,1 5 4 0,-1 12-3 0,0 1 0 16,0 0-2-16,0 2 1 0,0 1 4 0,0-5 8 15,1 0 1-15,-1-3 3 0,2 0 2 0,0-2 5 16,0-2-1-16,0-4 2 0,0 2-5 0,0-4-10 16,0-1-1-16,0-2-2 0,0-2-9 0,0-1 14 0,0 3-9 15,0 0 11-15,0 0 2 0,0-1 7 0,0 1 6 16,0-2-3-16,0 0 4 0,0 0-15 0,-2-1 5 16,0-1-10-16,0 0-1 0,2 0-1 0,0-1-1 15,0-1 1-15,0-2-2 0,0 2-8 0,0-13 5 16,0-5-5-16,0 1 10 0,0 5-9 0,2-5 3 0,0 0-4 15,2 3 3-15,-1-1 1 0,1 0-2 0,2 1 2 16,-1-1-3-16,1 2-3 0,1 0 0 0,-1 2 0 16,1 2 3-16,-1 2-3 0,1-1 1 0,-3 5-3 15,0-1-2-15,5 3-1 0,-5 1 1 0,3-4-1 16,0 2-4-16,-1 3-1 0,0-1-2 0,-3 2 3 16,1 0 11-16,0 2-3 0,-1-1 2 0,1 3-3 15,0 4 7-15,3 10-2 0,-1-1-1 0,-4-2-1 0,0 0 2 16,-2-1-4-16,0-2 4 0,0-1-4 0,0-2 5 15,0-3 3-15,0-1-1 0,0 1 0 0,0-4-5 0,0-1 7 16,0 3 0-16,0 0 5 0,0 0 5 0,0-1 4 16,0-1 1-16,0 0-1 0,0 0-5 0,0-2-10 15,0 0 0-15,1 0-1 0,1-2 5 0,0 0-8 16,0-2 5-16,2-14-4 0,11 1 6 0,-2-1-6 16,3 1 2-16,3 4-4 0,-1-2 0 0,-3 4-2 15,0 0-1-15,-6 1 1 0,4 5 9 0,-3 1-10 16,-1 2 4-16,0-5-6 0,0 1 0 0,-1 3 4 15,-3 1-7-15,-1 2 6 0,-2 0-4 0,2 2 6 16,-1-1-1-16,1 3 1 0,2 5-1 0,1 6 5 16,1 0-2-16,-3-2 4 0,-1 2-4 0,-2-6-2 0,0 1-6 15,-2-3-1-15,0 0-38 0,0-1-26 0,0 0-6 16,0-5-6-16,0 3-20 0,0 0-10 0,0 0-9 16,0-3-11-16,0 1-122 0</inkml:trace>
  <inkml:trace contextRef="#ctx0" brushRef="#br0" timeOffset="121702.64">20181 8629 744 0,'0'-1'40'0,"0"-1"68"0,-4-13-82 15,2 7-21-15,2 7-2 0,-1-3-5 0,-1 0-9 16,0 2 7-16,0 0 1 0,2 1 2 0,0 1 5 0,0 1-2 15,0 3-1-15,-2 9 1 0,-2 17 3 0,3-1-2 16,-1-1 2-16,2 0-1 0,0 4-1 0,0-1-3 16,0-1 3-16,0-4-3 0,0-4 0 0,2 1 2 15,-1-3 0-15,1-3 2 0,0 1 4 0,0-3-6 16,0 0 1-16,-2-6-2 0,2 2-1 0,-2-5 6 16,0 0-3-16,0-3 4 0,0-1-3 0,2 2 29 15,-1 0-4-15,-1-1 12 0,0-1-2 0,0 0-13 16,0 0 2-16,0-2-6 0,0 0-4 0,0-2-1 0,-1 0-7 15,1 0 4-15,-4-20-1 0,0-2 11 0,2 0 1 16,0-4 1-16,2 0-5 0,0-5 1 0,2 1-4 16,0 2 2-16,2 1-6 0,0 3 1 0,1-4 6 0,1 4-4 15,-1 4 1-15,-1 7-6 0,0 0-6 0,-1 8 1 16,1-1-9-16,2-1 2 0,-3 5-3 0,-1 4 3 16,11-9-1-16,2 1-4 0,-4 5 5 0,2 3-4 15,0 0 4-15,0 2-21 0,-3 1-6 0,-1 3-6 16,6-4-34-16,-6 14-36 0,4 3-1 0,-4-6-15 15,-3 2-31-15,1-2 0 0,3 3-4 0,-3-3 4 16,2 0-13-16,-1-1 74 0,-5-9-12 0</inkml:trace>
  <inkml:trace contextRef="#ctx0" brushRef="#br0" timeOffset="122077.27">20589 8822 281 0,'0'0'100'0,"0"0"-54"15,0 0 88-15,0 0-27 0,0 0-94 0,0 0-1 16,0 0-1-16,0 2 2 0,0 0 8 0,0 0 13 15,-1 2 2-15,-1-1 3 0,-4 9-2 0,1 1-10 16,-3 0-2-16,1 1-3 0,1-1-7 0,1-1 6 16,1-1-11-16,0-2 7 0,1 0-10 0,1-1-2 15,0-3 10-15,2-1-9 0,-2 2 6 0,2-5 13 16,0 3-11-16,-2 0 11 0,2 0-9 0,0-1 4 16,0 1 3-16,0-2-3 0,0 0 0 0,0 0-5 0,0-1-2 15,2-1 0-15,0 0-7 0,0 0-3 0,1-1-2 16,1-1 0-16,3-2 2 0,5-3-7 0,1-3 8 15,-4 3-8-15,-4 5 5 0,3-5 3 0,-4-3-4 16,3 8 3-16,0 1 1 0,-1-3-3 0,1-2 1 16,3 1-2-16,-5 3-3 0,3 0 3 0,1 0 0 0,-2 2 1 15,1 0 1-15,1 0 0 0,-1 0 1 0,-5 0-1 16,3 2-2-16,-4-2 1 0,0 0-1 0,-1 0 1 16,1 4 5-16,0 3 5 0,0-3-7 0,0 0 4 15,-2-3-13-15,0 1-35 0,0 0-1 0,0 0-16 16,4 2-32-16,-3-1-71 0,1 1 18 0,0-2-37 15,-2 0 0-15</inkml:trace>
  <inkml:trace contextRef="#ctx0" brushRef="#br0" timeOffset="122203.43">20545 8852 280 0,'0'0'67'0,"0"-2"-5"16,0 0 67-16,0 1-16 0,0-1 4 0,0 0-67 0,0 0-2 15,2 0-4-15,0-2 2 0,-1 1-9 0,1-1 1 16,6 0-9-16,14-5 3 0,4-4-28 0,-2 7-5 15,-2-3 1-15,1-2-8 0,-7 7-43 0,-3-3-46 16,-1-1-8-16,-5 3-13 0,2-3-60 0</inkml:trace>
  <inkml:trace contextRef="#ctx0" brushRef="#br0" timeOffset="122485.79">20708 8338 558 0,'0'-2'117'0,"-2"0"3"0,1-2-12 0,-1-3-18 0,-2-6-33 16,2 4-27-16,0 1-11 0,2 3-2 0,0-1-2 15,0 4-7-15,0 0-3 0,2-1-3 0,0-1 3 16,2 2 8-16,14-11-4 0,6 2 4 0,4 4-5 16,2 3 7-16,2 4-1 0,1 4 6 0,2 5-3 0,2 4 6 15,2 4-5-15,2 5-2 0,2-13-1 0,-2 26-12 16,-2 8 3-16,-4 5-3 0,-5 6 4 0,-2 4-1 15,-8 3-5-15,-5 2 3 0,-8-5-3 0,-3-4 8 16,16-14-5-16,-12-2 1 0,-8-9-1 0,-4-1 4 0,-3 0-1 16,-4-2 1-16,-4 2 0 0,4 0 2 0,-34 3-41 15,2 5-6-15,-10 1-23 0,2 2-112 0</inkml:trace>
  <inkml:trace contextRef="#ctx0" brushRef="#br0" timeOffset="123420.6">15082 11225 289 0,'-1'0'52'16,"-1"-2"-3"-16,-15-3 26 0,-13-7-3 0,2 3-8 15,4 4-19-15,-4-1-8 0,4 4-3 0,2 2 0 0,2 0-7 16,1 0 2-16,0 0 3 0,3 0 0 0,3 0-3 16,4 2 8-16,-1 0-6 0,5-2 7 0,1 0-2 0,0 0 2 15,1 0 4-15,-1 0-1 0,0 0 6 0,2 0-26 16,0 0 2-16,1 0-11 0,1 0-1 0,0 0 5 15,1 0 1-15,9-2 2 0,36-13 3 0,13-5 5 16,16-4-4-16,6-6 5 0,12-2-2 0,6-1 11 16,5 31 0-16,16-35 2 0,12-6-11 0,20 1-10 15,12-9-1-15,7 3-2 0,7 0-10 0,17-4 8 16,7 2-2-16,8-2 4 0,11 0-8 0,-7-9 3 16,3-3-7-16,11-4 6 0,-5-5-3 0,-6 6-5 15,-1 1 1-15,-10 6-2 0,-4 6 0 0,-7 6 3 0,-11 5 1 16,-15 8 0-16,-10 5 2 0,-10 4 0 0,-17 8 1 15,-21 1-2-15,-14 6-1 0,-14 2 3 0,-5 5-5 16,-9 0 3-16,-4 1-9 0,-9 1 4 0,-14 0 1 16,-10 0 2-16,-8-15 4 0,-9 10-8 0,-2 1 2 15,-7 4-3-15,-5 2 5 0,3 0-3 0,-2 0 3 0,2-1-5 16,-1-1-15-16,-1 0-40 0,-2 2 3 0,-2 0-15 16,-7 0 4-16,-50 4-44 0,-8 3-17 0,-6 6-17 15,-10 6-115-15</inkml:trace>
  <inkml:trace contextRef="#ctx0" brushRef="#br0" timeOffset="123826.37">14620 11730 540 0,'-2'0'104'0,"-1"0"-135"15,-29 0 120-15,-1 0-67 0,1 0-18 0,2 4 2 16,2 1-2-16,8 1 3 0,5-2-2 0,8-2 17 0,5-2-3 16,-2 1 9-16,0 1 9 0,3 0 15 0,-1 0 2 15,2 0 3-15,2-2 13 0,29-4 2 0,23-9 0 16,11-7-1-16,13-10-20 0,15 28-23 0,14-39 4 15,27-1-9-15,9-1-1 0,8-5-5 0,8-3-4 0,16-2 3 16,5-5 3-16,7-3-1 0,6-1 4 0,1-4-3 16,4-7 1-16,5 3-8 0,1-1 1 0,4 6-3 15,-6 8 4-15,-5 5-5 0,-6 3-5 0,-5 5 0 16,-8 3-4-16,-9 0 3 0,-15 2 3 0,-16 0-4 16,-7 6-1-16,-2 1 3 0,-11 4-3 0,-17 2 2 15,-12 0-3-15,-19 4-8 0,-10 2-1 0,-6 7-5 16,-12 0-17-16,-6 3-132 0,-10 3-24 0,-13 5-63 0,-4-4-334 15</inkml:trace>
  <inkml:trace contextRef="#ctx0" brushRef="#br0" timeOffset="131593.47">26715 5180 256 0,'0'0'-62'0,"0"-2"38"0,0 0-6 16,-2 0 7-16,0-2 46 0,0 1-2 0,0-1-12 0,-3-5-5 16,-1 1 2-16,-1-1 3 0,3 1 8 0,-3 1 6 15,-3 1-1-15,-1-1 8 0,2 1-9 0,0 1 1 16,-2-1-4-16,-4 3-3 0,2-1-5 0,-2 0-4 15,0 2 2-15,4 0-1 0,-6 1 11 0,-1-12-3 0,1 3 5 16,-4 3-7-16,1 3 6 0,3 2-9 0,-1 2 5 16,-3 0-12-16,1 2 7 0,-1 0-2 0,-1 2 2 15,2 1-4-15,-1 1-3 0,1 1 6 0,1 1-5 16,-3 1 8-16,2 0-12 0,-6 2 6 0,3-1-6 16,-1 1 11-16,0 0-8 0,4-2 4 0,-3 2-6 15,5 1 1-15,-3 1 1 0,1 0-2 0,7-4 2 16,-6-5-3-16,1 10 6 0,3 1-1 0,-5 2 4 0,5 0-5 15,0 1-3-15,0 5 0 0,-4-3 0 0,-3 4 7 16,2 0-6-16,-3 4 0 0,5-4-1 0,3 4 1 16,-4-2-2-16,-1-6 2 0,3 5-2 0,-3-3-6 0,5-5 7 15,0 3-3-15,2 0 5 0,4-3-1 0,0 0 3 16,1 1-4-16,3 3 2 0,3-1-4 0,-2 3-1 16,2-1 5-16,-1 2-3 0,1-2 1 0,-15 2 6 15,6 1-6-15,3 1 5 0,3 3-5 0,1 5-1 16,2 1 0-16,2 8 0 0,0-2 4 0,0 7-8 15,0 0 4-15,0 4-5 0,0-6 5 0,-2-1 6 16,2-4-6-16,0-6 3 0,0 0-3 0,0-9-3 16,0 0 7-16,2-1-7 0,2-3 6 0,2-2 1 0,-1 1-6 15,3-5 3-15,1 3-4 0,0-2 3 0,0-2 1 16,2-1-1-16,-7-1 0 0,11 2 1 0,4 0-1 16,-8-2 1-16,5 0 6 0,9 4-4 0,-9-2-1 15,7-1-1-15,-3 1 3 0,-3 4-4 0,-4-2 5 0,7-1-6 16,-5 1 1-16,4-8 1 0,5 6 0 0,-4-2 3 15,2 4-3-15,-1-6 2 0,-1 0 0 0,1-5 2 16,-3-4 16-16,1 1-8 0,1 12 3 0,1-6-4 16,3 1 5-16,-2-7-13 0,0-1 7 0,1-2-10 15,1-3 7-15,-2-1-4 0,2-4 0 0,0 1 0 0,-1 0 1 16,-3-1-5-16,0 1 0 0,1-3-1 16,3-3 9-16,0-1-5 0,4-3 3 0,-4 2-5 0,4-2 0 15,-2 1 6-15,0-1-2 0,4 15 3 0,-2-20-6 16,-1 1-3-16,-1-1 1 0,-1 0-1 0,-1 0 5 0,-2-1 1 15,2 3-3-15,-3-2 2 0,-1 1 2 0,-1-1-3 16,1 0 4-16,-1-3-5 0,-5-1-5 0,1-3 4 16,-4-7-1-16,1-3 2 0,-1-3 2 0,-4-8-4 15,0-2 7-15,-3-4-5 0,-2-2 7 0,2 6 10 16,22 0-4-16,-13 6 8 0,-6 1 12 0,-7 3 4 16,0 1 6-16,-4 0-3 0,1 4 9 0,-1 5-19 15,-3-1 2-15,-1 1-8 0,-1 1-1 0,-2-1-10 16,0 1 4-16,-2-1-6 0,-2 0-3 0,0 3-8 15,0 3 1-15,11 2-2 0,-22 5-2 0,-3 4-20 0,-1 6 1 16,-3-11-12-16,-5 7-68 0,-6 11-23 0,-8 7-57 16,-8 16 8-16,-3-12-263 0</inkml:trace>
  <inkml:trace contextRef="#ctx0" brushRef="#br0" timeOffset="134056.32">31173 4212 45 0,'0'0'7'0,"-2"2"2"0,0 0 5 16,-5 2 0-16,-10 3 1 0,2 0 10 0,2 1-5 15,-2 1 0-15,-1 0-1 0,-1 3 2 0,-5 2-3 0,-1-1-3 16,-3 2 1-16,0 2-7 0,-3 2 15 0,1-18-6 16,-4 24 8-16,-3-1-9 0,-2-2 21 0,-2 0-5 15,-4-3 8-15,0-4-8 0,4 1 10 0,-3-8-2 16,8 1 3-16,1-5-10 0,-2-2 10 0,3 16-6 0,0-7 5 16,3-5-15-16,8-4-4 0,-1-2-1 0,5-2-1 15,2 0 0-15,2-2-2 0,4 3 7 0,0-3-5 16,1 0 4-16,5 2 7 0,-1 0-7 0,2-5 6 15,0-6-22-15,-7 0 4 0,3 0-10 0,3 0 7 16,1-4-14-16,2 2 2 0,2 1 6 0,3-3-4 16,1 0 3-16,1 4 0 0,3-2-4 0,3 4 2 15,14-2-9-15,1 2 7 0,2 0 1 0,-8 2 4 0,4-1-5 16,2 3 2-16,0-1-4 0,-2 5 3 0,-4-3-4 16,-1-9 4-16,-1 4-4 0,-1 4 4 0,-1 1-3 0,-1 2 1 15,-4 3 3-15,-2 1-2 0,2 0-5 0,2 1 5 16,-2 1-5-16,-2 2 4 0,0 0 0 0,0 1-7 15,0 3 7-15,-1-5-6 0,1 16 11 0,-2 0-5 16,2 1-3-16,0-1 0 0,4 1 6 0,0-1-2 16,2 7 4-16,1-6-4 0,5 0 1 0,-1 3-1 15,0-7 1-15,2 5-1 0,2-1-2 0,0-3 1 16,0 0 0-16,0-4 1 0,0-2-1 0,-3-4 0 16,-1-5 0-16,4 4 1 0,-4 1 6 0,8-1-1 15,-2 3-2-15,-2 8-1 0,2-4 0 0,-2-6-2 0,3-1 4 16,3-3-3-16,-4-3 5 0,3-3-6 0,-7-3 1 15,8-3-2-15,-2 0 5 0,-2-3 0 0,1-1 0 16,-5 2 0-16,-1-2 0 0,-3 0 1 0,-1 0 1 16,-4 8 1-16,-1-14 1 0,-2 1 30 0,-3-5-8 15,-2 5 15-15,-1-5-10 0,-4-1 4 0,13 0 3 0,-6 0-1 16,-5-2-3-16,-4 0-17 0,-6 2-2 0,-7-2-4 16,7 4-15-16,-34 1-3 0,-7 3-3 0,-9 5 1 15,-7 1-15-15,-18 9-87 0,-10-29-34 0,-23 27-43 16,-12 18-349-16</inkml:trace>
  <inkml:trace contextRef="#ctx0" brushRef="#br0" timeOffset="148528.45">14202 12222 32 0,'0'0'0'0,"0"0"7"0,-2 0 83 0,1 0-23 0,1 0 6 16,-2 0-35-16,2 0-9 0,-2 0 5 0,0 0-6 16,0 2 5-16,0 0-25 0,-1 0 5 0,-1 0-1 0,-13 11 3 15,-3 9-5-15,-4 8 0 0,0 1-2 0,-6 6 3 16,0 0 7-16,-1 8 0 0,-3 1 3 0,3 12-2 15,-5-2 8-15,1-3 20 0,2 5 2 0,-6-12 6 16,1 5 4-16,1-7-7 0,-2-5-7 0,4-4 1 16,-2-1-23-16,2-4 0 0,3 1-4 0,6-3 2 15,-2-2-9-15,6-2-4 0,2-2 3 0,1-1-3 16,4-3-4-16,4-5 2 0,2-2-5 0,3-3 5 0,2-1-3 16,3-3-7-16,1-2-19 0,0 0-1 0,-4 1-93 15,0 1-73-15,0 0-12 0</inkml:trace>
  <inkml:trace contextRef="#ctx0" brushRef="#br0" timeOffset="148971.38">13465 12840 795 0,'0'-1'18'0,"0"-1"-2"0,0 0-2 0,0 0-1 16,0 0-7-16,-2 0-7 0,2 2 1 0,-1 0-4 15,1 0 3-15,-2 2-3 0,0 0 0 0,0 2 3 0,-2 5-3 16,-1 10 4-16,-3 3-3 0,-1 2 6 0,-2-2-4 16,-4 8 6-16,2-2-5 0,-2 3 2 0,0 3-2 15,0-1 1-15,1 4 7 0,-1 0-4 0,2 2 5 16,2-3 1-16,1-5 9 0,1 1-2 0,2-2 4 15,1 1 7-15,2-7 6 0,2-1 4 0,2-7-3 16,0 1 5-16,0-4-7 0,2 4 0 0,2-2-1 0,0-2 1 16,1-2-6-16,-1-6-1 0,0 1-2 0,7-4-5 15,11 13 4-15,6-2-2 0,2-8 1 0,9-5-8 16,2-5 6-16,3-8-5 0,6-8 5 0,-2-3-6 16,4 18-2-16,-1-31-2 0,-3-2-2 0,-4 0-11 0,-5 4 7 15,0 0 2-15,-7 5 3 0,0 2-6 0,-10 2 4 16,0 4-4-16,-7 1 4 0,0 3-3 0,-4 3-3 15,-2 0 1-15,-1 4-2 0,-1-2 0 0,-3 6-24 16,0-1-8-16,-3-1-20 0,1 5-165 0</inkml:trace>
  <inkml:trace contextRef="#ctx0" brushRef="#br0" timeOffset="151106.34">17104 11346 29 0,'0'0'0'0,"0"0"17"16,0-2 9-16,-1 0 16 0,-1 0 5 0,0 0-9 16,0 0-3-16,-2 1-11 0,1-1-3 0,-3-2 0 15,-7-2-10-15,0 3 8 0,-2 1 0 0,-3 2 2 16,-1 2-1-16,0 1 0 0,-3 3 1 0,2 1 0 15,-3 1 9-15,-6 5-3 0,3-2 5 0,-6 2-5 16,1 2-3-16,-5 3-1 0,-1 3-9 0,-2-1 5 16,-2 3-7-16,4-18-5 0,0 25 4 0,2 3-5 0,3 4 4 15,3 4 4-15,1 6-5 0,0 5 3 0,4 0-7 16,1 1 1-16,3-1 1 0,7 2-1 0,2 0 2 16,5-4-7-16,4-7 3 0,-18-8-4 0,9-1 6 0,7-5-10 15,4 1 4-15,4-4-6 0,5 0 11 0,4 0 3 16,-11-2 2-16,31-1-1 0,5-3 1 0,6-1 3 15,6-6-1-15,6 0 2 0,0-6 2 0,5-3-2 16,-2 23 4-16,4-15-3 0,1-9 9 0,-5-6-9 16,2-7 3-16,4-4-4 0,2-5 2 0,9-1-2 15,-3-3 0-15,-1 1 0 0,4-2-4 0,-11 2-5 16,-4-1-2-16,-10 3 0 0,-11-1 3 0,-6 3-1 0,-10 1 2 16,-4 8-2-16,-7-17 2 0,-3-4 6 0,-5-1 1 15,-3-1 0-15,19-5-8 0,-12 5 6 0,-5-5-3 16,-6 2 3-16,-6-2-9 0,-3-2 3 0,-2 7-8 15,-2 8 5-15,12 2-8 0,-25 5-16 0,2 4 7 16,-2 6-11-16,-2 3-14 0,-5-16-32 0,-2 10-17 0,3 10-30 16,-5 10-329-16</inkml:trace>
  <inkml:trace contextRef="#ctx0" brushRef="#br0" timeOffset="154950.46">12485 12491 37 0,'0'0'0'0,"0"0"35"0,0 0 18 16,-2-2 29-16,0 1 15 0,0-1-17 0,0 0-5 0,-1 0-10 16,-1 0 0-16,-5-2-1 0,-4-1-5 0,2-1-6 15,-1 1-8-15,1-1 1 0,2 2-23 0,0 1 10 16,1-1-3-16,1 0 5 0,-1 2-10 0,5 1 0 16,-3-1-3-16,4 2 2 0,0 0-3 0,-1-2-8 15,-1 0 1-15,0 0-4 0,2 0 4 0,1 1 6 16,-1-1-2-16,0 0 1 0,2 0-5 0,0 2 4 15,2 0 2-15,1 0 0 0,10-2 0 0,17-2-5 16,0 3 1-16,5-1-1 0,4 0-3 0,2 2 1 16,0 0-2-16,3 2 3 0,-3 0-4 0,0 1-3 0,2 1-3 15,-6 0 1-15,6-1-1 0,-4 1 1 0,-4-2 6 16,-2 0-3-16,-5 0 5 0,-2-1-8 0,0 1-2 16,-5 0-2-16,-3 0-3 0,-1 0 4 0,-2 0 0 15,-2-2 3-15,0 0-5 0,-6 0-2 0,1 0-1 0,-5 0-3 16,-1 0-20-16,0 0-77 0,2 2-17 0,-1-2-31 15,1 0-172-15</inkml:trace>
  <inkml:trace contextRef="#ctx0" brushRef="#br0" timeOffset="155236.57">12667 12059 773 0,'0'-2'27'0,"0"0"-8"0,0-4 16 16,-4-14 2-16,4 13-10 0,0 1-24 0,0 2-5 16,0 1 4-16,0 1-3 0,0 0 3 0,0 0 2 15,0 2-5-15,0 2 2 0,-2 2-13 0,-11 22 9 16,-3 3-2-16,8-1 5 0,-20 2 2 0,-5 1 7 16,-1 3-4-16,-1-3 6 0,-2-1 2 0,2 0 6 15,-2-2 2-15,3-2 0 0,3 0-2 0,-1-2 7 0,4-2-5 16,2-3 4-16,4-1-14 0,9-1 0 0,2 0-1 15,3-3 1-15,-3 3-5 0,2 0 7 0,5-2-2 16,4 1 2-16,2 1-9 0,6 0 6 0,-7-4-3 16,29-4 3-16,4 2-13 0,3 0 0 0,3-3-5 15,5 1 2-15,1 6-22 0,3-8-161 0,6 10-100 0</inkml:trace>
  <inkml:trace contextRef="#ctx0" brushRef="#br0" timeOffset="155729.19">11980 14497 204 0,'-2'0'49'16,"0"-2"84"-16,-3 2-104 0,-16-4-12 0,3 4-7 15,-3 6 0-15,-1 7-14 0,0-2 10 0,-1 24 0 0,-3 2 5 16,0 0-3-16,0 2-2 0,-3 2-2 0,3 2 2 16,-4 0 7-16,2-1 2 0,0-1 5 0,0 0-2 15,2 0 13-15,0 1 6 0,4-1-2 0,2-2 3 16,3-3 2-16,2-9-11 0,8-1 10 0,1-5-10 16,2-4 9-16,-7-1-3 0,4-3-3 0,3 0 1 15,2 2 2-15,2-2 2 0,4 0 2 0,2-2-1 16,-1-3-2-16,12 1-2 0,7 8-5 0,6-4 1 0,1-4-16 15,3-7-8-15,5-2-1 0,1-4-2 0,7-1-9 16,3-7-35-16,2 1-33 0,6-7-10 0,1-5-177 16</inkml:trace>
  <inkml:trace contextRef="#ctx0" brushRef="#br0" timeOffset="156608.7">12453 12412 428 0,'0'-2'35'0,"-2"0"-4"16,1 0 27-16,-1-2-2 0,0 1-6 0,0-1-30 15,0 0-7-15,0 0 1 0,0 1-3 0,2-1-5 16,0 0-2-16,2 1-2 0,2 1 2 0,5-4 3 0,21-3 9 15,0 3-7-15,7 3 8 0,0 3 0 0,9 0 5 16,3 0 8-16,1 1-4 0,6 3 11 0,-10-2-8 16,0 0-4-16,-1 2-2 0,-12-3-21 0,3 3 4 15,-5 0-1-15,-3 1 2 0,-2-1-3 0,-2 0 3 16,-2 0-1-16,-3-1 0 0,0 1 1 0,-3-2 1 16,3 2 2-16,-2-1-2 0,-4-1-6 0,-4 0 8 15,0 0-7-15,-1 0 8 0,-1 0-8 0,-3-2 2 16,3 1 0-16,-1 1 1 0,-3 0 8 0,3 2-7 0,-2-2-1 15,-1 7-2-15,1 9 2 0,-2 5-1 0,0 1 0 16,16 6-2-16,-5 1-3 0,-5 8-1 0,-3 4 2 16,-5 1-1-16,0 5 3 0,-1 1-3 0,-3-6-1 15,0 8-2-15,0 0 3 0,1-3-3 0,-3-1 8 0,1 0-6 16,-1 4 0-16,0 4 6 0,1 3-8 0,1 4 8 16,-1 1-6-16,1 1 1 0,0 3 1 0,0-3-1 15,3-2-1-15,1 1 4 0,-2-9-4 0,2-3 4 16,0-4-1-16,0 1 0 0,2-1 4 0,-2 0-6 15,1 2-4-15,1 1 6 0,0 1-3 0,2 1 4 16,0 7 2-16,-3-6-5 0,-1-4 0 0,2-2-1 16,0-3-1-16,2 1 2 0,0-1 0 0,-3-8 0 0,1-4-2 15,0-3 2-15,-2 0 2 0,0-3 0 0,0 1 3 0,0-2-2 16,0 0-1-16,0 0 1 0,0-3-3 16,0-1 5-16,-2-4-4 0,-1 1 4 0,-3 0-1 0,0-3-5 15,-1 1 3-15,-2 0-2 0,-1-3 11 0,-1 3-3 16,4-2 0-16,-14 0-2 0,-1-6-8 0,-2 4 8 15,-2-5-2-15,-2-3 4 0,-2 3-8 0,-5-5 3 16,-4 7-1-16,-4 14 3 0,-1-11-5 0,1-8 6 16,1-3-6-16,-7-2 6 0,5 0-2 0,-6 0-3 15,1 0 9-15,8 0-7 0,-5 0 9 0,5 0-8 16,2 0 0-16,6 0 0 0,-3-2 11 0,9 2-5 16,1 0-1-16,0 0-1 0,1 0 0 0,1 0 3 0,2 0 1 15,2-2-1-15,3 1 0 0,0-1-1 0,2 0 2 16,2 0-1-16,-1 0 5 0,4 0-10 0,-3 0 7 15,10 2-7-15,1 0 2 0,-4-1 3 0,2-1-2 0,3 2 3 16,-3-2-5-16,0 0-7 0,0 0-5 0,3 0 0 16,-1 0-10-16,0 1-6 0,0-1-2 0,2 0-6 15,0 0-49-15,2 0-359 0</inkml:trace>
  <inkml:trace contextRef="#ctx0" brushRef="#br0" timeOffset="162177.09">32058 10347 434 0,'0'0'36'0,"-1"-2"3"0,-1 0 31 15,0-2 6-15,-2 1-20 0,2-1-17 0,-3-3-33 16,3 3 2-16,0 0-8 0,0 0-4 0,0 1 1 0,2-1-1 16,2 0 2-16,0 1 5 0,9-7-1 0,19 8 0 15,3-5 0-15,3 1-2 0,-1-1 8 0,2 5 2 16,0 0 1-16,0-20-2 0,2 11 7 0,0 7-11 16,2 4 10-16,-4 4-11 0,4 5-1 0,0 4 4 15,2 2-5-15,-3 2 2 0,-4-1 3 0,-3 1-2 16,-3 2 1-16,0-12-10 0,1 15 8 0,-7-1-4 0,-5 1 8 15,-2-5-1-15,-8 1-8 0,9 1 7 0,-6-2-7 16,1 3 10-16,-2-1 4 0,-8 1 2 0,-1 2 1 16,2 2 9-16,11 2-9 0,-6 6 5 0,-5 3-6 15,-6 4 3-15,-5 8-3 0,-3-1-1 0,-5 10 1 16,-1 1-8-16,-3 3 7 0,-1 9-7 0,3-3 6 16,-3-1-7-16,-1-2-2 0,1-9 0 0,-1-4 0 0,1-1 8 15,-2-3-5-15,-3 4 3 0,1 2-5 0,0 2-1 16,2 7 6-16,2 3-1 0,1 4 2 0,0-3-1 0,3 2-6 15,3-4 1-15,0-5-2 0,0-3 0 0,2-6 2 16,1-5-5-16,1-1 3 0,2 0-6 0,1-2 3 16,0-2 2-16,3-2 1 0,1-6 3 0,2-3-6 15,2 0 0-15,1-6-2 0,1-3 12 0,0-4-10 16,1-1 3-16,1-4-6 0,0-3 2 0,7 1-1 16,7 6 2-16,4-2-1 0,6-5 3 0,3-7-6 15,2-2-1-15,-5-5-1 0,0-4 4 0,-8 1 2 16,4-3 3-16,0 0-1 0,-4 2 0 0,-5 2-1 0,-4 1-1 15,-7 5 0-15,-4 3-3 0,1-2 10 0,1 0-4 16,-2 0 7-16,0 0-10 0,-2 0 4 0,-2 2-2 16,0 0 4-16,-9 6 5 0,-21 1-10 0,1 31 2 15,-6 6-3-15,-1-1 2 0,3 1-2 0,0 3 6 0,3-8-5 16,6 4-1-16,0-3 5 0,2-2-6 0,4-1 5 16,3 0-12-16,2-4 7 0,2 3-3 0,2-3 4 15,2 2 1-15,5 6 0 0,0-2 1 0,-20 4-1 16,11 1-1-16,8 3 0 0,5 7 1 0,2 1 1 15,1 1 1-15,3 3-4 0,1-8-1 0,1-1 0 16,1 0 6-16,-2-9-2 0,1 1-1 0,-1-3-1 16,1-2-2-16,-1 2 3 0,-1 0-1 0,-1 0 2 0,-1 0 0 15,-2 4 7-15,0 0-5 0,0 0 5 0,-2-1-3 16,-2 3-2-16,-2-4 4 0,-3 0-5 0,-3-1 3 16,-3 3-1-16,-2-4 3 0,-3 2-1 0,16-2 5 0,-31-4-12 15,-3 2 0-15,-6-5-7 0,-5-1-42 0,-7-3-243 16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8T04:09:26.60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14813 3910 8 0,'0'0'1'0,"0"-2"12"0,0 0 12 16,0 0 2-16,0 0 0 0,-2-2-11 0,2 1-4 15,-1-5-9-15,-1 5 7 0,0-1-6 0,-4-5-1 16,1-1 8-16,1 5-6 0,0-1 4 0,4 4-4 15,0 0 2-15,-7-1 0 0,-2-5 14 0,1 3-17 16,1 1 4-16,-3 0-7 0,1 1 8 0,0 1-6 16,-4-2 5-16,2 2-4 0,0 2 12 0,-1 0-6 15,3 0 7-15,-2 0-6 0,0 0 13 0,3 0-13 0,-5 2 7 16,4 0-9-16,-2 2-2 0,-4-1-3 0,-3 3-4 16,3-2 2-16,-6 3 4 0,3-1-2 0,-1 1 5 15,-5 0-4-15,2-1-1 0,5 0-2 0,-3-1-2 16,3 1 2-16,-5 1-1 0,-1 1 3 0,-1-1 3 0,0 0-1 15,5 1-3-15,-3-1 3 0,5-1-6 0,1 1 4 16,-1 1 0-16,2-1 0 0,0 1 1 0,-1-1 0 16,1 0-5-16,0 1 2 0,-2-1-2 0,4-1 3 15,-3 3 0-15,3-1-3 0,1-3 0 0,3 1-1 16,-2 1 6-16,2-1 13 0,-1-1 0 0,1 3 4 16,2-3-2-16,-1 1-9 0,3-4-3 0,-3 7-3 15,3-2-5-15,-3 3 0 0,3-1 0 0,1 0 0 0,-2 2-1 16,3-1-2-16,-1 1 5 0,2 0-3 0,-2 2 1 15,3 2 0-15,-1-2-2 0,0 3 1 0,0-1 0 0,0 2 1 16,-2 0 4-16,3-1 0 0,-1 3 10 0,0 0-5 16,0 1 6-16,0 0-4 0,-13 3 9 0,4-1-11 15,4 0-4-15,1 1-1 0,2-1 3 0,1 0-6 16,1-7 4-16,0 2-5 0,2-1 1 0,-2 5 5 16,2 5-1-16,0-4 0 0,0 4-10 0,0-5 6 15,0-3-2-15,2-1 4 0,0-2 2 0,0 0 3 16,0 1 9-16,-1-3-4 0,3 0 7 0,0 0-12 15,0-3 0-15,-1 3-2 0,1-2-2 0,0-2 1 16,-1 0-4-16,3 2 4 0,0 0-6 0,-1 1 2 0,1 1-1 16,-3-4 1-16,3 2-1 0,0-2 2 0,-1 1 1 15,3 1-1-15,-3-2-1 0,3 2 0 0,-3-2 2 16,3 3-2-16,-1-1 5 0,2 0-8 0,1 0-2 16,-9 0-1-16,11 0 5 0,-5-1 6 0,6-1-3 0,-4-2 4 15,4 3-4-15,4 1-3 0,0-2 3 0,1 2-3 16,1-3-3-16,-2-3 4 0,1 1-3 0,2-1 4 15,1 1 1-15,3-1-5 0,-2 1 7 0,2-2-5 16,4 1 3-16,-2-1-1 0,-5 0-1 0,3-1 1 16,0-1 4-16,-4 13-2 0,6-2 1 0,-5-7-1 15,-3-4-4-15,1-2 5 0,0 0-5 0,-3 0 5 0,1-2-6 16,0-2 9-16,-1-2-6 0,5-1 6 0,-3 0-10 16,1-1 6-16,0-1-1 0,-3 1 3 0,1-1-6 15,0 0 5-15,-1-2-1 0,-1 1 2 0,0-1-2 16,-2 2 0-16,0 5-2 0,0-9 1 0,-2 0 2 0,2-2 1 15,0 1-1-15,0-1 0 0,2-2-3 0,0 0 3 16,0-3-1-16,-2 1 1 0,2-1-1 0,1-2-3 16,7-1 6-16,-7-1-6 0,-5-2 1 0,4-5-2 15,-11 1 0-15,2-9 0 0,5 2 6 0,-2 5-7 16,4-7 0-16,-4 8-1 0,1-5 8 0,-7-1-4 16,5 2 4-16,-3 2-4 0,14 1-2 0,-6 4 5 15,-6 0-1-15,-3 2 4 0,-2 2 8 0,-2 0 0 16,0 2 1-16,0-2 2 0,0 1 12 0,0 1-7 0,-2 2 5 15,-2-1-5-15,-1 1 4 0,-3-1-8 0,-1-1 2 16,0 4-4-16,-2-3-3 0,-2 3 1 0,7-5-2 16,-9 5 2-16,-7 1-6 0,1 2-3 0,-1 4-6 15,-2 4 3-15,2-3-10 0,-1-5 5 0,-3 2 3 0,-3 8 0 16,-5 5-1-16,-3 7-13 0,-5 10-33 0,-5 7 4 16,-7-13-132-16</inkml:trace>
  <inkml:trace contextRef="#ctx0" brushRef="#br0" timeOffset="6248.89">18300 4299 5 0,'0'0'20'0,"0"0"-5"15,-2 0 21-15,2 0 6 0,0 0-5 0,0 0 0 16,0 0-19-16,0-1 0 0,0 1-5 0,0 0 1 15,0 0-14-15,0 0 5 0,0 0-7 0,0 0 7 0,0 0-6 16,2 0 2-16,0 0-3 0,0 0 2 0,0 0 3 16,0 0-4-16,-1 1 4 0,1 1 1 0,0 0 11 15,0 0 0-15,0 0 4 0,0 0 8 0,0 1-10 16,-1 1 5-16,1 0-8 0,0 0-1 0,0-1-5 16,0 1 6-16,0 2-5 0,1 1 5 0,3 4-9 15,0-2-2-15,-1 3 0 0,-1-3 1 0,0 0-2 16,1 2-1-16,-1-3 0 0,1 3-2 0,1 0 8 15,-2-2-5-15,-1 4 7 0,1-2-5 0,0 1 3 0,0 1 3 16,-1 0-2-16,1-4 7 0,0 2-4 0,-1-2 0 16,1-1-2-16,0 1-3 0,1 2 15 0,1-2 6 15,-2-3 4-15,-2-2 20 0,1-1-12 0,1-1-2 16,7 4-4-16,2-1-16 0,-2-1 0 0,2 0 0 16,2-2-2-16,0-2-7 0,-2-2 5 0,4-2-2 0,1-1 4 15,3-5 0-15,3-3 3 0,5 11-5 0,1-25 4 16,5 1-3-16,6-6 2 0,4 2-2 0,1-3-1 15,-1-1-7-15,1 1-2 0,1 0 4 0,-1 5-4 16,2-2 6-16,-1 2-9 0,-8 2 4 0,-6 2-4 16,1 4 8-16,-6 1-10 0,1 2 5 0,-5 3-4 0,2-1 12 15,-3 4-5-15,1 1-2 0,-6 3-1 0,3-1 2 16,-5 5 1-16,-3 1 3 0,0-7-3 0,-3 3-5 16,-3 2-297-16</inkml:trace>
  <inkml:trace contextRef="#ctx0" brushRef="#br0" timeOffset="20249.14">12316 7452 22 0,'0'0'0'15,"0"0"2"-15,0 0 2 0,0 0 6 0,0 0 0 0,0 0-3 16,0 0-2-16,0 0 2 0,0 0-1 0,0-2 3 16,0 0 0-16,0 1-5 0,0-1-1 0,0 0-1 15,0 0-1-15,0 0 11 0,0 0-1 0,0 0 5 16,0 1 5-16,0-1 2 0,0 0-4 0,0 0 1 15,0 0-18-15,0 0 3 0,0 2-2 0,0 0 2 16,0 0-3-16,0 0 8 0,0 0 9 0,0-2 1 16,0 2 53-16,2-1-19 0,0 1 1 0,-1-2-11 0,1 0-22 15,0 0 0-15,0 2 1 0,0-2-1 0,0 0-1 16,0 0-3-16,-1 1 2 0,1 1-2 0,0-2-5 16,0 0-7-16,0 2 2 0,0-2-3 0,0 0 8 0,-1 2 5 15,1-2-2-15,2 2 4 0,0 0 10 0,-1 0-14 16,1 0 2-16,0 0-7 0,0 0-10 0,-1 0 4 15,1 0 2-15,0 0 1 0,-2 0 4 0,1 0 11 16,1 2-10-16,0 0 11 0,1 2-12 0,-1 1 1 16,3 8 1-16,-1 0-1 0,0 0-4 0,-1-2 4 15,1 1-2-15,1-1 3 0,1 0-3 0,1-2-2 16,-2-1 5-16,3-1-5 0,-1 0 0 0,2-1-4 16,4 5 0-16,-2-7 1 0,-2 1 9 0,2-1-12 0,-2 5 3 15,2 1-5-15,4-1 2 0,-4-3 4 0,2-3 0 16,-2-1 1-16,0 0-3 0,0-2-4 0,2 0 4 15,3 0-5-15,-3 0 4 0,0-2 0 0,2-2 1 16,-3 1 1-16,5-3 5 0,-2 1-11 0,-4-1 2 16,2 0-3-16,3-3 9 0,-1 2-6 0,7-4 0 0,-7 3-2 15,-1 1-2-15,-1-1 5 0,0 1-3 0,4-2 3 16,-3 1-7-16,1 1 4 0,0-1 0 0,-1 1 1 16,-3 1-1-16,2 1 1 0,-2-1 1 0,0 2 0 15,2-1-4-15,2-1-3 0,0 3 5 0,-3-1-2 16,3 0 1-16,-4 2-2 0,0 0 2 0,0 2-1 15,2 0 7-15,-2 0-7 0,-2 0 1 0,-2 0-3 0,1 0 4 16,-3 2-2-16,2 0-3 0,1 2 1 0,1 1 2 16,-2 1 1-16,2 1 3 0,-1 1-2 0,-1-1 1 15,0-1 3-15,0 5-4 0,1 0 1 0,1 0-5 0,-2-1 6 16,0 1-2-16,3 2 1 0,-3-2-1 0,-2-2-4 16,8 2 6-16,-9-5-3 0,-1 1 7 0,6-1-5 15,1-1-1-15,2-3-2 0,1 4 6 0,-7-4 0 16,-6-2 2-16,3 3-4 0,-3-3 0 0,7 8-3 15,-3-4 1-15,-2-3 0 0,5 3 8 0,-4-2-6 16,5 0 5-16,-5-2-5 0,3 0 3 0,3 0-5 16,-6 0 0-16,5-2-1 0,-1-2 5 0,-2 1 2 15,3-3-5-15,-1 0 4 0,2-1-6 0,2-2 1 0,-2 1 1 16,2-1 1-16,0 2 0 0,-2-1-2 0,4-1 0 16,2-2-1-16,-6 5 4 0,4-3-8 0,0 1 5 15,0 1-6-15,1 0 5 0,-1 1 7 0,0 0-6 16,0 1 6-16,-2-1-9 0,2 1-3 0,0-1 4 15,-1 2-2-15,1 1 5 0,-4-1 3 0,4 0-5 0,-2 2 4 16,0 1-6-16,-2-1 2 0,1 0 0 0,-3 2 1 16,2 0-5-16,-2 0 1 0,2 0 4 0,2 0-1 15,6 2 1-15,-6 0 2 0,2 1-3 0,2 1 3 16,-1 0 0-16,1-1-2 0,0 3-1 0,1 0-2 16,-3-3-1-16,2 3 6 0,-1-2-1 0,5-1 4 15,-1 1-5-15,1 0-2 0,-1-1 3 0,-1 1-3 16,-1 0 3-16,1-2-1 0,1 0-3 0,-5-1 1 0,4 1 0 15,-1 0 2-15,1 2 1 0,3-2 0 0,-5 0-3 16,-4-2 2-16,-2 0-1 0,-4 0 2 0,1 0 7 16,1 0-8-16,-3 0 4 0,3 0-5 0,-3 0 3 0,-1 0-1 15,1 0 1-15,-1 0-1 0,3-2 1 0,-3 0 3 16,-1 2-1-16,0 0 1 0,1-2 6 0,-3 2-106 16,0 0-83-16</inkml:trace>
  <inkml:trace contextRef="#ctx0" brushRef="#br0" timeOffset="21921.15">16681 7083 78 0,'0'-2'30'15,"0"0"39"-15,0-2-17 0,0-3-9 0,0-6-3 16,0 2-2-16,0 0-13 0,0 1-6 0,2 1-1 15,0 0-1-15,-2 1 7 0,0 3 0 0,2-3 2 0,-2 5-5 16,0-1-6-16,0 0 0 0,2 0 3 0,-1 1-1 16,1-1 1-16,0 2-12 0,0 0 0 0,0 0-3 15,0 1 3-15,0-1 5 0,-2 2-6 0,1 0 5 16,1 0 3-16,0 2-7 0,-2-1 9 0,0 3-11 16,2 7-2-16,0 10 4 0,2-1-5 0,-1 4 6 15,-1-3-2-15,0-3-3 0,0 1 1 0,0 1-2 16,0-1-3-16,-1-1 10 0,1 1-5 0,-2-6 7 0,2 2-3 15,0-2-4-15,2 0 6 0,-1-2-6 0,1 0 5 16,2 0-3-16,-1-1-2 0,1-1 1 0,3 2 4 0,-5-4-1 16,11 1 0-16,-1-3-2 0,3-1-3 0,-2 0 4 15,0-2 3-15,2 0-2 0,1-1-1 0,1 12 1 16,1-3-2-16,-1-3 3 0,1-3 0 0,-1-2-2 16,1-2-4-16,-1 0 3 0,1-2 0 0,1-2-2 15,1-1 3-15,0-3-3 0,-1 1 3 0,3-3 0 16,2 1 1-16,0 0-1 0,0 0-7 0,0-3 2 15,2-1-2-15,1 0 3 0,1 0 1 0,-2 0-3 16,0 0 2-16,-1 0-2 0,7-1 3 0,1 1-3 0,-3-2 0 16,-1 0-1-16,-5 0 5 0,-2 0-5 0,2 0 1 15,-1 2-2-15,-3 0 7 0,-2 2-8 0,1 2 2 16,-3 0-4-16,1-1 5 0,-1 5 2 0,1-1-5 16,-2 2 3-16,1 3-3 0,1 1 1 0,-2 0 2 0,-3 1-3 15,5 3-4-15,-2 0 10 0,-1 1-6 0,5 5 6 16,-3 1-4-16,-3-2 0 0,0 2 1 0,-6-3-2 15,2-5-6-15,2 14 8 0,2-6-1 0,-4 0 2 16,4 2 5-16,-7-1-1 0,-3 1 2 0,6-4-1 16,-5-2 14-16,-2-1-7 0,-1-1 4 0,3 5-5 15,3-3 5-15,-3 1-11 0,-2-3-1 0,-1 1-2 0,-1-3 8 16,0 1-6-16,0 0 2 0,-2-2-4 16,0 0 6-16,2 1-2 0,1 1 4 0,1 0-4 0,0-1 4 15,-2 1-7-15,0-2 6 0,-1 0-7 0,3 0 2 16,0 0 4-16,0-1-3 0,-1 1 3 0,1-2-5 0,0 0 2 15,5 0-2-15,4 0 0 0,4-2-9 0,-4 1 8 16,0-3-7-16,2 0 8 0,-4 0-7 0,7-3 6 16,1 0 2-16,-1-1 0 0,1-1-7 0,0 0 1 15,-3-1-5-15,1 1 4 0,5-2-2 0,1 2 7 16,1-3-4-16,2-1 3 0,0 2-7 0,-2 2 6 16,2 0 3-16,0 1-1 0,0 1-6 0,3 1 0 15,1 3-1-15,5 3 1 0,3 0-3 0,-1 0 7 16,-2 0-5-16,-2 0 5 0,1 0-5 0,1 1 0 15,2 5 4-15,0 1-2 0,-3 1 7 0,-1-1-1 0,-3-1-2 16,0-1 0-16,1-1-2 0,-5 0-5 0,2 1 8 16,-4-1-5-16,-1 2 4 0,-1-1 2 0,2 1-4 15,-2 1 3-15,-1-1 0 0,1 1-7 0,0 1 4 0,0-1-4 16,-1 1 9-16,-1-3 0 0,3 3-6 0,-3-3 1 16,2 3-6-16,2-3 9 0,-5 1 2 0,5-1 1 15,4 1-9-15,0-2 0 0,3-1 0 0,-1 1 1 16,-2-2 6-16,0 0-4 0,2-2 2 0,-1 0-2 15,1 0 0-15,0 0 5 0,-4 0-3 0,-2 0 5 16,0-2-9-16,0 0-3 0,0 0 2 0,-2-2-1 0,1 3 4 16,-3-3 1-16,1 0 0 0,-1 2-1 0,-1-1-2 15,-1-1 2-15,-1 2 0 0,0 0 2 0,1-2 0 16,-3 3 3-16,2-3-3 0,1 0 2 0,-8 2-7 16,4-1 12-16,-4-1 7 0,-5 2 4 0,10-4 28 0,-9 5-31 15,1-3 4-15,-1 2-13 0,-3 0 0 0,1 0-1 16,0 0-3-16,3-1 2 0,-3 1-6 0,0 2-119 15,-2 0-95-15</inkml:trace>
  <inkml:trace contextRef="#ctx0" brushRef="#br0" timeOffset="34501.28">13961 12189 256 0,'0'-2'359'0,"0"0"-177"0,-2-7 110 0,0-10 4 15,0 4-272-15,2 8-1 0,0 3-33 0,0 0 0 16,0 3-2-16,0-1 11 0,2 0-24 0,0 2-52 16,2 0 4-16,1 0-221 0</inkml:trace>
  <inkml:trace contextRef="#ctx0" brushRef="#br0" timeOffset="35788.89">15016 12308 83 0,'0'0'41'0,"0"0"42"0,-2 0-6 0,0 0-5 0,0 0-7 15,0 0 2-15,0 0-16 0,0 0-4 0,1 0 6 0,-1-2-8 16,-2 0-13-16,0 2-3 0,1-2-10 0,-1 2 6 15,0 0-13-15,0 0 2 0,1 0-2 0,-1 0 2 16,0 0-4-16,1 0-2 0,-1 0-2 0,0 0 0 16,0 0-3-16,3 0 13 0,-3 0-7 0,2 0 7 15,-2 0-15-15,2 0 4 0,1 0 6 0,-1 0-3 16,0 0-7-16,0 0 1 0,0 0-4 0,0 0 3 16,0 0-2-16,1 0 4 0,-1 0-1 0,2 2 4 0,0 0-6 15,0 0 0-15,2-1-6 0,-1 1 4 0,1 0-1 16,2 0 4-16,-2-2 2 0,11 6 0 0,2 1-6 0,1 0 15 15,3 1-8-15,3-3 10 0,-1-1-12 0,-1 0 14 16,2 0 0-16,3-3 4 0,2 1 4 0,5-2 0 16,-2 0-2-16,7 0 2 0,-4-2-7 0,-1-1 3 15,-2-1 0-15,-6 0 0 0,4-1-9 0,-6 1-3 16,0 0 2-16,-1 2-3 0,-3 1-6 0,-3-1 6 16,2 0-5-16,-4 2 5 0,1-2-6 0,-4 2 0 15,-3 0 5-15,1 0-3 0,-3 0 6 0,-3 0 1 16,2 0-6-16,-2 0-2 0,1 0-69 0,1 0-259 0</inkml:trace>
  <inkml:trace contextRef="#ctx0" brushRef="#br0" timeOffset="40903.71">20812 11247 2 0,'0'0'0'0,"0"0"3"0,0 0 5 0,0 0 15 0,0 2 7 15,0-2 12-15,0 2 5 0,0-2 2 0,0 0 2 16,0 0 0-16,0 0 22 0,0 2-7 0,0-2-2 16,0 0-6-16,0 0-22 0,0 0-9 0,0 0 3 0,0 2-4 15,0-2 5-15,0 2 4 0,0-1 0 16,0 1 0-16,-2 0-9 0,1 0 3 0,1 0-8 0,-6 11 6 15,-1 4-20-15,-1-1 9 0,1-3-7 0,-3 2 7 16,3-2-6-16,0 0-3 0,-1 0 11 0,3-4-8 16,-3 3 16-16,4-5-6 0,3-1 3 0,-1-1-2 15,0 1 5-15,0-3-3 0,2 1 1 0,0 0-1 16,0 0 8-16,0-3-4 0,0 1 1 0,0 0-2 0,0 0 3 16,0 0-7-16,2 2-6 0,0-1 1 0,0 1-4 15,1-2-2-15,7 2 5 0,12-1-5 0,6-3-1 16,0-3-2-16,3-7-2 0,6-3 1 0,4-3-7 0,7-7 4 15,6-1-2-15,11-6 4 0,4 27-4 0,7-40 3 16,4-5-2-16,-8-12 2 0,6 1-1 0,-5 0-1 16,-1-3-3-16,12 7 0 0,-3-1 0 0,7 8 0 15,-1 5 5-15,-11 6-2 0,-4 3 7 0,-14 10-7 16,-8 0 0-16,-11 7-3 0,-5 1 2 0,-8 3 5 16,-8 1-1-16,-5 7 1 0,-2-1-7 0,-5 4 8 15,-1 1-6-15,1-3 2 0,-2 2-51 0,-1 0-98 16,-1 2-40-16</inkml:trace>
  <inkml:trace contextRef="#ctx0" brushRef="#br0" timeOffset="48660.57">19849 15245 12 0,'0'0'0'16,"-2"0"11"-16,0 0 122 0,0 0-23 0,0-2 14 0,0 2-53 15,1-2-13-15,-1 0-21 0,0 0-8 0,0 1 4 16,0 1-11-16,0 0 1 0,0 0 0 0,1-2 0 15,-1 0-5-15,0 0-12 0,0 0 1 0,0 2-4 16,2 0-5-16,0 0 0 0,0 0 1 0,0 0 1 16,0 0 7-16,0 0-7 0,0 0 2 0,0 0-2 15,0 2-2-15,0 0 32 0,0 0-8 0,-2 0 18 16,2-1-18-16,0 1-4 0,0 0 0 0,0 0-1 0,0 2-7 16,0-1 9-16,0 1-9 0,0-2 10 0,0 5-3 15,0 3 4-15,0-1 1 0,0-5-2 0,0 3-9 16,0 1 7-16,0-1-5 0,2 4 5 0,0-2-11 0,0-1-4 15,2 3 3-15,-3-4-2 0,3 3 11 0,-2-5 13 16,0 1 0-16,2-1 4 0,-1-1 2 0,3 0 3 16,9 5-7-16,3-3 4 0,1-4-15 0,5-4-5 15,4-8 1-15,1-6-4 0,7 10-6 0,1-31 4 16,7-4-7-16,7 0 6 0,4-5-7 0,12-2 0 16,2-4 7-16,7 1-5 0,-5-2 4 0,-1 4 2 15,-3 3-3-15,-8 3 3 0,1 6-9 0,-8 2-118 16,-2 5-14-16,2 0-59 0,-2 4-256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44:47.01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17578 3724 5 0,'0'0'0'0,"0"-2"3"0,0 0 34 0,-2 0 5 0,0-1 9 16,0-5-10-16,-3-9-2 0,-1-1-1 0,2 1-10 15,1 4 9-15,-1 0-14 0,0 0-7 0,1 0-2 0,-1 0-2 16,0 2-3-16,0 2-4 0,1 1 3 0,-1 1-3 16,-2-1 4-16,-1-1-3 0,5 2 0 0,-11 3-1 15,8-1 6-15,-5-1-5 0,-1 0 7 0,6 1-7 16,-8-1 8-16,0-1-2 0,-4 1 0 0,0-1 1 15,4 1-1-15,0-1 9 0,8 1-7 0,-5 1 7 16,-1-3-18-16,4 1 9 0,-4 1-4 0,0 1 6 16,-1 1-4-16,1-2-7 0,0 3 4 0,0-1-5 0,-2 0 5 15,-4 2-2-15,2-1 1 0,2 1 0 0,-1 0 8 16,-1-9-9-16,0 2 0 0,-4-1-3 0,-1 3 3 16,1 1-2-16,-1 3 2 0,-1 1-2 0,1 2 3 0,1 0-1 15,1 0 2-15,-3 0-3 0,-1 2-4 0,0-1 4 16,-6 3-2-16,0 0 4 0,-2 0-6 0,1-1 0 15,1 1 1-15,9 0 0 0,-5-1 1 0,2 1 0 16,-2 2-2-16,-6-1 2 0,4-1 0 0,2 0 3 16,4-1 0-16,1 1 0 0,2 0-6 0,-1 1 0 15,-1 1 1-15,-3 1 0 0,1 1 6 0,-3-1-8 16,2 1 0-16,0-1-3 0,-1 4 5 0,-1 0 3 16,-2 1-2-16,4-1 3 0,-2 0-2 0,2 0 0 0,1 0-2 15,-1 2-1-15,3-2-2 0,1 0 4 0,-3 0 1 16,3 1 0-16,-5 1-5 0,1 1 9 0,0 1-5 15,-2 0 6-15,-2-13-14 0,0 11 10 0,0 7-4 16,4 1 5-16,-3-1-9 0,1 1 9 0,-4-3-1 16,-1 1 3-16,1-2-7 0,0 1 4 0,2-1-4 15,2 1 4-15,0 3-3 0,1-4-4 0,3 1 5 0,-2-3-4 16,3 2 10-16,1-1-10 0,-3 3 5 0,6 0-6 16,-1-1 4-16,1 3 0 0,0-1-1 0,0 2 1 15,0 1 4-15,0 1-2 0,-1 2-1 0,1 0-1 16,0 1 5-16,0 1-7 0,0 2 3 0,2 2-3 15,-2-1 5-15,2 6 1 0,0 0-4 0,2 4 2 0,2 0-10 16,-2-2 8-16,3 0-1 0,1-2 3 0,0-3-1 16,1-1 0-16,-1-1 2 0,5-3-2 0,-6-1-1 15,5-2 0-15,-1 0-3 0,-2-2 2 0,-9 0-7 0,4 1 11 16,4-1-8-16,3 0 9 0,2 0-3 0,2-2 1 16,0 4-2-16,0-2 0 0,2 1-10 0,4 2 12 15,1 1-1-15,1 0 4 0,3 4-11 0,-2-4 5 16,2 1 1-16,0-1 2 0,0-4 5 0,1-1-3 15,-1-3-1-15,-2-3-1 0,2 1-2 0,-2-5 4 16,-7 2 0-16,15-4 2 0,0 0-2 0,-2 1 3 16,3-3-2-16,1-2 3 0,3 1 3 0,0 1-1 0,2-4-4 15,8 5 1-15,-2-7-7 0,1-1 7 0,10 4 2 16,0-4 1-16,2 3-4 0,3-1 4 0,4-2 1 16,-2 0 1-16,1 1-5 0,3 23-1 0,-10-14 4 15,1-7-3-15,2-3 5 0,-5-2-3 0,3 0-1 16,2 0 1-16,-1 0 3 0,5 0-1 0,4 0-4 0,5-4 1 15,7-1-8-15,2 1 6 0,-4-3 0 0,-4-1 1 16,-1-3-5-16,-4-2 4 0,-4-2-5 0,2 0 4 16,-6 1-4-16,1-1 0 0,-1 2 4 0,1 0-4 15,1 0-4-15,0-2 6 0,-3-2-4 0,-1 2 5 16,-3 0-9-16,-2-1 10 0,2-1-8 0,-2-3 7 16,5-3-10-16,-5 3 4 0,-1-2 8 0,-3 18-4 15,0-24 1-15,-1 2 1 0,-3-4-2 0,1 2 3 0,-1 2-5 16,-3 0 3-16,2 2-6 0,0 0 7 0,-4 0-4 15,-2 0 4-15,2 0 1 0,-6 1 0 0,1 1-5 16,-7-2-2-16,1 0 2 0,-2 2-1 0,-2-1 6 0,-1-4-2 16,-1-3-3-16,2-4 0 0,-4-5 0 0,5 0 4 15,-5 0-2-15,-3-5 3 0,3 1-8 0,1 2 2 16,-7-1 6-16,5-1-3 0,0 2 5 0,16 0-1 16,-11 2-6-16,-5 4 4 0,-6-2 0 0,-2 5-4 15,-6-1 5-15,1 5-5 0,-1-2 8 0,-5-3-3 16,0 3 5-16,-7-9-5 0,18-2 5 0,-24 0-6 15,-4-1 6-15,-3-3-6 0,0 4 6 0,-4 4-8 0,-4-4 1 16,-4 8-1-16,-5-2 8 0,-8 1-3 0,-14 6-1 16,-12 2-1-16,-5 6-9 0,-15 1 7 0,2 8-8 15,-5 8 8-15,-7-33-8 0,-14 33-17 0,-9 16 6 16,-17 16-16-16,-6-25-42 0,-3 72-217 0</inkml:trace>
  <inkml:trace contextRef="#ctx0" brushRef="#br0" timeOffset="2015.71">13759 5501 56 0,'0'0'14'16,"0"0"-1"-16,-2 0 14 0,0 0-14 0,0 0 7 16,0 0-16-16,0 0-7 0,0 0 10 0,1 0-10 15,-1 0 8-15,0 0-9 0,2 0-2 0,0 0-2 0,0 0-8 16,0 0 12-16,0 0-5 0,0 0 7 0,0 0-2 16,0-2 8-16,0 0-4 0,0 0 4 0,0 0-9 15,-2 0 8-15,0 1-2 0,0-1 4 0,0 0 1 0,1 0-2 16,-1 0 5-16,0-2-5 0,0 3 3 0,0-1 2 15,0-2 3-15,0 2-1 0,1 0 11 0,-1 0-7 16,0 1 2-16,0-1-4 0,0 0 6 0,0-2-12 16,0 0 7-16,1 1-8 0,-1 1 8 0,0-2-3 15,0 1-1-15,0-1 1 0,0 0 9 0,2 0-5 16,0 1-1-16,0-1-2 0,0 0 1 0,0 1-6 16,-2-1 7-16,1 0-7 0,-1 0 0 0,2 3 5 15,-2-5 0-15,0 2 1 0,0 1-9 0,0-1 7 16,0 0-11-16,-1-3 9 0,1 3-9 0,0 0 7 0,0 1-3 15,0-1 5-15,0 0-11 0,1 0 5 0,-3 1 0 16,0-1 1-16,2 4-4 0,-7-6 1 0,3 3 3 16,-3-3-1-16,0 1-1 0,-4-3 3 0,0 1-2 0,2 1 4 15,-6 1-6-15,4 1 4 0,-5 0-6 0,-1 2 4 16,0 0-4-16,-1 2-1 0,-2 0 5 0,1 2-3 16,3 0 3-16,3 0 1 0,0 0-5 0,0 0 3 15,2 1 3-15,-2 1-6 0,2 0 3 0,-2 1-4 16,2-1 3-16,0 0 3 0,0 0 1 0,2 1 0 15,-2 1-4-15,2 1 1 0,0 1-4 0,-2 1 2 16,0-5 5-16,-2 7-4 0,-2 4 3 0,3 1-4 0,-3 1-2 16,0 0 2-16,-1-1 1 0,-3-1 2 0,3-2 8 15,-3 6-12-15,3-3 5 0,-8-1-7 0,1 0 8 0,-1-2-7 16,-1 0 2-16,4 2-3 0,-1 0 15 0,0-2-11 16,2 0 7-16,1-2-8 0,-3 2-2 0,4 0 4 15,-2 0-4-15,1 2 5 0,-1 0 1 0,-2 0 0 16,1 3-3-16,1 1 1 0,5-1-1 0,1 3 2 15,-1-3-3-15,0 5 2 0,4-1-5 0,-2 6-1 16,2 0 6-16,-1 3-3 0,-1 3 6 0,-2 5-5 16,0 5-2-16,-1 2-1 0,-1 8 4 0,-3 2-1 15,0-2 1-15,-1-2-1 0,1-6 0 0,0-3 0 16,-2-4 2-16,3 0-2 0,3 0-1 0,-6-4 1 16,5 1 0-16,0-5 1 0,5-3 9 0,10 2-1 0,0-4-3 15,-13 0 0-15,6 0-9 0,4 0 8 0,3 0-2 16,2 5 4-16,0 1-8 0,2-3 1 0,2 3 3 15,2-6-1-15,3 7 5 0,3-1-10 0,-1 0-3 0,2-5-1 16,-3-6 5-16,3 1 7 0,0 0-5 0,4 3 5 16,-13-3-5-16,12 0 4 0,3-1 0 0,-2 1 1 15,-2-2 1-15,0 3-3 0,-2-1 4 0,4-2-5 16,2 2 1-16,-1 1 0 0,3-1 0 0,-1-2 1 16,1 1 7-16,3-1-7 0,-1 1 6 0,1-3-6 15,2 1 4-15,0-2 1 0,4-1 0 0,4 3 1 16,-4-1 2-16,1 3-5 0,7 3 2 0,-7-5-3 0,7 3-2 15,-1 2 6-15,0 0-6 0,4 2 6 0,0 2-8 16,-4-8 4-16,-1 3-4 0,-5-1 4 0,3-3-3 16,-4-3-4-16,2-1 3 0,-1-6-4 0,1-3 2 0,3 0 0 15,5 16-3-15,-1-7 1 0,0-8-6 0,4-3 6 16,1-4 2-16,10-2 2 0,-3-4 15 0,1-1-8 16,0 0 1-16,-6-3-4 0,3-1 2 0,-6 0-3 15,0-2-2-15,-6 0 0 0,-2 0-3 0,-1 0 5 16,-2 0-3-16,-1 0 3 0,3-2-3 0,-4 0-1 15,1-1 3-15,3-3-4 0,0 0 0 0,1 16 10 16,2-20-7-16,-1-4 8 0,5-3-14 0,0 0 9 16,-2-1 0-16,0-3 3 0,-2 1-3 0,2-3 3 15,2 1-4-15,0-2 2 0,-2 0-8 0,-5 0 7 0,-2 2-5 16,-4-6 7-16,-4 0-4 0,0-9 0 0,2-6 1 16,-3-5-2-16,1-4 0 0,-1-2 6 0,-1 2-1 15,-3 4 4-15,-1 1 0 0,-1 4-3 0,-4 3 3 16,-1 3-3-16,-3-2 7 0,-1-6 6 0,21-1-7 0,-12-12 4 15,-9-9-13-15,-6-9 1 0,-6 0 4 0,-3 4-4 16,0 7-3-16,-4 11 6 0,-2 2-5 0,-4 0 5 16,-3 3 2-16,-6-6-2 0,26-3 7 0,-35-1-4 15,-4-6 11-15,-9 5-17 0,-18 5-2 0,-16 8-5 16,-13 12-16-16,-8 15-21 0,-7 12-25 0,-21 16-3 16,-22-31-137-16,-32 42-39 0</inkml:trace>
  <inkml:trace contextRef="#ctx0" brushRef="#br0" timeOffset="5083.88">19013 5770 16 0,'0'-2'0'0,"-2"0"12"15,0-1 131-15,2 1-38 0,-7-9 6 0,0 1-61 16,3-1-15-16,-7 2-26 0,1 1 1 0,-4 1-6 16,6 0 1-16,-3 3-3 0,-4-4 1 0,2 1-2 15,-4-4 2-15,3 0 5 0,-1 0-2 0,0-1 2 0,0-1-1 16,-2 4-2-16,2-2-1 0,1 0-2 0,-3 3 1 16,-4-3 6-16,1 0 0 0,-2 2 3 0,1 1 5 15,1-3-2-15,-4 6-1 0,0-1-1 0,-2-1-5 0,3-8 9 16,-1 2 2-16,4 5 0 0,-4-1 0 0,1 4 2 15,-3 1-7-15,4 2 4 0,0 2-18 0,-6 0 5 16,0 4-2-16,-2 1 3 0,-1 5-10 0,-1 1 9 16,-1 2-5-16,-2 3 8 0,-3 1-9 0,3-2 5 15,0 0-1-15,0 0 3 0,3-2-4 0,1-2-2 16,1 0 4-16,2 0-4 0,2-2 6 0,2 1-2 16,2 1 2-16,-3 0-2 0,3 0 7 0,0 2-10 15,1 0 4-15,-3 4-5 0,0-13 10 0,0 20-5 0,0 0-1 16,3 4 0-16,-5 0-2 0,0 1 3 0,4 5 0 15,-2 1 1-15,11 2-5 0,-2 4 1 0,0 4 1 16,4-5 0-16,-4 3-6 0,-3-4 5 0,5-2-1 16,-4 0 4-16,4-1-3 0,4-5 6 0,-2 1-8 15,-8-3 6-15,8 1-9 0,2 2 4 0,5-1 1 0,2 1 1 16,2-1 2-16,2 5-6 0,4-1-1 0,5 2-2 16,5 0 11-16,3 0-2 0,-1 2 7 0,1-2-8 15,1 2-6-15,-18 2-2 0,28-2 0 0,5 2 2 16,-1 0 5-16,-1 0 7 0,1-6-6 0,-5-3 5 15,5-3-8-15,-3-6 5 0,3-1 0 0,5 0 3 16,-2 1 3-16,4-1-2 0,3-2 2 0,3-1-3 0,-1-2-2 16,4-3-3-16,0-1-2 0,4 0 1 0,2 0 5 15,-6 0-7-15,4-2 5 0,-10-1-6 0,3-5 12 16,-4-1-7-16,1 0 6 0,1 20-7 0,3-11 5 0,2-6-2 16,2-3 1-16,0-4 1 0,4-2 6 0,1-3 2 15,1-3-6-15,5-1 4 0,-5-2-9 0,-6 0 5 16,0-2 3-16,-4-2 0 0,-5-2 2 0,-1-1-1 15,-1-3-8-15,2 1 4 0,-1-3-1 0,-1 16-1 16,-2-28 0-16,-3-10-1 0,1 1-2 0,-4-10 5 16,-5-2 1-16,2-2 0 0,-8-3 1 0,0 2 0 15,8-1 0-15,-8 3 0 0,-1 1 0 0,1 4 0 16,-5 0 5-16,-6 0-4 0,-2-4 7 0,-5-5-5 0,24-2-1 16,-15-9 0-16,-13-3-2 0,-10 1-7 0,-8 0 1 15,-8 9-3-15,20 2 3 0,-40 7-9 0,-8 0 4 16,-5 6-6-16,-8 2-3 0,-6 0-12 0,-8 7 1 15,-18 4-4-15,-21 7-11 0,-38 21-48 0,-24-32-109 16</inkml:trace>
  <inkml:trace contextRef="#ctx0" brushRef="#br0" timeOffset="15576.82">19256 11611 44 0,'0'0'1'0,"0"0"2"15,0 0 6-15,0 0 2 0,0 0 2 0,0-2 0 16,0 1-3-16,0-1-1 0,0 0 1 0,0 0-2 0,0 0 11 15,0 0 4-15,2 0 3 0,0 1 19 0,-2-1 3 16,2 0-5-16,0 0 4 0,0 0-5 0,-2 0-14 16,0 0 6-16,0 1-9 0,0-1 5 0,0 0-20 15,0 0 8-15,0 0-11 0,0 0 9 0,0 0 0 16,0 1-3-16,0-1 3 0,-2-2-6 0,0 0 5 16,0 1-4-16,0-1 4 0,0 0-10 0,-1 0 7 15,-3 1-3-15,-7-7 5 0,-2 1 3 0,-3 0 3 16,1 1-4-16,0 3 4 0,-3 1 0 0,-2 0 5 0,-1 3 0 15,-6 1-1-15,3 0-15 0,3 3 4 0,-3 1 2 16,4 2 0-16,-2-1-2 0,3 3-8 0,-1-1 2 16,4 0-3-16,-1 3-3 0,-1-1 4 0,1 0-3 15,0 2 4-15,3 1-8 0,1-3 8 0,-2-7-8 16,2 14 9-16,0 1-7 0,2 0 0 0,0 1 5 0,2 3-4 16,2 1 3-16,0 4-4 0,1 2 0 0,1 7-1 15,-1-1 8-15,3 3-9 0,1 0 6 0,-1-2-6 16,1 4 9-16,0-4-7 0,2 1 0 0,-16-5-1 15,7-1 6-15,3-2-1 0,5 0-3 0,3-4 1 16,0 0-8-16,3-2 5 0,3 1 4 0,1-3-1 16,3 0 0-16,3 3-3 0,-12-3-2 0,22 2 1 0,3-1 3 15,1-3-2-15,3-3-2 0,4 0-1 0,3-2 0 16,-2-2 2-16,4 0 0 0,2-5 0 0,-4-1 3 16,2-3 4-16,-4 0 3 0,1 19 0 0,-5-12 8 15,1-5 0-15,-3-4-3 0,1 0 2 0,-2-4-3 0,0-2-6 16,1-1 7-16,-1-2-6 0,4-3 13 0,-1-1-7 15,3-3 2-15,-4-1-5 0,5-3 4 0,-4 18 2 16,8-20 3-16,-1-6-1 0,-7 0 7 0,4-2-3 16,-9-5-1-16,2-2 1 0,0-2 5 0,-4-2-1 15,0-6 2-15,-9-3-3 0,-7-2 2 0,-5-2-7 16,23 1 1-16,-14-1-2 0,-7 6 4 0,-5-4-3 16,-7 3 2-16,-4 3-1 0,-8-1 6 0,15 7-4 0,-33-1 2 15,-2 4-2-15,-7-1 3 0,-4 7-20 0,-2-1 4 16,-8 4-10-16,3 1-5 0,3 8-4 0,-2 4-8 15,4 8 3-15,-4-19-26 0,-1 16-16 0,-4 14-8 16,-10 15-15-16,0 7-159 0</inkml:trace>
  <inkml:trace contextRef="#ctx0" brushRef="#br0" timeOffset="17436.46">19533 14829 25 0,'0'0'14'0,"0"0"6"0,0-2 28 15,0 0 8-15,0 0 4 0,0-1-5 0,0-1-26 16,0-9 7-16,-2 2-10 0,0-2 8 0,0 2 9 0,-1-2-7 15,-1 2 6-15,0-1-13 0,1 1 7 0,-1-2-2 16,0 4 2-16,-1-2-9 0,1 2-5 0,0-1 0 16,-3-1-1-16,-1-2-8 0,-1 0 1 0,3 0-2 15,-12 2 2-15,-3 0-8 0,1 0 7 0,-2-4-2 0,-2 0 4 16,-1-2 9-16,1 1-4 0,-2 1 3 0,0 2-4 16,-1 0-9-16,-1 0 12 0,-4 3-4 0,-1 1 7 15,1 0-5-15,-1 3-9 0,1 1 2 0,6 3-4 16,-2-17 14-16,0 8-13 0,1 6 6 0,-3 1-9 15,0 4 5-15,4 0-5 0,0 2 4 0,0 3-4 16,4 3-4-16,-2 3 6 0,0 4-6 0,3-8 7 16,-1 15 0-16,1 1-6 0,3 1 5 0,1-2-6 0,-1 0-1 15,1 6 3-15,0-4-4 0,2 4 5 0,2 2-6 16,2 3 5-16,0 5-3 0,4 2 5 0,-1 5-7 16,1 5 0-16,3 0 0 0,0 4-1 0,3 9 1 15,-1-2 0-15,-28 4 1 0,17-1-1 0,7-1 0 0,6-2 1 16,0 0 1-16,0-9 1 0,2-3-7 0,2-1 4 15,2 0-2-15,-1-2 2 0,3 3 0 0,3-1 2 16,0-2-2-16,6 5 2 0,-1-5-7 0,1 2 2 16,2-3 1-16,-1-4 0 0,6 3 0 0,-18-7 2 15,25 6-6-15,6-6 6 0,1-5 3 0,6-1-8 16,1-7 9-16,-1-1-8 0,5-5 7 0,-3-1 1 16,-1-4-4-16,1-4 4 0,-5-3 3 0,2 18 0 0,-3-13 7 15,-1-7-5-15,2-4 2 0,0-8 13 0,5-6-10 16,6-11 11-16,8 20-15 0,3-43 2 0,2-6-1 15,4-4 0-15,1-7-11 0,-3 2 6 0,-6-2-5 16,-9 2 5-16,-7-2-2 0,-6 6 4 0,0-1 1 0,-6 3 0 16,-1-3-2-16,-6-3 7 0,-6-4-1 0,-1-11 4 15,-10-2-3-15,-7-7 9 0,30-4-8 0,-27 6 8 16,-9-1-7-16,-10 10 17 0,-7 4 8 0,-7-1 3 16,21 5 37-16,-40-3-32 0,-6 6 6 0,-12 4-16 15,-10 0-11-15,-8 10-13 0,-8 5 2 0,-6 11-5 16,4 9-11-16,-1 9-13 0,-1 13-11 0,-7-25-1 15,-6 31-41-15,-18 27-82 0,-4-12-80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31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10442 0 0,'0'0'1008'0'0,"2"0"-1008"0"0,-1 0 32 0 0,3 0-24 0 0,-3 0 56 0 0,14 0-96 0 0,1 0 8 0 0,-2 0-56 0 0,2-2-256 0 0,1 0-2312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45:28.705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10842 11086 96 0,'0'0'0'16,"0"-2"10"-16,0 0 116 0,0 0-21 0,0 0 9 0,0 1-36 15,0-1-18-15,0 0-10 0,0 0-2 0,0 0-4 16,0 0-20-16,0 0-14 0,0 1 3 0,0-1-5 16,0 0 13-16,0 2-5 0,-2 0 5 0,0 0-4 15,0 0 8-15,0 0-6 0,0 0 5 0,1 0-5 16,-1 0 3-16,0 0-3 0,0 0 3 0,0 0-2 16,0 2-3-16,0 0 1 0,1-1-5 0,-1 1 4 0,0 0-9 15,0-2 5-15,0 0-4 0,0 2 4 0,0 0-6 16,1 0 6-16,-1-2-3 0,0 2 4 0,0-1-6 15,0 1 3-15,0 0-2 0,0 0 2 0,1 0-7 16,-1 0 5-16,2 0 2 0,0-1 1 0,0 1 5 0,0 0-9 16,0 0 5-16,0-2-4 0,0 0 16 0,0 0 0 15,0 0 5-15,0 2-2 0,0-2-4 0,0 0-6 16,0 0-8-16,0 0 6 0,0 0-2 0,0-2-8 16,0 0 7-16,0 0-9 0,0-1-5 0,-2-7 8 15,0-12-7-15,2 0 8 0,0-2-1 0,0-1 0 16,0-1-2-16,0 2 0 0,0-2-2 0,0 2 1 15,0 2-2-15,0-4 2 0,0 2 0 0,0 0-3 0,0-2 5 16,0 1-5-16,0-1 3 0,0 2-2 0,0-4-4 16,0 1 2-16,0-3 0 0,0 0 3 0,0 4 0 15,0-5-1-15,0-1 1 0,0-3-2 0,0-6 1 16,0 4-2-16,0 3 0 0,0 1 1 0,0 0 0 16,-2 3 1-16,0-2 3 0,0 3-4 0,1 1 3 0,-1 2-3 15,0 0 1-15,0 2-1 0,-2-1 0 0,2 1-1 16,1 2 4-16,-1 0 0 0,2 1 3 0,0-1-1 15,0 2 2-15,0-3-8 0,0 3 1 0,0 0-1 16,0-1 10-16,0 3-8 0,0-1 1 0,0 0-3 16,0 1-5-16,0 1 5 0,0 0 1 0,0 3 2 15,0-1 3-15,0-2-4 0,-2 0-2 0,0-3 0 16,0 1 2-16,2 4-1 0,0-3-3 0,0-1 2 0,0-1 3 16,0 1-3-16,0 4 6 0,0-1-6 0,0 1 3 15,0-6-4-15,0 1-1 0,0 3 0 0,0-1 0 0,0-1 4 16,2 1-3-16,-2-1 2 0,0 2-4 0,0 1 3 15,0 1 4-15,0 0-1 0,0 0-2 0,0 0 3 16,0-1-4-16,0 3 1 0,0 1-6 0,0-1 7 16,0 2-3-16,0 0 4 0,0-2-4 0,0 2 3 15,0 0 3-15,0-2-1 0,0 2-3 0,0 1 1 16,0 1-3-16,0 0 1 0,0-2 3 0,0 1-3 16,-2 1 3-16,2 2-3 0,-2-1 2 0,2 1 0 15,0 1 0-15,-2 1 0 0,2-1-2 0,0 2 0 16,-1-1 0-16,1 3-1 0,0-2 6 0,-2-1-5 0,2 3 0 15,0 0-3-15,0 0 1 0,-2-2 3 0,0 1 2 16,0-1 0-16,0 0-7 0,0 1 4 0,2 1-5 16,0 0 5-16,0 0 6 0,-1 0-8 0,1 0 3 15,0 0-5-15,0 1 2 0,0-1-1 0,-2 0 2 0,2 0-1 16,0 0 1-16,0 0-2 0,0 2-3 0,0 0 1 16,0 0-3-16,0 0 6 0,0 0-4 0,0 2 4 15,-2 0 1-15,0 2-7 0,0 5 6 0,-3 10-7 16,-1-1 7-16,-1 3 0 0,1-3 2 0,0-1 0 15,3-4 1-15,1-2 1 0,-2 0-1 0,2-2 1 16,0 1 4-16,2-5-1 0,-1 3-4 0,1-3 2 16,0-1-9-16,0 0 5 0,0-1 1 0,0 1 1 0,0 0 0 15,0 0 8-15,0-1-5 0,0 1 6 0,0-2 2 16,0 0-5-16,0 0 3 0,0-1-4 0,0 1 4 0,1-2-3 16,1 0-4-16,0 0 2 0,0-2-8 0,0 1 6 15,0-3-2-15,0-2 4 0,5-9-3 0,-1 1-4 16,-1-1 2-16,-1 0-2 0,0 0 5 0,-1 2-1 15,-1-2-2-15,0 2 1 0,-2 2-1 0,0 0-2 16,0 3 2-16,0 1 0 0,0 3 11 0,0 1-10 16,0 1 2-16,0 0-4 0,0 0 4 0,0-2-9 15,0 1 5-15,0 1-7 0,-2 0 8 0,0 2-6 16,0 0 2-16,1 2-4 0,-3 0 2 0,2 1 2 16,-15 23-3-16,2 4 3 0,4 0-1 0,2-1 6 0,2 7 3 15,1-1-1-15,2 4-2 0,4 2-4 0,0 3-3 16,0-1-1-16,-2 2 3 0,-1 5 1 0,1-4 4 15,2 10-1-15,0-4 1 0,0-4-3 0,0 2 2 16,0-1-3-16,0 1 6 0,-2 2-1 0,0 0-3 0,0 1 1 16,0 1 0-16,1-2 1 0,1-2 2 0,0-3-2 15,0-3-2-15,0-5 1 0,0 2 0 0,0-7 2 16,1-3-2-16,1-5 5 0,2-2-5 0,0-3 4 16,-1-3-4-16,3 5-1 0,-4-8 3 0,2 1-2 15,-1-1 0-15,1-4 0 0,2 6-3 0,-3-6 3 16,1 2 2-16,0 0-5 0,-1 2-3 0,-1 0-1 0,0 1-6 15,0 7-133-15,-2 5-65 0</inkml:trace>
  <inkml:trace contextRef="#ctx0" brushRef="#br0" timeOffset="32353.61">18009 7252 72 0,'0'0'25'0,"0"0"11"15,0 0 26-15,0-2 6 0,0 0-18 0,0 0-19 16,0 0-20-16,0 0 0 0,0 1 1 0,-2-1 15 0,0 0-4 16,0 0 3-16,0 0-4 0,0 0 3 0,1 0 3 15,-1-1 3-15,-2 1 0 0,0-2 8 0,1 0-15 16,-1 1 5-16,2 3-8 0,-5-4 3 0,-1 0-4 15,-1 1-5-15,0-1 1 0,-3 0-8 0,1 0 0 16,-2 3 0-16,4 1 0 0,-2 0 0 0,2 0-1 16,-1 0-2-16,1 1 0 0,0 1-1 0,1 0-1 0,1 0 3 15,3-2-3-15,-1 2 4 0,3-2-5 16,-2 2-2-16,2-2 1 0,-2 2 3 0,4-1-4 16,-1 5 4-16,-1 3-4 0,-6 1 4 0,3-1-2 0,-3 4-4 15,1 0 2-15,-1 2 0 0,3 1-5 0,1-1 6 16,0 0-6-16,1-2 9 0,-1 2-6 0,2 0 8 15,0 0-6-15,2-1 7 0,0-1-3 0,0 0-2 16,2-1 2-16,0 1-4 0,0-2 11 0,2 0-5 0,-1-2 8 16,1 0-8-16,2 3-2 0,-1-3-1 0,1-2 1 15,-4 1 0-15,11-6 10 0,3 1-3 0,-1 8 4 16,2-1 1-16,-2-5-10 0,1-1 4 0,-1-2-6 16,0-2 8-16,0 0-8 0,0-2 5 0,5-2-5 15,-1-1 9-15,1-3-10 0,1 1 2 0,-5-1-4 16,3-3 9-16,-2 2-2 0,-3 0 1 0,-4 1-2 15,6 3 0-15,-1-8 0 0,-7 2-4 0,5-2 1 0,-6 0-6 16,-1 1 8-16,-4-1-4 0,1 0 5 0,-1 0-5 16,7 0 6-16,-1 0 0 0,-3 1 0 0,-1-1 1 0,0 0-1 15,-2 0 0-15,-2 1-1 0,0 3 1 0,-2-2 3 16,0 4 0-16,-2-1-1 0,1 1 2 0,1 3-8 16,-15-7 5-16,0 0-5 0,-9 0 6 0,6 7-3 15,-4 2 0-15,-2 2-1 0,5 0-4 0,-7 4-1 16,4 1-1-16,0 3 1 0,0 1 2 0,2 0-3 15,1 1 2-15,3 1-2 0,-1 0 6 0,3 0-2 16,1-7-4-16,-4 11 1 0,6-2-2 0,2 1-5 16,0 1 8-16,7 0-4 0,-3 0 2 0,1 0 2 15,1 1-5-15,-1-1 3 0,0 2 1 0,3 0-3 0,-8-1 2 16,1 1-2-16,3 0 9 0,3 0-10 0,2-1 5 16,2-1-7-16,0-2 2 0,0 2 1 0,2-2-5 15,2 0 5-15,1 4 1 0,-1-8-2 0,0-2 1 16,1 1-2-16,1-6 4 0,7 3-2 0,2 6 2 0,-2-3-1 15,2-3 6-15,0-1-2 0,-1-2 4 0,5-2-5 16,0-4 3-16,-1-3 0 0,1-4 4 0,-3 0-2 16,3 5 5-16,-2-16-10 0,1-1 1 0,-3 1-3 15,-2 0-1-15,-2 0 5 0,-3-1-4 0,-1 3 7 16,0 1 0-16,-3 1-6 0,7 1 3 0,-1 0-4 16,-5 2-1-16,-1 2 19 0,-2 0-7 0,0 2 11 0,-2 4-7 15,0-1-5-15,0 3 2 0,0 1-3 0,-2 1-1 16,-2-1 4-16,-11-5-3 0,0 1 2 0,-5 1-14 15,1 3 3-15,1 4 0 0,-1 0 0 0,1 4-3 0,1 1-1 16,2 3 4-16,0 1-1 0,4 0 2 0,0 0 2 16,2 8-3-16,-1 2 1 0,5 1-1 0,-1 1-5 15,4-3 3-15,-1 3-4 0,-10-3 5 0,3-1 3 16,3 1-2-16,1 1 1 0,3 0-7 0,3-3 3 16,0 5 1-16,0-6 0 0,2 1 4 0,1-3-2 15,-1-5 0-15,2 1 0 0,0-2 1 0,-3-1-3 16,16-2 4-16,2 9-3 0,-1-4 2 0,5-5 5 15,1-4-2-15,2-4 5 0,3-3 1 0,-1-5-5 0,7-4 3 16,-9 1-4-16,-7 9-4 0,7-18 7 0,-13-2-7 16,2 2 9-16,2 2-5 0,-6-1 0 0,-6-1 0 15,1 4-1-15,3-2-4 0,4 3 2 0,-4-1 4 16,-3 3 0-16,-4-2 3 0,-2 6 0 0,0 0-5 16,-2 2 5-16,-2 2-1 0,-1 0-2 0,-1 1 5 0,-7 3-4 15,-9 3 0-15,-8-17 0 0,2 8-4 0,-1 4 3 16,-1 5 0-16,0 2-3 0,1 2 4 0,-1 3-4 15,4 3 1-15,2-1-1 0,1 2-4 0,3 3 2 16,0-1 0-16,5-2-2 0,0 2-1 0,4-2-2 16,-2-1 0-16,3 7 5 0,1-1 1 0,2 3 1 15,1 0 1-15,2 1-3 0,-9 1 0 0,4-2-2 16,4-1-3-16,1-1 4 0,2 2-4 0,2-2 5 0,0 0 2 16,2-2-5-16,0-2 3 0,1-2-6 0,3 0-1 15,0-1 7-15,-5-3-6 0,16 3 6 0,2-6 1 16,-1 11-5-16,3-4 4 0,1-2-4 0,0-5 4 0,-1-2 6 15,1-2 1-15,-2-3 2 0,3-3-5 0,-7 1-1 16,3-4-2-16,-6 2 0 0,-6 1 0 0,5-9 5 16,-1-1 0-16,-6-1 2 0,3 1-3 0,-7-1-4 15,12 1-1-15,-5 3 0 0,-3 0 4 0,-1 0 0 16,-2 4-1-16,-2 0-1 0,0 1 0 0,-2 3 1 16,0 1 5-16,-3-1-3 0,-3 1 3 0,-10 5-3 15,-3-14-2-15,3 5 1 0,-4 3-2 0,1 3 4 16,-1 1-1-16,0 3 1 0,1 1-9 0,3 3 3 0,-3 4-2 15,3-1 3-15,-1 4 2 0,0 2-7 0,3-7 4 16,1 16-7-16,-2 0 7 0,4 1 3 0,4-1 0 16,0 0 1-16,3 0-10 0,4 1 4 0,0-1 1 15,-13-2 1-15,6 5 0 0,4-9 0 0,3 5-5 0,2 1 5 16,2-7-3-16,1 3-1 0,3-1 1 0,-1-6-2 16,-3 0 1-16,19-5 4 0,1-2-3 0,0-2 3 15,2 12-1-15,4-2-4 0,2-7 5 0,0-3-5 16,-1-4 6-16,-1-3 1 0,0-5 0 0,0-3 1 15,-2-2 6-15,4-1-8 0,-8 1 4 0,-2 7-5 16,-1-14 4-16,-10 0 6 0,2 0-7 0,-3-1 5 0,-6-1-4 16,12 4-2-16,-4-1 6 0,-5 3-5 0,-1-1 0 15,-4 2 4-15,0 3-2 0,-4-1 4 0,-1 4 2 16,-3-1-6-16,-1 5-2 0,-17 0-1 0,6 1-1 16,-6 0 8-16,1 3-6 0,0-1 6 0,-1 0-7 0,3 2-1 15,-1-14 8-15,4 6-7 0,-1 3 2 0,3 3-3 16,-1 2-3-16,2 2 1 0,1 2-6 0,3 0 8 15,0 4-1-15,5-3 2 0,-1 3-10 0,3-2 8 16,1 3-1-16,-1 10 3 0,4 0-10 0,-9-1 9 16,0 3-6-16,4-1 6 0,3 3-7 0,2-1 4 15,2 1 2-15,2-1 0 0,2 2-1 0,1-3 1 16,1-2-3-16,-1-4 3 0,3-2-2 0,-1-2-3 16,3 0 5-16,8 1-3 0,4-5 2 0,-1 1 0 15,-1 9-5-15,3-4 5 0,-3-6 4 0,2-1-3 0,1-4 1 16,1 0-1-16,-4-4 0 0,4-3 4 0,-3-2 1 15,-1-4-1-15,6 3-9 0,-4-14 6 0,-3 0 0 16,-6 0 4-16,-6-2 1 0,-3 0-2 0,3 2-2 16,-5 0 2-16,15 0 0 0,-8 3-1 0,-3 1-3 0,-4 3 0 15,-2-2-3-15,-2 5 4 0,-2 2 6 0,-3-1-3 16,-1 4-1-16,-5 2 0 0,-9-1-3 0,-4 3 4 16,0 3 2-16,0-15-1 0,-4 6 2 0,4 7-3 15,-1 4-3-15,1 2 0 0,3 4 0 0,3 1 0 16,1 1 3-16,4-1-3 0,4 0-1 0,2-1-1 0,2 0-3 15,5-5 5-15,-4 7-3 0,1-1 2 0,3-1-7 16,0 1 7-16,2-1-4 0,0-2 4 0,0 1-5 16,2-1 0-16,0-4 4 0,22 15-3 0,0-4 2 15,4-4 2-15,-4-3-1 0,4 0 0 0,-2-2-8 0,-2-2-2 16,-6 0-3-16,-7 0-1 0,1 1-17 0,-11-1-113 16,1 0-14-16,2 2-47 0,-2 2-172 0</inkml:trace>
  <inkml:trace contextRef="#ctx0" brushRef="#br1" timeOffset="48687.35">5832 8804 105 0,'0'0'42'0,"2"0"-13"0,0 0 39 0,0 0-6 16,0 0-14-16,-2 0 20 0,0 0 1 0,0 0 3 16,0 0-22-16,0-2-12 0,0 0-5 0,0 0 0 15,0 0-1-15,0 1-3 0,0-1-4 0,-2 0 0 16,0 0-7-16,0 0 1 0,0 0-3 0,0 0 0 15,1 1-9-15,-3-1 10 0,0 0-5 0,0 0 5 0,-7-2-6 16,-2 4-7-16,-3 0 7 0,-7 4-7 0,5 3 8 16,-1 5-2-16,1-11-6 0,-3 25 5 0,1 0-2 0,1 0-2 15,-1 2 4-15,3 0-5 0,0 0 4 0,2-2-9 16,-1 2 8-16,3-4-8 0,2 0 7 0,3 0 2 16,3-3-4-16,-1-3 5 0,0 3 12 0,3-6 8 15,1 1 5-15,-9-1-1 0,3-2 0 0,3-2-15 16,1 2-5-16,2-3-1 0,0 1-8 0,2-4 9 15,0-1-4-15,0-1 5 0,2-1-11 0,0 0 9 16,2-1-4-16,9 3 6 0,5-2 2 0,3-3-2 16,1-2 5-16,0-3-4 0,1-5 1 0,-1-3-5 15,-2-2-4-15,4 8 2 0,-3-16-5 0,-3 0-3 0,1-1 7 16,-2-1-6-16,3 2 5 0,-1 0-3 0,-6-1-1 16,2 3 1-16,-6-1-2 0,-2 3 6 0,1-3-7 15,5 1 5-15,-4 1-5 0,-3 1-2 0,-5-3 9 16,-1 5-8-16,-1-5 13 0,-3 5-6 0,-2 1 0 0,-1 0-2 15,-1 2-2-15,1 2 0 0,-2 0 3 0,-6 5 0 16,-2-5 1-16,-1 0-1 0,-1 5-4 0,-3 4 2 16,-1 2-4-16,1 6-4 0,0 3 0 0,1 2 0 15,1 4 3-15,1-11-1 0,3 16 2 0,1-3-1 16,2 2 2-16,4-3 5 0,1-1-2 0,4 0 2 16,1 0-9-16,1 0 3 0,0-2 0 0,-7 0 1 0,1 0 8 15,3 0-7-15,1 0 0 0,2-2-2 0,2 2 3 16,0-2 0-16,2-2 2 0,2-1-2 0,-1-1-3 15,-1-1 0-15,17-4 3 0,3-1-2 0,-1 14 1 16,1-4-2-16,0-3 1 0,2-4 1 0,2-4 8 16,-3 0-8-16,3-2 1 0,-4-2-3 0,-2-2 2 0,3-3 0 15,-3 0-2-15,-3 1 1 0,-2-1-1 0,-2 2 6 16,-6 1-2-16,-1 4 4 0,-3-11-4 0,-1 0-4 16,0-2 1-16,7 4-2 0,1-4 5 0,-7 2-3 15,-1 0-1-15,-2-1-1 0,-2 4-7 0,-1 1 8 16,-5-2 1-16,4 3 2 0,-16-1-3 0,-2 5-1 15,-2-1-2-15,-1 3 2 0,-1 0 1 0,-1-16 0 16,1 8 5-16,0 7-4 0,-2 3 0 0,2 1 4 0,0 3-5 16,3 4 5-16,-1 1-2 0,4 2-3 0,1 2-2 15,1-6 0-15,3 16 4 0,4-1-2 0,0 2-1 16,3 0-2-16,1-1 2 0,1-1 1 0,4 2 1 16,-13-4-1-16,6 1 0 0,4-3-2 0,3-3 7 0,2 2-5 15,2-6 3-15,1 2 3 0,3 0-4 0,-2-5 5 16,-1 1-4-16,16-4-1 0,3-3-1 0,2 0 1 15,2 15-1-15,0-8-2 0,2-3-2 0,0-5-1 16,4-1 3-16,-1-3 7 0,1-5 2 0,-1-1 1 16,-3-2-5-16,-4 0-2 0,-3 0-1 0,-6 1 1 15,1-1 2-15,-3 6-3 0,2-12-1 0,-4-2 0 16,-1 3 2-16,-5-3-2 0,1-1 4 0,5 3-4 0,0-2 1 16,-4 3 2-16,-1-1-1 0,-4 4 2 0,-2 0-4 15,-2 2 0-15,-2 0-1 0,-1 1 0 0,1 5 0 0,-7-1 5 16,-11 4-4-16,-3-14 6 0,-1 5-11 0,2 5 3 15,-2 4 5-15,0 2-2 0,-2 6-1 0,6-1 5 16,-2 3-9-16,4 1 8 0,1 2-7 0,0 2 5 16,5-2 0-16,2-5 1 0,1 11-3 0,4-1-2 15,1-1 1-15,3-2-2 0,1 2 7 0,-8-2-5 16,3 0 1-16,3-4-2 0,1 4 7 0,1-2-4 16,2-1 4-16,2-1-5 0,-1-2 1 0,1-3 4 15,4-2-3-15,16 0 4 0,2 15-3 0,4-6-1 16,2-6 2-16,3-3-3 0,3-4-2 0,1-5-2 0,-2-2 2 15,-2-3-1-15,-3 1 7 0,-4-2 0 0,0 0-4 16,2-3 3-16,-4 1 0 0,-4 2-3 0,-3 11 3 16,-9-19-4-16,-3 3 4 0,1 1-5 0,-3 0 0 15,-1 1-2-15,9 1 5 0,-3 0 1 0,-4 0-3 16,-3 2 1-16,-1-4-4 0,-3 4 5 0,-3 2-1 0,1 2 2 16,-16 7-8-16,-7-2 6 0,0-14-1 0,3 7 4 15,-11 1 3-15,8 9-5 0,-7 1-2 0,5 3 0 16,1 5 2-16,-1 1-3 0,8 2 2 0,-4 4-2 15,3-2 4-15,3-11-2 0,1 18-1 0,5 3 0 16,1-1-9-16,1 0 9 0,5 2-3 0,3-1 5 16,2-1-3-16,-12 0 0 0,4-1 0 0,5-1-1 15,3 2 3-15,2-5-1 0,2 0 2 0,3-1-2 0,1-3 4 16,1 0 1-16,-3-1-3 0,18-3 2 0,1-2-6 0,-1 8 4 16,4-2-1-16,0-4 3 0,4-3 3 0,1-4-5 15,-1-2-1-15,-2-4 0 0,-4-2-2 0,-2-1 6 16,-3-2-1-16,-3-2 3 0,3 5-1 0,-4-14-6 15,-2-4 2-15,-2 3-3 0,-4-3 5 0,3 4-3 16,-5-1 2-16,1 3-2 0,7-1 3 0,-4 0-4 16,-3 3 3-16,-5 1-3 0,-1 2 0 0,-1 0-2 15,-3 2 1-15,-2 1-1 0,1 1 2 0,-21 2 0 16,-2 1-1-16,4-11 1 0,-4 4 6 0,0 6-4 16,4 5 4-16,-8 2-5 0,6 2-1 0,0 5 2 0,0 3-2 15,4 1 3-15,4 0-5 0,1 0 5 0,2-2-5 16,0 12 5-16,4 1-9 0,4-3 3 0,1 1 3 15,4-1 0-15,0-1 5 0,-9-1-6 0,2 0-1 16,3-1-4-16,4-3 6 0,2 0 2 0,0-1 2 0,2-3-1 16,2 2-4-16,0-5 4 0,-1-3-3 0,16 10 5 15,3-2-3-15,6-3-1 0,2-4 2 0,0-4-1 16,-3-2 6-16,1-4-6 0,-5-1 0 0,-3-3-2 16,2-3-2-16,-3 0 9 0,-1 8-3 0,-3-14 4 15,-4 1-11-15,-1-1 5 0,-1 1 0 0,-5 1 4 16,-1-2 0-16,9 3-8 0,-5-1 1 0,-3 2-4 15,-3 0-2-15,-1 4 5 0,-1 0 0 0,-1 3 2 0,-2 1 0 16,0 0 1-16,-20 3-1 0,2-11 1 0,-4 2-2 16,-2 6-4-16,2 3 1 0,-4 4 0 0,-1 4 11 15,3 3-6-15,4 0 2 0,2 5-4 0,1-1 1 0,6-2-2 16,0-5 3-16,1 14-1 0,2 1-5 0,7-1 5 16,-1-1-4-16,3 0 4 0,-9-2-3 0,5-2 6 15,1 2-3-15,5-2 4 0,1-2-7 0,0-2 4 16,0-3 0-16,1-1 3 0,1-1-4 0,13-2 3 15,9 14-4-15,4-4 2 0,0-5 2 0,5-3-1 16,-3-4 2-16,2-4-4 0,5-3-5 0,-9-1 8 16,3-1-3-16,-8 1 5 0,-7 3-6 0,3-4 8 0,-2-1-4 15,-1 1 5-15,-5 2-12 0,-1-1 8 0,-7 4-3 16,1-9 5-16,5 0-9 0,-1-1 3 0,-3 1-2 16,-3 0 2-16,-2 3 0 0,0 3-1 0,-2-1-1 15,0 5-2-15,-5-1-1 0,-13-11-1 0,-3 6 0 16,-4 3 0-16,-1 6 1 0,-9 8 2 0,-1 5 1 15,7 3 0-15,-3-12-1 0,8 26 6 0,4 0-1 0,5-1 2 16,4-1-8-16,4-2 4 0,4-4 0 0,-8-3 2 16,3-4-2-16,5-2 0 0,1-2-2 0,4-4 2 15,0 3 5-15,0-5-4 0,0-1 4 0,2 0-4 16,2-1 12-16,7 3-9 0,11 1 4 0,0-5-7 16,2-2-5-16,4-7 8 0,-4-3-4 0,2-4 5 15,0-3-10-15,-5 11 10 0,1-18-3 0,-5 4 8 0,-2-1-8 16,-4 3-2-16,-6-1 3 0,-3 3-3 0,0-1 3 15,9 2 5-15,-3 2-4 0,-5 2 5 0,-1-2-1 16,-2 2-8-16,0 3 4 0,-3 1-4 0,-1 1 3 0,4 4-7 16,-11 1-5-16,-12-14-1 0,-3 2-1 0,0 7-14 15,-5 4-28-15,7 4-2 0,-6 7-154 0,0 10-209 16</inkml:trace>
  <inkml:trace contextRef="#ctx0" brushRef="#br1" timeOffset="53023.31">18586 7435 21 0,'0'0'0'0,"0"0"22"0,0 0 18 0,0 0 28 16,0 0 10-16,0-1 2 0,0-1-4 0,0 0-18 15,0 0 6-15,0 0-9 0,0 0-2 0,0 0-7 16,0 1-5-16,-2-1-1 0,0 0-5 0,1 0-9 16,-1 0 5-16,0 0-10 0,0 0-7 0,0 1-4 0,0-1-5 15,0 0 3-15,-1 0 0 0,-1 0-3 0,2 2 8 16,-7-2-6-16,-2 2 10 0,0 0-13 0,1 0 2 15,-1 0-5-15,0 2 2 0,2 0 3 0,-2 2 2 16,3-1-1-16,-3 3-4 0,2 0 2 0,3-3-4 16,1 1 4-16,1 5-5 0,0 4-1 0,0 0 1 0,1-2 0 15,-1 2 8-15,2 0-2 0,0 2-6 0,-9 0 3 16,4 0-1-16,1-2-1 0,2 0 3 0,3 2-3 16,1-2 3-16,0 0-2 0,1 0 3 0,1-2-2 15,2 2 5-15,-2-6-1 0,2 3-1 0,-3-7 1 16,-1-1 5-16,0 0 3 0,4 2 4 0,0 0-1 15,0-3 11-15,5 5-2 0,2-2 3 0,0-2-3 16,4-2-1-16,0-4-4 0,-2-2-7 0,4-5 4 0,-4 2-7 16,-2-15-10-16,0 1 9 0,-4 1-9 0,3 0 15 15,-3 0-17-15,-1-1 5 0,1 3-8 0,-1-1 8 0,-3 1-2 16,1 1-3-16,0 5 2 0,-2-3-2 0,7 4 2 16,-2 0 0-16,-1 0 1 0,-2 2-3 0,-3 3 3 15,-1 3 0-15,0 3 0 0,0 0 6 0,0 0-5 16,0 0-2-16,-1-1-2 0,-1-1-5 0,0 2 3 15,-2 0 4-15,-3 2-1 0,-14 0 1 0,1 4-1 16,-1 5 1-16,1 2-1 0,1-5 3 0,1 20-2 16,-3 0 0-16,7 0 0 0,-1 0 2 0,2-2-4 15,5 2-1-15,1 0-1 0,3-2 2 0,2 4-3 0,-1-4 4 16,-14 2-2-16,6-2 2 0,5-3 2 0,2-1-2 16,3-3 3-16,1-2 2 0,0-2-6 0,1 2 4 15,3-4-4-15,-2-4 5 0,2 1 3 0,-2-3-4 16,1 1 3-16,1-1-10 0,2-1 5 0,3 2-1 15,4 1 5-15,-4-3-2 0,0-2 7 0,4-2-3 0,0 0 4 16,2-4-3-16,-2-2-5 0,0-3 3 0,-2 2-4 16,-1-19 5-16,-1-2-5 0,-3 4 2 0,1-4-4 15,-3-2 6-15,-1 2-7 0,-1-2 4 0,0 3-4 16,15 1 6-16,-6 1-5 0,-4 1 1 0,-3 2-2 16,-4 2 6-16,0 1-7 0,0 2 1 0,-2 2-2 15,-1 2 4-15,-1 2 3 0,0 4 0 0,2 1 0 0,-1-1 0 16,-1 1-3-16,-4 3-1 0,-3 1 0 15,-2-8 1-15,0 3 2 0,0 2-3 0,-2 1 2 0,4 4-4 16,-2 0-2-16,2 2 3 0,-2 1-2 0,0 3 1 0,0 3-2 16,2-5 0-16,-2 16 1 0,7 4 7 0,3 4-7 15,-1-2 1-15,-15 4-4 0,6 2 11 0,6-3-6 16,1-1 2-16,3 2-2 0,3-4-2 0,0-2 2 16,5 6 0-16,-1-8 0 0,3-2-1 0,3 1 4 15,-5-8-2-15,8 5 4 0,-3-6 2 0,-3-3-6 16,13-2 1-16,-1-5-2 0,3 4 2 0,1-4-5 15,1 14 8-15,-2-5-7 0,0-5 11 0,-1-4-5 16,1-2-1-16,-2-2-1 0,1-2 0 0,-1-3-2 16,-1-2 7-16,-3 5-5 0,1-18 4 0,0-3-1 0,-6-2-1 15,2 1 3-15,-4-2 0 0,-3-2-1 0,-1 2-5 16,14 0 2-16,-8 0-9 0,-5 4 6 0,-4 0 0 16,-2 2 2-16,-2 1 2 0,-2 5 3 0,-3-1-1 15,1 4 1-15,-1 0-3 0,-1 4 0 0,3-1-2 0,-12 3 0 16,-2 3-2-16,1 1 3 0,3-9-1 0,-4 1 1 15,1 4-6-15,1 3 2 0,-3 2-1 0,-1 2 1 16,1 2 1-16,-1 2 0 0,3 3-1 0,3 1-1 16,-2 3 0-16,4-6 1 0,-2 18 1 0,6 1 0 15,2 0 0-15,-1 2-4 0,3-2 5 0,1 0-3 16,-13 2 9-16,8-2-5 0,3-1-4 0,5 1 0 16,1-6-6-16,0-1 8 0,3 2 1 0,3-3 3 0,1 3 4 15,-1-8 0-15,1 0-5 0,-5-7 3 0,13 0-9 16,5-2 6-16,1-1-3 0,-3 12 4 0,3-3-6 15,-3-5 7-15,3-1 0 0,-1-2 2 0,-1-2-6 0,1-4 1 16,1-3 3-16,-5-1-2 0,1-3 3 0,-2 9-3 16,-2-20 2-16,-4-2-1 0,0 3 4 0,-3-1-6 15,0-2-3-15,-3 2 1 0,-1-1 1 0,13 1 1 16,-6 2-2-16,-3 1 1 0,-4 2-1 0,-2 1 1 16,-2 1 4-16,0 4-5 0,-4-2-2 0,1 3 4 15,1 3-3-15,0 1 4 0,-10 5-1 0,-5-1-2 16,2-9-1-16,-1-1-1 0,-1 5-1 0,2 3 3 15,-1 4 0-15,-1 2 0 0,1 2-4 0,-1 1 1 0,3 3 1 16,3-1-1-16,-2-3 1 0,4 16-2 0,1 1 6 16,3-1-2-16,1 4 4 0,3 1-6 0,-14-1 0 15,6 2-3-15,5-4 6 0,2 4 3 0,4 0-4 16,0-7 3-16,2-1-4 0,2-7 3 0,0-1 1 0,1-1 1 16,-3 0 2-16,17-1-7 0,-1-3 2 0,1 8-3 15,-2-4 5-15,1 1 3 0,1-5-3 0,-3 1 2 16,3-2-3-16,-2-4 3 0,-3-2-2 0,3-2 1 15,-4-2-2-15,-2 1 4 0,0-3-1 0,-1-6 1 16,-7-11-3-16,1 3 0 0,-2-2-1 0,13-2 0 16,-6 4-7-16,-3-4 6 0,-4-2-1 0,-2 6 3 15,-4-3-3-15,-2 7 2 0,-3-3 0 0,0 7 0 0,-1-1 2 16,5 4-8-16,-12 1 3 0,-1 1-5 0,-5 3 14 16,3 5-10-16,-6-16 2 0,0 6-5 0,-2 5 7 15,0 4-2-15,2 4 0 0,-2 6-2 0,-3 3-4 16,5 2 6-16,2 0-1 0,-2 3 2 0,2-14 1 0,5 19 0 15,0 1-2-15,12-3 0 0,0 1-6 0,5-1 3 16,-9-3 0-16,1 1 2 0,5-2 4 0,3 0-3 16,2 3 6-16,2-3-6 0,3-2 0 0,5 2 2 15,-1-2-2-15,8-2 3 0,3-2 3 0,2-7-6 16,1 13-1-16,-3-4-1 0,6-1 3 0,-2-5-3 16,2-1 6-16,0-4-5 0,0-4 8 0,-5-3-6 15,1-3 4-15,-2-1-5 0,1 0 3 0,-5 0-2 16,1 2 1-16,-2-15 1 0,-4 1 7 0,-5 1-7 0,-1 2 0 15,8 1-2-15,-4 0-1 0,-3 5 4 0,-4-1-4 16,-2 4 3-16,0 1 2 0,-2 5-5 0,2 3 1 16,-4 0-2-16,-20-13 2 0,0 10 0 0,-6 3 2 0,-3 7-3 15,0 6-7-15,-1 6 8 0,6-13-3 0,0 22 4 16,4 0-3-16,6 0 4 0,-3-6 0 0,12 1 3 16,-2-5-5-16,5-3 7 0,1 0-4 0,3-1 5 15,-6-3 0-15,5-2-6 0,-1 3 5 0,4-7-6 16,0 1-1-16,0-2 6 0,2 2-2 0,0-1 3 15,3 1-7-15,16 5 6 0,1-5-7 0,2-4 5 16,0-4-12-16,2-5 10 0,0-4-3 0,-2-2 6 16,-1 8-1-16,-5-17-6 0,1 3 5 0,-4 1-5 0,-2 1 6 15,-6 1-1-15,1-1-2 0,-7 6 0 0,9 0-7 16,-7 6 5-16,1-1 0 0,-4 4 3 0,0 3 1 16,0-3-7-16,0 0 1 0,-2 2-3 0,-2 2 3 0,-5 0 2 15,-19 8-4-15,2 3 4 0,0 2-1 0,8 0-1 16,-1-9 7-16,8 12-5 0,0-1-2 0,2-4 5 15,5-1-3-15,0-5 4 0,2-1-4 0,1 0 1 16,-3 1 0-16,4-3 1 0,0 0 4 0,-2 2 0 16,2-1-3-16,0-1 2 0,2 0-1 0,0-2-3 15,1 0 2-15,18-4-3 0,1-5-6 0,-3-2 9 16,-1-2-1-16,-1 2 3 0,0 9-5 0,-4-9-1 0,-2 0 1 16,-6 5 0-16,-1 0 5 0,0 3-10 0,0-1 1 15,-1 2-5-15,-1 0 9 0,0 0-2 0,0 2 3 16,-2 2-1-16,0 2-3 0,-8 15 1 0,-5 10 1 15,0-1 1-15,0-4 6 0,2-3-2 0,2-3-2 0,3-8-1 16,1-1-2-16,1-2 5 0,2-1-3 0,-1 1 5 16,3-5 0-16,0 2-6 0,0 0 5 0,-2-1-5 15,2 1 10-15,0-2-4 0,0 0 0 0,2-2 0 16,-1 0 2-16,1-2-8 0,2 0 5 0,2-4-5 16,5-18 6-16,-2 4-1 0,-2-4-2 0,-3 0 2 15,0-1-4-15,-2 1-3 0,0 2 2 0,12 2-1 16,-4-1 2-16,-7 3-2 0,-3 3-1 0,0 0-2 15,-1 4-7-15,-1 3-28 0,0 5-66 0,-2-1 10 0,-3 0-251 16</inkml:trace>
  <inkml:trace contextRef="#ctx0" brushRef="#br1" timeOffset="56388.83">5548 10193 256 0,'0'0'-30'0,"0"0"26"16,0 0 10-16,0 0 2 0,0 0 32 0,0 0-7 0,0 0-27 15,0 0 9-15,0 0-13 0,0 0 6 0,0 0-6 16,0 0-2-16,0 0 1 0,0 0 7 0,0 0 0 16,0 2 2-16,0-1-2 0,0 1-2 0,0 2 13 15,0 0-2-15,0 18 5 0,0 2-14 0,0 4 1 16,0 5 1-16,-2 3 2 0,0-7 2 0,1 7-11 16,-1-7-1-16,0-1-2 0,2 2 11 0,0-2-10 0,0-2 4 15,0-2-5-15,0-2 2 0,0 2-2 0,0-1 6 16,0 1-4-16,0 0 10 0,2 0-11 0,0 0 4 15,1 2-5-15,3 4 10 0,1-2-7 0,1 1-3 16,1 1 1-16,0 2 10 0,2 1-2 0,1-1-3 0,4 5-1 16,-3-6-5-16,2 3 5 0,2-1 5 0,-2-1 0 15,3 5-3-15,3-4 1 0,-19-3-1 0,22-2 2 16,4-4 5-16,-2 0-2 0,-4 0 0 0,4-1-1 16,-2-3 9-16,4 2 31 0,3-3-1 0,-1-4 9 15,-4 1-16-15,0-3-20 0,-4 0 0 0,1-1-6 16,-3-3-4-16,-1 0 4 0,1 0-2 0,-3-1 3 15,3-1-3-15,-3-3-7 0,1 2 0 0,1-3-3 16,-2 1-1-16,-1 0 5 0,1-1-6 0,0-1 4 0,0 9-10 16,-1-1 12-16,1-3-2 0,3 1 5 0,-1-3-12 15,-2-3 3-15,5 0-1 0,0-2 3 0,2 0-2 0,8-4 0 16,0-1-3-16,-3-5 1 0,3-1-1 0,-1-2 7 16,3-4-2-16,3 1 1 0,-2 1-12 0,-3 2 3 15,-4 0 0-15,-4 2 1 0,0 0 2 0,-6 3 0 16,3 1 2-16,-3 1-1 0,-3 2-1 0,0 1-1 15,0-1 0-15,-4 2 1 0,4 2 6 0,-4 0-6 16,2 0-2-16,0 2-2 0,-2 2 6 0,0 1 2 16,1 3 3-16,1-6-4 0,0 16-1 0,0 3 1 15,-2 3-3-15,0 0 2 0,0 0-7 0,0 0 11 0,2-2-8 16,0 4 8-16,0 0-5 0,2 4-3 0,0 2 5 16,0-4-6-16,1 1 0 0,-3-1 5 0,2 0-2 15,0 9 3-15,2-4 0 0,-1 3-3 0,1-7 1 16,-2 1-1-16,0 2 1 0,2-8-2 0,-8 2 3 0,2-4-3 15,-4-3 6-15,-1-3-2 0,3-1-3 0,1-2 1 16,-9 0-1-16,7-2 0 0,-3 1 6 0,-3-3-4 16,6 0 2-16,-5-1-1 0,1-3 0 0,2-1 1 15,-1-2 3-15,3 1 3 0,-3 1-2 0,1 0 3 16,-1 0-3-16,-1-3 6 0,-2-1-1 0,2 2 2 16,-2-2-6-16,3 2-4 0,4 2 2 0,-1-2-3 15,1 0 2-15,-5-2-7 0,3 0 3 0,1-2-2 0,5-4 0 16,0 1-1-16,3-5-3 0,-3 1 3 0,2 5 2 15,0-14-3-15,2-1 3 0,1 1-2 0,1-3-2 16,1-1 4-16,1-2-6 0,1 5 5 0,2-3-4 0,0 3 4 16,1 1-2-16,2-3 2 0,-1 6-4 0,4 2 7 15,2 0-2-15,1 4 3 0,6-2-6 0,-2 4-4 16,0-1 3-16,4 4-3 0,0 3 10 0,4-5-8 16,-3 0 4-16,3 3-5 0,-2-1 6 0,-1-2 2 15,1-18-2-15,-2 11 2 0,0 6-2 0,1 3-7 16,3 2 4-16,-1 2-6 0,5 4 7 0,1 3 1 15,2 3 2-15,5 1 0 0,1 2-3 0,0 0-1 16,-1 0 0-16,-3 2 1 0,-4 0-5 0,-2-1 8 0,-5-1-4 16,2 4 5-16,-3 0-1 0,3 1-7 0,3-1 5 15,2 0-3-15,6 3 8 0,3-1-2 0,5-1-3 16,-3-3 0-16,-4 0-5 0,-3-4 3 0,-2 0 2 16,-4-1 0-16,-1-1 7 0,-1 0-6 0,-3-1-1 0,2 1 0 15,-3 0-7-15,5 1 7 0,1 1 0 0,8 0 3 16,-2-4 3-16,3 1-6 0,-5-3 1 0,-4-1-1 15,4-2 6-15,-3-2-5 0,3 0 0 0,-4 0-1 16,-5-2 9-16,-3-2-10 0,-2 1 2 0,-1-1-4 16,2-2 6-16,-2 1 1 0,0-3 1 0,4 1-1 15,0-1-4-15,-1 1 2 0,3 0 4 0,-4-1-2 0,-4 1 12 16,-3-1 0-16,-2 1 5 0,-1-1-2 0,-3 1 2 16,2-2-10-16,0 1-3 0,-4 1 0 0,-1-1-4 15,-3-1 1-15,-3 2-4 0,1-3 4 0,1 1-8 0,-4 0 3 16,-2 1-7-16,0 1 4 0,-4 1-20 0,2 1-45 15,-3 1-127-15</inkml:trace>
  <inkml:trace contextRef="#ctx0" brushRef="#br1" timeOffset="58845.23">21893 12426 256 0,'-2'-1'142'0,"0"-1"-59"0,-2-2 40 16,-1-7 2-16,-8 0-104 0,7 1-11 0,1 3-2 15,3-2-2-15,-4 1 0 0,1-1-7 0,1 0 1 0,0-2 1 16,4-4 2-16,0 0 3 0,4-2 0 0,3-1 5 16,1-1-2-16,-1 0 9 0,3 1-8 0,1-6 4 15,-2 7-4-15,2-3 12 0,-3 8 7 0,-3 3-9 16,-1 2 7-16,-2 3-5 0,0-2-10 0,-1 3 4 0,-1-1-9 15,0 2-6-15,-1 0 8 0,-9 2-9 0,-23 11 8 16,-4 10-14-16,-6-8 6 0,2 24 3 0,-5 6 2 16,3 3-2-16,6 2 2 0,0 3-2 0,7 1 2 15,-1-1-7-15,5 3 2 0,5 0-1 0,4-7 2 16,10 1 4-16,1-5-7 0,5-3 2 0,-20-1-6 16,12-7 7-16,9-2-2 0,4-4 2 0,5-2-2 15,6 0 4-15,-10-2-4 0,25 1 2 0,0-3-1 0,3 4 7 16,-1 0-7-16,-1-2-1 0,-3 1-2 0,-2 1-2 15,-5-2 6-15,-5 2 0 0,-5-1 2 0,-1-5-3 16,-7-1 3-16,9 0 4 0,-7-6 2 0,-1 0 19 0,-4 0 3 16,-4 0-5-16,-1 2 3 0,-38 0-12 0,0 0 1 15,-7 0-1-15,-2-5 1 0,-2-1-2 0,-9-1-3 16,4-3 0-16,1-1-2 0,-1 26-14 0,8-15 7 16,3-7-6-16,2-6 4 0,12 0-26 0,8-2-57 15,8 0-4-15,9 0-22 0,3 0-75 0</inkml:trace>
  <inkml:trace contextRef="#ctx0" brushRef="#br1" timeOffset="59566.77">22106 13325 671 0,'-1'-2'454'0,"-1"0"-657"0,-2-1 554 0,0 1-323 16,-5-9-21-16,7 3-7 0,-3 1 0 0,-1-3-1 15,2 1 2-15,4-4 0 0,6-2-1 0,5-1 0 16,13 1-2-16,6 0 4 0,-6-2-3 0,2 0 3 0,-4 1 0 16,-3-1 1-16,-1-3 2 0,-1-1-1 0,0-1 3 15,-4-2-6-15,2-2 4 0,-4 4-5 0,-2-3 3 0,0 5-3 16,-3 1 3-16,-4-3-2 0,0 2 11 0,11 1-4 15,-4 1 0-15,-5 8 0 0,-1-3 15 0,-3 10-18 16,0-3 7-16,0-1-10 0,0 3-1 0,-1 0 3 16,-1 2-6-16,-2 0 4 0,-7-1-11 0,-6 3 9 15,-3 0-2-15,-1 7 2 0,-1 4-5 0,2 4 5 16,3-4-2-16,-2 17 3 0,-1-2 7 0,1 2-8 16,-3-2 1-16,7 0-4 0,2 0 3 0,8-2-1 15,-3 2 2-15,6-2-2 0,-14 2-4 0,4-4 6 16,9 1-2-16,3-3 4 0,3-3-1 0,5-2-4 0,1 0 2 15,2-8-2-15,17-1 5 0,2-5-6 0,3 20 2 16,1-10-5-16,1-9 4 0,0-4 2 0,1-7 0 16,-1-4 2-16,0-4-2 0,0-2 0 0,1-1-4 15,-1 0 2-15,6 16-5 0,0-20 10 0,-1 1-3 0,1-3 5 16,-5 2-2-16,-3-2-4 0,-1 0 3 0,-3 6-5 16,-6-2-4-16,-3 9 9 0,-7-4-2 0,-6 11 3 15,3 5-3-15,-3-1-9 0,-1-2 6 0,-4 4-8 16,3-2 6-16,-1 0 6 0,0 2-3 0,-1 2 4 15,-1 0-5-15,4 9 4 0,-1 15-2 0,-3 2 2 16,-2 2-4-16,-2-4 2 0,-5 1 2 0,-1-1 0 16,-1 0-1-16,2-3 0 0,-1-3 0 0,3-3 0 15,1-4 6-15,2-2 1 0,0-2-5 0,2-1 4 0,0-5 0 16,0-1 1-16,0 2 10 0,0 0-5 0,0-2 11 16,0-1-12-16,2-1-3 0,0-1-2 0,2-1 5 0,9-4-9 15,5-22 0-15,3 2-3 0,-1 0 1 0,1-2-4 16,-1-1 9-16,2 1-7 0,1-2 3 0,-1 4 2 15,2 0-4-15,-2 8 3 0,-1 1-2 0,-3 4-5 16,-3 6 1-16,-6-1-1 0,1 3 6 0,-5 3-22 16,1-2-2-16,1 0-14 0,-3 2-57 0,1 1-26 15,-3 1-17-15,2 0-1 0,0 0-60 0,-1 0-49 16</inkml:trace>
  <inkml:trace contextRef="#ctx0" brushRef="#br1" timeOffset="59831.81">23562 12820 426 0,'0'0'112'0,"0"0"-11"0,0 0-6 0,0 0 7 0,0 0-53 16,0 0-47-16,-2 0 8 0,0 0-5 0,1 2 7 16,-1 0 9-16,-2 1 0 0,-7 14 7 0,-4 7-5 15,2-1 9-15,2-1-3 0,2 0-2 0,-1 0 0 0,3-1 0 16,-2-1-4-16,1-1 3 0,1-1-5 0,1 1-2 15,2-2-10-15,-1 1 3 0,1-1-5 0,0 0 3 16,3-4-8-16,-1 1 0 0,2-2-1 0,0-1 7 16,0-2-9-16,0-2 0 0,0-1-6 0,0-4-2 0,0 2-55 15,0-1-8-15,0-1-20 0,2 0-57 0,-2 0-65 16,1-2-17-16</inkml:trace>
  <inkml:trace contextRef="#ctx0" brushRef="#br1" timeOffset="59924.68">23711 12666 371 0,'-2'0'24'0,"0"-2"53"0,0 2-74 0,-2 0-20 0,1 2-10 15,-8 3-12-15,-1 5-111 0</inkml:trace>
  <inkml:trace contextRef="#ctx0" brushRef="#br1" timeOffset="60349.68">23807 12943 134 0,'0'0'38'0,"2"0"36"16,0 0-3-16,0-2-7 0,1 0 0 0,3 0-1 16,7-2 13-16,-4 1-18 0,1-3 7 0,-1 0-11 15,-2 1 1-15,1-12-3 0,-3-1-4 0,1-3 3 16,-2-1 0-16,-1 9-7 0,-1-4 6 0,7 6-6 16,-3 2 5-16,-4 5 16 0,0 0-19 0,0 1 11 0,-1-1-63 15,1 0-5-15,0 2 4 0,0 2-1 0,-2 2 7 16,0 2-2-16,-6 26 0 0,-3 9 1 0,-2 0 0 15,2-8 4-15,-1 3-3 0,3-10 4 0,1-2-2 0,3-5-1 16,1-2 3-16,2-2-2 0,0-4 4 0,0-4-2 16,0-1-1-16,2 0 1 0,1 0 8 0,7 1-11 15,14 1 6-15,4-6-7 0,5-4 10 0,4-5-4 16,4-6-5-16,6-4 1 0,-3-1-4 0,10-4 4 16,-4 0 0-16,2-1 1 0,0 3-8 0,-6 4 6 15,1-1 0-15,-6 4 3 0,0 4-1 0,1 4 18 16,-1 5-7-16,2 4 10 0,0 3-8 0,-1 6-7 15,-3 4 5-15,4 6-5 0,-8-1 10 0,-3-1-15 0,-2-14 6 16,-14 14-9-16,8 3 10 0,-9-2-7 0,-2-3 3 16,-5-4-5-16,-6-2 10 0,3-3 0 0,-1-1-2 15,-2-3 1-15,-2 1-10 0,0-1 0 0,0-2-2 16,-24 0 0-16,-15 0-6 0,-6 22-78 0,-1-11-11 0,-1-6-35 16,-1-3-148-16</inkml:trace>
  <inkml:trace contextRef="#ctx0" brushRef="#br1" timeOffset="64645.15">25916 12749 188 0,'-1'-1'238'0,"-1"-1"-97"16,0-2 107-16,-2-2 11 0,-3-5-180 0,7 9-17 0,0 1-57 16,-2-3-2-16,2 2-2 0,0 0 1 0,2 0 3 15,3 0-4-15,32-5 5 0,1 1 0 0,1 3-7 16,0-1-2-16,3-2-2 0,5 1-2 0,1-4-1 15,4-3 2-15,4-4-2 0,7-3-15 0,7-1-51 16,3-4-34-16,-3 3-27 0,-1 1-305 0</inkml:trace>
  <inkml:trace contextRef="#ctx0" brushRef="#br1" timeOffset="65048.75">27745 12122 747 0,'-2'-4'59'0,"-5"-14"95"16,-8-12-108-16,4 8-13 0,2 5-6 0,-4-4 1 16,9 12 2-16,-16 0-23 0,-5 3 5 0,-1-9-12 0,-3 6-4 15,-7 9 1-15,-6 6-2 0,-3 7 3 0,-5 7 3 16,2 4 0-16,7-20 5 0,0 26-4 0,10-2 2 15,10-4 0-15,4-2-4 0,8 0 2 0,7 1-2 0,-13-1 3 16,6 2-1-16,7 0 2 0,4-2 14 0,7 1-7 16,6 1 4-16,6 0-7 0,18 0-4 0,2-3 4 15,3-1-3-15,-5-1 3 0,2 1-1 0,0-2-8 16,-4 1 1-16,-5 1-2 0,-3 5 3 0,-7-3 3 16,-1 0-1-16,-6-1 1 0,-6-3 5 0,-3 1-3 15,-5-1 6-15,12 1-5 0,-5-4 10 0,-6-6 1 16,-2 2-5-16,-2-3 2 0,-4 1-4 0,-14 0-9 15,-23-7 4-15,-5 22-6 0,2-13 0 0,-8-5 2 0,4-4 3 16,7-2-2-16,0 0 1 0,10-4-7 0,7 0-5 16,7 1-3-16,6 1-33 0,6 0-76 0,3 0 6 15,0-2-29-15,1-3-9 0,-3-12-76 0</inkml:trace>
  <inkml:trace contextRef="#ctx0" brushRef="#br1" timeOffset="66220.64">28425 11652 942 0,'0'0'35'0,"-2"0"3"15,0-2-10-15,0 0-13 0,0 1-6 0,-1 1-1 16,-1 0-9-16,-7 0 2 0,2 1-4 0,3 1 2 16,0 2-1-16,1 0 1 0,-1 25-1 0,3 3 3 15,-3 5 3-15,-3 6 2 0,5 1-2 0,-2 12-1 0,-1 0 3 16,1 3-1-16,-10-5 2 0,-1-6-1 0,0 1-4 15,4-5-2-15,-2 1 1 0,6-1 2 0,2-3 2 16,-6-2 4-16,7-5-3 0,1-3 4 0,-3-5 8 16,6-4 2-16,-11-3 2 0,4-1 7 0,3-5-8 15,3-1 2-15,1-5-3 0,2-5 6 0,0 0 16 16,0 0-3-16,-2 1 5 0,0 1-16 0,2-2-12 16,0 0-6-16,0-2-1 0,2 0-4 0,0-2 0 15,2 0 1-15,7-11-3 0,13-15-5 0,2-2 2 0,2-3-2 16,0 0 1-16,1-1-1 0,1 1 2 0,0 5-1 15,-1 0 1-15,-1 2-1 0,-4 8 2 0,-3-1 0 16,-4 8 0-16,-3 3-1 0,-4 5-4 0,-1-5-1 0,-2 5 0 16,-1 1 7-16,0 2-2 0,-1 0 0 0,-1 2-3 15,0-1-1-15,-1 3 4 0,8 17 3 0,-3 3-1 16,-3 0-3-16,-3 2 1 0,-2-2 0 0,0 0 2 16,0-2 2-16,0-1-3 0,0-4 3 0,0-1-2 15,0-1 1-15,2-2-2 0,0-2 1 0,0-3 0 16,0-3 8-16,-2-3-10 0,5 2 0 0,12 7-4 15,3-2 4-15,6-3-3 0,6-6 3 0,0-6-3 0,5-7-1 16,0-4 3-16,-2-1 1 0,6 14 2 0,0-22-2 16,-6 0 3-16,-2 2-7 0,-8 2 7 0,-1 0-4 15,-4 3 0-15,1 0 5 0,-3 3-4 0,-7 3 6 0,-3 3-5 16,-3 1 3-16,-3 4-2 0,0 1 5 0,2 0-3 16,-1 0-5-16,1 1 1 0,-2 1-1 0,0 0-1 15,0 0 4-15,0 0-2 0,-1 2 2 0,-1 0-2 16,0 2 1-16,0 2 0 0,-1 7 0 0,-3 13 0 15,-2 0-2-15,1 0 1 0,-1 1 0 0,1-5 0 16,1 0 0-16,0-3 0 0,2 0 2 0,2-4-1 16,0-2 1-16,0 2-1 0,0-6 8 0,2 1-9 0,0-5-1 15,-2-1-2-15,15 0 0 0,5 11 4 0,3-5 0 16,1-5 1-16,4-3-2 0,-1-5-4 0,5-5 7 16,0-3-6-16,-1-3 6 0,-3-1-3 0,2 15 1 15,-4-18-1-15,1-1 2 0,-2 5-4 0,-7 1-2 16,-5 2 2-16,-2 2 10 0,0 3-9 0,-1 3 4 15,-5 1-5-15,3-2 1 0,-5 3 0 0,1 1 2 0,0 0 0 16,-2 0 11-16,0 2-7 0,-1 0-4 0,-1 2 0 16,0 0-2-16,0 2 1 0,-5 20 2 0,-1-2-1 15,-1 0-2-15,1-3 1 0,1-2-1 0,1-3 1 16,0-1 1-16,2-3 3 0,2-1-4 0,0-2 1 16,0 1-15-16,0-5 11 0,2 1-3 0,0-4 6 15,30 11-9-15,1-9-2 0,8-6 1 0,-2-7 0 0,-2-4 8 16,4-5-10-16,-2 18 4 0,0-24-3 0,-2 2 16 15,-5 6-11-15,-4 3 5 0,-8 5-9 0,-5 3 2 16,-4-2 1-16,-2 3 5 0,-3 4-1 0,-2 2 8 0,-3 0-8 16,3 0-2-16,0 2 0 0,0 2-1 0,1 9 8 15,3 13-2-15,-5-2 3 0,-3 0-11 0,0-2 11 16,0-1-5-16,0-3 6 0,0-3-4 0,0-2 2 16,0-2 6-16,0-3-2 0,0-1 1 0,0-5-6 15,2 2-1-15,0-4 1 0,20 9 4 0,4-7-8 16,4-6 2-16,0-5-5 0,-1-6 6 0,1-4-1 15,2 10 2-15,-3-22-2 0,7-3-6 0,-1-1 5 16,-2-2-7-16,4 0 5 0,-5-2-15 0,3-2 7 0,-5-2-2 16,2-5 4-16,-5-6-2 0,-2-5 12 0,-1-3-5 15,-6-1 6-15,-5 4-2 0,-2 9 15 0,-5 9-4 16,13 11 9-16,-10 8 0 0,-5 7 0 0,-3 4 0 16,-1 5-1-16,0 3-8 0,0-1-10 0,0 2 1 0,0 0-4 15,-1 2 1-15,-1 2 4 0,2 0-2 0,-2 44 2 16,-11 1-2-16,2 5-1 0,1 3 7 0,-1-3-4 15,6 4 7-15,-3-6-3 0,1-3-3 0,1-7 1 16,-16-2-3-16,11-5 15 0,7 0-6 0,4-1 8 16,4 1-12-16,1-1-5 0,7 0 3 0,-1-5-3 15,0-1 5-15,0-3-14 0,0-3-2 0,0-3-5 16,0-2-10-16,-9-8-19 0,13-3-8 0,-4-1-12 16,-1 5-110-16,-7-6-76 0</inkml:trace>
  <inkml:trace contextRef="#ctx0" brushRef="#br1" timeOffset="66361.78">30486 12105 426 0,'0'-2'196'0,"0"0"32"0,0-1-47 15,-4-14-85-15,2 0-20 0,2 6-62 0,0 4-8 16,4-4-3-16,3 1 2 0,40 1 1 0,7 0-7 16,3-2 3-16,4-2-4 0,1-4-6 0,6-5-95 15,16 5-61-15</inkml:trace>
  <inkml:trace contextRef="#ctx0" brushRef="#br1" timeOffset="139843.39">21646 13733 20 0,'0'0'4'0,"0"0"1"0,-2-1 2 0,0 1 4 0,0 0-3 16,1-2-1-16,-3 2-1 0,0 0-3 0,-3 0 2 15,-4-2 8-15,-2 0 8 0,1 2 0 0,1 0 3 16,0 0 16-16,-2 0 14 0,0 0 8 0,2 0-1 16,0 0 14-16,0 0-33 0,1 0 2 0,3 0-13 15,-4 0-6-15,5 0-2 0,1 0-3 0,-1 0 0 0,2 2-12 16,1 0-2-16,-1 0-1 0,0-1 1 15,2 1 7-15,1 0-6 0,-1 0 9 0,0 0-6 0,0 0 15 16,0 0-2-16,0-1-7 0,0 3 3 0,1 0-17 0,1 0 5 16,0-1 1-16,0 1 1 0,0 0-10 0,0-1 8 15,1 1-3-15,-1-2 6 0,2 4-8 0,0-3 1 16,0 1-3-16,0 0 3 0,2-1 4 0,7 1-5 16,2 5 6-16,0-1-7 0,2-1 0 0,3 1 1 15,6-3 0-15,-1-3 1 0,1-2-5 0,0 0 6 16,4-2-4-16,1-1 6 0,3-3-7 0,3 0-3 15,1-1 1-15,4-2 1 0,1-1 7 0,4-3 0 16,7 0-5-16,-2 0 2 0,4 2-8 0,0 2 8 0,-12 0 1 16,-1-1 3-16,-2 3-5 0,-2 0 0 0,0 1-4 15,-1 4 2-15,-3 0 1 0,-1 2-3 0,1 0 4 16,0 6-4-16,-3-1 7 0,5 7-3 0,-3-1 2 16,1 2-3-16,3 0-1 0,-3 0 0 0,-3-2-3 0,0 4 2 15,1 0-4-15,-3-1 10 0,0 1-5 0,-4-2 5 16,-7-3-4-16,1 1 1 0,1 0 3 0,-1-2-3 15,-6-3 0-15,1 1-5 0,-4-1 7 0,0-1-6 16,4 1 5-16,-2-1 5 0,-1-1-9 0,-5-2 8 16,1 0-6-16,-3 0-4 0,3 0 4 0,0-1-3 15,-1 1 9-15,-1-2 1 0,-2 0 5 0,1 0-3 0,-1 0 5 16,2 0 3-16,0 0-10 0,-2 0 8 16,5 0-11-16,-1 0 6 0,1-2 1 0,2-1 0 0,-1-1-8 15,-1 0-3-15,4-3-1 0,-2-1-2 0,4 3 3 16,6-8 1-16,0-2 3 0,5 2-1 0,2 0-2 0,3-2 1 15,7 2-6-15,1-5 4 0,9 1-3 0,8-2-2 16,-2-3 1-16,11 5-1 0,-7-1 5 0,-4 3-8 16,0 0 7-16,-11 6-7 0,3 0 4 0,-7 1 4 15,2 4-5-15,-1-18 4 0,-3 11-7 0,-2 4 6 16,6 3 2-16,-2 4 1 0,4 0-2 0,4 2 4 16,-4 3-6-16,5 3 6 0,-5-5-6 0,2 3 7 15,-1 0-2-15,-8-3 3 0,5 5-12 0,-4-1 7 0,-3 1-4 16,-3-1 4-16,1 0 0 0,-4-1 0 15,2 1 3-15,0-1 0 0,1-1 1 0,-3 1 2 0,2 1-5 16,0 1 4-16,0-1-9 0,0-1 8 0,-2-1-4 16,2 1 6-16,0 0-4 0,-4-1 1 0,2 1 0 15,-2-1-1-15,-2-1 0 0,-1-2 1 0,-1 0 2 0,-5 0-1 16,0-1 2-16,5 3-3 0,-3-2-3 0,-2 0 1 16,1 0-1-16,-1 0-14 0,2-1 9 0,-2-1-14 15,-4 0-30-15</inkml:trace>
  <inkml:trace contextRef="#ctx0" brushRef="#br1" timeOffset="155896.53">4579 7727 49 0,'0'-2'21'0,"0"0"8"16,0 0 40-16,-2-1 12 0,0-1 0 0,2 2-6 16,-2-3-27-16,1-1-1 0,-1 0-3 0,0 3 1 15,0-1-13-15,2 2 1 0,0 0-6 0,0 0-2 0,-2-1-1 16,0-1-6-16,0 0 4 0,1 2-10 0,-1 1 5 16,0-1-1-16,0 0 0 0,0 0 1 0,0 0-10 15,0 0 8-15,1 2-9 0,-1 0 3 0,0 0 4 16,0 2-1-16,0 0 3 0,0 2-10 0,-1 12 3 15,-1 10-3-15,0 0 5 0,0 4 8 0,1 2-17 16,-1-1 5-16,0 5-8 0,2 1 0 0,1-2 6 16,1 2-2-16,-2-5 5 0,0-5-1 0,0-2-5 0,0 1-1 15,0-2 0-15,0 0 3 0,2-2-3 0,-1 0 7 16,-1 1-7-16,2-3 0 0,0-1 0 0,0-3-4 16,2-1 3-16,-1-2 2 0,1-2-1 0,0-1 4 15,0-5-4-15,0 1 6 0,0-2-2 0,-2-3-2 16,2 3 2-16,1 0-1 0,1 0 5 0,-2-4-6 0,5 3 4 15,3 1-4-15,-1-4 3 0,4 0-4 0,2-6 2 16,1-5-1-16,-1 2-3 0,2-19 3 0,-2 0-4 16,3-1 1-16,1-3 5 0,-1 0 1 0,-1-3 1 15,0 0-5-15,-2-4-1 0,0-4-2 0,-2 4 0 16,0 0 3-16,-4 2 6 0,0 2 2 0,-5 3 0 16,1-1 2-16,-1 7 0 0,0 7-4 0,0 4 2 15,-3 4-13-15,5 4 7 0,-4 3-2 0,-2 2 3 0,4-1-5 16,-1-1-2-16,-1 2-6 0,0 0 2 0,0 2-17 15,0 0-99-15,0 2-4 0,-1 7-54 0,3 25-208 16</inkml:trace>
  <inkml:trace contextRef="#ctx0" brushRef="#br1" timeOffset="156194.78">5160 8115 635 0,'0'0'56'0,"0"0"-64"0,0-2 63 16,-2 0-31-16,0 0-7 0,1 1-9 0,-1 1 4 16,0 0-5-16,0 0 7 0,0 1-3 0,0 1 1 15,0 2-2-15,-3 5 0 0,-10 14-1 0,2 1 0 16,-2 4 0-16,2-1 6 0,2-1-9 0,-2 0 1 0,4-3-3 16,1-1 4-16,3-2-4 0,1-1 2 0,2-2-3 15,2-1 5-15,0-3 0 0,0 2 2 0,2 2-1 16,2-4 3-16,3 2 2 0,1-4-3 0,-1 0 1 15,-1-3-2-15,1-1 2 0,10-1 0 0,-1-3 0 16,5 1-11-16,-3 9 0 0,1-4-3 0,3-1 0 16,2-3-8-16,-3-3-24 0,3-2-5 0,-5-2-10 15,-3-1-44-15,3-3-27 0,-3 0-5 0,-3-1-8 0,0-2-25 16</inkml:trace>
  <inkml:trace contextRef="#ctx0" brushRef="#br1" timeOffset="156383.54">5381 7892 1131 0,'0'-2'14'0,"-2"1"-2"0,-2-12 20 16,-3-8-4-16,3 8 2 0,2 6-20 0,2 3-8 15,0 2 0-15,0-2-2 0,0 1-1 0,0-1-5 0,0 2-4 16,2 0-3-16,0 0-44 0,0 1-109 0,2 1-51 15</inkml:trace>
  <inkml:trace contextRef="#ctx0" brushRef="#br1" timeOffset="158469.31">5288 16079 569 0,'0'0'111'0,"-2"0"13"0,1-2-43 16,-1 0-36-16,0 0-24 0,0 0-12 0,0 0-7 15,0 0 6-15,0 1-6 0,1-1 1 0,1 0 3 16,0 0-5-16,0 0 4 0,0 0-3 0,1 0 3 16,1 1 5-16,2-1-1 0,5-2 7 0,12-5 1 15,3-4-1-15,0 0 4 0,4-4 11 0,3 0 4 16,3-1-2-16,5-3 3 0,-2 1-15 0,2-1-13 16,4 5-4-16,-6 1-2 0,5 2-3 0,-4 4-6 15,-1 1-8-15,-2 3-8 0,-7 1-98 0</inkml:trace>
  <inkml:trace contextRef="#ctx0" brushRef="#br1" timeOffset="160198.25">21067 3638 402 0,'0'-9'0'0,"0"-32"5"0,2 6 58 0,3 7-16 16,-1 8 0-16,0 5-25 0,-1 0-4 0,-1 8-13 15,0-3 6-15,-2 9-8 0,0-1 3 0,2-2-3 0,0 0-4 16,0 2 1-16,-1 1 0 0,1-1 4 0,0 2 8 16,0 0-4-16,0 2 15 0,0-1-10 0,0 5 0 15,9 27-5-15,-4 3-11 0,-3 8 5 0,-2 4-2 16,-2 4 3-16,0 4-4 0,0-2 0 0,-4-2 2 0,-2-7 0 15,1-3 8-15,1-6-2 0,2-1-5 0,2-4 2 16,0-1-5-16,2-2 1 0,2 0 3 0,1-4-2 16,3 0-4-16,-1-3 6 0,1-3-1 0,1-1 4 15,0-2-3-15,-1-4 5 0,-5 0 0 0,12-6 2 16,-4-3-3-16,0 8 8 0,1-3-1 0,1-1 7 16,0-5 17-16,1-1-11 0,3-1 4 0,2-7-6 15,3-7 2-15,2 4-7 0,-2-22 0 0,4-1-5 16,-3-1-5-16,-1-2-1 0,0-4 1 0,2-3-2 0,-3-8-2 15,3-6-3-15,-2-3 0 0,-1-4 0 0,-3 5 7 16,-3 6 1-16,-2 6-2 0,-2 9 0 0,0 6-8 16,1 9-3-16,-5 5 4 0,-3 8-3 0,-2 4 4 0,-2 5-76 15,3-2 12-15,-1 2-35 0,0 0-5 0,-2 2-156 16</inkml:trace>
  <inkml:trace contextRef="#ctx0" brushRef="#br1" timeOffset="160431.75">21782 4118 707 0,'0'0'34'0,"0"0"1"0,0 0-19 0,1 0 1 16,1 0-15-16,0 1 17 0,0 1-6 0,0 2-3 16,5 9-1-16,4 11-4 0,-1 4 7 0,-3 0 1 15,-1 1-1-15,-3-1-12 0,-1-2 9 0,0 0-7 0,0-3 8 16,-2-5-10-16,2-3 4 0,0-2 0 0,-1-2 2 15,1-2-3-15,2 6-3 0,0 0 3 0,-2-7-2 16,1 1 6-16,-1-4-13 0,0 3-3 0,0 3-4 16,0 0-10-16,0 0-26 0,-2-3-2 0,0-1-17 15,-2 2-90-15</inkml:trace>
  <inkml:trace contextRef="#ctx0" brushRef="#br1" timeOffset="160573.19">22062 3893 1182 0,'0'-17'0'0,"-2"-29"6"0,2 14-6 0,0 23-19 15,0 1-18-15,0 5-6 0,0 1-88 0</inkml:trace>
  <inkml:trace contextRef="#ctx0" brushRef="#br1" timeOffset="160870.66">22847 4010 654 0,'0'0'8'15,"2"0"0"-15,0-2 30 0,0 0-12 0,-2 0 13 16,0 0-22-16,0 1-4 0,0-1-1 0,0 0-3 15,0 0-10-15,0 0 1 0,0 0 6 0,0 0-2 16,0 1 4-16,0-1 1 0,2 0-7 0,1 0 7 0,20-5-3 16,18-3 7-16,-2 1 6 0,5-2-1 0,1-2 14 15,3 0 5-15,4 0-6 0,2-2 3 0,0 4-19 16,3-2-4-16,3 4 1 0,-1 3-4 0,0 0-6 0,3 3 1 16,-8 3-4-16,-10 0 1 0,3 3-4 0,-12-1-2 15,-4 2-3-15,-5 2-1 0,-5-1-23 0,-8 1-313 16</inkml:trace>
  <inkml:trace contextRef="#ctx0" brushRef="#br1" timeOffset="161864.43">9637 10869 391 0,'-2'0'28'0,"0"-2"39"15,0 0-14-15,0 2-16 0,0-2-2 0,1 2-7 0,-1 0-11 16,2 0-3-16,0 0 1 0,0 0-2 0,2 0 3 15,1-2 4-15,7 0 9 0,17-7-2 0,3 2 22 16,5-5 11-16,1 1-9 0,4-2 6 0,-1 0-35 0,-5 2-6 16,1 0-5-16,-9 2 1 0,-2 1-16 0,0 1 7 15,-1 1-3-15,-3 3 4 0,-1-1-10 0,-3 2 2 16,-3 0-3-16,-1 2 4 0,-3 0-6 0,0 0-11 16,-3 0-8-16,-1 0-5 0,-1 0-61 0,0 0-32 15,-1 0-17-15</inkml:trace>
  <inkml:trace contextRef="#ctx0" brushRef="#br1" timeOffset="162098.79">9924 10646 644 0,'0'-2'9'0,"0"0"21"0,0 0-4 0,0-2 11 16,0 3-34-16,0-5 2 0,0 2 1 0,0 2 0 15,0-1-2-15,2-1-4 0,0 0 6 0,0 2-3 16,0 1 18-16,0-1 0 0,0 2 1 0,-1 0 0 16,-1 2 0-16,0-1-15 0,0 5 3 0,0 24-6 15,-1 1 8-15,-5 5-9 0,0 3-1 0,-1 5-2 0,1 4-6 16,1 3 6-16,-3 6-5 0,5 4 3 0,-1-3-17 16,0 3-5-16,4-7-7 0,0-6-4 0,0 1-73 15</inkml:trace>
  <inkml:trace contextRef="#ctx0" brushRef="#br1" timeOffset="162439.78">9633 13071 722 0,'0'0'35'0,"0"-2"-24"0,-2 0 33 0,0 0-12 16,2 0-25-16,0 0 4 0,2 1-4 0,0-3 4 15,5-2-6-15,25-12 9 0,11 1-1 0,-1 2 4 0,-1 0 6 16,6 0-4-16,-7 2 3 0,-6 0-5 0,5-1-11 16,-6 2-6-16,-1 3-4 0,1 0 1 0,-7 3-7 0,0 3-51 15,0 1-91-15</inkml:trace>
  <inkml:trace contextRef="#ctx0" brushRef="#br1" timeOffset="163216.84">9223 11518 569 0,'-2'-1'30'0,"0"-1"-10"0,0 0 34 0,0-2-9 16,0 0-13-16,0-1-8 0,-1-1-6 0,1 3 1 16,0-1-20-16,0 0 4 0,0 0-7 0,0 3 6 15,1-1 1-15,-1 0 7 0,0 2 10 0,2 0-6 16,0 2 3-16,0 1-7 0,0 3 0 0,0 16-2 15,0 1-1-15,0-1-1 0,0 4-2 0,2-2 2 16,0 2-2-16,1 0-1 0,1 0 2 0,2-2-1 16,-1 4 2-16,-1-2-3 0,0 0-3 0,-1 2 0 15,1-6 5-15,-2-2-1 0,0-3 7 0,0-6-6 0,-1-1 4 16,1-3 3-16,-2-3-3 0,0-2 3 0,0-1 2 16,2 3 6-16,0 0 0 0,0 0 3 0,0-3 13 15,0 1-11-15,1-2 2 0,1 0-7 0,0-2-3 0,3-16 1 16,6-17 2-16,0-4-2 0,2 2-2 0,0-6 0 15,3 0-3-15,1 4 2 0,-2-2-13 0,-1 4 3 16,-1 2-4-16,-4 5 3 0,-1 4-1 0,-3 8 0 16,1 1 0-16,-5 6 0 0,3 3-12 0,-4 3-2 15,0 3-9-15,-1 2 2 0,3-4-40 0,0 0-44 16,0 3-2-16,-1-1-15 0,1 0-22 0,-2 2-8 16,0 0-34-16</inkml:trace>
  <inkml:trace contextRef="#ctx0" brushRef="#br1" timeOffset="163443.54">9594 11548 92 0,'0'0'62'0,"0"0"-11"0,0 0 85 0,0 2-11 0,0 0 6 15,0 0-60-15,0 1-32 0,0 1 8 0,-4 20-17 16,-1 0-4-16,-1 2 0 0,-3 6-10 0,-2 3 5 16,1 2-19-16,3 8 11 0,3-4-7 0,1 1 7 15,3 1-12-15,0-2 7 0,1 2 1 0,3-2 2 16,0-6-8-16,3-2 13 0,1-5-3 0,-1 0 7 0,1-2 1 15,1-2 3-15,0 0-5 0,-3-1 3 0,1-1-8 16,1 0-6-16,-3 0 4 0,1 1-6 0,-3-5 2 16,-1 1 0-16,-2-1-2 0,-2-3 2 0,-1 2-1 15,-5 1-7-15,1-3 0 0,-2 0-5 0,1 0-31 0,-10-4-53 16,-1-5-45-16,4-4-12 0,0 9-231 0</inkml:trace>
  <inkml:trace contextRef="#ctx0" brushRef="#br1" timeOffset="163625.81">9419 12137 529 0,'0'-2'107'0,"0"0"236"0,0 0-323 0,0-11 14 0,2-2-6 16,6-3 7-16,3-3-21 0,4-3-2 0,29-2 1 16,10-7-1-16,6-1 2 0,1-3-11 0,0 0-6 15,-2 9 0-15,-3-3-15 0,-8 5-60 0,-5 5 8 16,-8 1-29-16,1 5-16 0</inkml:trace>
  <inkml:trace contextRef="#ctx0" brushRef="#br1" timeOffset="164170.76">10862 9069 667 0,'0'-1'56'0,"0"-1"-57"0,0 0 71 0,0 0-32 0,0 0 18 16,0-2-14-16,0 1 0 0,0-1-4 0,0 0-2 15,0 2-16-15,0 1 4 0,0-1-8 0,0 0-2 0,0 0-3 16,0 0-1-16,0 0 1 0,0 0-4 0,0 1-8 15,0-1-1-15,0-2-2 0,0 0 7 0,0 1-14 16,-2-1-11-16,0 0-7 0,1 0-73 0,-1 1-241 16</inkml:trace>
  <inkml:trace contextRef="#ctx0" brushRef="#br1" timeOffset="164578.41">5812 9173 828 0,'-2'-1'50'0,"0"-1"94"0,2 0-113 0,-5-9-18 16,1 3 3-16,2 5-9 0,2 1-13 0,-2-2-8 15,0 0-2-15,2 2-4 0,2 1-31 0,0-1-122 0,2 0-44 16</inkml:trace>
  <inkml:trace contextRef="#ctx0" brushRef="#br1" timeOffset="164832.53">10281 9034 1124 0,'2'-2'10'0,"0"0"11"0,0 1-8 0,1-3-8 15,7-4 1-15,3-1-3 0,1 0-5 0,-1 1 1 16,-1 1 0-16,4-2 1 0,-1-1-1 0,-8 7-21 16,-1-1-26-16,-4 0 0 0,2-7-113 0</inkml:trace>
  <inkml:trace contextRef="#ctx0" brushRef="#br1" timeOffset="165117.64">5823 9186 1252 0,'-2'-1'-22'0,"-2"-3"41"0,-16-9-28 0,7-2 18 15,2 4-9-15,7 7-6 0,0 0-2 0,3 1-1 0,-1 1 7 16,2 0-18-16,0 0 6 0,2 2-12 0,1 0-21 16,18 6-17-16,7 5-4 0,-1 2-3 0,12 4-11 15,6 1-67-15,5 1-40 0</inkml:trace>
  <inkml:trace contextRef="#ctx0" brushRef="#br1" timeOffset="165320.22">10106 9146 1493 0,'0'-2'-3'0,"0"-2"-11"0,2-9-1 0,4-4 24 16,-4 12-16-16,-2 3 2 0,11-7-8 0,11-3-7 0,-3 5-5 16,3 3-67-16,-5 2-86 0,-2 2-10 0,-8 0-33 15,-3 0-121-15</inkml:trace>
  <inkml:trace contextRef="#ctx0" brushRef="#br1" timeOffset="165567.93">6077 9526 1141 0,'-2'-2'8'0,"-1"-1"0"0,-21-29 2 15,-2 2 4-15,11 12-4 0,4 7 6 0,7 7-19 16,0 0-2-16,2 0-7 0,2 3-6 0,2-1-11 16,4 0-1-16,35-7-9 0,-4 5-48 0,4 4-89 15,1 0-22-15</inkml:trace>
  <inkml:trace contextRef="#ctx0" brushRef="#br1" timeOffset="165734.76">10058 9073 1105 0,'0'-2'3'0,"2"-1"1"16,2-9 4-16,-1 5 4 0,-1 1-4 0,-2 5 5 0,0-1-9 15,0 0-11-15,0 0-1 0,0 0-8 0,0 0-48 16,2-1-95-16,0-1-19 0</inkml:trace>
  <inkml:trace contextRef="#ctx0" brushRef="#br1" timeOffset="165988.68">5492 9794 1094 0,'-3'-2'-4'15,"-10"-8"-30"-15,-4 7 45 0,10-8-5 0,3-1-6 16,2 9 0-16,2 1-21 0,-2-2 6 0,2 0-11 16,2 3 7-16,17-9-21 0,27-5-36 0,12 6-8 0,8 4-15 15,9 1-70-15</inkml:trace>
  <inkml:trace contextRef="#ctx0" brushRef="#br1" timeOffset="166161.64">9856 9283 1006 0,'0'-2'16'0,"0"-5"39"0,0-14-43 0,0 12-28 16,0 7-3-16,0-2-13 0,0 1-27 0,0-1-29 16,0 0-21-16,0 2-21 0,-2 1-232 0</inkml:trace>
  <inkml:trace contextRef="#ctx0" brushRef="#br1" timeOffset="166376.31">5697 9760 1062 0,'-2'-2'-7'0,"-2"0"-24"16,-3-3 39-16,5 5-23 0,-2-4-3 0,2 2-11 15,2 0-28-15,2 1-85 0,2 1-20 0</inkml:trace>
  <inkml:trace contextRef="#ctx0" brushRef="#br1" timeOffset="166596.56">9876 9418 1057 0,'0'-3'11'0,"8"-25"19"0,-1 7-29 0,-1 10-5 0,-6 9-7 16,3-1-1-16,1-1-30 0,0 2-104 0,1 0-52 16</inkml:trace>
  <inkml:trace contextRef="#ctx0" brushRef="#br1" timeOffset="166830.22">5511 9831 465 0,'-2'-2'364'0,"-2"0"-506"16,-7-7 430-16,0-4-245 0,7-2-41 0,-1 7-8 16,1 3-2-16,4 3-4 0,0-4-12 0,2 1-3 15,7-1-13-15,40 1 1 0,3 1-65 0,13 2-103 16</inkml:trace>
  <inkml:trace contextRef="#ctx0" brushRef="#br1" timeOffset="167002.21">9585 9558 979 0,'0'-2'-1'0,"0"-2"-13"16,0-5 7-16,0 7-81 0,0-2 15 0,0 2-33 15,0 1 36-15,0-1-151 0</inkml:trace>
  <inkml:trace contextRef="#ctx0" brushRef="#br1" timeOffset="167222.49">5314 9909 615 0,'-2'-2'118'0,"-7"-2"74"0,-28-11-87 16,9 0-154-16,17 10 55 0,7 3-15 0,2 0-10 16,2 0-8-16,2 0 0 0,2 1-43 0,29-1-110 0</inkml:trace>
  <inkml:trace contextRef="#ctx0" brushRef="#br1" timeOffset="167423">9228 9417 753 0,'4'-2'4'0,"14"-11"12"16,16 9-10-16,-3-7-4 0,1 5 2 0,-6-10-2 15,0 4 1-15,0 3-2 0,-4 4-3 0,-1 1 0 16,-3 0-10-16,-3 2 3 0,-7 0-15 0,-5 1-8 0,1-1-183 16</inkml:trace>
  <inkml:trace contextRef="#ctx0" brushRef="#br1" timeOffset="167581.54">5112 9808 726 0,'-2'0'12'0,"0"0"-3"0,0 0-16 0,0 0 7 16,-1-1-17-16,1 1-17 0,2 0-107 0</inkml:trace>
  <inkml:trace contextRef="#ctx0" brushRef="#br1" timeOffset="167784.26">8916 9454 528 0,'2'-2'6'0,"0"0"5"15,2 0-3-15,-1 0-14 0,18-11 6 0,-4 6-22 0,-14 7-119 16</inkml:trace>
  <inkml:trace contextRef="#ctx0" brushRef="#br1" timeOffset="167923.26">6202 9677 658 0,'-4'-2'6'0,"-9"-2"1"0,-32-11-7 0,8 4 3 16,8 4-7-16,17 5-22 0,9 2-206 0</inkml:trace>
  <inkml:trace contextRef="#ctx0" brushRef="#br1" timeOffset="175718.47">24281 3362 17 0,'0'0'0'0,"0"0"26"0,0-2 5 0,0 0 4 16,0 0 2-16,0 0-20 0,0 1-2 0,0-1 2 15,0-2 6-15,0 0-4 0,0 1 4 0,0-1 1 16,0 0-7-16,0 2 5 0,2 0-2 0,-1 1 13 16,-1-1 1-16,2 0 4 0,0 0 6 0,0 0-4 15,-2 0-2-15,0 0-2 0,0 1-17 0,0-1-3 16,0 0-3-16,0 0 1 0,0 0 11 0,0 0-11 0,0 2 3 15,0 0-7-15,0 0-2 0,0 0-7 0,0 2 3 16,0 0-4-16,0 0 2 0,0 2 2 0,0-3-2 16,0 16 1-16,0 0 2 0,-2 3-5 0,2 1 7 15,0-1-7-15,0 6 0 0,-2 4 1 0,2 1-4 0,-2 3 4 16,1-1-3-16,-5 1 2 0,0 6 2 0,3 1 0 16,-1 0-2-16,2 2-1 0,0-8 3 0,2-1-1 15,0-5 4-15,0-6-1 0,-2-3-4 0,1 0 3 16,1-5-1-16,0 4-5 0,0-4 4 0,1-2-3 15,1 0 4-15,0-2 0 0,0 2 3 0,0-4-3 16,0-1-2-16,-2-1-1 0,0 0 1 0,0-1 0 0,0 0 7 16,0-3-7-16,0-1-2 0,0 0 0 0,0 0 16 15,0 0-3-15,2 1 4 0,-2 1-3 0,0 0 22 16,0-2-15-16,1 0 2 0,1-1-7 0,0 1-2 16,0 0-7-16,0-2 6 0,0 0-8 0,1 0 2 0,1-2-2 15,0 0-2-15,0 1 1 0,-1-1 6 0,12-2-4 16,-2-11 2-16,0-3-3 0,0 3 5 0,0-8-5 15,4-1 5-15,1-5-6 0,3-7-2 0,3-5 7 16,-4-1-5-16,1-8 6 0,3 1-11 0,-2 1 8 16,0 2-4-16,1 7 6 0,-7 3-14 0,1 7 5 15,-4 5 2-15,-2 3 1 0,0 4-1 0,-5 4 3 16,0 2-8-16,-1 4 7 0,-3 3-5 0,2 0-5 16,-2 4-2-16,1-3-3 0,1-1-19 0,0 2-37 15,-2 0-4-15,-1 0-15 0,1 2-42 0</inkml:trace>
  <inkml:trace contextRef="#ctx0" brushRef="#br1" timeOffset="176393.53">24719 4119 51 0,'0'0'3'16,"0"0"0"-16,0 0 3 0,2-1 0 0,0-1-1 15,-1 0 0-15,1 0 12 0,0 0-2 0,0 0 11 0,0 0 39 16,2 1-25-16,-1-1 13 0,1 0-17 0,0 0 24 16,-2 0-22-16,-1 0 10 0,1 0-16 0,0 1-6 15,0-1-4-15,0 0 5 0,0 0-3 0,0 2 5 16,-2 0-11-16,0 2-5 0,-2 0 1 0,2 0-8 15,-17 27-8-15,0 5 0 0,-1 3-3 0,-1 4 9 0,-1 7-7 16,1 6 8-16,2 3-7 0,3 5 9 0,1-3-7 16,1-1 0-16,3-8-1 0,4-6 1 0,1-7 6 15,4-3-1-15,0-4 4 0,0-6 1 0,2 0 9 16,0-2 6-16,1-2 3 0,3 1 26 0,-1-3-24 16,-1-1 0-16,0-2-11 0,0-2-18 0,-3-2 9 15,1-2-2-15,0-1 4 0,-2-3-5 0,0-1-1 16,0-2 2-16,0 0-1 0,0 2 7 0,-2-1-13 0,-3 1-1 15,-29 13-10-15,-5-4-42 0,-5-6-91 0,1-5-2 16,-9-2-36-16,2-4-81 0</inkml:trace>
  <inkml:trace contextRef="#ctx0" brushRef="#br1" timeOffset="176598.21">24091 4662 431 0,'2'-2'38'15,"0"0"-4"-15,13-4 21 0,26-10 2 0,9-1-9 16,4 2-14-16,7-2 6 0,2 2-1 0,2-3 4 16,2-1 4-16,0-1-19 0,0-1 4 0,-2 3-10 0,1 1-6 15,-2 4-5-15,-1 2-5 0,-4 2 3 0,-5 3-7 16,-4 2-8-16,-7 3 2 0,-10 1-7 0,-1 0-12 16,-10 0-243-16</inkml:trace>
  <inkml:trace contextRef="#ctx0" brushRef="#br1" timeOffset="178029.54">25320 3031 64 0,'0'-3'21'15,"0"-7"6"-15,-3-36 24 0,-1 5 3 0,-2 4-11 16,-1 4-13-16,-2 1-4 0,-1 2-9 0,-1 6 7 16,0 4-15-16,7 3 0 0,-22 2 1 0,2 2-2 15,-11 0-1-15,0 6-6 0,-2 1 4 0,-10 4-5 16,3-22 10-16,3 13-8 0,-4 7 3 0,1 6-5 0,-1 7-3 16,-1 6 5-16,-1 4-2 0,-1 5 4 0,-2 0-9 15,-4-16 7-15,-2 27-4 0,-3 4 6 0,5 2-4 0,-4-2-4 16,3-2 6-16,5 0-4 0,-6-2 9 0,10-3-8 15,5-1 0-15,4-5-3 0,3 2 1 0,3 2 4 16,-1 0-3-16,2 1 2 0,-1 3-3 0,3 5 3 16,0 3 3-16,2 8-1 0,4 4-2 0,-1 15 3 15,1 3-4-15,2 10 4 0,-2-2-3 0,1-8 2 16,1-5-2-16,1-9 2 0,4-6-2 0,4 0 3 16,7 2-7-16,-22 3 5 0,15 4-5 0,8 8 3 15,6 3 1-15,7 3-2 0,4 3-2 0,7-4 2 0,1-5 1 16,2-14-1-16,0-6-2 0,-22-8 4 0,32-4 3 15,-3 0 0-15,3 0 5 0,-1 0-3 0,2 4-3 16,4-2 1-16,-3 2-3 0,3-2 1 0,0-2 2 16,5-4-2-16,6-1 2 0,2-8 7 0,6-7-3 15,-8-4 4-15,2-8-1 0,-2 21 3 0,-2-15 2 0,2-11 0 16,-5-7 2-16,-2-4 2 0,-4-6 1 0,0-3 2 16,2 18 2-16,-2-30 5 0,0-1-3 0,0-2 4 15,1-1 2-15,-2-1-14 0,2 2 7 0,-6 0-9 16,3-3 5-16,4 1-1 0,-4-2-1 0,4-9 2 15,-4-4 4-15,-2-15-10 0,-3-9 2 0,-6-7-5 16,0-7 2-16,-4 7-1 0,2 5 2 0,0 7-1 16,-1 5 10-16,-3 1 16 0,-1 0 2 0,-5-8 3 0,1-9-3 15,-5-7-7-15,-3-7-5 0,-1 7 2 0,-3 5-2 16,27 14 5-16,-17 6 5 0,-9 7-2 0,-4 3-2 16,-4 2-22-16,-5 0-2 0,-6-6-6 0,-6-1-5 0,-3-6-1 15,-4 0-6-15,21 6 2 0,-36-1-8 0,-9 14 0 16,-5 5-7-16,-6 11 0 0,-8 8-36 0,-3 9-32 15,-2 6-10-15,-6-23-14 0,-2 26-97 0</inkml:trace>
  <inkml:trace contextRef="#ctx0" brushRef="#br1" timeOffset="179893.88">11625 11494 256 0,'0'0'-70'0,"0"0"38"15,-2 0-10-15,1-2 2 0,-1 1 57 0,-2-1 1 16,-2 0 2-16,-8-2 6 0,-3 0-3 0,0 3-2 0,-1-1-10 15,-3 2-3-15,-1 0 2 0,0 2 9 0,-3 1-2 16,-2 5 4-16,-3-1-4 0,2 2-5 0,-5 4 0 16,5-1-2-16,0 1 0 0,-4 5-5 0,4-1 6 15,1-13 0-15,1 20 2 0,3-2-7 0,7 4 3 16,-1 0-5-16,6 4 5 0,0 1 2 0,3 6-9 16,3-1 5-16,1 1-6 0,0 0 10 0,0 2-10 15,3 0 3-15,-1 0-5 0,0-2-2 0,-20 0 4 16,10-3 0-16,5-1 3 0,3-3-1 0,3-1-2 15,1 3 0-15,1-2 0 0,3-1 10 0,3 3-11 0,5 0 7 16,1-5-7-16,3 1 2 0,-14 0 5 0,24-2-1 16,4 2 3-16,3 3 0 0,-3-3 1 0,3-4-5 15,3 2 4-15,-3-1-3 0,6-1-2 0,-2 0-4 0,-7-7 0 16,2-1-3-16,-1-3 5 0,-1 0 0 16,0-5 2-16,-1 10-9 0,1-7 5 0,2-3 3 0,-1-6 0 15,2-2-2-15,-3-4 0 0,0-3 2 0,5-5 0 16,-7-1 7-16,2 12-5 0,1-24-3 0,-3-4 1 15,7-3 7-15,-1 2-11 0,-8-3 6 0,4 5-7 16,-8 0 14-16,0 0-1 0,-1 2 6 0,-7-1-3 16,1-3 7-16,-2 2 13 0,-3-2-6 0,-5 3 10 15,1-3 3-15,-4-2-17 0,3 1 8 0,17-8-12 0,-7 2-1 16,-5-12-6-16,-7-3 0 0,-3 0-1 0,0-5 0 16,-3 1 2-16,-5 2-1 0,-3 0 3 0,-2 8 7 15,-2 1-3-15,-2 3 5 0,1 5-5 0,-5-1 8 0,18 7-8 16,-31 1 3-16,1 6-2 0,3 2 32 0,-9 7-35 15,7 4 8-15,-5 5-20 0,-2 2-14 0,2-14-26 16,-2 10-2-16,2 10-16 0,-4 11-102 0</inkml:trace>
  <inkml:trace contextRef="#ctx0" brushRef="#br1" timeOffset="185046.66">23172 6880 21 0,'0'0'0'0,"-2"0"22"16,0 0 5-16,-1 0 4 0,1 0 3 0,-15 0-24 15,-1 0-5-15,1 0 3 0,-4 2-3 0,-1 0 6 16,-2 2 2-16,2-1 3 0,-4 1 2 0,4 2 1 16,7-3 7-16,-8 1 17 0,5-2 6 0,-3 0 3 0,-3-2 18 15,8 0-15-15,-5 0-6 0,4 0-1 0,3 0-9 16,-3 0-10-16,6 0 7 0,-2 0-8 0,2 0 4 0,-2-2-3 16,3 0-3-16,5 2 2 0,-1 0 1 0,2-2-9 15,1 2 1-15,-1-2-5 0,0 2 0 0,1 0-8 16,1 0 5-16,0 0-6 0,0 0 0 0,0 0 1 15,0 0-4-15,0 0 4 0,2 0-6 0,0 0 2 16,0 0-2-16,2 0 2 0,2 0-8 0,16 0 12 16,12 0-8-16,0 0 11 0,5 0-16 0,4 0 7 15,-2 0-4-15,1 0 4 0,-2 0-7 0,-1 0 8 16,4 0-2-16,1 0 3 0,6 0-4 0,3 2-2 16,4 2 4-16,5 2-4 0,5 3 3 0,5-2 0 0,8 3-2 15,-2-1 1-15,-1-2 4 0,-5-1-3 0,-3-2 5 16,-2-3-6-16,0 1-7 0,4-2 7 0,1-2-3 15,10-1 4-15,-4-1 6 0,-1 0-6 0,-9-1-2 16,-6-1-1-16,-3-1-1 0,-7 1 2 0,2 1 6 0,-5-1-4 16,-3 4 6-16,-1 0-9 0,0 2 4 0,-4 0-4 15,-4 2 3-15,2 2 0 0,-3 1-4 0,-3-1 3 16,1 2 0-16,-4-1-3 0,-8-1 3 0,-3 2-1 16,-6-3 2-16,0 1-1 0,2 2-2 0,6-1 0 15,-5 1 8-15,-1-1-6 0,-9-5 4 0,0 2-5 16,0 0 0-16,-1 0 5 0,1 0-2 0,0 0 5 0,-1-1 1 15,1 1-2-15,0-2-1 0,-2 0 0 0,0 0-3 16,-1 0-3-16,1-2 2 0,0 1-2 0,0-1 1 0,0-2 5 16,-2 2-6-16,4-11 3 0,-3 0-8 15,1 2 6-15,-2 2 1 0,2-8 1 0,0 6-1 0,0-6 4 16,0 2-1-16,0 2 1 0,1-5-7 0,-1 3 0 16,0-2 2-16,2-1 1 0,-2-1 3 0,-1 0-2 15,1 1-2-15,0-1 0 0,0 3-6 0,2-3 11 16,-2 2-6-16,1 3 7 0,-1-1-10 0,0 4 4 15,0-1 1-15,0 3 2 0,0 4-4 0,-2-1 3 16,0 0-4-16,0 3 3 0,0-1-4 0,0 2 1 16,0 0 4-16,1-1-2 0,1-1 3 0,0 0-12 0,0 2 2 15,-2 0-4-15,0 1 9 0,2-1 3 0,0 0 1 16,0 2 1-16,-2 0-3 0,1 0-4 0,1 0 0 16,0 2 0-16,0 0 9 0,0-1-5 0,0 3 4 15,3 9-4-15,3 4 0 0,-1 1-2 0,2 1 1 16,3 5-2-16,-3 0 1 0,0 4 1 0,2 2 1 0,0 5 0 15,1 0 2-15,1 6 1 0,-2 2-7 0,-2-2 4 16,2 0-2-16,0-4 2 0,-1-4 2 0,-3-7 0 16,2 2-2-16,1-4 3 0,-3-2-3 0,0-3 2 15,1-2-7-15,-3-4 8 0,1-2-1 0,0-2 4 16,-1 0-7-16,-3-5 6 0,0 0-5 0,2 0 6 16,-1-1 1-16,-1-3 1 0,4 4 3 0,-1 0-3 0,3-2-4 15,1-1 0-15,-2-1-2 0,3 0 3 0,-3-1 5 16,1-3-7-16,-3 0 4 0,1-13-6 0,-1-3-1 15,1-6 0-15,1-6 0 0,-1 5 2 0,-2-11 2 0,1 3-3 16,3 2 1-16,1-6-2 0,-2 3 3 0,1-1-3 16,-1 2 6-16,-1 0-5 0,3 3 3 0,4 1-3 15,0 1-3-15,5 0 2 0,-3 2 6 0,2 4-8 16,-2 0 2-16,-6 4-3 0,8 3 6 0,-6 2-3 16,-2 2 1-16,2 4-1 0,-5 0 0 0,0 1-1 15,1 3 1-15,0 1-1 0,-3 2-1 0,2 0-6 16,1-3 3-16,-1 1-3 0,7-2 5 0,-2 3 3 0,0 1 0 15,2 2 0-15,-2 0-2 0,2 2-3 16,-2 1 0-16,-3-1 1 0,3 4 11 0,-2-1-6 0,4 1-1 16,0 11-2-16,0 1-4 0,-2 1 3 0,0-1 3 15,-1 1 0-15,3 3 3 0,0-1 1 0,3 1-3 16,-1 2 2-16,-4-2-4 0,4 2 1 0,-4 2-4 16,-1-2 3-16,1 4-5 0,0 2 7 0,-2-6 2 0,2 0 0 15,-1-1-3-15,-3-3-2 0,2-3 2 0,1-1-2 16,-3 1 3-16,1-6 4 0,-1 2-5 0,-1-5 3 15,1-3-4-15,-1-3 2 0,-1 0 4 0,-1 0 0 16,1 0 4-16,1 1-4 0,-1 1-1 0,3 0 1 16,-1-2 2-16,3-2 0 0,-1 0-3 0,0-4 1 15,-1 0 2-15,1-3 2 0,2-6 0 0,-2-9-1 16,2-4-5-16,1 0-3 0,1 3 5 0,3-1-4 0,1 2 3 16,2-2-2-16,1 1 0 0,4 9 1 0,2-5-1 15,-4 4-4-15,3 0 1 0,-7 0-2 0,3 4 1 0,-1 0 5 16,2 2-2-16,1 3 4 0,-5-1-3 0,1 3-6 15,-1 0 4-15,-3 3-3 0,-2-9 3 0,6-1 0 16,-4 6-3-16,-1 1 0 0,5 2-6 0,-4 2 8 16,3 0-1-16,3 2 2 0,-3 2 0 0,1-1 5 15,-1 3-5-15,3 0 6 0,1 1-5 0,2-2-6 16,2 3 5-16,4-1-3 0,3 1 7 0,3 1-5 16,1-2-3-16,4-1 0 0,3 1 6 0,6 1-1 15,4-3 2-15,2 1-3 0,3 0-1 0,3-3 0 16,-1 1 0-16,2 0 0 0,-2-1-1 0,2 1 0 0,4 0 1 15,4 1-1-15,9-1-2 0,1 0 8 0,3-2-4 16,1 0 4-16,-3-1-7 0,-2-1 2 0,-2 0 1 16,-8 0 0-16,3 0 1 0,1 0 2 0,4 0-1 15,-2 0 0-15,6 0-8 0,1 0 9 0,-5 0-2 0,-1 0 5 16,-11 0-6-16,-8 0-3 0,1 0 4 0,-1 0-1 16,-2 2 6-16,-1 0 0 0,-5 0 2 0,-3 0 0 15,-4 0 13-15,-8-2 0 0,-2 0 3 0,-7 0-2 16,-5 0-8-16,-1-2-8 0,-3 2-1 0,-4-2 0 15,0 0-1-15,-8 2-4 0,-1 0-3 0,0 0 0 16,0-2-6-16,-1 0-58 0,1 1-16 0,-2-1-29 16,0 0-181-16</inkml:trace>
  <inkml:trace contextRef="#ctx0" brushRef="#br1" timeOffset="185847.6">26325 5547 102 0,'0'-2'17'16,"0"0"-2"-16,0-1 54 0,0-1-7 0,2-9 15 15,0-2-21-15,-1 4-29 0,-1 5-1 0,0 1-9 0,2 1-8 16,0 0-12-16,0 3 4 0,0-1-4 0,0 0 20 15,0 0 57-15,-1 2-14 0,1 0 23 0,0 2-54 16,0 2-21-16,0 3-1 0,5 13-5 0,-1 5 10 0,-2-3-13 16,-1 0 5-16,-1 0-8 0,0 3 4 0,-2-1 0 15,0 2 1-15,2 3 0 0,-2 1 1 0,0 0 4 16,0 0-3-16,0-1 2 0,0-3-5 0,-2 2 0 16,0-2 1-16,0-2 1 0,0-1 7 0,1-9-8 15,-1 1 3-15,0-4-4 0,2-5 4 0,0 0 16 16,-2-3-6-16,0 1 8 0,0 0-3 0,0-2-10 15,1-1 10-15,-1-1-10 0,0 0 5 0,0-1-5 16,0-3-3-16,-9-17 1 0,-2-5 0 0,4 0-1 0,-1-3 3 16,3-1-3-16,1 0-1 0,1 1-5 0,-1-1 2 15,3 2-2-15,-1 0 11 0,2-2 2 0,0-1 2 16,0-1 0-16,2 1 12 0,2-5-6 0,2 1-3 16,3-8-2-16,3 3-15 0,3-1 5 0,0 2 3 15,1 5-1-15,3 1-2 0,0 5-2 0,-10 8-4 0,25-3 2 16,1 5 5-16,8-1-9 0,0 4 5 0,2 4-6 15,-1 4 9-15,-4 5-6 0,-5-18 1 0,-3 10-4 16,-6 8-3-16,-6 4 3 0,1 4-2 0,-10-1 3 16,-3 3 2-16,-1 22-7 0,14 3 6 0,-8 0-7 15,-5 8 7-15,-8 0 1 0,-9-4 0 0,-8 4 2 16,14-6-2-16,-31-1-1 0,-3-3 1 0,-3-3-1 0,-5-4-6 16,1 0 7-16,1-1-1 0,4-7 3 0,8 1 5 15,3-2-8-15,2 0 1 0,2-4-1 0,0 2 1 16,6-2 0-16,1 0 1 0,4-1 0 0,2-1 7 15,6-2-5-15,3 1 1 0,3-1-2 0,-5 1 1 0,2-3 3 16,1 1 8-16,1-1 0 0,2 1 31 0,0-2-9 16,0-1-2-16,2 1-4 0,11 5-23 0,22 8 0 15,2-6-3-15,6-5 1 0,7-4 4 0,4-2-10 16,5-2 5-16,2 0-7 0,-5 0 3 0,-6 2-2 16,-2 0-5-16,-14 0 3 0,-1 0-17 0,-3 0-18 15,-6 0-9-15,2 0-5 0,-6 2-40 0,-5-2-191 16</inkml:trace>
  <inkml:trace contextRef="#ctx0" brushRef="#br1" timeOffset="186282.32">27134 5657 359 0,'0'-2'82'0,"2"-2"173"16,0 0-243-16,4-5-2 0,-1 2-8 0,6 1 5 16,14-1-8-16,2 5 1 0,1 0 7 0,2-17-4 15,2 10-3-15,-1 4 7 0,4 3-1 0,-1 2 8 0,-4 3 23 16,-4 1-5-16,-2 2 5 0,-2 1-6 0,-3 1 4 16,-3-1 14-16,-7-3-10 0,-3-1 7 0,-4-3-41 15,3 8 1-15,3 7-6 0,-4 1 4 0,-4 1 1 0,-8 4-5 16,-5-1 5-16,0-1-6 0,-22 1-5 0,3-3 13 15,-1-1-9-15,3-1 9 0,2 0-7 0,-1 0 0 16,5 0 3-16,-2-2-1 0,3 2 0 0,3-2-1 16,3-2 0-16,4 0 0 0,0-4 1 0,6 1-2 15,-1-3 0-15,3 3-1 0,3-4-3 0,-6 5 9 16,3 0-5-16,3-3 9 0,0 3 6 0,2-2 18 16,0-1-2-16,2 0 4 0,0-3-19 0,26-1-8 0,14 22-2 15,5-11 1-15,3-7 7 0,2-6-2 0,2-2 3 16,2-7-4-16,-1-2-1 0,1-1-4 0,-4 5 1 15,-2 0-3-15,-2 1-3 0,-11 0-1 0,-3 1-7 16,-6 3 4-16,-10 0-13 0,-5 2-110 0,-2 0-24 16,-7 0-47-16,-2 0-230 0</inkml:trace>
  <inkml:trace contextRef="#ctx0" brushRef="#br1" timeOffset="187497.47">23891 7111 40 0,'0'-2'5'15,"0"-2"8"-15,3-9-21 0,3-6 9 0,-2 1-1 0,-1-3 6 16,1 7 6-16,0-5 61 0,0 0-3 0,-3 5 24 15,1-3 12-15,-2 4-7 0,0 0-19 0,0 2 6 16,2-4-46-16,-2 6 7 0,0-1 2 0,0 1-1 16,0 3-11-16,0 1-10 0,0-1 2 0,0 4-4 15,0 1 5-15,0-1-13 0,0-2 2 0,0 0-6 16,0 1 2-16,0 1-2 0,0 0-2 0,0 0-1 16,0 2-9-16,0 0-4 0,0 2 3 0,0 0-4 0,0 5 10 15,-4 23-5-15,1 5 2 0,-3 6-3 0,1 2-1 16,-1-1 1-16,0-1-3 0,1-2 3 0,1-2 0 15,0-3 0-15,1-1 1 0,-1-3-1 0,2 0-5 16,0-1 9-16,0-1-6 0,2 2 6 0,0 0-7 0,0-1 7 16,0 5-2-16,2-3 3 0,0 1-6 0,0 1-3 15,0 3 4-15,0-3-1 0,-2 4 6 0,2-5-5 16,-1 1 4-16,-1-5-4 0,2 0 6 0,-2-4-4 16,0-9-4-16,0 3 1 0,0-5-4 0,0 2 5 15,0-2 5-15,0-3-1 0,0-3 2 0,0-1-1 16,0 1-3-16,0-3 2 0,0-2-4 0,0 1 4 15,0-1-4-15,-5 6 3 0,-3 1-3 0,-14 0 3 16,-4-3 3-16,2 1-2 0,-8-1-1 0,-3-1-1 0,2 3-2 16,-8-5 2-16,0 5 3 0,2-1-2 0,0-5-1 15,0 0 0-15,4 18-5 0,5-9 4 0,0-3-1 16,6-3 2-16,2-1 1 0,3 0-3 0,1 0 6 16,5-3-6-16,2 1 5 0,3-2-3 0,3 0-2 0,-1 2 0 15,4-2-5-15,-2 2 4 0,1 0 0 0,-1 0 1 16,2 0-3-16,0 1 8 0,0 1 2 0,2 0 3 15,0-1-1-15,0-1-2 0,2 6-5 0,30-1 4 16,-1 1-2-16,8-3-1 0,4 3 0 0,0-3 0 16,1 3-1-16,-5-1-5 0,2 0 3 0,-7 3-2 15,-5-3 2-15,-1 2 3 0,-7 1-6 0,-1-3 4 16,-1 2-1-16,-3-1 0 0,-3-1 0 0,-2 1 0 16,1-3 1-16,-5 3 1 0,0-1 1 0,-1-1-1 0,-2-1-2 15,-2 1 10-15,-1-1-6 0,3 1 8 0,0 0-6 16,0-1 5-16,-1 4 2 0,-1 1-1 0,-2 1-8 0,-2 2-2 15,-3 2 2-15,-5 0-1 0,9 1 3 0,-25-1-1 16,-2 2-3-16,-2-4 3 0,-3 4 1 0,-4-1-6 16,1-3 6-16,1 4-5 0,-4-2 7 0,2 0-3 15,0 0-5-15,3-2 2 0,5-2-2 0,4 0 0 16,3 0 4-16,5-4-2 0,1-1 0 0,5 3-1 16,-1-5-3-16,5 2 1 0,1-1-1 0,3-3 7 15,1 5-5-15,-2-1 5 0,-1 1-4 0,1 1-2 16,2-3 4-16,2-1-3 0,0 2 3 0,0 3 3 0,0-5-6 15,2 3 4-15,2-1-7 0,10 5 3 0,16 4 1 16,7-4 1-16,4-4 2 0,0-3-4 0,-2-4-2 16,0 0 0-16,-2 0 2 0,-3 0-1 0,-3 0 2 15,-5 0-1-15,-2 4 0 0,-5 1-3 0,-2 1-1 16,-4-1 0-16,-2 1-1 0,-2-1 7 0,-4-1-2 0,-1 13 2 16,0 3-7-16,11 1 6 0,-4 3-1 0,-6 0 2 15,-3 0-2-15,-2 2-3 0,-5 4 3 0,-5 3-3 16,-1-1 6-16,-2 3-5 0,-3 0 1 0,1 1-2 15,-2-3 8-15,2 2-8 0,2 1 3 0,2-5-4 16,2 1 4-16,0-4 2 0,3 3 3 0,2-5 0 16,2 4-1-16,1-2 5 0,1-4-7 0,0 2 6 0,1 0-3 15,1-6 5-15,2 3-5 0,0-5 3 0,-1-3-11 16,3 4 3-16,0-3 0 0,-1 1 1 0,1-2 2 0,-3-6-12 16,-1 0-2-16,0 1-7 0,2 1-25 0,-2-4-78 15,0 1-3-15,-1-1-30 0,-1-1-60 0</inkml:trace>
  <inkml:trace contextRef="#ctx0" brushRef="#br1" timeOffset="187750.56">23040 10135 654 0,'-1'-2'20'16,"-1"-1"41"-16,0-1-27 0,0 0-13 0,0 0 2 0,2 3-9 16,-2-3-15-16,0 0 7 0,1 0-3 0,1 3 5 15,0-1-7-15,1 0 8 0,3 0 2 0,7-2 4 16,19-3 23-16,3 1 12 0,6 3 1 0,2-1 1 16,6-2-16-16,-3-1-19 0,8 1 3 0,2 1-7 15,-4 3-3-15,0 0-10 0,-5 2 0 0,-6 0-3 16,-4 0-3-16,-1 2-5 0,-5 2-6 0,-8-3 0 0,-3 3-36 15,-8 0-211-15,-5-2 11 0</inkml:trace>
  <inkml:trace contextRef="#ctx0" brushRef="#br1" timeOffset="187901.91">23200 10583 403 0,'0'0'75'0,"0"0"-54"15,0-2 77-15,0 0-29 0,0 0-45 0,0 0-9 16,2 0-2-16,0 0-1 0,7-3 7 0,28-16-6 15,6 1-3-15,11-4-1 0,3 0-14 0,3 2-30 16,-1-1-36-16</inkml:trace>
  <inkml:trace contextRef="#ctx0" brushRef="#br1" timeOffset="188531.44">24296 8618 764 0,'0'-3'108'0,"-2"-12"-137"0,-4-28 118 0,2 15-63 0,1 4-23 16,3 15 8-16,0 3-7 0,0 4 6 0,0-1-12 15,2-1-4-15,-1 2 2 0,1 0-5 0,0 0 2 16,0 2 4-16,0 0-2 0,0 2 3 0,1 7 6 15,9 23 2-15,-3 3 5 0,-4 1-4 0,-1-5 1 0,-2 6-3 16,-2-7-5-16,0 5 3 0,0 0-7 0,0-7 8 16,0 0-4-16,0-6 5 0,-2-7-5 0,0 0 1 15,2-6 2-15,-2-1 0 0,2-4 3 0,0-3 3 16,0 1 1-16,-1 2-1 0,-1 0-2 0,0-2 17 16,0-1-10-16,0-1 14 0,-2 0-3 0,1-1-11 15,1 1 8-15,-2-25-11 0,0-10-2 0,-18-9-5 16,11 1-3-16,4-11 0 0,7 2 2 0,1-2 2 15,7-1-2-15,1 3 2 0,2 1-6 0,2 7 4 0,2 3 4 16,0 6 0-16,5 1 10 0,-7 5-6 0,21 4 2 16,5 3-2-16,-4 4-1 0,0 1 0 0,1 2-3 15,-5 4 1-15,-1 3-9 0,-4-8 0 0,-4 6 0 16,-3 7 1-16,-4 3 1 0,-4 2-3 0,-4-1 2 0,-3 1-3 16,-2 2 3-16,0 18-2 0,11 2-1 0,-6 4 2 15,-7 2 2-15,-6 3-1 0,-7 3-2 0,-7 3-1 16,9 2-3-16,-28-1 5 0,-2 3 1 0,0-4 1 15,-3 0 1-15,5-7 4 0,0-6-3 0,1-6 4 16,7-3-2-16,-1-6-3 0,1 2 1 0,9 0-1 16,1-2 0-16,6-2-2 0,6 1 3 0,-2-5-1 0,5 1 6 15,4 1-3-15,-1-1-3 0,-1-1 1 0,2-1 9 16,-3 5-3-16,3-1 7 0,2 1-7 0,0 4 1 16,3-4-1-16,5 2-6 0,10-1 4 0,14-3-7 0,1-1 4 15,5-3 2-15,0 1-1 0,3 0-3 0,2 0 1 16,-4 18-5-16,0-9 4 0,-2-4-1 0,-3-3-9 15,1-1 3-15,-5-1-7 0,-3-2-10 0,-1 0-23 16,-3-2 1-16,1 2-16 0,-4-1-73 0,-1 3-55 16,-6-2-44-16</inkml:trace>
  <inkml:trace contextRef="#ctx0" brushRef="#br1" timeOffset="188775.27">25049 8628 765 0,'0'-2'60'0,"0"0"-1"0,0-2 0 0,-2-14-4 0,2 10-21 15,0 6-30-15,0-1-4 0,0 1-3 0,0 2 1 16,0 2 5-16,0 1 11 0,0 20 0 0,0 17 2 16,-1-4-2-16,1 4 1 0,-2-1-3 0,0-3 2 15,0-3 1-15,0-1-15 0,0-3 10 0,2 3-10 16,0-4 0-16,4 2 5 0,0-4-5 0,1 0 4 0,1-2-2 15,-1-2-17-15,1-2-2 0,1-1-11 0,3 0-57 16,-3-5-212-16</inkml:trace>
  <inkml:trace contextRef="#ctx0" brushRef="#br1" timeOffset="189581.5">30178 6760 132 0,'0'0'55'0,"0"-2"58"0,0 0-19 0,-2 0-36 0,0-2-3 15,2 2-11-15,-2-7-20 0,0 2 3 0,0-3-4 16,0 5 4-16,1-2 0 0,-1-1-18 0,2 3 10 16,0-1-11-16,0 2 11 0,0 2 9 0,0-1-4 15,0 1 7-15,0-2 13 0,0 2 7 0,0 0-6 16,0 1 3-16,-2-3-28 0,0 0-15 0,0 0 2 0,0 1-7 16,-1 1 3-16,1 2 1 0,-11-4 1 0,-4 2-1 15,0 2-2-15,2 2 1 0,-3 4-2 0,1-1 3 16,-1 5-2-16,-1 1 0 0,2 0 2 0,-1 2-1 15,3-9 5-15,2 12-6 0,2 1-2 0,5 1 0 16,-5-5-1-16,7 4 4 0,1-2 4 0,-5-2 0 16,-5 7 10-16,4-1 8 0,3 0 4 0,5 1 1 15,1-5 2-15,1 3-9 0,3-1-5 0,2 0 1 0,3 0-6 16,2 1-2-16,-9-1 0 0,17-4-2 0,3 0-5 0,0-4-3 16,2 4 2-16,4-5-2 0,-2-1 6 0,0-1 2 15,0 10-5-15,2-3 4 0,-2-5 1 0,-2-3-4 16,0-1 3-16,0-4-4 0,0 0 5 0,-1-4 5 15,-3-3 10-15,-1-2-4 0,-4-1 14 0,-1 5-4 16,-4-18-6-16,-3-1 2 0,2 0-10 0,-3-2 8 16,13-5 0-16,-6-7 4 0,-8 5 1 0,-5 0 2 15,-5 1-4-15,-3 6 1 0,-1 0-19 0,-2 4-6 16,-4-1-3-16,9 3 0 0,-20 3-18 0,-3 4-31 16,-3 4-9-16,-7 4-13 0,-6 3-85 0,-7-22-253 0</inkml:trace>
  <inkml:trace contextRef="#ctx0" brushRef="#br1" timeOffset="190359.44">22766 6888 169 0,'0'0'20'0,"-2"0"-2"16,0-2 41-16,0 0-3 0,-2 0 7 0,1 0-21 0,-3 0-13 15,-7-1-9-15,0 3 1 0,-7 0-20 0,-6 3 6 16,0 5-5-16,-2 3 5 0,4 2 4 0,1 0 0 16,1-11 5-16,2 18-3 0,3-1 9 0,2 1 14 15,0-7-1-15,6 0 4 0,0-3 5 0,5 4-10 16,0-2 2-16,-5-1-7 0,2 2-3 0,1-2 0 16,2-2 8-16,2-3-2 0,2 3 17 0,0 2-14 15,2-2-1-15,4 3-6 0,-2-3-18 0,21-2-2 16,7 1 2-16,7-3 0 0,0-1 11 0,6-2-5 15,-1 0-3-15,-5 20 2 0,0-9 4 0,0-9-7 0,-4-4 0 16,1 0-4-16,-5-2-6 0,-5 0 7 0,-2-4-2 16,-5 3 3-16,-6-1-4 0,-4 0 15 0,2-3 8 15,-7 5 2-15,-2-17 17 0,13-3-11 0,-4-2 0 16,-5 0-2-16,-6-4 4 0,-6-2-18 0,-5 1-3 0,-4 3-6 16,6 0-16-16,-19 9 0 0,-6 6-2 0,1 3 0 15,0 3-9-15,-6-18-45 0,0 12-7 0,-4 9-20 16,2 6-95-16,4 9-252 0</inkml:trace>
  <inkml:trace contextRef="#ctx0" brushRef="#br1" timeOffset="191626.28">31071 6234 184 0,'0'-2'30'0,"0"0"3"16,0-11 35-16,3-14-3 0,-1 6-1 0,0 3-16 15,0 6-12-15,0 5-1 0,0-2-29 0,0 3 3 16,-2 2-3-16,0 3 1 0,3-3-7 0,1 0 3 16,0 0 6-16,-1 3-1 0,1-1 11 0,0 0 32 0,0 2 0 15,-1 0 10-15,1 2-17 0,0 1-28 0,3 9-6 16,8 17-2-16,-6 3-4 0,-3 5-2 0,-4 2 1 15,-2-2-1-15,-4 0-2 0,2-5 1 0,0 1-1 16,-1-3 0-16,1 2-3 0,0-3 2 0,0 1 3 0,0 0 0 16,2-1 1-16,0-1-1 0,0 0-2 0,0-2 3 15,2-2 1-15,2 0-2 0,-1-1-2 0,3-5 2 16,0-1 3-16,-1-2 8 0,1-2 4 0,-1 0 1 16,1-4 15-16,-2-3-7 0,-1-1 6 0,-1-1-4 15,-2-2 26-15,4 1-10 0,-2-3 4 0,3 2-8 16,3 0-5-16,-1-2-8 0,6-4-3 0,4-3-2 15,-2-4-4-15,1-6-1 0,1-11-1 0,-2-1 1 0,-2-1-1 16,4 0 2-16,1-1-3 0,-1-1 1 0,5 1-8 16,-5-3 17-16,0 3-2 0,1-3 7 0,-1-1-2 0,0-4 2 15,-3-2-8-15,3 2 4 0,-4-2-17 0,-2 6-4 16,-1 3 4-16,-3 8-5 0,0 2-6 0,-1 9 2 16,0 0-4-16,-5 5 4 0,1 5-8 0,0-1-6 15,2 0-5-15,0 1-4 0,-1 1-51 0,-1 0 21 16,0 2-20-16,0 0 21 0,0 2-36 0,1 13-49 15,-1 20-6-15,-2 0-19 0,-2-1-63 0</inkml:trace>
  <inkml:trace contextRef="#ctx0" brushRef="#br1" timeOffset="192074.2">31717 6745 285 0,'0'0'63'0,"0"0"83"15,0 0-65-15,0 0-30 0,0 0-8 0,0 0-6 16,0 0-30-16,0 0 7 0,0 0-2 0,0 0 3 16,0 0 1-16,0 0 7 0,0 0 3 0,0 0 2 15,0 0 12-15,0 0-17 0,0 2-2 0,0-1-6 16,-2 1-8-16,0 2 5 0,0 0-5 0,0 3 4 16,-1 8-7-16,-1 0 3 0,0 2 1 0,2-1-2 0,-1 1-2 15,1-2 7-15,0 2-1 0,0-3 1 0,0 5-8 16,0 1-2-16,2-3 4 0,0 4-2 0,0-5 10 15,0 1-8-15,0 0 0 0,2-1-2 0,2 1 9 0,0-2 0 16,-1 0 12-16,1-2-4 0,0-4 34 0,0-1-12 16,1 1-3-16,-3-5-3 0,2-1-7 0,9-1-17 15,0 0 9-15,3 9-12 0,3-2 7 0,1-1 0 16,3-4-5-16,-3-4 3 0,2 0-3 0,-3-4 1 16,0-2 5-16,-1 1-4 0,-7-1 10 0,2-1-5 15,-2 5 3-15,-3-15-2 0,3 0 12 0,-9-7-7 16,3 2 6-16,12-4-6 0,-4-2 7 0,-4 2-3 15,-1-5-1-15,-5 1 1 0,-3 4 0 0,0-4-13 16,-3 8 2-16,-3 0-7 0,-1-1-4 0,-1 3-3 0,-1 1 0 16,2 4-1-16,-1 2-9 0,3 6-9 0,-5 0-10 15,-12 3 0-15,-2 2-47 0,2-13-100 0,-8 4-19 16,-2 7-46-16,1 8-257 0</inkml:trace>
  <inkml:trace contextRef="#ctx0" brushRef="#br1" timeOffset="194982.75">28941 7339 59 0,'0'0'10'0,"-2"0"18"0,0 0 26 0,0 0 11 0,-1-2 13 16,-1 2-10-16,-18-5-30 0,-1 1 16 0,10 0-19 15,-3 0 17-15,5 3 10 0,-1-1-9 0,1 0 9 16,2 0-17-16,7 2 4 0,0 0-5 0,1 0 4 15,-3-2 2-15,0 0-24 0,2 2 5 0,0 0-13 16,2 0-3-16,2 0 1 0,2 0-3 0,13 0 1 0,16-2-10 16,8 1 8-16,0 1-4 0,5-2 4 0,1 0-3 15,-1 0-9-15,-1 0 7 0,-5 0-7 0,-1 2 1 16,-9 0 1-16,-4 0-4 0,-5 0 1 0,-7 0-11 0,-2 0-27 16,-5 0-5-16,-1 0-17 0,-5 0-114 0,3 2-91 15</inkml:trace>
  <inkml:trace contextRef="#ctx0" brushRef="#br1" timeOffset="195241.79">28960 7246 254 0,'0'0'145'0,"0"-2"-159"0,0 0 167 15,0 1-81-15,0-1-28 0,-2 0-29 0,0 0 1 16,0 0-11-16,-2 0-5 0,-9-1-2 0,-18 1-2 15,-5 2 1-15,-3 3 4 0,4 3 5 0,4 0 0 16,-1 1 1-16,1 0-4 0,3 1 10 0,2-3 5 0,2 1 4 16,3-2 30-16,3 1-4 0,3-1-6 0,2 0 0 15,3-1-25-15,1 1 0 0,5-2-2 0,-1 0 1 16,3-2-11-16,0 0 5 0,-3 7-3 0,-3 4 5 16,4-1-4-16,3-1 11 0,1 0-3 0,0-1 3 15,3 1-15-15,3 0-6 0,5 0 0 0,17-3-3 16,0 3 0-16,3-3-26 0,1 1-6 0,-1 1-15 0,3-1-94 15</inkml:trace>
  <inkml:trace contextRef="#ctx0" brushRef="#br1" timeOffset="195651.49">29684 7577 453 0,'0'-2'325'0,"0"0"-441"16,0-2 380-16,0 0-213 0,0 1-41 0,0 1-8 16,0 0 2-16,0 0-5 0,0 2-10 0,0 2 6 0,0 0-1 15,-4 9 4-15,-11 19-1 0,-2 3 1 0,3-3-1 16,-3 1 2-16,0-1 0 0,2 0 0 0,2-4 1 16,0 2 0-16,2-2 8 0,2-8-7 0,1 3 3 15,5-10-4-15,-1-2 3 0,2-1-1 0,0-5-1 16,0 1 1-16,1 0 2 0,-1-2-3 0,0-1 4 0,0 1-5 15,0 0 1-15,0 0 4 0,2 0-5 0,-2 0 5 16,2 0-8-16,0-1 4 0,0 1 2 0,-1 0 0 16,1 0-4-16,0 0 15 0,0 0 0 0,0 0 8 15,0-1 20-15,0 1-5 0,0 0-3 0,1 0-1 16,3 0-13-16,7 0-6 0,19 0 1 0,0-2-2 16,3 0 4-16,8-2-11 0,2 0 4 0,1 0-6 0,-5-4 4 15,-5 1-8-15,-8 1 3 0,-2-1-4 0,-2 1-1 16,-7 0-21-16,-2 0-3 0,-6 3-6 0,-5 1-20 15,2-2-121-15,0-2 13 0,-1 0-54 0,-3 2-35 0</inkml:trace>
  <inkml:trace contextRef="#ctx0" brushRef="#br1" timeOffset="195750.96">29504 7497 301 0,'0'0'78'0,"0"-2"-7"0,0 0 18 15,0 0-1-15,0 0-25 0,0 0-39 0,0 1-11 16,1-1-3-16,1 0-2 0,2 0-12 0,16-5 7 0,16-3-11 15,-3 7-4-15,2 1-145 0</inkml:trace>
  <inkml:trace contextRef="#ctx0" brushRef="#br1" timeOffset="196049.43">30098 8052 488 0,'0'0'38'15,"0"0"1"-15,-2 0-12 0,0 0 1 0,0 0-16 16,0 0 6-16,0 2 6 0,1 0-6 0,-1-1 5 16,0 1 5-16,0 0 18 0,0 2 12 0,0 0-1 0,1-1 25 15,1 1-15-15,0 0-10 0,1-1 0 0,1 1-28 16,2 0-5-16,7 3 7 0,15 6-7 0,2-2 8 16,3-3 7-16,3-3-3 0,-1-3 2 0,3 0-14 0,1-2 0 15,2 0-6-15,-6-2 4 0,-1-1-14 0,-6-1 5 16,-8 0-2-16,-3 0 2 0,-2 1-5 0,0-1 16 15,-2 0-2-15,-5 2 7 0,-4 2 0 0,7-13-16 16,-2-9-2-16,-5-2-5 0,-5-2-7 0,-9-2-1 16,9 0-5-16,-36 4-1 0,-6 2-36 0,-3 3-43 15,-4 3-15-15,-2 6-18 0,-4 9-135 0</inkml:trace>
  <inkml:trace contextRef="#ctx0" brushRef="#br1" timeOffset="196774.78">21848 7484 152 0,'0'0'88'0,"0"0"-5"0,-2-2 22 16,1 0-5-16,-1 0-22 0,0 0-26 0,0 0-30 16,2 1 3-16,0-1-13 0,0 0 0 0,0 2 27 15,0 0-8-15,2 0 11 0,0 0-28 0,1 0 9 16,20-2-4-16,12-2 9 0,0 1 11 0,6-1 0 16,0-2-2-16,0 1-2 0,5-3-22 0,-3 5-14 15,-6-1 4-15,-3 2-5 0,-7 0 7 0,-4 2-12 16,-7 0 1-16,-1 0-5 0,0 0 6 0,0 2-22 15,-4 0 0-15,-3-2-11 0,-3 0-30 0,-1 0-179 0,0 2 26 16</inkml:trace>
  <inkml:trace contextRef="#ctx0" brushRef="#br1" timeOffset="196976.35">22097 7376 434 0,'0'0'72'16,"0"0"-6"-16,0-2 4 0,0 0 2 0,0 0-29 15,0 1-22-15,0-1-12 0,0 0 0 0,2 0-4 16,0 0 6-16,0 2 34 0,0 0-11 0,-1 0 15 16,1 2-26-16,0 0-14 0,0 2 1 0,4 12-8 15,-3 12-7-15,-1 7 3 0,-2 3-4 0,0 8 1 0,-4 4-27 16,-7 11-49-16,-5 4-20 0,-1 10-13 0,-2 1-111 16</inkml:trace>
  <inkml:trace contextRef="#ctx0" brushRef="#br1" timeOffset="197240.5">21726 9470 752 0,'0'-1'16'16,"-2"-1"34"-16,0 0-45 0,2 0 10 0,0 0-6 16,0 0 7-16,0 0-13 0,2 1 0 0,0-1 2 0,2-2-2 15,1 0 0-15,21-12 1 0,6-1 0 0,-5 6 0 16,-1 1-7-16,-1 3 5 0,-1 0-2 0,-2 1 4 16,4 0-2-16,0 3-10 0,-11 1-2 0,3 0-7 15,-6 0-30-15,1 2-254 0</inkml:trace>
  <inkml:trace contextRef="#ctx0" brushRef="#br1" timeOffset="197720.84">21269 8137 377 0,'0'-2'194'0,"0"1"-238"0,0-3 225 0,0-2-118 16,-2-3-39-16,2 5-12 0,0 2-8 0,0-1 0 16,0 1-10-16,0 0 6 0,0 0 2 0,0 2 2 15,0 2 3-15,0 0-8 0,0 2 1 0,0 9-3 16,0 11 7-16,0 2-2 0,0 0 4 0,0 0-3 16,0 0 7-16,2-2-9 0,2 0 1 0,-1-2-2 15,1-1 8-15,0-1 13 0,1-3 4 0,1-4 3 0,0 0 27 16,-1-4-5-16,1 0 0 0,-4-5-5 0,7 0-24 15,6 7 12-15,-4-5-4 0,6-3 9 0,-1-3 2 16,1-2-10-16,3-5 2 0,-1-6-5 0,-2 4 3 0,1-19-13 16,-3 0 2-16,-4 0-6 0,0 2-3 0,-1 0-6 15,-3 4 4-15,1 0-4 0,-1 3 1 0,-3 2-6 16,-1 2-3-16,-1 4-1 0,0 2-7 0,4 2-74 16,-4 3-10-16,-1 0-25 0,-1 2-59 0,2-1-64 15,0-1-2-15,0 0-12 0,0 2 95 0</inkml:trace>
  <inkml:trace contextRef="#ctx0" brushRef="#br1" timeOffset="197970.46">21744 8221 208 0,'0'0'115'0,"0"0"-11"0,0 0-2 0,-1 0 10 16,-1 0-51-16,0 0-33 0,0 0-8 0,-2 0 1 15,1 2-2-15,-1 0-3 0,2-2-1 0,-4 3-1 0,1 16 2 16,1 3 2-16,0 4-15 0,3 0 8 0,-1 4-9 15,0 0 10-15,-17 1 1 0,8 1-1 0,4 3 2 16,5 2-7-16,2-3 20 0,2-3-9 0,1-7 11 16,3 4-16-16,0-6-3 0,1 8-1 0,-1-6 0 15,-1-3-5-15,-1-1 4 0,-2-9-3 0,0 2 3 16,-1 4-12-16,-1-4-40 0,-1 7-34 0,-3-5-11 0,-4 2-193 16</inkml:trace>
  <inkml:trace contextRef="#ctx0" brushRef="#br1" timeOffset="198127.52">21492 8659 813 0,'0'-2'25'0,"2"-5"40"0,13-23-46 0,-1 4-4 16,-1 2-5-16,28-2 3 0,6-2-9 0,1 2-5 15,0 2-11-15,2 2 0 0,-3 3-37 0,-1 1-94 16,4 3-18-16</inkml:trace>
  <inkml:trace contextRef="#ctx0" brushRef="#br1" timeOffset="198500.3">21605 6550 483 0,'0'0'25'0,"-2"0"2"0,0-2 7 16,1 0-10-16,-3 0-1 0,0 0-16 0,0 1-4 15,3-1 4-15,-1 0-4 0,0 0 4 0,0 2 7 16,0 0-4-16,2 0 8 0,0 0 7 16,0 0 16-16,2 0-1 0,2 0 5 0,9 0-3 0,15 0-3 15,1 0-1-15,7 2-2 0,-1-2-12 0,8 0-4 16,3 0-5-16,8 0 0 0,1 4-13 0,-6-3 2 0,-3 1 2 16,-5 0-2-16,-4 2-9 0,0 0-7 0,-5-1-8 15,-6-1-1-15,-4 0-38 0,-3 0-140 0,-4 0 17 16</inkml:trace>
  <inkml:trace contextRef="#ctx0" brushRef="#br1" timeOffset="198732.61">22255 6442 472 0,'0'0'79'0,"0"-2"-77"0,0 0 89 0,0 1-41 15,0-1-21-15,0 0-25 0,0 0 4 0,0 0-9 16,2 0 5-16,0 0 6 0,0 1 0 0,1-1 2 0,14 0-7 15,2 0 14-15,3 2-6 0,-4 2 9 0,-1 0 0 16,0 3-6-16,-2 1 4 0,0 1-4 0,-2 3 6 16,0-1-14-16,-4-7 4 0,-2 9-7 0,1 2 10 0,-5-4-10 15,-1 2 4-15,6 0-7 0,-3 1 2 0,-3-3 1 16,-2 4-5-16,-4 0 2 0,-5 2-22 0,-11 0-41 16,-17-2-9-16,-2 0-14 0,1-2-56 0,1 0-55 15</inkml:trace>
  <inkml:trace contextRef="#ctx0" brushRef="#br1" timeOffset="199251.22">21568 5584 498 0,'0'-2'52'16,"-2"1"10"-16,-2-11-6 0,-3-12-32 0,1 8 4 15,1 3-7-15,5 9-16 0,-2 0 7 0,0 0-10 16,0 3 4-16,0-1-6 0,1 0-1 0,-1 2-2 0,0 0 3 16,0 2 6-16,0 1-4 0,0 10 5 0,-1 12-5 15,3-1-3-15,0 2 2 0,0-4-3 0,0 0 2 16,0 2 5-16,0 2 3 0,0 2 0 0,0-2-2 0,0 0 4 15,0 0-3-15,0 0 4 0,0-2 0 0,-2 1-8 16,0-7 3-16,-2 3-3 0,2-8 3 0,0-4-5 16,-1 0 2-16,1-5-2 0,0 0 0 0,-2-1-1 15,-1 1-1-15,-8 3-1 0,-6-1 0 0,2-4 2 16,-1-2 2-16,-1-2 0 0,8 0-6 0,-2-2 4 16,0-1 0-16,2 1 3 0,-6-3-5 0,8 3 8 15,2 0-4-15,1 2 7 0,4 2-5 0,0 0 15 16,-1-1-7-16,-1-1 10 0,0 0-1 0,2 0 1 15,2 0 6-15,0 0-3 0,2 0 27 0,0 2-5 0,30-16 8 16,10-1-8-16,-1 4-3 0,2 2-14 0,1 0-8 16,-3 1-1-16,0 1-21 0,-4 2 3 0,-5 1-3 15,-4 1 3-15,-4 1-6 0,-2 0 0 0,2 2 1 0,-1-1 0 16,-5 1 2-16,-3 0-32 0,-6 0-3 0,-3 2-13 16,-3 0-24-16,1 0-5 0,0-2-4 0,0 0-1 15,-1 0-24-15,-1-1-6 0,-2 1-2 0,0-7-2 16,-2-1-24-16</inkml:trace>
  <inkml:trace contextRef="#ctx0" brushRef="#br1" timeOffset="199750.42">21510 5532 221 0,'0'0'75'0,"-1"-2"-3"15,-1 1 58-15,-2-3-22 0,-7-5 5 0,0 7-47 16,5-2-4-16,2 0-3 0,4 2-3 0,-3-1-39 16,-1-1-6-16,2 2-8 0,0 0 4 0,2 0 5 0,2 1-2 15,0-1 3-15,7-4-6 0,17-7-5 0,0 4 3 16,0 5-1-16,-2 2 0 0,-1 2-11 0,-5 0 0 15,1 4-10-15,1 2 6 0,1 1-24 0,-3 2-7 16,1-1 1-16,1 1-5 0,-3-2-8 0,2-1 5 16,1 1 3-16,0-1 2 0,1 0 25 0,-3-1 3 15,5 1 0-15,-12-4 1 0,7 3 1 0,-8-3-17 16,-7 0 10-16,1 0-11 0,0 0 25 0,-2-1-1 16,-1 1 5-16,1 0-3 0,-2 2 16 0,0 0 0 15,-2-1-4-15,1 1 3 0,-3 3-5 0,0-1 3 0,0 0 5 16,3 1-4-16,-9 0 1 0,5 3 2 0,-1 1-2 15,1 0 3-15,1 2-2 0,0 0 7 0,0 2-2 16,-9 3 4-16,2 3-2 0,2 3-5 0,5 0 0 0,2 2-1 16,2 2-2-16,0-4 5 0,4 2 0 0,2 2 2 15,-1-2-4-15,6 6-1 0,-3-8-3 0,3 4 2 16,-4-4 4-16,-1-4-5 0,3 6 1 0,-3-9-4 16,1 5 0-16,-1-5 9 0,-1 1 2 0,-3-3 1 15,-2-4-5-15,0 0-18 0,-2-3-8 0,1-3-2 16,-1-1-15-16,-9 4-7 0,-4-1 1 0,2-3-2 0,0-4 21 15,0-2-28-15,3-4 2 0,-1-5-14 0,6-17-9 16,-3-1 50-16,-1 1-5 0,0 5 20 0,0 1 9 16,-1 6 12-16,3 1 13 0,1 4-3 0,1 3 25 15,3 3 15-15,-2-1-9 0,4 4 8 0,-2-2-31 0,0 1-8 16,2 1-3-16,0 0-1 0,0 0 1 0,0-2 8 16,4-1-1-16,18-3 2 0,25-1-7 0,10-2-18 15,8-2-2-15,4 2-5 0,3 2-4 0,-3 1-174 16,0 3-61-16</inkml:trace>
  <inkml:trace contextRef="#ctx0" brushRef="#br1" timeOffset="-39194.51">18003 7788 24 0,'0'0'22'0,"0"-2"-3"0,0 1 31 15,0-1 5-15,0 0-5 0,0 0-1 0,0-2-7 16,0 1-5-16,0-1 3 0,0 0-15 0,0-3-1 16,0 1 2-16,0 2-3 0,0 1-11 0,0-3-7 15,0 2 4-15,0 3-5 0,0-5 0 0,0 2 3 16,0 2-6-16,0 1 5 0,-2-5-16 0,2 4 8 0,0 0-3 15,0 0 4-15,-2-1-5 0,1-1 8 0,-1 0-4 16,0 2 3-16,0 1-11 0,0-1-2 0,0 0 4 16,0 0-3-16,1 2-23 0,-1 0-98 0</inkml:trace>
  <inkml:trace contextRef="#ctx0" brushRef="#br1" timeOffset="-36729.46">17119 7753 43 0,'0'0'4'0,"0"0"10"16,0 0 3-16,0-2 5 0,0 0 10 0,0 0 1 16,2-1 2-16,0-8-1 0,2-4 12 0,-2 0-8 15,-1 0 5-15,1 0-6 0,0 4 17 0,0-4-12 16,0 2 3-16,0 2-8 0,0 0-11 0,-1 0-11 15,-1 1 3-15,0 3-5 0,0 1 6 0,0 1 0 16,0-3 1-16,0 3-1 0,0-1-5 0,0 3 7 16,0 1-2-16,0-2 5 0,0 0 1 0,0 1-15 0,0-1-1 15,0 2-4-15,0 0-5 0,0 0 2 0,0 0 0 16,-1 2 0-16,-1 0 8 0,0 0 5 0,-2 2 4 16,0 0-2-16,-1 2-3 0,-6 9-2 0,0 5 0 15,1 7 0-15,-1-7-6 0,6 6 0 0,-5 2-1 0,3-5 1 16,3 1 1-16,0-5 4 0,1-4 2 0,1-2 2 15,0-4 9-15,0-3 8 0,0 0-7 0,-1-1 6 16,1 1-15-16,0 0 14 0,0 0-10 0,0-3 11 16,2 1-4-16,0 0-5 0,2 0 2 0,0-2-6 15,2-2-12-15,-1 0 8 0,1 0-4 0,5-11 4 16,1-3-4-16,-3-5-6 0,-1 5 3 0,-1-1-6 0,1 0-4 16,7-1 10-16,-4 1-5 0,-2 2 9 0,-3 0-11 15,-2 4-2-15,0 0 2 0,-2 0-1 0,0 1 10 16,0 5-11-16,-2-1 8 0,2 3-8 0,-2-1 14 15,0 0-8-15,-7-3 0 0,-6-3-2 0,-2 3-3 0,3 3 5 16,-1 2-7-16,0 2 7 0,2 0-7 0,2 2 3 16,-2 4 1-16,2-1-1 0,3 1-5 0,1 3 7 15,1 12-2-15,4 3 3 0,0 0-3 0,-12-4 2 16,4 1 0-16,5-3-2 0,1-5-2 0,2 2 9 16,2 0 2-16,0-6 2 0,0 3-11 0,0-5 7 15,2 0-2-15,0-3 4 0,0 0 1 0,1 0-3 16,1-3-5-16,7 3 2 0,4 0-3 0,-2-4 6 15,0-2 3-15,-2-2-2 0,0-3-8 0,-1-1 3 0,-1-1-2 16,0-11 2-16,-3-1-4 0,-2 3 3 16,-3-1-2-16,11 2 3 0,-3 3 3 0,-2-1-5 0,-3 4 1 15,-2 1-2-15,-2 3-1 0,0 1 6 0,0 4 0 16,0 1 3-16,-2-3-8 0,-2 0 2 0,-1 2-3 16,-8-1 3-16,-4 3-3 0,4 0 1 0,-2 1 0 0,4 3 1 15,2 0 0-15,3 0 0 0,1-1 0 0,1-1 1 16,2 0 3-16,-7 9-6 0,3-2 4 0,4-5-3 15,0 2 10-15,1-3-6 0,-1 1 5 0,2 0-6 16,0 0 7-16,0-1-8 0,2 1 0 0,-1-2-2 16,1 0 2-16,2 0-1 0,0-2 2 0,-1 0-2 15,-1 0-1-15,6 0 6 0,-3 0-1 0,1-2 1 0,-1 0-12 16,1 0 10-16,-2 0-7 0,-2 2 9 0,-1-7-3 16,1-3 1-16,0 5 0 0,4-3-1 0,-3 3-4 15,1-1 0-15,0-1 1 0,-2 3 0 0,0 0 1 0,-2 3 3 16,0-3-2-16,0 2 2 0,0 0-2 0,0 0-1 15,1-1-2-15,1-1 1 0,-2 0-3 0,0 2 1 16,0 0 5-16,0 1-3 0,0-1 0 0,0 0 0 16,0 2-4-16,0 0 3 0,0 0-3 0,0 2 3 15,0 0 3-15,0 1-1 0,0 3 2 0,-3 11 0 16,-1 1-1-16,0-1 1 0,0 3-3 0,1-1-2 16,-1-1-2-16,0 3 1 0,1 3 8 0,1-4-9 15,-2 5 6-15,0-1-6 0,2 2 10 0,1 2-7 0,-1 5 1 16,0-1-3-16,0-1 1 0,0 3-1 0,0-5 1 15,0 5 0-15,-1-3 0 0,-1-1 6 0,0 1-4 16,1 1 4-16,1 0-10 0,0 1 9 0,0-1-2 16,0-1 4-16,2 1-9 0,0 1 2 0,0 6 2 15,0 2 0-15,2 0 2 0,2 3 2 0,-1-3-4 0,-1-4 4 16,2 6-4-16,0-4-4 0,-2-4-1 0,1 2 0 16,-1-1 5-16,0-8 0 0,0 3 4 0,0-1-3 15,0 0-1-15,-1-1 0 0,-1 3 0 0,0-2 0 16,0 1 4-16,2 1-4 0,-2-1 0 0,0 1 0 15,0-4-1-15,0 1 0 0,2-1 2 0,0 0 1 16,-2-2 4-16,2-2-3 0,0-3-3 0,-2 3 0 0,2-2-6 16,-1 0 5-16,1-3 0 0,-2-10 2 15,2 10 5-15,-2-8-7 0,0 2 3 0,2 2-3 0,-2-8 4 16,0-1 3-16,0-1-6 0,0 3 3 0,0-5-4 16,0 9 2-16,0-3 0 0,0-5 2 0,-2 3-3 0,2-5 1 15,-2 3 3-15,-1 1 0 0,-3 1 0 0,2-1-4 16,-3-4 3-16,-6 0-2 0,-4 0 8 0,0 1-4 15,-3 1-2-15,1 0 0 0,3-1 2 0,-3-1 0 16,1 0 4-16,-1 2-4 0,0 0-1 0,-1-3-3 16,1 5 3-16,1-2-1 0,1-2 5 0,4 1-3 15,2-1-1-15,2 6 0 0,0-1 4 0,1-1-10 16,4-5 3-16,-5 7-4 0,0-3 9 0,5-3-8 16,-7 4 2-16,7-4-5 0,1 0 4 0,-1-1 2 15,2 1-1-15,0 0 3 0,0 0-2 0,0 0-1 0,1 0 0 16,-1 0-1-16,2 1 2 0,0 1-5 0,2 0 2 15,-1-1-3-15,1 1 5 0,-2-2 4 0,24 4-4 16,4-1 3-16,2 1-5 0,1-1-2 0,-1 1 3 0,-4 1-3 16,2-1 4-16,-6 1 5 0,2-1-5 0,1 1 6 15,-3 1-12-15,-2 1 6 0,3-2-3 0,-5-1 4 16,1 1 4-16,-3-1-9 0,1 1 7 0,-4-1-6 16,0 0 10-16,-2 1-9 0,-1-1 2 0,-5-3-4 15,1 3 7-15,-3-2 1 0,-1-3-4 0,0 1 2 16,0 2 2-16,2 0-1 0,-1-1 3 0,1 1-4 15,-2 0 1-15,0 0 5 0,0-1-4 0,-2 1 4 0,0 0-7 16,0-2 7-16,-2 5-6 0,-2 0 6 0,-1 3-8 16,-16-1 1-16,-3 0 5 0,0 2-4 0,0-1-2 15,-6 1 1-15,0-2-2 0,-3 2 2 0,-1-2 3 0,-3 3-4 16,2-1 3-16,-2 0-3 0,3-4 3 0,7 3 1 16,-5-3-1-16,8-1 0 0,-6 3-3 0,10-2 4 15,-1 3 1-15,5-1 0 0,5-2-2 0,-8 1-3 16,10-1-5-16,-1 2 1 0,5 3-4 0,3-1 8 15,-7 0 0-15,1 2 2 0,3 0 2 0,3-2-4 16,2 2 0-16,0-4-2 0,0 4-4 0,2-5 5 16,3 1-6-16,-1-3 5 0,24-5-6 0,5 1 5 15,1 19 3-15,-1-10 0 0,8-4 7 0,-4-3-4 0,2-4-1 16,4-2-1-16,-6-2 6 0,0 1-9 0,-4-3 4 16,-3 2-5-16,0 1 6 0,-6 1-4 0,2 2-1 15,-6 2-2-15,1 0 4 0,-4 1-2 0,-3 1 3 16,-1 0-2-16,-1-1 8 0,-7-1-5 0,3 2-1 0,-3 0-1 15,-1-2-1-15,-2 5 5 0,9 8 1 0,-4 2 3 16,-3-3 4-16,-2 7-1 0,-2-4 1 0,-6 1-2 16,-1-1-6-16,-4-2 3 0,-4 0-3 0,-9-1 3 15,-4 3-5-15,2-2 0 0,-2 0 2 0,-2-4-2 16,1-2-2-16,-1 1 2 0,4-1 3 0,-2-2 0 16,2 1 3-16,4 1-3 0,-4-4-4 0,5-1 2 0,6-2-8 15,6 2 5-15,2-2 1 0,7-1 2 0,-2 1-3 16,-2 2-3-16,0 0-5 0,3-1 3 0,-1 1-4 15,0 0 2-15,2 0 4 0,0-1-2 0,0 1 1 0,2 0 2 16,0-1-4-16,-2-1 4 0,9 9-5 0,-5 4 7 16,7 4-5-16,0 5 5 0,0 4-3 0,-2 9-1 15,1 4 3-15,-7 3-2 0,1 7 4 0,22-1 0 16,-13 2-1-16,-6 2 1 0,-3-1-1 0,-2-2-2 16,-2-7 1-16,0-1-1 0,-2-12 1 0,-2 3 7 15,1-3-4-15,-1-1 4 0,-2 0-13 0,3-2 5 16,-1-1 1-16,-2 3 1 0,1-2 1 0,-3 4 3 15,3-3-4-15,-1 1 3 0,3-2-1 0,-1 0 0 16,2 1-1-16,0-3 0 0,2 0 2 0,0-1-3 0,0-5 3 16,0 2-3-16,0 0 0 0,0-1 6 0,0-4-6 15,2-3 5-15,-2-1-5 0,2-1 4 0,0 4 0 16,0-6 0-16,-2-5 5 0,0-1-4 0,0-2 4 16,0 0-4-16,0-1 0 0,0 3-6 0,1 0 4 0,1 0-3 15,0-1 7-15,0 1-4 0,-2-2-5 0,0 0 2 16,0 0-5-16,0-1-23 0,0 1 2 0,0 0-17 15,2 0-78-15,-2 0-103 0,0 0-21 0,0 0-30 16,0-1-130-16</inkml:trace>
  <inkml:trace contextRef="#ctx0" brushRef="#br1" timeOffset="-36282.53">16315 12220 588 0,'0'0'21'0,"-2"0"-4"0,1-2 9 16,-1 1 4-16,-2-1-9 0,0 2-11 0,-1 0 1 16,-3 0 3-16,3 0-1 0,-1 0 9 0,2 0 1 15,1 0-1-15,1 0 3 0,0 0 12 0,-2 0 9 0,1 0 5 16,-1 0-1-16,2 0 7 0,0 0-10 0,0 0-5 15,2 0 0-15,0 0-9 0,2 0 9 0,2 0-4 16,14-2 5-16,18 0-12 0,5-2 3 0,1-1-2 16,12 1 1-16,0 0-12 0,-4-1-1 0,6-3 2 0,-2 3-3 15,3-1-7-15,-1 1-2 0,-4 1-5 0,-9 0 3 16,-6 0-3-16,0 1 1 0,-4 1-2 0,-3-2 1 16,-2 0-6-16,-6 3 9 0,-3-1-6 0,-4 2 8 15,-2 0-6-15,-4 0 7 0,-2 0-2 0,-3 0 3 16,0 0 0-16,-1 0 9 0,1 0 1 0,0 0 2 15,-2 0 12-15,0 0-21 0,-1 0 8 0,1 0-14 16,-2 0-5-16,0 0-4 0,0 0-1 0,-2 0-3 0,1 0-23 16,-1 0 1-16,-2 0-5 0,-3 0 4 0,-5 0-17 15,-1 0-30-15,2 0-4 0,0 0-9 0,-2 0-19 16,0 0-46-16,-2 2-7 0,0 1-20 0,-3 3-81 0</inkml:trace>
  <inkml:trace contextRef="#ctx0" brushRef="#br1" timeOffset="-35953.24">16323 12580 557 0,'0'0'123'0,"-2"0"14"0,0 0 2 16,0 0-45-16,0 0-8 0,0-1-34 0,1-1-25 16,-1 2 0-16,0 0-8 0,0 0 5 0,0 0-17 0,2 0 3 15,0 0-7-15,2 0 9 0,0-2-1 0,2 0 6 16,18-5-6-16,6-3 0 0,0-1-13 0,3 2-1 0,-3 0-2 15,2 1 11-15,-6 3-13 0,-7 1 3 0,-6 2-9 16,-4 0-1-16,-5 2-3 0,2 0 6 0,-2 0-3 16,1 0 17-16,1 0-3 0,-2 0-3 0,0 0 0 15,0 0-3-15,-2 0 7 0,0 2-1 0,0 0 1 16,-2 0-1-16,0 0 4 0,-2 1 2 0,0 1 1 16,3-4-3-16,-5 6 8 0,2 1-4 0,2-1 5 15,-1-1-2-15,-5 4 5 0,6-5-1 0,-1 4 0 0,1-1-9 16,2-5 11-16,0 3-6 0,2-1 7 0,1-2-15 15,35 15 0-15,1-10-8 0,5-9 0 0,10-7-45 16,2-8-78-16,1-3-14 0,1-2-45 0,1-3-284 0</inkml:trace>
  <inkml:trace contextRef="#ctx0" brushRef="#br1" timeOffset="-33864.73">17596 10466 72 0,'0'-2'22'0,"0"0"-12"16,0-2 32-16,2-20-11 0,0-4 11 0,0-7-2 16,0 3-10-16,0-1 6 0,1-4-10 0,1 0 17 15,0-4 2-15,1 6 4 0,-1-3 15 0,0 9-2 16,1-1 3-16,-1 6-3 0,0 5-3 0,0 4-15 15,-3 4 0-15,1 6-5 0,-2 1-2 0,0 2-26 16,2-2 4-16,0 3-10 0,0-1 17 0,-2 2 9 0,0 2-1 16,0 9-1-16,-4 35-18 0,-3 6-3 0,-6 2-3 15,-2 4 1-15,-2-3-1 0,0 3-4 0,1-1 3 16,-3-5-4-16,1-7 0 0,-1-4 6 0,2-6 0 16,2-5 1-16,2-2-2 0,4-6 12 0,2-2 0 0,-1-1 5 15,3-4 4-15,1-2 7 0,2-2-2 0,0-4 3 16,2-1-6-16,0-2-4 0,0-1-3 0,0-1 2 15,0 2 2-15,0 0-1 0,0-1 3 0,-2-1-4 16,1 0-5-16,1 0-15 0,0-2 3 0,0 0-6 16,0-2 0-16,0 0-3 0,0-7-1 0,5-17 1 15,3-4 9-15,1-3-6 0,2-3 0 0,4-8-2 16,3-4 1-16,1-10 0 0,3-9-1 0,1 6 1 0,-3-4-3 16,0 6 5-16,1 8-1 0,-3 3 2 0,-1 7-1 15,-2 10 1-15,-2 1 0 0,-2 6-1 0,0 3-1 0,-1 7-3 16,-9 1 3-16,18 1-4 0,-2 5 4 0,-2 2 0 15,-2 3 1-15,0-8-1 0,0 3-3 0,0 3 5 16,0 2-5-16,-6 2 6 0,-1 2 1 0,-3 2-5 16,7 11 3-16,-1 14-5 0,-7 5 3 0,-6 5 3 15,-5 4 0-15,-6 1 1 0,-6 6-4 0,-1-3 3 16,-2-5-2-16,2-1 4 0,18-5 1 0,-18-5-2 16,3-1-3-16,-1-10 1 0,5-5-2 0,4-6 2 15,1-3-1-15,9 0 2 0,-3-1-6 0,2-1 10 16,0 0-3-16,-2 1 5 0,1 1-9 0,1-1 6 0,0 1 0 15,0-1 1-15,2 1-3 0,0-4 0 0,0 2 2 16,0-3-1-16,0 1-4 0,4 2 4 0,13-2-7 16,1 0 5-16,1 0-4 0,1 12 3 0,1-4-1 15,1-3 2-15,-2-1-4 0,-1-3 0 0,-1-1-1 0,-1 0-1 16,-2 0-13-16,0 0-19 0,-4-2 1 0,0 2-8 16,0-1 1-16,0 1-87 0,2 0 18 0,-1 0-42 15,-1 0 4-15,-4-2-11 0,1 0 5 0,-3 0-4 16,1 0 17-16</inkml:trace>
  <inkml:trace contextRef="#ctx0" brushRef="#br1" timeOffset="-33663.86">18068 10464 399 0,'0'0'63'0,"0"-2"103"0,0 0-109 0,0 0 1 16,0 2-14-16,0 0 5 0,0 0-38 0,0 0 18 15,0 2 4-15,0 0 6 0,0 0 14 0,0 0-15 16,-2 14 1-16,0 1-6 0,0 2-11 0,-1-1-2 15,-1 1-4-15,-2-1 3 0,1 1-9 0,-1-1-7 16,1-1 0-16,-1 2-3 0,1-3 11 0,1 1-8 16,0-2-1-16,0-2-2 0,3-2-6 0,-1-2-8 15,0 1-6-15,0-3-11 0,0-1-116 0,2-1-78 0,0-1-11 16</inkml:trace>
  <inkml:trace contextRef="#ctx0" brushRef="#br1" timeOffset="-33442.92">18516 10364 1378 0,'0'-2'25'16,"0"0"-2"-16,0 0-6 0,-2-7 2 0,2 3-14 15,0 2-12-15,0 1 7 0,2-1 0 0,-2 2 3 16,14-7 9-16,14-2-12 0,4 3 4 0,1 6-5 0,1-7 4 15,1 0 3-15,-2 1-6 0,-3-3 5 0,2 6-3 16,-5 1 0-16,-2-2 1 0,-1 5-1 0,-6-3-4 0,-3 0-7 16,0-7-3-16,4 0-2 0,-5 3-21 0,-2 5-108 15,-9 3-8-15,3-2-44 0,-4 2-132 0</inkml:trace>
  <inkml:trace contextRef="#ctx0" brushRef="#br1" timeOffset="-33197.44">18709 10048 1070 0,'0'0'26'0,"0"-2"0"0,0 0-3 0,0 0-4 16,0 0-8-16,0 1-11 0,0-1 0 0,0 2-3 16,0 0 3-16,0 2 8 0,0-1 8 0,0 12-4 15,-2 17 4-15,0 7-7 0,-2 2 0 0,0 0 0 0,-3 8 0 16,1-6-3-16,-1-4 1 0,-2 2 0 0,-1-10-1 15,-1 3-6-15,2-4 1 0,2 0 1 0,-1-4 0 16,1-2-5-16,-1 0 0 0,3-5-8 0,1 0 3 16,2-4-28-16,0-2-55 0,2-4 8 0,0-3-19 15,0 0 48-15,0-2-100 0,0 1-2 0</inkml:trace>
  <inkml:trace contextRef="#ctx0" brushRef="#br1" timeOffset="-32636.79">19332 9857 988 0,'0'0'20'0,"0"0"4"0,0 0-14 16,-1 0-9-16,-1 2-3 0,0-1 7 0,-4 9-2 16,-10 25 5-16,-3 8-6 0,2-1 4 0,-3 12-6 15,1-2 0-15,-1 2 0 0,1 4 1 0,3-5 7 0,-3-1 1 16,2-3 2-16,3-8-4 0,1-8 12 0,0-3-10 15,0-2 12-15,1-6 1 0,3-4 3 0,4-3 11 16,1-4-7-16,0-1 1 0,2-3-18 0,2-3 1 16,0-1-4-16,0-1 5 0,-2 2 0 0,1 0 3 15,-1-1-1-15,0-1 4 0,0 0-15 0,2 0-2 0,0-2-3 16,0-2 2-16,2 0-4 0,2-9 0 0,10-24-2 16,1-6 3-16,0-7-1 0,0-4 2 0,0-2-2 15,0 0 0-15,0-2 2 0,-2 3-1 0,0 2 0 16,0 5 1-16,-2 5-1 0,0 4 1 0,2 2 0 15,0 3 4-15,0 6 3 0,2 2-6 0,-12 4 4 16,18 1-5-16,-1 2 0 0,2 4 0 0,3 2 0 16,1 6 0-16,-2 3-2 0,-4-13-1 0,-1 6-1 0,-4 5-3 15,-6 4 10-15,0 0-1 0,-3 0 4 0,-3 2-6 16,1 2-4-16,2 7 4 0,-1 17 0 0,-5 1 3 0,-7 3 1 16,-8 3-4-16,-5 6 2 0,14-4-3 0,-22 4 6 15,2-4-5-15,0-2 6 0,2-1-2 0,4-8-3 16,-1 3 4-16,6-8-5 0,4-1 0 0,6-1 0 15,-1-6 1-15,2 2-1 0,1 0 2 0,-7-4 6 16,3 2-3-16,1-4 6 0,3-2 0 0,1 3 4 16,2-3-6-16,0 1 4 0,0 1-8 0,2-2 5 15,1 1 0-15,-1-5-1 0,11 3-12 0,11 11 0 16,2-6 2-16,6-4 1 0,1-1 0 0,3-6-4 0,3 0-4 16,-4 0-3-16,2-2-27 0,-4 0-18 0,-3-2-35 15,4 1 5-15,-10 1-118 0,0 0-184 0</inkml:trace>
  <inkml:trace contextRef="#ctx0" brushRef="#br1" timeOffset="-32277.51">19711 10427 570 0,'0'-2'97'0,"0"-4"214"16,2-12-289-16,2 3-7 0,0 4-5 0,3-6 1 0,4 0-5 15,8 1-3-15,12 1 7 0,3 4-5 0,-6-2 10 16,1 5-7-16,-1 4 4 0,-6-10-5 0,1 4 3 16,-7 8 1-16,-3 2-1 0,-2 2 2 0,-3 2 1 0,-4 0-8 15,12 22 4-15,-5 3-5 0,-5-1 10 0,-6 4 4 16,-2-4-6-16,-5-2 4 0,-3 0-14 0,1-8 9 16,-2 1 1-16,7-4 1 0,-16 0-4 0,1-3 6 15,3 1-8-15,6-1 6 0,-1-5-8 0,6 0 7 16,1-3-3-16,0 2 4 0,2-3 8 0,2-1-12 15,0 0 9-15,0 0-11 0,-1 2 4 0,-1-1-7 16,0 1 1-16,2 0-2 0,0-2 3 0,2 0 3 16,1-1 0-16,21 5 1 0,4-4 0 0,-2-2-10 0,2-2 5 15,0-2-5-15,2-1 5 0,-4 1-4 0,2-2-4 16,-2 3 0-16,-2-1-9 0,-2 0-46 0,0 2-34 16,-3 1-24-16,-2 1-289 0</inkml:trace>
  <inkml:trace contextRef="#ctx0" brushRef="#br1" timeOffset="-26274.63">10589 9227 59 0,'0'0'0'0,"0"-2"7"0,0 1 78 0,0-1-19 0,0-2 3 15,0 0-30-15,0 1-11 0,2-7-15 0,0 3 11 16,0-2-11-16,1-1 13 0,-1 3 0 0,0-1-5 16,0 1 5-16,0 0 12 0,0-1-7 0,0 3 15 15,-1-3-13-15,1 3 16 0,0 1-18 0,0-2 3 16,-2 3-6-16,0-1 5 0,0-2-8 0,0 3 3 0,0-1-3 15,0 0-7-15,0 0-8 0,2-1-5 0,-2 1 2 16,2-1 2-16,-2 1-3 0,0-2 4 0,0 3-3 16,2-3 11-16,-2 2 1 0,0 2 1 0,0-1 2 15,0 1 10-15,1-2 8 0,-1 0-6 0,0 3 6 16,0-3-7-16,0 2-13 0,2-2 5 0,-2 1-9 16,0-1-5-16,0 0-10 0,0 0 7 0,2 3-7 15,0-1 0-15,0 0 2 0,0 0-3 0,0 0 6 0,-1 0 4 16,1 0-8-16,0 1 2 0,0-1-3 0,0 0 10 15,-2 0-7-15,0 0 4 0,0 0-5 0,0 0 1 16,0 1 5-16,2-1-6 0,-2 0 6 0,2 0-11 0,-1 0 9 16,-1 0-3-16,0 2 5 0,2 0-8 0,0 0 8 15,0 0 0-15,0 0 2 0,0 0-4 0,0 0 0 16,-1 2-1-16,1 0 2 0,0 0 4 0,0 2-7 16,-2-3 0-16,6 18-2 0,-3 0 8 0,1 1-9 15,0 2 2-15,-2-1-4 0,-1 1 2 0,1 0 2 16,0 1-2-16,0-1 0 0,0 0 1 0,0-1-4 15,1 1 6-15,1 0-6 0,0-2 2 0,0 1 2 16,-1-3-2-16,1-1 2 0,2 4-3 0,-3-7 8 0,3 3-4 16,-2-6 6-16,-1-1-13 0,1-1 10 0,-2-2-5 15,2 1 8-15,-1 3-5 0,1 0 10 0,-2-5 1 16,2 3 3-16,-3-4 5 0,-1 1 5 0,2 3-1 16,-2-7 2-16,0 6-4 0,0 1-6 0,-2 0-6 15,-5 8 2-15,-2-2-10 0,1-4 2 0,-20 0-3 0,6-2 2 16,-2-3-2-16,0 3 4 0,2-1-2 0,-1-5 2 15,1 5-4-15,5-3 3 0,1-1 3 0,-1 0-2 16,0 7 4-16,0 0-5 0,-1-2 1 0,7-3-3 16,1-2-2-16,1-1-4 0,7-3 7 0,-5 4-6 15,3-2 8-15,0 0-11 0,-1 0 1 0,3-2-4 0,-2 1 9 16,1 1-3-16,-1 2-1 0,2 0-1 0,0-1-3 16,0 1 6-16,0 0-2 0,2 0 4 0,0-3-11 15,0 1 7-15,2 0 1 0,2 0 3 0,5 4 3 16,12 1-6-16,1 0 1 0,-5-3-2 0,1 0-4 0,1 0 5 15,-1-1-2-15,1-1 3 0,0 0-7 0,-5 0 4 16,1 2-2-16,-4-3 3 0,1 3 6 0,1 0-4 16,0 1 3-16,-4-1-5 0,0 2-1 0,-3-3-3 15,-3-1 2-15,3 2 0 0,-4-2 3 0,0 5 6 16,0 3-6-16,-1 1 6 0,5-4 0 0,0 2-2 16,-1 3 1-16,-1-3-1 0,-2 2 2 0,-2 2 6 15,0-2-1-15,-2 2 1 0,-2 0-9 0,-1-2 11 16,-5 2-6-16,1-2 6 0,-11 0-4 0,-1 1-4 0,-3-5 5 15,7 2-6-15,-5-3-2 0,3-1 9 0,-5-1-3 16,0 0 5-16,6 0 0 0,-5 1-7 0,12-1 1 16,-2 0-3-16,2-1-2 0,0 7-1 0,-2-3-1 15,4-1-1-15,5-5-1 0,-2 1-2 0,1 0 3 0,1 0-3 16,-1 0-3-16,3-2 0 0,-2 2 0 0,0 0 2 16,2-1 2-16,1 1 0 0,-1 0-5 0,0 0 4 15,2 2-5-15,0-1 6 0,2 1-3 0,1 0 4 16,3 0 0-16,18 7 0 0,4-4 0 0,-4-5 1 15,2-2 1-15,4 0-2 0,3 0-3 0,-1-2 0 16,-1 0-2-16,-5 0 8 0,0 1-4 0,0-3 4 16,2 0-10-16,-4 2 5 0,0 0 4 0,-3 1-1 0,-3 1-3 15,-1 0 4-15,-2 0-3 0,-2 0 3 0,-2 1-3 16,-3 1 1-16,-3 0-2 0,-1 0 2 0,0 0 0 0,-1 2 3 16,-3-3 5-16,8 12-3 0,-5-1 5 0,-1 4 2 15,-2 3-3-15,-5 3 2 0,-6 2-4 0,-4-1-5 16,5 1 8-16,-17-2-8 0,-3-3 6 0,0 1-1 15,6 0-3-15,-4-5 4 0,4-2 1 0,2-3-5 16,-2-9-2-16,1 3 0 0,7 2-5 0,1-4 7 16,4 1-1-16,3 3 3 0,1-1-8 0,5-5 8 15,-6 4-3-15,5-2 6 0,-1 0-11 0,0 0-7 16,2 0 0-16,1-1-2 0,-1 1 0 0,0 0 3 0,2 0-2 16,0-2 2-16,2 0-3 0,1 0 6 0,14 0-1 15,9-2 4-15,-5 0 5 0,1-1-5 0,-7 1-4 16,3 0-1-16,1 0 1 0,-6 2 3 0,4 2 2 15,-6 0-2-15,-2 1-1 0,-3-1 0 0,-1 2 4 16,-1 15-3-16,-2 5 6 0,16 5 0 0,-7 3 0 0,-5 3-1 16,-6-1-4-16,-4 5 7 0,-3 0-5 0,-2-2 5 15,-4 2-3-15,0-4-2 0,1-2 1 0,1 1-1 16,2-4 3-16,0-1-1 0,1 1 5 0,1-4-5 16,-1 2-1-16,3-6 3 0,-1-3-2 0,1-3 2 15,1-3 0-15,0 2-2 0,2 0 1 0,1-4-2 16,-1 2 3-16,0-2 4 0,0-3-6 0,-2 5 6 0,2 0-4 15,1-4-3-15,-1 0 4 0,2-1-4 0,0-1 0 16,0 1 8-16,0-1-4 0,0-3 5 0,0-1-10 16,0 1 0-16,0 0 0 0,0 0 1 0,0-1 2 0,0 1-4 15,0 0-3-15,0-2-1 0,0-1-6 0,0 1-3 16,0 0 0-16,0 0-4 0,0 0-15 0,0 0-91 16,2 0 6-16,-1-1-35 0,1 1-13 0,-2 0-52 15,0 0 5-15,0 0-24 0,0 0-28 0</inkml:trace>
  <inkml:trace contextRef="#ctx0" brushRef="#br1" timeOffset="-25838.46">10402 11453 360 0,'0'0'263'0,"-2"-1"-333"0,0-1 312 15,0 0-163-15,-4-2-2 0,-14-7-11 0,5 4-5 16,0 1-5-16,2 0-28 0,-1 1 10 0,1 1-3 0,-2 0 5 15,-2 1 3-15,4 1 1 0,-2 0 0 0,2 0-3 16,2 0-19-16,2 0 0 0,-1 2-1 0,5 0 3 16,-1 0-2-16,4 0-7 0,1 0-1 0,-3 0-2 15,0 0 2-15,0 0 2 0,3 0-4 0,-1 0 4 16,0 0 7-16,2 0 0 0,0 0 8 0,2 0-6 0,7 0 11 16,28 0-10-16,6 0 2 0,7-3-5 0,2-3-3 15,5-1-1-15,1-1-6 0,-2 1 3 0,1-1-10 16,-3 3-4-16,-4-1 6 0,-5-1-6 0,-2 1 5 15,-6 3-3-15,-2-1-4 0,-2 0 2 0,-3 2 6 0,-4 0-9 16,-2 1 5-16,-3-1-5 0,-3-2 8 0,-3 2-1 16,-4 0 0-16,2 0 1 0,-9 2 0 0,0 0 5 15,-1 0 5-15,1-1 0 0,0-1 21 0,-1 0-18 16,-1 0 3-16,0 0-8 0,0 2-1 0,-2-2-5 16,0 0-4-16,0 1 2 0,-2-1-7 0,0 0 3 15,0 0 1-15,-1 0-1 0,-1 2-6 0,0-2 0 16,-1 2 1-16,-3 0 2 0,1-2 5 0,1 2-10 0,1-1-1 15,-1-1-5-15,4 2-8 0,-1 0-5 0,1 0-8 16,0 0-1-16,0 0-55 0,0 0-59 0,0 0-15 16,1 0-18-16,-3 0-89 0,-4 0-180 0</inkml:trace>
  <inkml:trace contextRef="#ctx0" brushRef="#br1" timeOffset="-25495.17">10233 11840 1403 0,'-2'-2'18'0,"0"0"29"0,-2 0-14 16,-5-4-3-16,0 1-4 0,3 1-1 0,2 2-14 15,1 0-8-15,-1 1 6 0,0-1-8 0,2 0 3 0,1 0 4 16,1 0-5-16,0 0 8 0,1 0 16 0,5-1 28 15,29-18-2-15,6 3 6 0,4 1-15 0,9 0-13 16,-1 1 6-16,5 1-9 0,1 0-4 0,-5 4-20 16,2-2 0-16,0 0-4 0,-10 4 3 0,-3 1-4 15,-4 3 1-15,-6 1-1 0,1 0-2 0,-8 2-5 16,-2 2-1-16,-8 0-2 0,1 0-11 0,-8 0-12 16,-1 0-29-16,-4 0 6 0,-1 2-93 0,1 0 54 15,-2 0 0-15,0 0 21 0,-2 0 21 0,0 1 17 0,-2 1-3 16,-2 0 8-16,-7 5 0 0,-6 2-24 0,2-3-16 15,2-3-10-15,4-1-101 0</inkml:trace>
  <inkml:trace contextRef="#ctx0" brushRef="#br1" timeOffset="-24616.62">11207 10434 683 0,'0'-2'43'0,"0"0"-1"0,-1-9 41 15,-5-9-4-15,2 3-33 0,2 8-18 0,1-2-6 0,1 5-3 16,0 1-17-16,0-1 3 0,-2 2-5 0,2 1 5 15,0-1 7-15,0 2 25 0,0 0-1 0,0 2 8 16,0 2-7-16,0 0-10 0,0 11 2 0,2 22-5 16,-2-1 0-16,-2 3-6 0,-2-2-4 0,-3 2 0 15,-5-4-6-15,1 1 9 0,0-4 6 0,2-1 0 16,-2-1 11-16,1-4-4 0,3-1-3 0,1-5 1 0,3-3-6 16,-1-4 9-16,2-3 2 0,0-1 1 15,2-3-2-15,0-2 10 0,0-1 2 0,-2 3 3 0,1 0 5 16,-1-2-25-16,0 0-4 0,0-1-5 0,0-1-9 15,0 0-6-15,0-1 0 0,1-1-1 0,-3-4 2 0,-9-16-6 16,2 0 4-16,3-3-3 0,3 1 2 0,-1-2 1 16,2 0-5-16,3-2 2 0,1 2-6 0,0 0 1 15,0 0 0-15,5 1 0 0,3-5-12 0,1 4 5 16,4 0-1-16,2 0 3 0,-12 7 8 0,23-1-3 16,0 5 1-16,-1 6-2 0,2-1 7 0,-1 7-5 15,-1-14 5-15,-5 8-7 0,6 5 2 0,-2 4 5 16,-5 4-2-16,-3 1 3 0,-3 3 7 0,-7 1 3 15,3 13-1-15,-5-3 2 0,-2-2 4 0,11 1 4 0,-4 1-4 16,-3-1 3-16,-4-1-8 0,-2-2-5 0,-2-2 3 16,-6 2-4-16,-1 0 6 0,5-3-3 0,-18 1 3 15,3-1-4-15,-1-1-4 0,-2-2 1 0,3-2-4 0,2-1 5 16,-3 0-2-16,7-3 3 0,2-1-1 0,2 0 0 16,7 0-3-16,-4 0 0 0,6 0 0 0,-4-1-1 15,1 1-9-15,3 0 5 0,-4 0 1 0,2 2 1 16,2-2 0-16,-4 3 2 0,3 1-4 0,-1-1 3 15,2 1-5-15,0-1 5 0,0-1-4 0,0 2 4 16,0-4-1-16,2 1 1 0,14-1 1 0,3 0 1 16,5 15 7-16,-4-8-6 0,1-2 2 0,-1-3-5 0,1 0-5 15,-1-2 5-15,-1 0-1 0,-1-2 3 0,-3 0-1 16,-2 0 0-16,0 0-1 0,-4 0 0 0,3 0-3 16,-5 0-6-16,-1 0-5 0,-1 0 1 0,3 0-9 0,-1 0-18 15,-1 0-3-15,-1 0-10 0,-1 0-40 16,-2 0-37-16,0 0 4 0,-1 0-14 0,3 0 13 0,0 0-7 15,0 0-6-15,-1 0-11 0,-1 0-123 0</inkml:trace>
  <inkml:trace contextRef="#ctx0" brushRef="#br1" timeOffset="-24368.11">11570 10601 812 0,'0'0'45'0,"0"0"-11"0,0-2 36 16,0 0-5-16,0 1-42 0,0-1-7 0,0 0 2 15,0 0-5-15,0 2-7 0,0 0 3 0,0 0 1 16,0 0 4-16,0 0 18 0,0 0 25 0,1 0-4 16,1 0 12-16,-2 2 6 0,0 0-21 0,0 0 2 15,0 1-11-15,0 3-11 0,2 11-10 0,-2 1-1 0,0 3-5 16,0-1-8-16,-2-1 1 0,0 1-3 0,1-1 2 16,-1-3-9-16,0 1 4 0,2-2 1 0,0-2 2 15,0-2-4-15,0 2-15 0,0-2 3 0,0-2-9 16,0 1 2-16,0-5-68 0,0-1-1 0,0 0-26 15,0-2-25-15,0 1-48 0,0 1-19 0</inkml:trace>
  <inkml:trace contextRef="#ctx0" brushRef="#br1" timeOffset="-24017.19">11857 10302 1060 0,'-2'-2'18'0,"1"-1"41"0,1-1-22 0,-4-3 1 16,2 3-2-16,0 0-4 0,0 0-35 0,0 1 8 15,1 1-4-15,-1 0 7 0,0 2 2 0,0 2-3 0,0 0 4 16,2 0-3-16,-11 22 10 0,4 2-9 0,1 3 7 16,2-3-7-16,1-1 4 0,-1-1-5 0,2 0 1 15,0 2 0-15,0 0 16 0,0-2-9 0,-1 0 1 16,-1 0-4-16,-2 2-3 0,3 0-3 0,-3 2 1 0,2-2-1 15,1 0-5-15,-1-4 4 0,0-1 0 0,2-1 1 16,1-1-1-16,-1-1-7 0,0-1-1 0,0-4-1 16,2 0 9-16,0-4-7 0,0-1 4 0,0-5-5 15,0-1-3-15,0 2-3 0,0 0-3 0,0-1 2 16,0 1 7-16,0-2-47 0,0 0 5 0,-2 0-24 16,0 0-40-16,0-2-19 0,1 0 1 0,-1-2-11 0,0-2-61 15</inkml:trace>
  <inkml:trace contextRef="#ctx0" brushRef="#br1" timeOffset="-23722">12054 10224 583 0,'0'0'67'0,"0"0"-1"0,0-2 38 16,0 1-11-16,0-1-5 0,0 0-31 0,0 0-19 16,0 2 4-16,0 0-8 0,0 0 3 0,0 2-6 15,0 0-5-15,0 1 2 0,0 12-9 0,2 6-2 16,0-1 3-16,0 10-2 0,0 0 6 0,-2-4-9 15,0 1 3-15,0-1-4 0,0 0 5 0,-2 2-6 16,0-2-2-16,2-2 0 0,-2 0-5 0,0-3 5 0,0 1 4 16,0-1-1-16,2-1 5 0,0-1-2 0,0 1-4 15,0-3 1-15,0-1-12 0,0-1 0 0,0 0 2 16,0-2-1-16,0 0-2 0,0-2-1 0,0-1-1 16,0-1 1-16,0-4 1 0,0 1-8 0,0-2 0 0,0-2-5 15,0-1 2-15,0 1-18 0,0 2 2 0,0 0-11 16,0-1-28-16,0-1-56 0,0 0-9 0,0 0-17 15,0-2-45-15</inkml:trace>
  <inkml:trace contextRef="#ctx0" brushRef="#br1" timeOffset="-23206.16">12244 10280 702 0,'0'-2'35'0,"0"0"46"0,0 0-36 0,0 1-19 16,0-1-2-16,0 0-4 0,0 0-2 0,0 2 10 15,0 2-1-15,0 0 4 0,0 1 5 0,0 20-1 16,0 10-4-16,0-1 1 0,0-1-12 0,0 5 14 16,0-9-6-16,-2 3 6 0,-2 2-21 0,0-5 2 15,1 5-5-15,-1-2 3 0,0-4-2 0,0 0-1 16,1-4 5-16,-1-2-6 0,2-3-7 0,0-4 5 16,0 0-1-16,1-4 4 0,-1-1 4 0,2-4-7 15,0-1 0-15,-2 1-1 0,0 0 6 0,2-1 13 16,0-1-6-16,0 0 7 0,0 0-25 0,0 0 7 0,-2-2-3 15,0 0 4-15,0-2-4 0,2-2 0 0,-1-7-2 16,-1-11 1-16,2 0-5 0,0-1-11 0,0-1 5 16,0 0-6-16,0-2 11 0,0 0-5 0,2-4-3 0,1 2 1 15,1-5 2-15,2-2 1 0,-1 1-1 16,3 3 2-16,1-1 3 0,-2 4-11 0,3 2 9 0,-1 2-10 16,0 4 10-16,-1 5 4 0,-3 4 0 0,1 3 1 15,-6 7 0-15,11-9 1 0,2 3 2 0,-2 3-1 16,2 4 8-16,-4 2 26 0,-1 2-11 0,-3 1 14 15,-3 23-33-15,17 4 5 0,-8-1 0 0,-6 1 1 16,-5-1 6-16,-3-1-10 0,-3-4 3 0,-3 0-4 0,-2-5 10 16,-1-3-8-16,-1 2-3 0,2-5-2 0,0 0-4 15,4-4 6-15,1-3 1 0,1-1 0 0,1-1-13 0,0-1 8 16,2-1-2-16,1 0 6 0,-1-1-6 0,0 1 4 16,0 0-5-16,0 0 3 0,2-1-9 0,0 1 10 15,0-2-4-15,0 0 6 0,2 0-10 0,0-1-4 16,0-1-1-16,18 6-2 0,-1-2-15 0,-1-2-26 15,-1-2-2-15,-4 0-10 0,0 0-18 0,-2 0-22 16,-2 0-5-16,1 0-7 0,-3 0-38 0,2-2-179 16</inkml:trace>
  <inkml:trace contextRef="#ctx0" brushRef="#br1" timeOffset="-22957.2">12500 10629 671 0,'0'0'34'0,"0"0"2"0,0-2 2 0,0 0-5 0,0 0-4 16,0 1 11-16,2-1-12 0,-1 0 2 0,1 0-5 16,0-2 10-16,2 1-1 0,0 1 4 0,-3 2-2 15,11-6 15-15,1 2-2 0,-2 3 4 0,-2 1-7 16,0 1-18-16,-5 1-2 0,-2 2-1 0,0 18 3 16,14 4 16-16,-6 0-24 0,-7 0 3 0,-3-3-9 15,0-3 6-15,0-3-10 0,0-1 2 0,0-3-3 0,0-3 10 16,0-5 5-16,0 1 3 0,0-4-2 0,0 0-9 15,2 1-7-15,0 1-3 0,2 0-1 0,14 3-19 16,10-1-74-16,6-6-17 0,-5-6-24 0,10-5-92 16</inkml:trace>
  <inkml:trace contextRef="#ctx0" brushRef="#br1" timeOffset="4800">12680 9907 198 0,'0'0'29'0,"0"0"0"0,0-2 31 16,0 0-10-16,0 0 7 0,0 0-7 0,0 1-8 0,2-1 3 16,0 0-4-16,-2-2 15 0,1 0-20 0,-1 3 5 15,0-9-12-15,0 3-5 0,0-2 13 0,-1-1-7 16,-1 1 8-16,-2 0-13 0,-2-1 1 0,-3-1-1 16,5 0 1-16,-10 2 1 0,-3 0-13 0,2-3 3 0,-4 5-6 15,5 0 8-15,-3-1-8 0,0 1 0 0,-1 3-4 16,1-2 6-16,0-1-9 0,-1 3 7 0,-1-3-7 15,0 1 2-15,3 3 8 0,-3-1-3 0,-1 0 3 16,-1-1-14-16,3 1 14 0,-3 0-7 0,-1 0 9 16,0 1-13-16,-2-3 1 0,-2 4 4 0,5 0-2 15,-3-14 2-15,0 6-2 0,-2 3 1 0,0 3 0 16,2 1 1-16,-6 1-3 0,8 2-1 0,-6 0 1 16,-2 0 4-16,6 2-7 0,-4 1 3 0,2 1-5 0,4 0 6 15,0 1-5-15,-2 3 4 0,1-1-3 0,-3 4 4 16,0-1-5-16,-2 1 2 0,2-2-2 0,-1 4 1 15,1-2 3-15,0 2-3 0,-2 0 3 0,-6 2-4 0,3-2 5 16,-4 2-3-16,-4 0 4 0,3-2-4 0,-3 0 1 16,0 0 3-16,0 0-2 0,0 0 3 0,0 0-4 15,4-2 2-15,2 0 0 0,1 0 2 0,0 2-3 16,5 0-4-16,-1 2 1 0,4-2 1 0,0 2 6 16,1-12-2-16,5 18 2 0,-5 3-8 0,3 4 8 15,-2 2-5-15,1 7 6 0,3 0-10 0,-1 0-3 16,-1 6 6-16,3-2-4 0,-2 3 1 0,-1 1 3 0,1-4-7 15,3-4 7-15,-7 0-2 0,3-7-1 0,3-5 4 16,1 0-4-16,10-1-8 0,4-4 6 0,-2 4-2 16,-10-1 4-16,2-1-2 0,5 2 2 0,5 0-3 15,2 2 3-15,4 0-1 0,3 2 0 0,4 5 1 0,2 3-1 16,2 3 2-16,2 3-8 0,0 1 8 16,1-4-9-16,3 0 8 0,-1 0-1 0,1 0-1 0,-1-4 2 15,-16 1 3-15,22-3-3 0,2-1-2 0,-1 1 0 16,5-5 2-16,0-2 1 0,3 2-1 0,4-4-1 15,2-2 1-15,-1 0-5 0,9-1 8 0,-3-4-6 16,2 1 4-16,8-3-6 0,-2-2 1 0,0-2-1 16,2-2 4-16,-6 1-2 0,2-3-2 0,3-1 1 0,-1-1-1 15,2-1 3-15,1-2 2 0,7 0 0 16,-1 26-1-16,9-14 1 0,1-10-3 0,-1-4 3 0,-1-2 0 16,-8-1-2-16,0-3 1 0,-6-1 0 0,3-1 8 0,-3-1-4 15,3-2 1-15,1-2-1 0,0 0-3 0,6-4 4 16,0-2-4-16,-2 1 3 0,-6-1-1 0,-3-1 0 15,-8-1 7-15,-5 1-6 0,2-4-1 0,-5 2-2 16,-1 18 0-16,-1-22 0 0,-7-2 4 0,-1-4 2 16,0-1 1-16,-1-4-1 0,-3-2-4 0,-7-11 6 15,-2 2-8-15,-6-4 8 0,5-2-3 0,-4 2 0 16,-3 0 6-16,-5-2-4 0,-1 4 1 0,1 0-3 16,2-2-3-16,20 1 2 0,-13-1 3 0,-10-3-1 0,-6-8 4 15,-7-10-2-15,-5-1 13 0,-3 0-3 0,1 5 0 16,-3 4-1-16,-3 6 6 0,-3 3 11 0,0 6-3 15,19 3 4-15,-25 5-10 0,-3-1 2 0,-6 6-3 16,0 0 2-16,-5 3-7 0,-10 3-10 0,-11 1-3 16,-9 6-3-16,-9 5-8 0,-17 4-39 0,-4 8-7 0,-11-23-18 15,-7 38-75-15,-19 29-355 0</inkml:trace>
  <inkml:trace contextRef="#ctx0" brushRef="#br1" timeOffset="13754.29">5641 8988 256 0,'0'0'-17'0,"0"0"20"16,2-2 18-16,0 0 8 0,0 0 15 0,-1 0-8 0,3 0-10 15,-2 1-7-15,2-1 9 0,-2 0 6 0,-1 0-8 16,1 0 10-16,0 0-10 0,0 0 9 0,0 1-3 16,0-1-3-16,0 0 0 0,-1 0-11 0,1 0 9 15,0 0-5-15,0 0 6 0,-2-1-10 0,0 1 3 16,0-2 1-16,0 0 1 0,0 1 6 0,-2-1-3 16,0 0-1-16,0 1-3 0,-1-1-8 0,-3 0 7 15,-14-7-6-15,-4 2 6 0,-2 3-6 0,0 4-9 0,-2 2 4 16,-2 0-6-16,-2 2-2 0,-5 2 1 0,-2 1 4 15,0 1-3-15,-7 1 1 0,1 1 2 0,-5-3-9 16,-4 1 6-16,2 0-1 0,0-1 2 0,4-1 6 16,4 0-5-16,5-3 3 0,1 1-8 0,5-2 5 15,1 0-4-15,-1 0 1 0,3 0 3 0,-3 0-4 0,5 0 4 16,-5 0 7-16,3 0-6 0,-2 0 0 0,-5 0-2 16,4-2-2-16,-1 1 9 0,3-3-1 0,7 2 2 15,3 0-13-15,3 0 8 0,3 0-7 0,-7 1 6 16,1-1-7-16,-3 2 1 0,2 0 0 0,5 0 1 15,0 0-2-15,1 2-4 0,1-1 6 0,2 1-3 16,2 0 1-16,3 0 7 0,1 0-10 0,3-2 9 16,0 0-11-16,1 0 3 0,-3 2 4 0,4-2-2 0,-2 2-1 15,1-1 2-15,-1 1-2 0,2 0 2 0,0 0-1 0,0 0 5 16,1 0 1-16,-1 0 0 0,2-1 0 0,0 3-2 16,0 0-4-16,0 0 2 0,0-1 4 0,0 1-10 15,0 0 11-15,2-1-10 0,-2-1 13 0,1 6-13 16,1-1 2-16,0 1-5 0,0 1 14 0,0 0-10 15,2 4 4-15,-3-2-6 0,-1 0 9 0,0 2-5 16,0 2 0-16,0 2-1 0,0 2 5 0,-1-1-4 16,-1 4 0-16,-2 4-1 0,0-1 5 0,-1 4-3 15,-1 3 0-15,1-1-1 0,-1 3 0 0,0-1-2 16,3 1 3-16,1-5-2 0,0-1 4 0,2 0-2 16,0-2-1-16,2-2 1 0,0 0 0 0,0-3-1 0,-2 1 2 15,1-2-1-15,1-1 7 0,-2-2-10 0,0-2 4 16,0-2-4-16,0-2 9 0,0 2-6 0,0-4-1 15,0 2-1-15,0-2 0 0,0-1 9 0,0-3-5 0,0-1 6 16,0 0-12-16,0 0 4 0,0-1 5 16,0-1-1-16,2 2-2 0,0 0 13 0,-2-1-9 0,0 1 10 15,0-2-14-15,0 0-2 0,0 0 5 0,0-1-3 16,0 1 0-16,0-2 1 0,0 0-1 0,0 0 1 16,0 0-4-16,0 0 2 0,0 0-3 0,0-2 2 15,0 1 3-15,0-1-4 0,0 0 4 0,0 2-4 16,-2-2 0-16,0 2 5 0,0 0-8 0,-1 0 7 15,-3 0-5-15,-9 0 0 0,-1 2 1 0,-3 2-1 0,-1 3-5 16,-1 2 8-16,1 2-2 0,1 2 3 0,-3-7-6 16,3 14 4-16,3 5-1 0,-3-1 1 0,2 0 2 15,3 0-4-15,1 2 2 0,-2 0-4 0,2 0-2 0,3 4 4 16,3-1 1-16,1 1 0 0,3 2 2 0,-1-3-2 16,0 1-2-16,2 2 0 0,-16-1 2 0,5 1 0 15,7-1-2-15,4-1 2 0,2 0 6 0,4-2-6 16,0-4 2-16,1 0-3 0,3-2-3 0,-1-2 2 15,3 1 1-15,-1-4 0 0,2-1 1 0,-5-3-10 16,12 0 3-16,1-2-4 0,1 2 6 0,2-3 2 16,1-3-2-16,3 1 1 0,-4-3 0 0,-2 1 5 0,-3-4-1 15,3-1 1-15,1 14 2 0,-3-5-5 0,8-1 4 16,-1-4-4-16,-3-3 5 0,6-2-4 0,-4-2 1 16,7-3-4-16,-5-3 8 0,0-3 1 0,-1 0 3 15,-7 0-4-15,10-8 0 0,-4 14 7 0,-2-19-4 16,3-2 5-16,-7-2-7 0,3 0 5 0,-5-7-4 0,-3-4 4 15,-5 0-6-15,-3-4 6 0,3-1-3 0,-6 1 4 16,22-2-2-16,-11 1-5 0,-10 5 4 0,-3 0-4 16,-3 5 6-16,-5 3-3 0,-3-1 4 0,-2 4-4 15,-2 4 2-15,10 4 6 0,-21 3-8 0,-2 2 7 16,-2 2-16-16,2 6 0 0,-7 1-3 0,2 4 2 16,1-16-3-16,-3 7-4 0,7 7-2 0,-4 6 0 15,1 3-2-15,5 5-17 0,3 1 8 0,5 2-11 0,1-2-1 16,4 13-31-16,4 0-2 0,3 0-11 0,3 0-32 15,-14 1-121-15,8-1-35 0</inkml:trace>
  <inkml:trace contextRef="#ctx0" brushRef="#br1" timeOffset="14158.62">3966 10471 636 0,'0'0'26'0,"0"0"-2"0,-2 0 25 0,1-2-7 16,-1 2 1-16,-2 0-27 0,0 0-1 0,1 0-2 15,1 0 0-15,-2 0 1 0,2 0-4 0,0 0-2 0,-1 0-2 16,-1 0-12-16,2 0 6 0,0 0 2 0,0 0 2 16,2-1 9-16,0-1 3 0,0-2-6 0,2-5 6 15,7-8 1-15,3 0-3 0,-9 1 3 0,18 3-5 16,-6-2-9-16,1 9 0 0,-3-3 1 0,-3 3-1 15,1 3-5-15,-4 3-3 0,4 0-2 0,0 3 1 16,0 5 5-16,2 3 6 0,-5 11 0 0,-1 0 1 16,3 1-7-16,1-5 8 0,2-1-2 0,3 0 5 15,1-4-5-15,4-4 1 0,-1-2 4 0,4-3-3 16,-3 11 2-16,-5-6-2 0,7-1-4 0,-9-7 3 0,7 1-3 16,-3-2 10-16,1-3-4 0,-4-1 4 0,0-2-11 15,-6 1 8-15,-3 1-6 0,-3 2 4 0,7-11-15 0,-5 4 4 16,3-4-2-16,-5 4 0 0,-1-2-9 0,-2 3-18 15,0 1-7-15,-2-1-6 0,2 6-34 0,-3-1-47 16,-7-3-38-16</inkml:trace>
  <inkml:trace contextRef="#ctx0" brushRef="#br1" timeOffset="14423.07">4234 10861 126 0,'0'0'22'0,"0"0"56"15,0 0-68-15,-2 0 7 0,0 0 5 0,0 2-1 16,0 2 12-16,-11 22 9 0,-5 20-7 0,-3 12 7 16,1-1-6-16,-1 5-5 0,1-7 5 0,-1-3-6 15,1 0 14-15,3-9-7 0,1-6 10 0,3-5-10 16,2-5 6-16,3-4-16 0,3-3 2 0,1-3-8 15,0 0-4-15,2-4-22 0,0-2 4 0,1 0-11 0,1-2-7 16,0 0-31-16,0-1-2 0,0-3-11 0,0 1-43 16</inkml:trace>
  <inkml:trace contextRef="#ctx0" brushRef="#br1" timeOffset="14733.75">3758 11697 640 0,'-2'0'93'0,"1"-2"197"0,-1 0-276 0,-2 0-10 16,2 0-11-16,0 0 2 0,0 1-28 0,2-1 20 0,2 0-5 16,0 0 10-16,11-4 2 0,15-3 3 0,0 0 5 15,3 1-2-15,-1 1-1 0,-4 1-15 0,0 3-3 0,-4-1-3 16,-3 2 4-16,-4 2 3 0,-4 0 0 15,-2 0 1-15,-5 0 0 0,0 2 9 0,-1 0 1 0,1 2 3 16,-2-1 7-16,0 1 4 0,0 5 3 0,0 1 0 16,-2-1 16-16,0-5-5 0,0 1 4 0,0-3-6 15,-2 2-2-15,0-1-8 0,0 1 2 0,2 0-3 16,0 0 5-16,0-3-16 0,0 1 6 0,2 0-9 16,0 0 0-16,1 0-8 0,14-2-6 0,16-8-1 15,5-6-34-15</inkml:trace>
  <inkml:trace contextRef="#ctx0" brushRef="#br1" timeOffset="15811.2">4024 9094 278 0,'0'-2'23'0,"-2"0"29"0,0 0-33 0,0 0 2 15,0 0-3-15,1 0 6 0,-1 1 7 0,0-1-7 16,0-2 3-16,0 0-4 0,2 1 5 0,0-1 5 16,0 0-2-16,0 2 2 0,0-5 2 0,0-1-10 0,2 1 1 15,0 1-4-15,0 1-2 0,0 1-15 0,-2 2 8 16,7-3-10-16,6-5 4 0,4 3 4 0,1 1-8 15,6 3 7-15,4 3-8 0,2 3-2 0,1 3 1 16,3 5-1-16,-4-2-1 0,5 3 8 0,-2-1-5 16,1 0 5-16,5 2-2 0,-4-4-2 0,0-1 5 0,-3-3-5 15,-4 1-1-15,-4-4 1 0,0-1 4 0,-5-1 0 16,-3 0 4-16,-1 0-3 0,-2 0-8 0,2-1 6 16,0-3 0-16,-4 0-2 0,-2 0 6 0,-3 3-5 15,1-3 5-15,-3 2-6 0,0-2 4 0,5-9-5 16,0-2 0-16,-3 1 6 0,-3-1-4 0,-1 2 6 15,0-2 3-15,-2 2-8 0,0-2 7 0,0 2-5 0,-2 0 8 16,-1-4-4-16,1 4 1 0,-2-3-2 0,2 3-3 16,0 3 6-16,0-3-10 0,1 4 9 0,-1-2-3 15,0-2-4-15,0 4 7 0,0-3-6 0,2 5 5 16,0 0-5-16,0 3-1 0,0-2-1 0,0 3 2 0,0-1-7 16,0 0 5-16,0 0-5 0,0 3 0 0,0-1-1 15,0 0 3-15,0 2 0 0,0 0 1 0,0 0 6 16,2 0-6-16,0 2 6 0,0 0-9 0,0 1 6 15,-1 1-6-15,1 3 7 0,2 10-7 0,0-2 4 16,-1 2 0-16,1 1 1 0,0 1-8 0,0-1 6 16,-1 3 1-16,-1-3 3 0,0 1 0 0,0 0 0 15,-2-3-7-15,0 1 4 0,2-2 3 0,0 0-3 16,-1-2 5-16,1-2-7 0,0-2 2 0,-2-1 6 16,0-3-3-16,0-1 4 0,2 1 5 0,-2-3-7 0,2 2 5 15,0 0-6-15,0-1 2 0,-1-1 1 0,1 0 1 16,0 0-1-16,0-2-2 0,0 0 0 0,0 0 1 15,1-2-1-15,1 0-6 0,0-1 5 0,1-5-5 0,8-10 7 16,-1-1-9-16,-1 0 4 0,-2 1-5 0,0 1 3 16,2 0-2-16,-1 3 0 0,1-1-2 0,-9 2 1 15,9 0-2-15,0 5 1 0,2 1 1 0,0 1-1 16,0-3-5-16,4 0 4 0,1 1 1 0,1 5 1 16,3 1 6-16,-1 2-1 0,-3 0-5 0,4 0 3 15,1 2-3-15,3-2 0 0,5 1 7 0,-1 1-6 16,-2 0 10-16,-2-2-4 0,-2 0 2 0,2 0-2 0,-2-2 3 15,-4 0-5-15,-1 1-2 0,-2-3 0 0,-4 0-1 16,0 0-6-16,-2 1 4 0,-4 1-8 0,1 0-2 16,-5 2-6-16,3-2-12 0,-2 2 3 0,-1-2-34 0,-1 2-84 15,0 0-71-15</inkml:trace>
  <inkml:trace contextRef="#ctx0" brushRef="#br1" timeOffset="18034.16">4826 9270 120 0,'0'0'22'0,"0"-2"32"0,0 0-4 0,0 0-8 15,0 0 3-15,0 1-5 0,0-1 3 0,0 0-17 16,0 0 7-16,0 0-11 0,0 0-11 0,0 1 1 15,0-1-11-15,0 0 8 0,0 0-12 0,0 0 4 16,0 0 9-16,0 2-3 0,0 0 12 0,0 0 8 16,0 0 0-16,0 0 3 0,0 2 2 0,0 0 2 15,0 2-6-15,0 3 4 0,-4 17-15 0,-1 8 3 0,-1-4-6 16,0 5 4-16,-1 4-12 0,1-3-1 0,-1 8 8 16,0-5-5-16,1-3 5 0,0-1-5 0,3-9-5 15,-1 2 4-15,0-1 4 0,1-5-2 0,-1 0 5 16,0-1-4-16,2-2 3 0,-1 1-3 0,-1-1 5 15,2 0-4-15,0-2 1 0,-2-1 0 0,1 1-5 0,1-4 3 16,0 1 0-16,0-3 1 0,0 0-2 0,2-3 1 16,0-1 1-16,0-1-3 0,0 0 8 0,0-2-7 15,0 1-2-15,0 1 11 0,0 0-7 0,0-1 10 16,0-1-8-16,0 0 3 0,-2 0-6 0,2 0 6 16,-1 0-7-16,-1-2-7 0,0 0 5 0,0-2-6 15,2 0 10-15,0 0-7 0,0-2-1 0,0 1-2 0,0-8-2 16,0-2 0-16,-2-2 2 0,2 4-1 0,0-2-1 15,0 0 0-15,0 0 1 0,0 0 1 0,0-2-1 16,0 2 5-16,0 0-8 0,0-2 7 0,0-2-12 16,2-3 10-16,0 1-2 0,0-5 4 0,0 4-2 15,1 1-3-15,1-9 3 0,0 10-4 0,1-8-1 0,1 1 1 16,-1 3-1-16,1-4 2 0,0 2 2 0,-1 4-7 16,3-1 6-16,-3 4-9 0,3-1 9 0,-1 1 0 15,4-1-1-15,-2 3 1 0,1 0 4 0,-8 2-4 16,12 0-2-16,3 4-1 0,0-1 3 0,0 5-4 15,3 1 4-15,-1 0-4 0,-5-7 2 0,1 2-6 16,-9 7 2-16,1 0-3 0,1 2 7 0,1 0 2 16,0 0 2-16,-3 0 0 0,3 2-2 0,-3 0 0 0,-1 2-2 15,1-1 0-15,-2-1 5 0,-3 7-3 0,9 3 4 16,-5-1-4-16,-1-2 0 0,5 2 3 0,-3-2-1 16,-2 1 2-16,1 1-2 0,-1 0 2 0,-2 2-1 15,0 0 3-15,-2-2 1 0,0 0-6 0,0 4 7 0,-2-4-6 16,-2 0 9-16,-2 4-4 0,-1 0-2 0,0-2 2 15,-3 2 1-15,7 0-6 0,-14 0 0 0,-5 0-1 16,3-2 8-16,-1-4-6 0,3 0 1 0,-4-5-3 16,7 3-2-16,-1-3 1 0,2 5 0 0,5-3 2 15,-1-1 5-15,2-1-6 0,1-2 3 0,-1 2-3 16,3-2 6-16,-2-1 0 0,3-1-5 0,-1 0 2 16,0 0-7-16,2 0 4 0,0 0 0 0,1 0 2 0,-1 0-1 15,-2 2-1-15,0 0-1 0,1 0 0 0,-1 0-7 16,2-2 9-16,0 0-1 0,0 0 3 0,0 0-1 15,1 0-8-15,-1 0 7 0,0 0-7 0,0 0 6 0,2 0 4 16,0 0-9-16,0 0 7 0,0 0-5 0,0 0-1 16,0 0 3-16,0 0-3 0,0 0 1 0,0 0 4 15,0 0 3-15,0 0-2 0,0 0-8 0,0 0 3 16,0 0-5-16,0 0 7 0,0 0 1 0,0 0-2 16,0 0 4-16,0 0-5 0,0 0 5 0,0 0 1 15,0 0-6-15,0 0 3 0,0 0-6 0,0 0 5 16,0 0 3-16,0 0 0 0,0 0 1 0,0 0-4 15,0 0 1-15,0 0-1 0,0 0-1 0,0 0 1 0,0 0-1 16,0 0 1-16,0 0-2 0,0 0 2 0,0 0 4 16,0 0 0-16,0 0-3 0,0 0-1 0,0 0-1 15,0 0 1-15,0 0 2 0,0 0 3 0,0 0-6 16,0 0 4-16,0 0-3 0,0 0-6 0,0 0 9 16,0 0-7-16,0 0 12 0,0 0-8 0,0 0 0 0,0 0-3 15,0 0 2-15,0 0 1 0,0 0 0 0,0 0 1 16,0 0 3-16,0 0-3 0,0 0-1 0,0 0 0 15,0 0-1-15,0 0 4 0,0 0-4 0,0 0 3 16,0 0-4-16,0 0 6 0,0 0-2 0,0-2 3 16,0 0-11-16,0 0 5 0,0 0 1 0,0 1 0 15,0-1 0-15,0 0 0 0,0 0 1 0,0 0 1 0,0 0-2 16,0 0-1-16,0 1-4 0,0-1 2 0,0 0-5 16,0 2 5-16,0 0 3 0,0 2 1 0,0 1 4 15,-7 23-7-15,-3 4-2 0,1 0 1 0,0-2 12 16,1 3-14-16,3-1 7 0,1 0-8 0,2-2 5 0,2-1 1 15,2-2 1-15,4-1 2 0,1-2 6 0,2 0-9 16,2-1 0-16,1-5-3 0,-5 1 4 0,15-4-4 16,2 0 1-16,-1-4-2 0,-1-1 3 0,4 1 1 15,-2-2 1-15,0 1 0 0,0-1 4 0,-5-1 0 16,-2-2 0-16,-1-1 1 0,-8 3 2 0,-4-4-1 16,-3-2-2-16,3 3 1 0,-2-1 7 0,0 0-5 15,-2 0 6-15,-2 0-7 0,-2 0 7 0,-18 9-9 16,-17 0-1-16,-4-2-2 0,1-1-8 0,3-1 8 0,-2-1-6 15,5-4 7-15,5-1-6 0,5-1-5 0,5-1-2 16,3-3-3-16,-1-4-15 0,3 1-8 0,1 0 4 16,0-3-5-16,6 8 7 0,-2-16-38 0,-1-3-6 0,7-1-16 15,3-2-67-15,-17-4-14 0,10 2-6 0,7-2 6 16,4 2 49-16,4 4 81 0,1 0 12 0,-1 5 22 16,-1 0 37-16,1 4 7 0,-1 0 1 0,1 2 3 15,0 2 18-15,-1 0-1 0,-3-2 4 0,11-1-3 16,0 1 7-16,4 0-4 0,3-2 0 0,2-2-3 15,4-1-8-15,4 1-6 0,2 0-5 0,5 0 0 0,4 0-16 16,-4-3-11-16,4 1 4 0,-6 6-6 0,-5 3-4 16,-8 5 1-16,-5 1-3 0,-3-2 2 0,-6 2-14 15,-4 0 5-15,1-1-4 0,-3 3 6 0,4-2-4 16,-1 2 12-16,-1 0-5 0,0 0 10 0,-1 0 5 0,-1 2-1 16,0 1 5-16,0 5-4 0,0 14 3 0,-2-2-14 15,-4 3 6-15,0-3-8 0,-3 2 5 0,-1 1-6 16,-1-5 1-16,0 3-3 0,1-3-3 0,3 1 8 15,1-4-2-15,0-2 6 0,1-2-10 0,1-2 7 16,0-1 3-16,2-3 1 0,0 1 6 0,0-3-10 16,0 1-1-16,0-2-2 0,2 2 1 0,2-1 6 15,-1-1-3-15,16 6 5 0,7-5 3 0,2-3-6 0,3-3-2 16,-1-5-2-16,-6 1-4 0,-5-2 5 0,1-3 1 16,-5 3 0-16,-2 0-2 0,-2 0-1 0,-5 3 3 15,5-11-3-15,-2 1-1 0,-5 1 0 0,-2 2-2 16,-2 2 1-16,0-1-3 0,-2 3 3 0,-4-2-2 15,4 7 0-15,-18-11-14 0,-10 2-2 0,2 8-6 0,-1 5 3 16,-1 2-20-16,6 3-20 0,2 5-10 0,-3 1-15 16,9-2-142-16,3-2-49 0</inkml:trace>
  <inkml:trace contextRef="#ctx0" brushRef="#br1" timeOffset="18548.21">5556 9617 347 0,'0'0'65'0,"0"0"-3"16,0-2 17-16,-2 0 5 0,0 1-21 0,0-1-9 16,0 0-22-16,0 0 3 0,0 2-7 0,-1 0 7 0,-1 0-7 15,0 2-6-15,1 0 2 0,-1 0-4 0,0 1-2 16,-1 7 11-16,-5 6-8 0,5-3 15 0,1 2-12 16,2 0-1-16,2 0-3 0,2 2-4 0,2-1 3 15,1 3-7-15,1-2 6 0,-1 1-11 0,1 1-4 16,0-3 2-16,-3-1-3 0,-1-2 7 0,0 0-6 15,-2-2 1-15,0 1-1 0,-4 1 3 0,1-4 0 16,-5 2-2-16,-1-2-1 0,-13-1-15 0,-4-1 12 16,1-3-7-16,1 12 8 0,0-4-2 0,4-7-9 0,1-3 2 15,4-2-5-15,6-2 2 0,0-2-8 0,-1-1-9 16,7 3 0-16,-5-11-22 0,-5-6 11 0,4-3 13 16,4-2-4-16,5 0 24 0,3-4 3 0,5 2-1 15,5-2 3-15,1-1 2 0,1 3 5 0,4-2-2 0,-4 4 4 16,-13-2-4-16,18 3 6 0,2-5-4 0,1 2 5 15,1 6 2-15,0 0-1 0,2 7 3 0,2 3-3 16,-2 3-2-16,-4-8-3 0,0 4-7 0,-5 7 3 16,-2 4-13-16,0 4 2 0,-2 3 2 0,-4 6 0 15,-3 21 10-15,14 1 6 0,-7 0 2 0,-7-3 2 16,-5-1 10-16,-2-1-3 0,-3-2-2 0,-2-2-2 0,1-2-12 16,-1-2 0-16,1-1 1 0,1-4 1 0,0-3 4 15,2-1-6-15,2-3 8 0,0-3-7 0,0 1 10 16,0-5-8-16,0 1-1 0,2 0-1 0,2-1-4 0,11 5-2 15,14-1-2-15,1-7 0 0,7-4-9 0,2-5-4 16,0-4-2-16,4 0-4 0,-10 2-23 0,-1 0-59 16,-6 2-103-16</inkml:trace>
  <inkml:trace contextRef="#ctx0" brushRef="#br1" timeOffset="18956.25">4718 10609 750 0,'0'0'54'15,"-2"-2"-2"-15,0 0-11 0,1 0 0 0,-1 0-24 16,0 0-14-16,2 0-6 0,0 1 2 0,2-1-2 15,0 0 25-15,3-2 12 0,27-13-5 0,5-1 7 16,7-1-3-16,5-1-1 0,8-4 5 0,5 0-5 16,-3-2-4-16,6-2-20 0,-7 2 2 0,-8 4-7 0,-4 1-1 15,-11 6-8-15,-9 6-6 0,-3 2 0 0,-7 3 0 16,-3 0-15-16,-3 2 1 0,-9 2-9 0,3 0-19 16,0 0 15-16,-2 2-3 0,0 2 9 0,-2 5 16 0,-12 19 8 15,-4-2 6-15,-10 0-1 0,-13 4 4 0,-8-2 0 16,-1-4 0-16,4-2 3 0,-5-2 12 0,1-5-5 15,3 0 6-15,6-2-5 0,6-4 12 0,7 1 5 16,2-1-5-16,7-2 6 0,2-3-6 0,10 0-1 16,-1-2 3-16,2 1-4 0,1 1-18 0,1 0-3 15,0-1-3-15,2-1 2 0,2 0 1 0,7 0 3 16,41-2 1-16,19-7 0 0,9-10-2 0,13-7-9 16,6-6-10-16,3-5-1 0,11 29-42 0</inkml:trace>
  <inkml:trace contextRef="#ctx0" brushRef="#br1" timeOffset="20277.2">17390 15477 143 0,'0'0'157'0,"0"-2"-48"0,-2 0 60 0,1 0 4 15,-1 1-118-15,-2-1-29 0,0 0-9 0,1 2-10 16,-10 0 9-16,-2 4-7 0,2 1-2 0,0-3 2 0,-2 28-3 16,-5 1 3-16,-1 3-9 0,1 3 6 0,-3 2-6 15,5-4 19-15,1-2-3 0,0-7 5 0,6-7-2 16,0-4 17-16,6-8-7 0,-1-1 0 0,4-1-3 16,2-3 0-16,-4 2 0 0,1 0-3 0,1-2-1 15,0-1-22-15,0-1-2 0,2-1-3 0,0-3 2 16,8-18 5-16,6-14-3 0,5-1 0 0,1-2-3 15,-12 4-1-15,18-2 2 0,5-2 3 0,-1-2-2 16,-4-2-2-16,8 2 5 0,-12-5-1 0,6 9 4 0,5-4-6 16,-3 4 2-16,1 5 0 0,1 1 2 0,-6 3 8 15,4 7-13-15,-3 3 5 0,-2 5-7 0,-1 5 6 0,-8 7-13 16,1-11 4-16,-6 9-4 0,-1 1 23 0,-1 2 8 16,-5 0-2-16,-3 0 3 0,16 24 2 0,-4 13-8 15,-7 2 0-15,-6 2-3 0,-8-2-8 0,-1-2 0 16,-4-3 7-16,-4-3-4 0,1-5 7 0,6-2-6 15,-16-1 1-15,-7-7-2 0,-2 1 6 0,-1 0-3 16,5-4-8-16,8 2 4 0,3-4-5 0,1-2 4 16,6 0 5-16,2-5-3 0,-2 3-3 0,8-3 2 15,-3 0-5-15,5 1 4 0,1-1-5 0,0 2-2 0,0-1 3 16,2 1-2-16,0-1-1 0,0-1 6 0,2 2-7 16,0-3 7-16,18 3-8 0,10-2 2 0,-2 1-1 15,1-1-1-15,1 1-10 0,-6 3-6 0,-3-3 0 16,-5 3-2-16,-1-1-6 0,0-1-47 0,-2-1-51 0,-2 5-11 15,0-3-261-15</inkml:trace>
  <inkml:trace contextRef="#ctx0" brushRef="#br1" timeOffset="20461.47">17912 15663 371 0,'0'0'84'0,"0"0"170"0,0 0-239 16,0 0 1-16,0 0-8 0,0 0 6 0,0 1-7 15,0 1 19-15,0 2-6 0,-2 9 9 0,-3 11-6 16,-1 4-5-16,1 4 2 0,-3-1-4 0,-1 3-5 0,0 1-5 16,-1 0 4-16,3-1-5 0,-2-1-2 0,1-5-7 15,4-8-4-15,1 1-2 0,1-6-29 0,0-4-47 16,2 2-73-16</inkml:trace>
  <inkml:trace contextRef="#ctx0" brushRef="#br1" timeOffset="20742.97">18627 15139 881 0,'0'-2'27'0,"-2"0"47"15,0 0-66-15,0 1-1 0,1 1-7 0,-1 0 4 16,0 0 1-16,0 1-9 0,0 3 6 0,-7 15-8 15,-2 7 3-15,0 9 6 0,1-3 1 0,-1 5 2 16,0 0-5-16,2-4-1 0,-2 3 3 0,-1-3-2 16,-1 0 7-16,-1 1-3 0,-1-1 4 0,0 1-4 15,0-5-5-15,0-1 5 0,-2 0-7 0,3-4 8 0,1-2-1 16,1-1-6-16,3-4 0 0,4-4-5 0,1-2-19 16,2-4-19-16,2-3-1 0,0-2-5 0,-2 1-8 15,2 1-46-15,0-2-2 0,2 0-29 0,0-2-137 0</inkml:trace>
  <inkml:trace contextRef="#ctx0" brushRef="#br1" timeOffset="20975.14">19002 14992 593 0,'0'0'54'0,"-2"0"84"0,0 0-94 0,0 0-22 15,-1 2-1-15,-1 2-5 0,0 14-2 0,-5 20 0 0,-4 4-1 16,4-1 2-16,-6 9 3 0,-4 0-7 0,1 4 2 15,-10 0-4-15,4-4 7 0,-4-3-2 0,4-3 4 16,-2 1-4-16,3 1 1 0,1 2-4 0,0-1-6 16,5-1 4-16,2 1-5 0,6-10-5 0,0 0 2 15,1-4-4-15,3 1 3 0,3-4-27 0,-13-8 3 0,10-11-15 16,1 0-21-16,4-5-27 0,0-4-21 0,0 1-2 16,2-1-66-16</inkml:trace>
  <inkml:trace contextRef="#ctx0" brushRef="#br1" timeOffset="21457.82">19455 15054 676 0,'0'0'31'0,"-2"0"66"0,0 0-86 0,-1 1 8 16,-5 5-2-16,-10 26 3 0,-3 10-10 0,3 12 2 15,-1-6-2-15,-1 6 3 0,-3-4-6 0,1-5-1 16,2 1-3-16,-1-7 3 0,1 0 7 0,3-3-3 15,-1-3 2-15,5-5-3 0,1-2 2 0,3-4 4 16,4-1 0-16,-3-7 1 0,3-1 1 0,1-7-4 16,2-2-1-16,2-2-1 0,-4 1 2 0,1 1-11 15,-1-2-1-15,2 0-3 0,0-2-11 0,0-2-3 0,0 0 2 16,1-7-1-16,-5-19 8 0,6-2 3 0,2-1 4 16,3-3-1-16,1-1 5 0,3 0 5 0,-1-4-4 15,1-2 3-15,2-2-9 0,0-7 3 0,4 5-3 16,2-3 3-16,0 4-3 0,-3 8-1 0,7-3 5 15,-5 11-3-15,-8 1 0 0,18 1 8 0,0 3-10 0,4 5 8 16,-3 1-4-16,-1 4-2 0,0 4 4 0,-5 5-5 16,-3-9-6-16,-3 6 10 0,-4 3 3 0,-1 2 6 15,-3 2 25-15,-1 0-20 0,-4 0 9 0,1 4-12 16,8 14 4-16,-3 12-6 0,-8 0-3 0,-4 5 0 16,-5 0 0-16,-6 1 1 0,-4-1 5 0,-1 0-3 15,-2 4-2-15,3-4-3 0,-1 3 0 0,1-5 0 0,1 0 7 16,3-3 1-16,0-2-9 0,4-2 5 0,0-2-7 15,3 0 4-15,3-3 2 0,1-1-2 0,2-1-8 16,2-3 4-16,0-3-4 0,0 0 3 0,2-2-12 16,0-3-6-16,1-1 0 0,-3-5-2 0,19 0-9 0,7 13-23 15,2-6-19-15,2-5-17 0,5-6-214 0</inkml:trace>
  <inkml:trace contextRef="#ctx0" brushRef="#br1" timeOffset="21821.31">19676 15638 829 0,'0'0'6'0,"0"0"3"0,0 0-11 0,0-1-2 0,0-1-5 16,0 0 3-16,2 0-2 0,2 0-1 0,7-5 2 15,18-10 7-15,3 2 5 0,1 0 6 0,5 1-1 16,-5 1 6-16,-5 3-10 0,-4 3 8 0,-6 1-8 16,-1 1 3-16,-4 3-5 0,-2 0-3 0,0 0 0 15,-1 2-4-15,-3 0 8 0,-1 0-3 0,-1 0 6 0,-3 0-1 16,2 0 8-16,-2 0 4 0,1 2 2 16,1 2 17-16,0-1-10 0,0 5 1 0,-1 5-5 0,-1 2-8 15,-2 0-2-15,-2-1-2 0,-1 1-1 0,-3 4-12 16,0-4 7-16,-1 3-6 0,0-1 8 0,1-2-5 15,0-2 0-15,3 2 4 0,-1-4-2 0,2 0 10 0,0-2-7 16,2 0-1-16,0-1-2 0,0-3-7 0,0 1 2 16,0-2 1-16,2-1 0 0,2 1 2 0,7 4-12 15,8-1 4-15,3-3-9 0,2-4-16 0,2-4-47 16,4-5-8-16,5-6-40 0,6-6-313 0</inkml:trace>
  <inkml:trace contextRef="#ctx0" brushRef="#br1" timeOffset="22393.04">20831 15611 170 0,'0'0'23'0,"0"0"-1"0,-2-2 20 16,0 0-4-16,0 0 0 0,0 0-3 0,1 0-10 15,-1 1 0-15,0-1-5 0,0 0-10 0,0 0 7 16,0 0-2-16,0 0 4 0,1-1-1 0,-1-1 7 0,0 0-2 16,0-1 5-16,-2-7 17 0,1-1 0 0,1 0 3 15,0-1-5-15,0 1-13 0,2 0 4 0,0-4-8 16,0 6 5-16,2-6-17 0,3 0-13 0,3 2 5 15,1-1-6-15,-7-3 9 0,20-3-3 0,2 0 7 16,1-1-7-16,-1 8 1 0,0 6 5 0,4 2-1 16,-2 1 3-16,2-12-8 0,-4 8 1 0,-2 7-7 0,-5 3 5 15,-2 0-4-15,1 1 2 0,-12-1 1 0,3 4 0 16,5 2 9-16,-7-3-12 0,4 5 7 0,-5-6-8 16,0 0 7-16,0-1 2 0,-1 1-4 0,1 2 3 15,0 0-4-15,-1-2 0 0,1-1-1 0,-2-1 0 16,3 0-8-16,5 0 0 0,1-1-7 0,-7-1 4 15,3-2-18-15,-3 2-20 0,5-3 1 0,-5 3-9 0,-1 0 0 16,5 0-100-16,-3-2-35 0</inkml:trace>
  <inkml:trace contextRef="#ctx0" brushRef="#br1" timeOffset="22700.84">20920 15663 146 0,'-2'0'29'0,"-2"1"69"0,-7 5-85 0,-9 5-2 16,-1 4 3-16,-1-9-4 0,2 14 3 0,3-5 12 0,4 2 7 15,0-8 2-15,4 2 20 0,1-4 26 0,3-5-10 16,3-2 13-16,0 0-30 0,-2 4-31 0,1-2 4 16,1 0-14-16,0 0-7 0,2-2-1 0,0-2-1 15,2 0 2-15,1-2 10 0,16-13-6 0,9-3 8 0,-2 1-6 16,4 3 8-16,-4 5 9 0,0 1-6 0,1 7 6 15,1-1-17-15,4-15 11 0,-2 8-11 0,1 4 11 16,-1 3-8-16,3 4-8 0,4 0 10 0,-5 4-10 16,1-1 3-16,-1 1-6 0,-1 0-8 0,-1 0 3 15,4-3-12-15,-5-1-44 0,3-1-13 0,1-7-44 16,1-5-374-16</inkml:trace>
  <inkml:trace contextRef="#ctx0" brushRef="#br1" timeOffset="23397.85">22426 14907 398 0,'0'0'75'0,"0"0"-83"16,-2-2 89-16,0 0-44 0,0 0-6 0,0 2-3 15,-1 0-7-15,-1 0 3 0,2 0-20 0,-2 0 3 16,-1 0-3-16,-1 2 3 0,4-2-1 0,-1 4 6 16,1 0-2-16,-7 12 4 0,3 1 8 0,2 2-7 0,4 1 8 15,2 2-8-15,4 4 5 0,1 4-4 0,4 2-2 16,0 1 1-16,2 0 6 0,0-1 1 0,0-2 1 15,0 1-1-15,0-5-2 0,-2 2-5 0,1 0 8 16,-5-4-6-16,-1 2 11 0,-3-5 7 0,-3-3-9 16,0-3 10-16,-2 0 6 0,-1-2-6 0,-3-2 5 0,-1 0-6 15,-6-2 3-15,-8-1-7 0,-3-1-1 0,-5-3-3 16,-1 0-9-16,2-2-8 0,0-1 4 0,-3 18-5 16,3-8 3-16,4-5-12 0,-1-3 0 0,7-3-4 15,-1 0-4-15,8 0-24 0,2 0 3 0,7 0-13 16,-2 0-18-16,1-1-31 0,1-1-12 0,0 0-10 15,2 0-88-15</inkml:trace>
  <inkml:trace contextRef="#ctx0" brushRef="#br1" timeOffset="23677.88">22285 15041 521 0,'0'0'42'0,"-2"-2"82"0,0 0-90 0,0 0-7 0,2 0 2 15,0 0-4-15,0 0-5 0,0 1-9 0,2-1 5 16,0 0-6-16,0 2 8 0,22-13-2 0,4 0-2 0,3 2 1 15,3 1-5-15,5 1 0 0,9-2-6 0,2 0 2 16,9 0-8-16,5 0-15 0,-3 1 2 0,4 3-9 16,-6 0-13-16,-9 3-37 0,-7 2-7 0</inkml:trace>
  <inkml:trace contextRef="#ctx0" brushRef="#br1" timeOffset="24066.05">23228 15050 208 0,'0'0'164'0,"-2"-2"-193"16,0 0 185-16,0 0-94 0,-1 0-20 0,-1 1 6 15,-2-1 3-15,-3-2-2 0,0 2-10 0,-1 0-15 16,-1 2 0-16,-2 0-4 0,0 4-6 0,-2 5 7 16,2 4-8-16,-1 21 8 0,1-3-13 0,0 1 7 15,0-2-4-15,-2-8 4 0,6 9-6 0,1-3 3 16,3 2 1-16,-16 3 0 0,10-8-3 0,4-3 2 15,3 0-1-15,4-5 0 0,0-2-5 0,4 1-3 0,-1-4-1 16,3-1 0-16,-1 0 3 0,-1-6 0 0,9 3 1 16,9-6 0-16,3 0 5 0,0 14-2 0,3-5 6 15,6-5-3-15,-1-6 8 0,2-2-6 0,3-5-1 16,-1-3-1-16,4-3 0 0,-1-1-2 0,-2-1-1 16,-5-4 0-16,-7 15-7 0,-6-29 10 0,-1 0-3 0,-4-3 5 15,-6-3-7-15,-3-2 1 0,18-3-3 0,-15-6 2 16,-9 1 0-16,-11 5 1 0,-6 1 2 0,-1 10 1 15,10 5 12-15,-33 4-12 0,2 5 2 0,-3 8-7 16,1 6-7-16,4-18-2 0,-2 10-4 0,2 10 3 16,1 4-6-16,8 7-23 0,4 1 9 0,6 2-13 15,7-3 4-15,7 1-31 0,2 8-6 0,-7-2-13 16,5-2-70-16,4-2-23 0,2 0-10 0</inkml:trace>
  <inkml:trace contextRef="#ctx0" brushRef="#br1" timeOffset="24364.54">24024 14833 188 0,'0'0'79'0,"0"0"-5"0,-1 0 45 16,-1-2-7-16,0 2-10 0,-20-2-24 0,-1 2-26 15,-1 6 6-15,2 1-15 0,-2 4-16 0,3 2-4 16,1-11-2-16,5 18 1 0,2 5-7 0,6-1 2 16,5 2-2-16,0 0 3 0,-13-2 0 0,6 2-11 15,7 3 1-15,4 1-4 0,5 0 4 0,4-6 6 16,2-2-1-16,-9 2 5 0,18-3 4 0,2 5 7 0,1-4 3 15,-3-1 0-15,0 1-4 0,-3-9-6 0,-4 5-7 16,-4-3 4-16,-2-4-6 0,-5 1-1 0,-1-7 3 16,-1-1-1-16,0 1 2 0,0 1-10 0,-2 1-1 15,-4 1-2-15,-7 1-4 0,-32-3-7 0,-1 1-5 0,-6-1 0 16,-4-4-6-16,0-1-12 0,-2 27 3 0,-1-17-9 16,5-11-25-16,4-1-103 0,3-7 6 0,12-1-51 15,3-2-139-15</inkml:trace>
  <inkml:trace contextRef="#ctx0" brushRef="#br1" timeOffset="24613.46">23997 14829 625 0,'1'-2'82'0,"1"0"-2"16,0 0-7-16,0 2-4 0,26-16-27 0,-2 3-10 0,11-2 8 16,0 4-1-16,4 3 1 0,4 3-16 0,-5 1-15 15,1 4-2-15,-5 0-5 0,-3 6-11 0,-11-1 4 16,-5 4-1-16,-4-7 3 0,-9 28 8 0,16 5 23 15,-7 4-1-15,-13 6 8 0,-7 5-4 0,-10 7-10 16,-5-1-1-16,-4 2-2 0,24-1-2 0,-30-10 7 16,4 1-2-16,2-11 4 0,8-7-4 0,9-4-6 15,5-8 0-15,-7-3-2 0,5-4 1 0,2-1-10 16,4-5 3-16,0-1-6 0,2 0 5 0,35 16 2 16,6-11 3-16,13-9-3 0,5-9-11 0,0-8-7 0,2-7-11 15,1-4 6-15,-3 1-10 0,2 23-16 0,2-31-20 16,6-1-34-16,5-3-414 0</inkml:trace>
  <inkml:trace contextRef="#ctx0" brushRef="#br1" timeOffset="54008.77">6302 6290 52 0,'-2'0'0'0,"0"-2"9"0,0 0 90 0,-1 0-22 16,-16-3 6-16,1-5-35 0,-3-3-3 0,1 8 8 15,-3-6-4-15,-1 1 7 0,-2 1-2 0,2-2-19 16,-4 2 12-16,-7-1-16 0,7-1-1 0,-5 4 3 0,3 1-11 16,6 4 8-16,-8 1-13 0,6-1-2 0,-1-17-1 15,-3 8-1-15,4 5-4 0,0 3-2 0,0 1 4 16,5 2-2-16,-1 2 6 0,5 1-12 0,-3 5 2 16,1-1-4-16,-1 4 9 0,0 4-9 0,-1-5 2 15,1 19-4-15,-1 3 5 0,1-4-5 0,1 1 3 16,1-1-4-16,1 0 10 0,2 0-8 0,0 0 1 0,0-4-3 15,1 0 8-15,-3 2-3 0,2 4 0 0,2 0-2 16,0 3-9-16,0 2 8 0,0 2-1 0,0 2 4 16,4 4 1-16,3 2-1 0,-18 3-3 0,7 2 0 15,8 0-7-15,2 2 3 0,3 2 4 0,2-2-2 16,2-4 2-16,0-1 2 0,2-8-5 0,4-4 3 0,-1-3-2 16,1-5 2-16,-1 1-2 0,1-2 2 15,3 0-6-15,0-2 7 0,4 0 3 0,-2-3-1 0,2-1-3 16,-11-1 6-16,19-2 3 0,1 1 3 0,0-3 6 0,4-4-3 15,2 0-2-15,2-3 1 0,3-1 6 0,3-3-11 16,1 18 2-16,4-7-4 0,-1-8 2 0,7-1 2 16,-3-4-2-16,3-2 1 0,-1 0 0 0,-1-4-9 15,-2-1 4-15,-5-3-5 0,1 1 14 0,-1-3-5 16,-3-1 0-16,-2-2-3 0,3-2-1 0,-3-1-2 16,2-3 5-16,2 1-3 0,-1-1 2 0,-3 0-3 15,1-1 1-15,-1 0-1 0,0-1 1 0,3 1-2 16,-5 1-1-16,-1 15 0 0,2-20 5 0,-5-2 1 15,-1-7 2-15,-2-2-2 0,-7-8-5 0,0-2 4 0,0-1-7 16,-6-4 7-16,-2-2 4 0,-3-6-6 0,20 4 8 16,-13 1-10-16,-8-1 0 0,-3 4 7 0,-2 0-5 15,-6 5 8-15,-3 2-1 0,-4 4-8 0,-2 0 5 16,0 6-5-16,-1-1 0 0,10 3-4 0,-24-3-1 0,-3 5 1 16,0 5 2-16,7 1-3 0,-4 8-5 0,2 6-2 15,2 5-23-15,4-9-18 0,0 8-3 0,1 5-5 16,1 7-28-16,3 4-223 0</inkml:trace>
  <inkml:trace contextRef="#ctx0" brushRef="#br1" timeOffset="54771.28">10743 6156 18 0,'0'0'4'16,"0"-2"11"-16,0 0-2 0,0-1 6 0,-2-14-3 15,1 4-10-15,-3-2 5 0,0 4-6 0,0 4 15 0,1-4 16 16,1 7 1-16,-2-2 4 0,2 4 0 0,-20-12-15 16,0 4 8-16,-14 3-10 0,3 7 10 0,-8 4-10 15,-3 5-4-15,3 4-3 0,-8 7-11 0,1 2 1 16,0-18-1-16,2 28 1 0,1 1 2 0,2 4-9 15,2 0 7-15,2 1-7 0,0-3 15 0,4 0-9 16,0-3 6-16,-8-3-6 0,10 5 9 0,-6-1-14 16,3 6 5-16,5 4-6 0,1 2 10 0,8 7 0 15,1 3-3-15,9 5 1 0,-5 6-10 0,4 1 14 16,0 0-9-16,5-4 11 0,7-5-8 0,-1-14-3 0,-19-5 6 16,16-3-5-16,5-5 6 0,5-3-8 0,6-2 1 15,4-2-2-15,-5 0 10 0,25 0-3 0,-6-1 0 16,9-3-2-16,1-1 4 0,-2-4-2 0,0-2 6 0,2-4-4 15,-2-4 13-15,6-3-2 0,3 22 5 0,2-12-3 16,8-11 16-16,-2-6-13 0,2-6 2 0,11-8-6 16,-10-3 7-16,8-4-11 0,-2 0 5 0,-13 22-6 15,2-27 0-15,-16-8-7 0,-5-4-1 0,-7-5-1 16,-7-8 3-16,-4-7-3 0,-6-10 0 0,25-1 0 16,-21 0-8-16,-13 1 2 0,-7 7 0 0,-8 4 3 0,-5 5 14 15,18 7-4-15,-37 3 6 0,-5 5-8 0,-6 1-13 16,-6 7-11-16,5 3-16 0,-9 5-10 0,3 7-175 15</inkml:trace>
  <inkml:trace contextRef="#ctx0" brushRef="#br1" timeOffset="188677.29">18176 6544 49 0,'-2'0'46'0,"0"0"-6"0,0 0 45 16,0 0 7-16,-1 0-26 0,-1 0-9 0,0-2-36 16,-1 2 7-16,3 0-8 0,-4-1 6 0,4 1-1 15,0 0-2-15,-3-2 2 0,3 2 0 0,0 0 9 16,-3-2-7-16,1 0 6 0,0 0-9 0,0 0-5 0,1 0-3 16,1 1-2-16,0-1-12 0,0 0 6 0,0 0 4 15,0 0-2-15,1 0-10 0,-1 0 6 0,0 1-5 16,2 1 8-16,0 0-5 0,0 0-1 0,0 0 0 0,2 0 0 15,0 0 12-15,1 0-6 0,21-4 2 0,8 0-4 16,3 0 2-16,6 1 5 0,2-3-6 0,3 1 5 16,-5 1-13-16,-2 0 5 0,0 0 1 0,4-1-2 15,-4-1-5-15,2 3 5 0,-2-1-4 0,0 0 5 16,1 2-3-16,-2 2-2 0,-1 0 4 0,-2 0-4 16,-5 0 6-16,1 0-8 0,-5 0 2 0,-3 0-3 15,3 0 10-15,-10 0-5 0,5 0-3 0,-5 0 0 16,-3 0 3-16,0 0 0 0,-5 0 2 0,1 2-3 0,-3-2-1 15,-3 0 0-15,1 0 3 0,0 0-1 0,0 0 18 16,-1 0-5-16,-1 0-1 0,0 0-3 0,0 0-9 16,0 0 14-16,0 0-6 0,-1 0 7 0,-1 0-6 0,0 0-5 15,0 0 0-15,0 0-4 0,0 0-3 0,0 0 1 16,0 0 1-16,0 0 0 0,0 0 4 0,0 0-4 16,0 0 3-16,0 0-4 0,0 0-5 0,0 0 5 15,0 0 0-15,0 0 4 0,0 0-3 0,0 0-1 16,0 0-3-16,0 0 1 0,0 0 2 0,0 0 4 15,0 0 2-15,0 0-1 0,0 0 3 0,0 0-7 16,0 0 10-16,0 0-8 0,0 0 12 0,0 0-5 0,0 0-6 16,0 2 3-16,0 0-3 0,0-2 2 15,0 2-3-15,0-2 1 0,0 2-4 0,0-2-2 0,0 1 3 16,0-1 0-16,0 2 13 0,0-2-9 0,0 0 0 16,0 2-4-16,0-2-1 0,0 0 1 0,0 2 3 15,0-2 0-15,0 0 2 0,-1 2-6 0,-1 0 0 0,0 0-3 16,0-1 6-16,0-1-3 0,0 2 3 0,0 0-3 15,1 0 5-15,-1 0-4 0,0 0 2 0,0 0-3 16,0-1 2-16,0 1 0 0,0 0-1 0,1 0 0 16,1-2 0-16,0 2-5 0,0-2 5 0,0 2-4 15,0-2 3-15,0 0 0 0,0 0-2 0,0 0 2 16,0 0 6-16,0 0-4 0,0 0-2 0,0 2 0 0,0-2 6 16,0 0-3-16,0 0 2 0,0 0-4 0,0 0 0 15,0 0-3-15,0 0 4 0,0 0-3 0,0 0 6 16,0 1-3-16,0-1-2 0,0 0 1 0,0 0-8 0,0 0 10 15,0 0-3-15,0 0 6 0,0 0-9 0,0 0 2 16,0 0-1-16,0 0 2 0,0 0-5 0,0 0 4 16,0 0 2-16,0 0 1 0,0 0 8 0,0 0-8 15,0 0-2-15,0 0 0 0,0 0-2 0,0 0-2 16,0 0 4-16,0 0-3 0,0 0 5 0,0 0-3 16,0 0 1-16,0 0-1 0,0 0-1 0,0 0 2 15,0 0-2-15,0 0 2 0,0 0-4 0,0 0 3 16,0-1 1-16,0 1 0 0,0 0 4 0,0 0-5 0,0 0 3 15,0 0-3-15,0 0 1 0,0 0 6 0,0 0-6 16,0 0 4-16,0 0-9 0,0 0 5 0,0 0 3 16,0 0 2-16,0 0 1 0,0-2-6 0,0 0 0 15,0 2-1-15,0 0-1 0,0 0 2 0,0 0-3 0,0 0 3 16,0-2-5-16,0 0 9 0,0 2 0 0,0 0 3 16,0 0-9-16,0 0 2 0,0 0-1 0,-2 0 1 15,2 0 5-15,0-2-6 0,0 2 3 0,0 0-5 16,0 0-6-16,0 0 13 0,0-2-7 0,0 2 9 15,0 0-8-15,0-1 2 0,-2 1 6 0,2-2-3 16,-2 0-2-16,0 0 4 0,0 0-5 0,2 0 5 16,0 2-5-16,0 0 3 0,0-2-3 0,0 2 2 0,0 0-8 15,0 0 5-15,0 0 1 0,0 0 1 0,0 0 3 16,0 0-6-16,0 0 2 0,0 0-4 0,0 0 7 16,0 0-2-16,0 0-1 0,0 0 0 0,0 0-2 0,0 0 2 15,0 0-3-15,0 0 3 0,0 0-1 0,0 0 1 16,0 0 3-16,0 0-1 0,-2 0-7 0,2 0 8 15,0 0-1-15,0 0 5 0,0 0-6 0,0 0 1 16,0 0-6-16,0 0 3 0,0 0-7 0,0 0 5 16,0 0 5-16,0 0-2 0,0 0-1 0,0 0 5 15,0 0-9-15,0 0 9 0,0 0-9 0,0 0-6 16,0 0 9-16,0 0-7 0,0 0 7 0,0 0 2 16,0 0-4-16,0 0 4 0,0 0 1 0,0 0 2 0,0 2 0 15,0 0-1-15,0-2-3 0,0 2-2 0,0 0 2 16,0 0-1-16,0 0 3 0,0-1 0 0,0-1-5 15,0 2 1-15,0 0-13 0,0-2-9 0,2 2 2 16,0 0-7-16,0 0-20 0,0 0-172 0,0-1-57 16</inkml:trace>
  <inkml:trace contextRef="#ctx0" brushRef="#br1" timeOffset="189113.86">18595 6320 216 0,'0'-2'29'0,"0"0"13"0,0-2 31 15,0-5-34-15,0-8 26 0,0 4-11 0,0 8-31 16,0 1 1-16,0 2-12 0,0-2-8 0,0 1-5 16,0 1 3-16,-1 0-4 0,-1 0 3 0,0 0 18 15,-6 2-6-15,-18 2 12 0,0 5 8 0,-3 5 2 0,-3 2 1 16,-7 5-1-16,-4 0 4 0,-5 1 2 0,0-1 1 16,1-1 0-16,1 1-6 0,3-3-15 0,4-3-2 15,10-1-5-15,-1-1-2 0,4 0-10 0,5 0 5 16,3 0-5-16,-1 2 7 0,6-4-6 0,-1-3-3 0,2 7 0 15,3 4-6-15,2-4 7 0,1-2 0 0,2 2 3 16,3-2-4-16,-9 2 10 0,3-2-6 0,3-2 7 16,2 3-8-16,2-3 2 0,0 0 3 0,2-3-1 15,2-1 4-15,5 1-8 0,19-4 2 0,5 0-5 16,3 18-13-16,6-5-25 0,3-8-5 0,-6-3-6 16,5-4-14-16,-1 0-12 0,2-4 9 0,1-1-15 15,-5-3-45-15,-6 1-65 0</inkml:trace>
  <inkml:trace contextRef="#ctx0" brushRef="#br1" timeOffset="189363.07">19160 6416 515 0,'0'0'27'0,"0"-2"2"0,0 0 33 15,0 1-22-15,0-1 15 0,2 0-29 0,-2 0-7 16,0 0 0-16,0 0-4 0,0 0-15 0,0 1 10 15,0 1 3-15,0 0 4 0,0 0 15 0,-2 1-10 0,0 1-1 16,0 2-2-16,-9 13 12 0,-2 5-15 0,-2 4 2 16,-2 4-8-16,3 3-10 0,-1 4 5 0,0 8 4 15,2 1-2-15,0 4-6 0,4 8 6 0,-1-1-7 16,1 5 7-16,3-3-3 0,3 2-2 0,-1-5 4 16,4-2-2-16,0-2 6 0,0-7-21 0,0 1-13 0,2 0-9 15,-2 1-100-15</inkml:trace>
  <inkml:trace contextRef="#ctx0" brushRef="#br1" timeOffset="190463.28">18590 8880 1022 0,'-2'-2'-12'0,"-2"-2"25"0,-22-16-18 0,-5 1 12 15,-6 5-2-15,-6 10-14 0,-4-20 9 0,-10 14-11 0,-6 14 3 16,-13 9 0-16,-4 6-1 0,2 1 3 0,2 2 10 16,7-1-1-16,2 1-3 0,-2 0 1 0,-5 1 1 15,-6 3 15-15,-3-2-3 0,-5 0 5 0,3 0-8 0,2 4 2 16,5 0 3-16,3 3-1 0,7-27 9 0,-1 35-7 16,0 4 0-16,-1 1-3 0,-1 5-8 0,1 1 1 15,8-2 4-15,7 2-2 0,3-2 5 0,13-1-8 16,1-4 0-16,7-4-2 0,5 0 2 0,4 0-7 15,-1 0 2-15,7 0-3 0,-1 3 3 0,4 3 1 16,4 1 0-16,-1 6 0 0,5 4-4 0,-1 3 2 16,2 3-1-16,-23-5 2 0,14-3-2 0,9-2 1 15,4-2-2-15,0-5 3 0,5-3 3 0,3-3-8 0,1-3 4 16,2-1-7-16,4 0-3 0,4 4 13 0,1-4-8 16,-12 3 9-16,21 1-6 0,5-2-5 0,3 2 6 15,6 2-6-15,7 1 9 0,2 1 3 0,3 2-3 16,9-3 2-16,-7-1-3 0,4 2-4 0,-1-6 6 0,-5-4-5 15,3 3 2-15,3-5 0 0,8 3 0 0,9-3 1 16,0-3 6-16,7-2-5 0,4-7 0 0,-3-1-1 16,1-5 4-16,-3 0-11 0,-3-2 7 0,10-1-6 15,8-3 12-15,8-1 3 0,-1-3-2 0,-2 1 3 16,-3-2 3-16,-10 0-9 0,5 0 4 0,4 33-5 16,1-22 8-16,6-8-1 0,3-3 0 0,-12 0-2 15,-1-2-8-15,-6-2 6 0,2-1 4 0,9-3 0 0,2-3 9 16,9-2 3-16,-5-2-6 0,-4-4 4 0,-2-2-15 15,-9 1 2-15,1-3-3 0,5-1 3 0,-5 2-6 16,5-3 5-16,-8-1-9 0,-10-2 7 0,-3-2-4 16,-13 26-1-16,0-33 3 0,-1-2-3 0,1-2 3 0,1 2 2 15,-2-9-1-15,-1 3 0 0,-8-2 5 0,-1 4-10 16,-2 1 7-16,-7-3-7 0,-3 4 9 0,-4-4 7 16,-5 4 6-16,0 0 1 0,-3-4 18 0,-2 3-13 15,-2-3-3-15,-2 0-3 0,-2 1-14 0,-3-9 1 16,-4-1 2-16,-6-9 0 0,0 0 6 0,-3 1-8 15,-2 1-1-15,24 3-1 0,-19 2-6 0,-9 6 0 0,-4 2 3 16,-7 3-1-16,-6 2 4 0,-3 0-1 16,16 4-6-16,-27 2 3 0,-7-4-8 0,-1-2 14 0,-3 0-3 15,-7 0 8-15,-3 1-13 0,-11-1 0 0,-4-6 0 16,1 5 0-16,-5-1 3 0,4 2 2 0,2 2 3 16,-2 2-3-16,2 0-5 0,-1 0 2 0,-3 1 1 15,-7 5 0-15,-8 1-2 0,-5 0 0 0,-7 3-4 0,1-1 3 16,2 4 3-16,-4-1 0 0,5 9-1 0,-14 1 0 15,-2 6-2-15,-13 1 0 0,-1 1-1 0,7 5-1 16,-4 0 2-16,-2-33-4 0,-5 27 4 0,-6 12-5 16,-3 2-1-16,8 5 5 0,10 2-3 0,0 3 3 15,2 7-3-15,-5 1-5 0,-5 4 6 0,12 1-6 16,3 7 8-16,14-31-6 0,1 42-1 0,2 3-3 0,2 4-17 16,2 9-41-16,6 2-12 0,10 13-21 0,5 0-151 15</inkml:trace>
  <inkml:trace contextRef="#ctx0" brushRef="#br1" timeOffset="191231.77">19648 10649 97 0,'0'0'1'0,"2"0"0"16,0 0-4-16,0-1-2 0,0-1-1 0,-1 0 18 16,1 0 40-16,2 0-1 0,-2 0 15 0,0 0 16 0,0-1-19 15,-1-1 3-15,1 0-11 0,2 1-14 0,0-1-20 16,-1 0 1-16,-1 0-7 0,0 1-2 0,0-1-20 16,0 2 2-16,2 0-11 0,-1 0-11 0,1 1-144 15</inkml:trace>
  <inkml:trace contextRef="#ctx0" brushRef="#br1" timeOffset="192712.96">15905 4247 18 0,'0'0'0'16,"0"-1"16"-16,0-1 15 0,0 0 5 0,-2-2 1 15,0 0-2-15,2-1-10 0,-3-6 5 0,-1-4 12 0,0 2-9 16,0-2 10-16,1 2 5 0,-1 0-5 0,-2-4 5 16,1 1-21-16,1-1 1 0,0 0-10 0,1 1 6 15,-1-1-15-15,0 2 6 0,-3-2-4 0,-1 1 4 16,-1-1-8-16,2 4 5 0,-3 0-4 0,-1 4 4 15,-15-1-5-15,-2 3 3 0,1 1 1 0,-3 3 1 16,-2-1 9-16,1-15-16 0,1 8 9 0,0 6-12 16,-1 3 7-16,1 2-5 0,-3 2-2 0,-3 1 1 0,1 5 2 15,-4 3 1-15,-2 2-2 0,-3 0 1 0,-5-2 4 0,-1 0-1 16,2 0 1-16,-6 0-2 0,4-1 4 0,2 1 2 16,-1-2 5-16,5 0-4 0,1 1 5 0,2-1 0 15,1 2-5-15,1 2 3 0,1 0-10 0,-1 0-1 16,2 2 2-16,-4 0-2 0,-1 3 2 0,5 1-9 15,-1 0 3-15,7-1-5 0,1-11 3 0,-1 23 0 16,1 4-5-16,4 1 3 0,-2 2 2 0,6 8-4 16,-2-1 4-16,-1 4-4 0,5-1 4 0,2-1 3 15,1 1-3-15,0-5 1 0,4 1-2 0,4-6 1 16,0-1 0-16,5-1 0 0,0 0-4 0,2 0 4 0,-20 4-3 16,9 2 2-16,7 0-7 0,6 5 6 0,2 1 3 15,8 1-1-15,1 2-4 0,4 2-6 0,1-2 4 16,5 1-4-16,3-3 14 0,-22-5-6 0,31-3 2 15,6-3-4-15,0-3 3 0,4-4-1 0,-2-1 4 0,-2-3-3 16,1-2 4-16,7 2-3 0,-3 0 1 0,-5-1 1 16,0-1 10-16,0-2-9 0,0-3 2 0,4-1-4 15,0-1 4-15,0-4 8 0,1-2-4 0,4-5 5 16,4-1-3-16,4-3-2 0,0 26 3 0,-6-17-2 16,2-9 8-16,2-2-10 0,-4-4 2 0,6-3-5 15,-12-1-2-15,-3-1 7 0,-4-2-6 0,-2 0 6 0,1-2-1 16,-3-2-1-16,2 0 9 0,1-2-6 0,-1 1 11 15,-4 1-8-15,1 0-2 0,-4 0-1 0,2-4 1 16,-3 1 0-16,-4 12 1 0,-1-16-1 0,-5-4 4 16,5-4-4-16,-2-3 7 0,1-8-6 0,-1-2-4 15,-3-7 10-15,2 0-9 0,-6-2 10 0,0 0-9 0,-2 6-7 16,-2 1 6-16,-3 1-6 0,-1-1 12 0,1 2-9 16,-1 6 1-16,-1 4-4 0,-2-1 4 0,16 3 1 15,-6-3-4-15,-9 1 4 0,-3-2-4 0,-3-1-5 16,-5-6 5-16,-3-5-5 0,-4 1 6 0,-3-10 2 15,-5 4-5-15,20-2 4 0,-27 0-3 0,-5 6 0 16,1 4 9-16,-3 3-5 0,-9 4 6 0,-6 3-8 16,0 4-7-16,-4 4 2 0,-2 4-7 0,-3 6-6 0,-8 3 1 15,-14 3-6-15,-8 5-18 0,-15 3-26 0,-11-32-12 16,0 31-7-16,-2 10-73 0</inkml:trace>
  <inkml:trace contextRef="#ctx0" brushRef="#br1" timeOffset="193525.11">12453 5282 168 0,'0'-2'29'0,"-2"0"25"16,1 0 7-16,-1-2-23 0,-2 1-6 0,0-1-5 16,-1 0-11-16,-6-3-9 0,-2 1 12 0,-2 3-12 15,0-1 14-15,2 4-6 0,-4 0-1 0,2 2 2 16,0 3 14-16,1 3 0 0,-5 3 5 0,4-2-5 15,-1-5-8-15,-7 14 10 0,-1 8-7 0,-6 4 8 0,-1 2-17 16,5 5-3-16,2 0-7 0,-2-4 5 16,-2 1 0-16,-2 3-10 0,0 0 8 0,3 0-10 0,-3 4-2 15,4 2 4-15,-4 5-2 0,4 6 3 0,0 2 6 16,2 9-7-16,2 3 3 0,-1 5-4 0,5 1 0 16,3-7-4-16,0-8 2 0,8-5-2 0,-3-6 20 0,3-5-8 15,3 0 6-15,1-2-7 0,1-1-2 0,-22 7 0 16,13 1 2-16,11 2 0 0,1 2 3 0,9 6-3 15,3 1-4-15,3 1 2 0,5-1-3 0,3 0-2 16,2-8-1-16,-17-5-1 0,26-7-4 0,8-9 9 16,0-1-3-16,5-6 4 0,2-3-1 0,4-1-2 15,-2-8 5-15,2-6-4 0,0-3 12 0,-2 24 5 16,3-15 1-16,-1-11 1 0,2-7 0 0,2-4-5 16,10-6-6-16,3-3 2 0,-1-4-6 0,3-4 1 0,-3 22 4 15,-3-35-4-15,0-3 0 0,-11-5-7 0,-6-6 5 16,-4-1-4-16,-5 2 11 0,0 2-3 0,-4 6-2 15,-2 1-1-15,-1 1-5 0,-1 3 16 0,1 0-2 16,-3 0 6-16,1 2 1 0,-10-4 0 0,-5-3-4 16,1-8 2-16,-6-11-1 0,-5-17 1 0,2-5 3 0,25-6-4 15,-29 4-4-15,-5 8 11 0,-13 3-2 0,-2 11 7 16,-5 0 8-16,-8 2 5 0,21-6-4 0,-32-7 3 16,-2 0-15-16,-4-5-4 0,-1 9-6 0,-8 10 0 15,0 9-18-15,-13 14-19 0,-11 9-2 0,-16 14-12 16,-20 5-38-16,-4 11-35 0,-11-32-19 0,-10 40-13 15,-19 24-155-15</inkml:trace>
  <inkml:trace contextRef="#ctx0" brushRef="#br1" timeOffset="195567.03">10112 5315 110 0,'0'-2'47'0,"-2"-3"-22"0,-11-34 50 0,2 5 13 16,0 5-26-16,2 4 8 0,-1 5-40 0,1 3-3 15,7 4-3-15,-16 4-16 0,-3 5 3 0,-5 2-1 16,0-14 4-16,-9 3 5 0,-6 7-6 0,0 6 4 15,-9 4-3-15,2 3 11 0,-2 4 15 0,1 2-8 0,3 4 10 16,1 0-8-16,5 0-5 0,-1 1-3 0,2 3-1 16,0-20-8-16,3 31 1 0,3 0 0 0,1 1 1 15,-1-1 1-15,0 1-7 0,-3 2-3 0,-1-1 0 16,2 1 2-16,3 0-11 0,-1-5 7 0,5 0-9 16,2-4 4-16,4 1 5 0,9-1-1 0,2 4 1 15,0 0 0-15,7 3-4 0,2 4 6 0,-4 1-7 0,-16 2-2 16,11 1 7-16,7 6-8 0,6 1 7 0,6 2-14 15,6 2 10-15,7 0-5 0,1 2 6 0,4-2-7 16,-20-6-8-16,29-5 9 0,8-7-8 0,-6-7 4 0,2-2 6 16,3-3-11-16,-1-4 10 0,4-1-8 0,3 2 7 15,2-6 8-15,6-2-4 0,7-4 1 0,8 1 3 16,3-5-4-16,6 29 5 0,-2-21-3 0,-2-11-3 16,-2-7-1-16,-7-4 0 0,-2-4 9 0,2-4-3 15,3-3 2-15,5-4-3 0,1-4-2 0,2 26 3 16,-11-44 1-16,-2-13 1 0,-10-8 4 0,-10-11-1 15,-4 2 2-15,-10-1-1 0,-5 1 9 0,-5 7-6 16,-6 0 5-16,-10 6-5 0,25-5 1 0,-23-4 4 0,-14-10 0 16,-12-3 4-16,-12-2 9 0,20 5-11 0,-51 14 1 15,-12 10-6-15,-8 14-13 0,-12 14-22 0,-1 10-11 16,-7 18-7-16,-10-29-68 0,-21 40-178 0</inkml:trace>
  <inkml:trace contextRef="#ctx0" brushRef="#br1" timeOffset="-185336.4">15146 7794 24 0,'0'0'8'0,"0"0"-2"0,0 0 16 16,-2 0 4-16,0 0 17 0,0 0 7 0,0 0 20 15,0 0 4-15,0 0-2 0,1 0-16 0,-1 0-20 0,0-2 8 16,0 0-12-16,2 0 12 0,0 0-24 0,0 1 1 16,0-1-7-16,0 0 4 0,0 0-6 0,0 0 0 15,0 2-3-15,0 0-9 0,0 0 23 0,2 0-11 0,0 0 14 16,0 0-10-16,-1 0-1 0,1 0 4 0,0 0-5 15,0 0 0-15,2 0 4 0,1 0-9 0,6 0 6 16,10 0-8-16,-4 0 2 0,-3-2 0 0,9-1-2 16,-5-1 5-16,5 0-12 0,-3 0 10 0,-1 1-11 15,-3-1 2-15,3 0 3 0,-2 2-4 0,-3 1 4 16,1-1 1-16,0 0-5 0,0 2 3 0,-2 0-3 16,0-2 11-16,-2 0-9 0,0 0 12 0,-2 0-10 0,-1 2 13 15,-1-1 0-15,1-1-7 0,-1 0 7 0,1 0-1 16,-3 2-1-16,3-2 3 0,-5 2-4 0,5-4-8 15,-3 3 5-15,1-1-2 0,-2 0 3 0,-1 0-4 16,-1 2 7-16,0 0-5 0,0-4 5 0,3-3-10 0,-1 1 3 16,0-1-1-16,0-1 2 0,-1-1-5 0,1 2-1 15,0-4-1-15,-2 1 1 0,-1 1 4 0,1 0-3 16,-2-1-1-16,0 1-2 0,0-2-3 0,0 4 2 16,0-1 4-16,0 1-1 0,0 1-2 0,0 1-1 15,0 1-5-15,0 0 4 0,0 0 3 0,0 3-2 16,0-1 1-16,0 0-1 0,0-2 4 0,0 0-4 15,0 1 2-15,0 1-3 0,0 0-2 0,0 0 4 16,0 0-4-16,0 0 5 0,0 1-2 0,0-1-2 0,2 0 0 16,0 2 0-16,0 0 3 0,0 0 3 0,0 0 1 15,-1 0-1-15,1 2-3 0,0 0-6 0,2-1 5 16,0 1-4-16,-1 2 4 0,1 0 6 0,2 3-9 16,7 6 8-16,-6-4-4 0,2 4-4 0,-1 0 3 0,-5-1-4 15,3 2 2-15,0 1 3 0,-5 0 2 0,1 0 0 16,2 0 0-16,7 0-3 0,-3-4-4 0,-3 2 1 15,1 0-1-15,-3-4 4 0,1 0 0 0,-2-1 2 16,0-1 7-16,-2-3-11 0,0-2 9 0,0 0-8 16,0 0 11-16,2 1 2 0,0 1-3 0,-1 0 3 15,1-1 4-15,0 1-2 0,0-2 3 0,0 0-5 0,0 0-2 16,0 0-2-16,-1-2 0 0,1 0 1 0,0 0 0 16,0-2-8-16,2 0 3 0,-1-2-4 0,-3 2 1 15,8-7 3-15,-1 0 0 0,3-1 1 0,-5-3 1 0,3 6-4 16,-3-6-2-16,1 4 0 0,1-1 1 0,-1 3-2 15,-3 1 2-15,-1 3-1 0,0-1 0 0,2-2-4 16,0 3 0-16,-1-1-1 0,1 0 9 0,0 2-10 16,5-3 5-16,8-3-8 0,-6 5 5 0,6 1 6 15,1 2-2-15,-3 0 3 0,4 0-8 0,-1 4 6 16,1-1-2-16,1 1 3 0,4 2-4 0,0-1 1 16,-5-1 0-16,-1 0 1 0,3-1 5 0,-3-1-7 15,3 0 4-15,-3 0-3 0,-1 0 6 0,0 0-5 16,-2-1-2-16,-2-1 0 0,-2 0 8 0,0 0-6 0,-4 0 5 15,1 0-5-15,-1-1 0 0,-1-1-14 0,-2 0 3 16,-1 0-7-16,1 0-12 0,-2 2-52 0,0-9-19 16,7-2-11-16,-3 1-66 0,-1-1-114 0</inkml:trace>
  <inkml:trace contextRef="#ctx0" brushRef="#br1" timeOffset="-184783.87">15790 7086 343 0,'-2'-1'48'0,"2"-3"83"0,-6-11-96 0,3 2-19 16,1 7 5-16,0 3-7 0,0-1 3 0,0 0-13 15,0 1-3-15,1 1-1 0,1 0 0 0,0 0-3 16,-2 0 9-16,2 2-4 0,0 0 24 0,0 2 2 16,0 0-4-16,0 3 4 0,3 20 0 0,3 2-12 15,0-4 0-15,-1-3-6 0,4 6-10 0,-1-5 2 0,-3-1 3 16,1 0 1-16,-2 1-5 0,-1-3 6 0,-1 1-4 16,0-4 5-16,0-2 5 0,0-2-7 0,0-2 8 15,0 1-6-15,-2-3 10 0,0-1-5 0,0-1 0 16,0-1 0-16,0-1-1 0,0-1 21 0,0 2-8 15,0 0 12-15,0-1-15 0,0-1-6 0,-2 0-2 16,0 0-2-16,0 0 1 0,-2-2-7 0,-5 0 1 0,-2 0-3 16,0-2 0-16,3 0 6 0,1-2-1 0,3 3 2 15,2-3 2-15,-9-13-5 0,4-1 5 0,1-5-5 16,2 1-10-16,4-2 4 0,2 2-2 0,4-2 5 16,5-4 1-16,2 2-8 0,6-6 0 0,-18 6-2 15,18 0 9-15,3 4-5 0,-5 3 3 0,5 1-3 16,4 1-4-16,0 2 5 0,0-3-1 0,-2 8 2 15,-3 3-4-15,-1 1 8 0,-3-5-7 0,0 2 7 0,-2 3-10 16,-6 4 4-16,0 1 4 0,-3 1 0 0,-1 0-2 16,-1 0-17-16,-2 0-8 0,0 0-6 0,1 3-39 0,3 5 4 15,3 7-12-15,-3-4 7 0,-3 2-29 0,-1-6 11 16,0 2 9-16,0 1-5 0,0-5-17 0,2 8-37 16</inkml:trace>
  <inkml:trace contextRef="#ctx0" brushRef="#br1" timeOffset="-184509.34">16254 7086 144 0,'0'0'51'0,"0"0"-1"0,0 0 1 16,0 0-8-16,0 0-14 0,0 0-25 0,0 2 10 0,0 0 0 15,0 0 6-15,0 2 16 0,-2-1 6 0,0 3-1 16,-3 7 3-16,-1 0-4 0,-1 2-12 0,1-4 5 16,1 2-7-16,1-2 13 0,2-2 3 0,0-1 5 15,0 1-1-15,2-1 16 0,0 1-13 0,0-4 0 0,0-3-5 16,0 2-11-16,2 0-9 0,2-1 3 0,7 5-6 15,8 1-5-15,-1-1 3 0,6-3-6 0,0-3 5 16,2-2-1-16,0 0-6 0,-5-2 5 0,3-2-6 16,-7-1 0-16,1-3-2 0,1 1 5 0,-12 3-3 15,3-1 11-15,-1-3 2 0,-4-1-5 0,1-8 6 16,9-3 0-16,-4-4-13 0,-7 1 5 0,-4 1-9 0,0 2 3 16,-4 7-9-16,-3-6 0 0,1 10-2 0,4 0-1 15,-18 5-62-15,-1-9-5 0,-3 5-28 0,-4 7-87 16,-3 6-63-16</inkml:trace>
  <inkml:trace contextRef="#ctx0" brushRef="#br1" timeOffset="-183815.72">15376 7846 92 0,'0'-2'30'0,"0"-2"29"0,0-5 0 0,0-6-14 15,0-2-2-15,0 3-3 0,0 2 9 0,0-1-4 0,0 4-2 16,0-2-3-16,0 2-4 0,0-1-4 0,0 5 8 15,-2-3-6-15,2 3 23 0,0 1-18 0,0 0 9 16,0 3-15-16,-2-3-16 0,0 0-3 0,0 2-5 0,1 0 2 16,-1 1-5-16,0 1 7 0,0 1-8 0,0 1 8 15,-3 11-5-15,-5 19 3 0,3 1 6 0,1 3-5 16,1 1-9-16,-1 0 8 0,1-2-3 0,-1-3 5 16,0-3-3-16,1-3 3 0,-1 2 0 0,3-7 2 15,-1-1 4-15,0-3-2 0,0-1 0 0,3-3 0 16,-1 2-2-16,0-2 2 0,0 0-7 0,-2-2 4 15,1 1-15-15,-1-3 10 0,2-2-3 0,-2 1 6 0,1-1-4 16,-1 1-3-16,0-1 2 0,-1 0-7 0,-1 1-31 16,0 1-49-16,-5 0-6 0,0 1-27 0,4 1-156 15</inkml:trace>
  <inkml:trace contextRef="#ctx0" brushRef="#br1" timeOffset="-183383.06">15300 8293 738 0,'-2'0'14'0,"0"0"38"0,-2 0-45 0,-9 2-6 0,-9 6 8 16,-6 8-6-16,-5-8 9 0,1 29-7 0,-9 0-1 16,4-2-1-16,4 6 2 0,3-6-4 0,8 1 2 15,3-7-3-15,6-6 4 0,2-10 10 0,2-6 9 16,5-3 0-16,-2 0 23 0,3-3 2 0,1-1-4 0,-2 4 4 15,0 0-3-15,1-2-16 0,1-1-5 0,0 1-5 16,0-2-24-16,2 0 7 0,0-2 0 0,2 1 3 16,0-3-3-16,2-22 4 0,22 0-4 0,-6 0 4 15,6-4-2-15,-2 4-4 0,2 0 2 0,-4 0-3 16,1 4-3-16,-1-2 3 0,-2 0 2 0,6 5-1 16,-3 2 5-16,-1 3-8 0,-2 1 5 0,-5 1-4 0,0 5 7 15,-6 3-6-15,3-5 0 0,-5 5-2 0,2 1-1 16,-1 1 6-16,-1 2-2 0,1 0 3 0,-5 0-2 15,5 3 5-15,-3 3-4 0,1 16 4 0,1 1-5 0,-1-1 2 16,1 0-3-16,1 0 3 0,1 1-1 0,2-1 0 16,2-3-1-16,0-3-1 0,0 1-2 0,0-8 15 15,0 8-7-15,0-8 9 0,2 1-14 0,0 3 2 16,0-12 3-16,1 7-3 0,-1-4 1 0,-4-1 6 16,2 5 0-16,-3-6 0 0,-5 3-11 0,1-3-21 15,-4 2-16-15,-1-1-4 0,3 3-81 0,-2-2-35 16,2 1-15-16,-1 5-6 0,-1-1-56 0</inkml:trace>
  <inkml:trace contextRef="#ctx0" brushRef="#br1" timeOffset="-183083.02">15064 8709 717 0,'-2'-2'43'16,"0"0"-1"-16,0 1-2 0,0-1 1 0,1 0-18 15,-1 0-4-15,0 0-14 0,0 0 2 0,0 0-5 16,0 1 0-16,2-1 9 0,0 2-3 0,0 0 5 16,2 2 0-16,0-1 6 0,0 3 2 0,7 18 1 15,4-3-4-15,4 3-2 0,3 1-4 0,3 1 2 0,-5 2-13 16,1-6 8-16,-1 1-6 0,-5-5 6 0,2-1-10 16,-2 0 9-16,0-2-7 0,-4 0 9 0,3-2-1 15,-3-3-5-15,-2 1 5 0,-1-5-6 0,1-1 10 0,-3-1-15 16,2 2 1-16,-1 0-8 0,-1-3-13 0,1 3-19 15,3 0-14-15,-1-2-7 0,3 0-89 0,1-2-46 16,-2 0-27-16</inkml:trace>
  <inkml:trace contextRef="#ctx0" brushRef="#br1" timeOffset="-182915.72">15682 8574 708 0,'0'0'31'0,"0"0"1"0,0 0 12 0,-2 2-10 15,0-1 0-15,-3 3-14 0,-16 13 1 0,-5 13-6 16,-1 7 2-16,-1-2-15 0,2-2 2 0,0 1-4 0,2-8 3 16,1-2-1-16,5 0 2 0,-1-4-4 0,3 1 1 15,-1-1-8-15,0-3-1 0,4 0-5 0,2-4-1 16,2 0-30-16,5-4-6 0,0-3-16 0,1-1-6 16,-1 1-137-16</inkml:trace>
  <inkml:trace contextRef="#ctx0" brushRef="#br1" timeOffset="-182646.87">15398 8995 284 0,'0'0'65'0,"0"-2"99"0,0 0-90 15,0 1-16-15,0-1 2 0,0 0-7 0,0 0-13 0,0 0-29 16,0 0 1-16,0 0-9 0,0 2 7 0,0 0 9 16,0 0 3-16,0 2 1 0,0 2 4 0,0 3-5 15,-4 19-6-15,-1 0 3 0,-1 4-2 0,-3 5-4 16,2 1 9-16,-1-3-10 0,1 6 2 0,-1-2 5 15,3-2-9-15,-1 6 7 0,2-7-6 0,3 1-5 16,-1 0 6-16,0-3-6 0,2-2 12 0,0-3-11 16,0-2 7-16,0-1-6 0,0-2 15 0,0-2-5 15,0-1 3-15,0-4-3 0,2 0 1 0,-2-2-6 16,2-2 3-16,-2-2-2 0,0-1 3 0,0-1-3 0,0-1 0 16,0-5 0-16,0 1-5 0,0 0 5 0,0 2-8 15,1 0 3-15,1-1-41 0,0 1-298 0</inkml:trace>
  <inkml:trace contextRef="#ctx0" brushRef="#br1" timeOffset="-179613.16">16960 6702 62 0,'0'-2'34'0,"0"0"-33"0,0 1 40 0,0-5-17 16,0-13-4-16,0 3-2 0,0-3 1 0,0 2-2 16,0-1-5-16,0-1 9 0,0 3-6 0,-2-3 7 15,-2 0-7-15,2 3 11 0,-3-3 0 0,-1 1 5 16,-1-3 3-16,-3 1-11 0,-1-1 4 0,0 5-6 16,-2-3-1-16,9 4 6 0,-16 0-6 0,-6-1 6 15,0 4-12-15,-6 3-7 0,3 0 0 0,-5 3-3 0,1 3 0 16,-8 1-3-16,-4-21-2 0,-3 10 0 0,2 8-1 15,3 5 3-15,4 0 2 0,0 5-1 0,-4 3-4 16,2 1 9-16,2 2-8 0,-1 0 7 0,-1-1-9 0,-2 1 2 16,0-2 2-16,-7 0-1 0,8-1 2 0,-1-1-2 15,0 3 0-15,10 1-2 0,-10 4 4 0,4-1 0 16,-6 5 3-16,3 1-2 0,-1 5-3 0,2-18 4 16,0 28-4-16,2 6 5 0,2 2 4 0,4 5-9 15,-1 4 0-15,7 6-3 0,-1-1 5 0,5 4-3 16,3 3 3-16,3-5-4 0,2 0 5 0,1-10-3 15,-3-3 3-15,8-7-2 0,3-2 6 0,4 0-4 16,-20 1-1-16,11-3-1 0,3 2 0 0,8 4 2 0,6 1 9 16,3 5-2-16,6-1 25 0,4 1-12 0,5 5 1 15,0-6-4-15,-19 2-4 0,25-3 5 0,2-2-3 16,3-4 4-16,2-8-12 0,0-1 9 0,8-8-5 16,5-1 7-16,0-1 0 0,6-7 2 0,1-4 2 15,3-1-2-15,5-5-6 0,-2-1-1 0,-2 24-3 0,-3-16 3 16,-6-10 2-16,0-8-10 0,-2-5 3 0,2-4-4 15,0 1 8-15,3-5-6 0,-1 1 7 0,0-4-7 16,-2-2-3-16,-5 17 4 0,3-29-2 0,-6-1 3 16,-1-3 2-16,-6-3 4 0,-4-3-3 0,-7-4 4 15,2 2-5-15,-4-2-4 0,1 2 4 0,-3-2-4 16,-4-2 3-16,-3-2-6 0,-2-7 3 0,-5-4-4 0,-6-9 1 16,29 2 5-16,-22 1 3 0,-10 1 3 0,-9 11 8 15,-5 7-2-15,-3 5-5 0,-6 7 3 0,14 7-5 16,-34 3-17-16,-8 4 3 0,-2 10-11 0,-2 1-32 0,-5 8-30 15,2 1-12-15,-1-18-9 0,-1 17-98 0</inkml:trace>
  <inkml:trace contextRef="#ctx0" brushRef="#br1" timeOffset="-109809.27">9330 5798 320 0,'-2'-2'95'0,"1"0"-47"0,-18-9 34 0,-18-11 4 15,-10 3-67-15,-1 8 4 0,-13 4-17 0,-10 7 5 0,-1 5-8 16,-8 12 3-16,0 9 0 0,0-22 0 0,-3 49 2 15,-6 12 6-15,-17 15-12 0,-7 9 7 0,-8 6-7 16,-2-2 10-16,8-2-8 0,4-4-1 0,-2 0 1 16,-2 3 15-16,-6 8-9 0,4 11 3 0,7 5-5 15,12-3 7-15,14-7 5 0,5-13 0 0,6-7 0 16,8 3-5-16,4 8 11 0,3 5 3 0,14 4 3 16,-1 0 13-16,17-8 9 0,10-10 2 0,16-12 3 0,-22-2-2 15,24-5-1-15,22 4-5 0,-16-1 4 0,44 3-10 16,11 1-12-16,4-1 0 0,9-5-4 0,2-5-5 15,12-5-5-15,10-10-1 0,10-5-2 0,11-6-10 16,3-5 9-16,-1-8-6 0,-2-6 7 0,5-3-16 0,10-6 8 16,7-3-5-16,2 31 7 0,0-31-8 0,-10-10 1 15,-3-9 2-15,10-6-1 0,-3-5 6 0,-5-5-4 16,-4-7-4-16,-17 29 1 0,3-45-4 0,-1-11 5 16,-2-8 4-16,-1-9 1 0,-12-3-1 0,-10-3-3 15,-7-1-3-15,-6 2 1 0,-9-8 1 0,-2-9-3 16,-11-15 5-16,-10-17-5 0,-6-1 10 0,-15 3-16 15,-10 9 6-15,21 8-7 0,-40-6 6 0,-25-7-6 16,17-2 3-16,-59 8-5 0,-8 16 6 0,-16 19-14 0,-19 14-4 16,-30 16-3-16,-16 7-23 0,-25 18-23 0,-25 17-15 15,-25-24-8-15,-13 56-100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31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10442 0 0,'0'0'1008'0'0,"2"0"-1008"0"0,-1 0 32 0 0,3 0-24 0 0,-3 0 56 0 0,14 0-96 0 0,1 0 8 0 0,-2 0-56 0 0,2-2-256 0 0,1 0-2312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49:06.3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12667 4028 695 0,'0'-1'0'0,"0"-1"28"16,-2-4 14-16,-5-18 24 0,-3 2 15 0,3 3-8 16,-1 2 3-16,3 4-9 0,-1 2-4 0,1 0-2 15,-1 2-20-15,2 1-1 0,1 1-4 0,1 3 1 16,2 2-13-16,-2-1-2 0,0-1-7 0,0 0 2 0,0 1-26 16,1 1 4-16,-1 0 2 0,0 0 2 0,2 2 10 15,0 2-1-15,0 0 2 0,0 11-2 0,2 18 4 16,0 1 1-16,-1 1 0 0,1 4-1 0,0 1-7 0,2 1 5 15,-2 1-8-15,1 1 7 0,1 2-4 0,-2 1 0 16,0 5 3-16,-2 3-4 0,0 3-9 0,0 3 10 16,-2 1-3-16,0 3 7 0,0 1-5 0,-1 0-4 15,-1-4 4-15,0-1-3 0,2-4 4 0,0 0 1 16,1 1-2-16,-1-3 1 0,-2 0-7 0,0-2 8 16,1-5-5-16,1-4 7 0,0-4-9 0,2-5 7 15,0-8 1-15,0-6 3 0,0-3 3 0,0-7 4 16,0-7-1-16,0 1 2 0,0 0-5 0,0 2 7 15,0 0 4-15,0-1 1 0,0 1 16 0,0 0-10 0,0-2-4 16,0-1-3-16,0 1-20 0,0 0 0 0,-2 0-1 16,0 0 2-16,0 0 1 0,0-2-5 0,1 0 3 15,-3 0-3-15,-2 0 6 0,-7 0-7 0,-3 0 1 0,-3 0-2 16,0 0-1-16,1 2 4 0,-3-1-2 0,1 1 4 16,0 0 1-16,-1 0 0 0,1 0-1 0,3 2 1 15,-3-1 4-15,3 1 3 0,-2 2 2 0,-1-3-1 16,5 1-7-16,-2 0 0 0,1-1 1 0,6 1 0 15,-4 2-2-15,6-3-7 0,1 1 0 0,3-2-2 16,0 7 5-16,-5 2-3 0,2 4-2 0,3-4 1 16,2 0 4-16,2 2-7 0,4 0 4 0,3-1-7 0,8 1 1 15,18-6 0-15,5-3-4 0,2-2 3 0,3 20-1 16,3-11 9-16,6-7 0 0,4-4 1 0,4-2-2 16,3-4-3-16,-2-1 5 0,0-1-3 0,-5 3 9 0,-8-1-7 15,2 3 1-15,-11-1-2 0,-2 2 8 0,-7 2-2 16,-9 0-3-16,-3 0 1 0,-3 0-5 0,-6 0 4 15,1 2 3-15,-5 0 1 0,-3-2 5 0,2 2 10 16,-1-1-5-16,-1 1 6 0,0 0-5 0,-2 2-10 16,0 0 3-16,-7 10-5 0,-1-1 4 0,-23 2 5 15,-5 2-2-15,1-4 4 0,-4 4 7 0,2-1-6 16,-4-1 1-16,4 0-5 0,-2 2-4 0,-2-2-4 0,0 1 1 16,8-1-3-16,0 0 1 0,3-2 3 0,4 2-2 15,0-2 2-15,5-2-9 0,5-2 3 0,1 1 0 16,4-3 1-16,1 2 0 0,5-1-2 0,-1-1 1 15,3-1-1-15,1-1-8 0,-4 3 7 0,1-1-5 16,-1 3 6-16,4-3-2 0,0 0-2 0,2 3 4 16,0-5-3-16,2 1 1 0,0-1-5 0,0-3 0 0,24 2-2 15,-2-2 8-15,6 16-5 0,3-6 3 0,2-7-4 16,4-1 4-16,-5-4 3 0,-3 0-4 0,1 0 4 16,-8 0 0-16,0 0-5 0,-3 0 7 0,-1 0-6 15,-3 2 8-15,-2 1-1 0,-6 1-3 0,-3-2 1 16,-3 0 5-16,7 9 4 0,4 17 2 0,-6 9-1 0,-6-2-5 15,-2 8 2-15,-8 1-2 0,-1 3 1 0,-4 3-1 16,0 0-2-16,0-2-3 0,-2-1 0 0,2-1-3 16,0-5 1-16,0 0 4 0,4 0-2 0,1-2 8 0,5 2-6 15,-3-4-1-15,2-2-1 0,1-2 0 0,1 5 0 16,2-3 0-16,2 0 0 0,1 0-3 0,-1-9-3 16,2 6-1-16,-2-8-2 0,0 0-20 0,-2 0-143 15,2-5 7-15,-1-4-64 0,5 2-100 0</inkml:trace>
  <inkml:trace contextRef="#ctx0" brushRef="#br0" timeOffset="716.19">13812 5452 1482 0,'-1'2'10'0,"-1"0"-2"0,-8 9 2 0,-21 23 4 0,1 7-4 16,8 3 26-16,-4-1 20 0,0 0-3 0,4 3 5 15,-1-3-34-15,8 1-11 0,6-1-2 0,5-4-2 16,3-2-3-16,-22 0 3 0,10-3-1 0,6-6 2 16,1-1-2-16,5-8-1 0,-1-4-4 0,2-2 2 0,0-8-5 15,0-1-2-15,0-2 9 0,0 2-6 0,0-3 8 16,0 1-1-16,0-2-7 0,0 0 5 0,0-2-5 15,3-12 2-15,7-22 3 0,-3-4-2 0,-1-1 0 0,-3 0 1 16,3-2-3-16,1-1 3 0,1-1-5 0,-1 0 8 16,2 1 0-16,4-1 1 0,2-1 2 0,2 3-11 15,2 0 0-15,3 1-2 0,-20 6 2 0,24-1 6 16,0 2-2-16,-4 7 3 0,2 2-5 0,0 13 11 16,0 2-5-16,-1 6 7 0,-3 3-7 0,-3-9 18 15,0 1-2-15,-6 8 8 0,-2 2-1 0,-5 0-3 16,-2 0-2-16,3 8 0 0,12 23-16 0,-10 3-2 15,-7 3-1-15,-3 0 1 0,-9-2 3 0,-1-1-4 16,-5-1 1-16,-1-1-1 0,14-3 3 0,-18 1-6 0,-1 0 5 16,-2-2-5-16,2 0 8 0,4-2-4 0,-1-2-8 15,10 0 3-15,-4-2-10 0,4-1 5 0,6-3 1 16,1-1 1-16,-7-2-3 0,3-2 5 0,5 0-2 0,1-2 1 16,2 0-10-16,0-5 1 0,0-1-5 0,0-3 3 15,3 2-11-15,5 1-11 0,14 5 1 0,4-7-7 16,0-3-12-16,2-5-29 0,0-5-4 0,0-3-9 15,0-1-7-15,-2-1 13 0,3-4 4 0,-3 2 3 16,-2 14 10-16,2-14-22 0,-1-2 6 0,-1 3-8 16,0 3 35-16,-2 0 31 0,-5 2 6 0,1 3 6 0,-8 3 22 15,-1 3 7-15,-5 0 5 0,-2 2 2 0,-1 0 33 16,3-4 14-16,0 2-3 0,0 0 5 0,-1 1-3 16,1 1-5-16,0 0 0 0,-1 1-6 0,-1 1-28 15,-2 0 15-15,9 20-6 0,-1 4 11 0,-3-1 0 0,-1 1-13 16,0-2 7-16,0 4-10 0,-3-2 2 0,1-2-6 15,-2 2-2-15,0-4 0 0,0-2-4 0,0 1-8 16,2 1-4-16,0-3-1 0,-2-3-14 0,2 3-2 16,-2-4-6-16,0 1-6 0,2-3-104 0,-2-1-174 15,2 1-83-15</inkml:trace>
  <inkml:trace contextRef="#ctx0" brushRef="#br0" timeOffset="2183.25">13018 4040 34 0,'0'0'37'0,"-2"0"-4"0,0-2 20 0,0 0-1 16,0 0-7-16,-1 0-6 0,1 2-9 0,-9-5-6 0,-4-3-2 15,2 1-15-15,-2-1 7 0,-6-3 2 0,3 2 1 16,-1-2 21-16,5 3-3 0,2 3 11 0,5 1-9 16,-2-2 23-16,-1-1 0 0,1 0 2 0,5-5 0 15,-5-2 5-15,5 1 0 0,-7 3 1 0,2 5-2 16,5-1-5-16,-3 2 6 0,1-3-1 0,1 0 1 16,1-1-20-16,-3 6-22 0,-6 0-2 0,3-5-5 0,3 3-7 15,-1 1 8-15,3 1-5 0,-3-2 6 0,1 2-4 16,3 2-3-16,-1 0-1 0,1 0-1 0,0 0-3 15,1 0-5-15,1 0 3 0,0 0-3 0,2 0 9 16,2 2-1-16,1 0-5 0,25 3 2 0,21-3-9 0,8-2 1 16,8-2 0-16,4-3-1 0,3-3 1 0,1-1 0 15,5-4 3-15,14 0-3 0,5 0-3 0,11 4 5 16,1-2-4-16,-7 1 4 0,-1-3-5 0,-9 4 5 16,7-2-2-16,7 0 2 0,-6 5-5 0,6-1 3 15,-12 5 2-15,-14 0 1 0,-4 2 4 0,-11 2-6 16,-5 2 4-16,-3 3-3 0,-3 1-1 0,-4 1 2 15,0 0-3-15,-5 2 3 0,-8-3 2 0,-2 1-3 0,-12-2 0 16,3 3 0-16,-4-1 0 0,-5-2 4 0,1 3 10 16,-14-8-3-16,5 3 35 0,-1-1-15 0,-1 1-1 15,2 1-5-15,-5-4-4 0,2 2 5 0,-4-4 3 16,1 1 1-16,1 1 11 0,0 0-1 0,-1 0-10 0,1-2 2 16,-2 0-29-16,0-2 5 0,0-2-1 0,7-18 2 15,-2-2-4-15,-1 0-7 0,0 0 1 0,-5-2-1 16,1-4 3-16,-2 2-1 0,-3-2 3 0,-1 1-3 15,-2 1 2-15,1 2-5 0,-1 4 1 0,2 1-2 16,1 3 5-16,1 1-3 0,0 2 1 0,2 4-2 16,0 4 2-16,0 1 1 0,0 2-4 0,0 2 2 15,0-1 5-15,0-1-9 0,0 0 7 0,0 2-9 0,0 1 2 16,0-1 3-16,0 2 1 0,0 0 0 0,0 2 3 16,2 1 4-16,2 14-3 0,3 9 3 0,0 4-5 0,3 1-3 15,1 6 0-15,0 0-1 0,0 2 2 0,0 0 0 16,0 0 3-16,-1-1-2 0,-3-3-3 0,2 2 0 15,1-2 0-15,-1-3 1 0,0-1 2 0,-1-6-1 16,-1 1 0-16,1-2 0 0,-3-4 1 0,3 1 3 16,-3-3-1-16,-1-5 1 0,1 0-3 0,-1-2 3 15,0-1-3-15,0-3 2 0,-3-3-5 0,1-1 10 16,0 1-5-16,0 0 8 0,0 0-5 0,2-3-2 16,-1 1 4-16,-1-2-6 0,7 0 2 0,3-2 1 15,-3-3-2-15,2 3 1 0,-2-24-4 0,4-2 0 16,-2-3 0-16,2-3 0 0,4-3-1 0,0 0 1 0,1 0 0 15,1-2 1-15,1 2 3 0,-1-2-7 0,1 1 3 16,3 5-3-16,3 1 6 0,-2 6-3 0,0 0 0 16,-2 6-2-16,-1 0-5 0,-5 5 5 0,3 2 0 15,-1 5 2-15,-3 5 1 0,0 1 0 0,-2-7-1 0,-2 3 1 16,-1 4 1-16,1 2 1 0,-2 0 4 0,-2 2-2 16,6 5 3-16,-5-1-8 0,1 20 1 0,-7 0-1 15,17 2 12-15,-6 0-7 0,-4 1 0 0,-4-5-4 16,-1 1-4-16,0-5 6 0,0-1-2 0,-3-5 3 15,3 1-9-15,-2-5 10 0,0-1-5 0,0-2 7 16,0-1-6-16,-2-4 0 0,1 1 3 0,3 1-2 16,-2-4-3-16,11 4 1 0,2-2-1 0,2-2 1 0,-1-4-1 15,-1-3-7-15,4-5 4 0,-5 3-4 0,1 0 13 16,4-2-8-16,-4 1 3 0,3-1-7 0,-1 2-2 16,0 3 5-16,3 1-3 0,2 1 4 0,3 4 2 0,2 2-2 15,5 4 1-15,7 1-1 0,2 2 3 0,9 2 3 16,6-1-3-16,-1-3 3 0,10-1-10 0,2-4 2 15,-4-4 1-15,4-4 0 0,-2-1 5 0,0-3-4 16,6-1-1-16,5 0-3 0,0-6 1 0,0 1 2 16,0 1 3-16,-9 4-1 0,2 0 7 0,-4 3-6 15,-11 4 3-15,-6-1-3 0,-5 1 2 0,-8 2-3 16,0 0 3-16,-3 1-2 0,-4 1 0 0,-6 0 6 0,-4 0-7 16,-5 0 6-16,-3 0-1 0,-1 0 2 0,0 0 1 15,-3 0-2-15,-1 0-3 0,-1 0 5 0,0 0 0 16,0 0 2-16,-1 0-6 0,-1 0-5 0,0 0-1 15,0-2-5-15,0 0-27 0,0 0-259 0,-1 0-109 0</inkml:trace>
  <inkml:trace contextRef="#ctx0" brushRef="#br0" timeOffset="5757.96">15981 4119 751 0,'0'-1'14'15,"-2"-1"7"-15,0-2 31 0,-3-13 10 0,-1 2 7 16,1 2-3-16,1 4 11 0,2 4-8 0,0 1 7 16,2 2-38-16,-2-2-21 0,1 2 7 0,-1 1-11 15,0 1 3-15,0 1 6 0,0 3-11 0,-13 26 10 0,-3 22-9 16,3 7 1-16,0 10 6 0,0 3-4 0,0 6 14 15,-1 0 1-15,-1-2-3 0,0 1 2 0,2-9-2 0,2-5 4 16,2-9-3-16,0-9 0 0,0-3-11 0,2-8-9 16,1-1 1-16,1-1-4 0,1-6-5 0,2-6 5 15,3-5-2-15,-1-6 0 0,2-3-18 0,0-2-33 16,0-2 1-16,0 1-10 0,0 1 5 0,2-2-48 16,-1-2 6-16,3-2-24 0,2-2-26 0,18-22-68 15,-6-7-41-15</inkml:trace>
  <inkml:trace contextRef="#ctx0" brushRef="#br0" timeOffset="6050.8">15985 4418 292 0,'0'-11'94'0,"4"-35"139"0,-3 5-104 0,3 0-26 0,2 6 0 16,-3 3-10-16,3 4-13 0,-2 8-15 0,1 3-3 15,1 6-5-15,-2 2-15 0,-1 3 9 0,1 1-4 16,0 3 3-16,9-7-23 0,0 1 4 0,2 3-5 16,-1 3 5-16,-3 2-7 0,2 2 14 0,-3 1-2 0,-5 1 5 15,1 2-17-15,-4 20-10 0,16 3-2 0,-7 3-1 16,-7 1-4-16,-4 4 1 0,-7 6 1 0,-8 2-1 15,-4-5 2-15,17 1 6 0,-31-4-2 0,-8-9 5 16,4 8 17-16,4-10-9 0,-4-4 4 0,11 2-8 16,0-7-4-16,1-2 3 0,5-6 0 0,7-4 2 15,-4-1-3-15,8-2-11 0,3 4 1 0,1-3-4 16,5-1-3-16,-2 2-4 0,-2 1 0 0,2 1-2 0,1 0 0 16,-1 1 7-16,2 4-2 0,2-2 3 0,3 1-10 15,1-1 10-15,16-5-7 0,8 1 7 0,3 1-5 16,1-4-3-16,5 3 2 0,-6-1-2 0,-3-2-1 0,-2 16-24 15,-2-6 3-15,-1-5-13 0,0-1-18 0,1-3-63 16,-2-1-14-16,4 0-24 0,-4-2-135 0,2 0-152 16</inkml:trace>
  <inkml:trace contextRef="#ctx0" brushRef="#br0" timeOffset="6363.19">16516 4678 1042 0,'0'-2'71'0,"-2"1"3"0,0-3-29 0,-2-5-4 15,-3-8-25-15,1 6 37 0,3 1 27 0,1-1-8 0,2 4 7 16,0-1-62-16,0 5-6 0,2-1-6 0,0 2 3 16,1 0-3-16,10-3 4 0,10-1-3 0,-5 6 5 15,-3 4 11-15,4 5 2 0,-8 0 6 0,-2 6-3 16,-2 11 12-16,-5 2-12 0,15-4 3 0,-6 2-6 15,-5-3 8-15,-4-7-4 0,-2-1 3 0,0-2-5 16,0-2-12-16,0-1 6 0,0-3-6 0,0 0 5 0,0-1-8 16,0-2-9-16,0-3 1 0,11 9-3 0,18 5-6 15,7-8-18-15,6-7-6 0,5-7-6 0,-3-8-33 16,5-8-74-16,6 22-14 0,5-35-30 0,3-4-130 0</inkml:trace>
  <inkml:trace contextRef="#ctx0" brushRef="#br0" timeOffset="7032.19">17578 3661 689 0,'-2'0'68'15,"0"0"-7"-15,-2 0 13 0,-20-6 4 0,0 1-20 16,9 3 16-16,0 0 6 0,1 2-6 0,4 0-2 0,1 0-45 15,7 0-18-15,0 0 4 0,-1 0-9 0,-1 2 7 0,2 0 5 16,0-1-4-16,2 1 4 0,2 0-5 16,22 7-3-16,23 3-3 0,-1-7 1 0,4-5-4 0,4 0 8 15,4-5 5-15,5-1-2 0,7 0 0 0,6-1-6 16,2 1-2-16,-2-1 0 0,-1 0 3 0,-7 1-2 16,-6 0 0-16,-14 5-2 0,-3-1-1 0,-10 0-1 15,-4 2 0-15,-3 0 0 0,-5 2 2 0,-7 0-1 16,-3-2 8-16,-3 0-3 0,-1 0 35 0,-5 0-2 15,-3 0 2-15,1 0-2 0,2 0 12 0,0 0 1 16,-1 0 2-16,1 0-4 0,-2 0-16 0,0 0-14 0,0 0 1 16,0 0-5-16,-1 0-2 0,1-2 1 0,0 0-1 15,0 0 2-15,-2 0 5 0,0 0 0 0,0 0 2 16,0 1-2-16,-2-1-15 0,0 0-6 0,0 0-4 16,-1 0 2-16,-8 2 2 0,-6 0-7 0,-4 4 2 0,3 3-4 15,1 1 7-15,2 1-3 0,2 0 1 0,6 1-2 16,1 4-2-16,4-1 3 0,1 0 0 0,-7-3 1 15,1 3-1-15,3-6 10 0,2-1 0 0,2-1 4 16,0-1 0-16,2 0 3 0,0-2-4 0,3-1 4 16,18 5-4-16,1-6 0 0,0-4 5 0,-2-1-3 15,-1-5 7-15,-3 1 12 0,-1 0-4 0,-4 0 7 16,0 5 3-16,-6-4-4 0,-3-3 3 0,-2 2-4 0,7-2-2 16,-3 0-17-16,-3 1 1 0,-3 3-7 0,0 3-8 15,0 1-10-15,0 1-2 0,-5 0-4 0,-19-15-25 16,-2 6-108-16,0 4-25 0,0 5-44 0,0 2-231 0</inkml:trace>
  <inkml:trace contextRef="#ctx0" brushRef="#br0" timeOffset="7906.26">12682 3967 67 0,'2'0'9'15,"-1"0"-1"-15,1 0 13 0,0 0 1 0,2 0 39 0,0 0 35 16,7-2-5-16,2 0 8 0,-4 1-37 0,-3 1-6 16,-1-2-2-16,6 0 1 0,-3 0 11 0,3 0 21 15,-6 0-9-15,1 0 10 0,-4 2-15 0,2-1 0 16,-3 1 2-16,3-2-4 0,0 0-5 0,0 0-14 15,-3 0 6-15,1 0-8 0,-2 0 20 0,-2-1-38 16,-1-1 6-16,-10-3-19 0,-24-8-9 0,-4 9-2 16,-4 6-6-16,-9 2 5 0,-1 4-3 0,-1-1-2 15,-4 6 6-15,-1 0-4 0,-4 2 13 0,-11-3 25 0,-4-3 0 16,-7-1 8-16,-6-4-3 0,6-2 1 0,0 0-4 16,9-2 3-16,5 0-8 0,3-2 5 0,1-1-6 15,-2-1 3-15,3 0-11 0,-3 1-2 0,4-1 3 16,4 1-3-16,4-1 5 0,12 2-12 0,5 1 5 0,16 1-7 15,2 0-3-15,11 2-12 0,1 0-4 0,5 0 0 16,3 0-9-16,2 0-3 0,1 0-1 0,-3 0-1 16,0 0 2-16,2 0 1 0,0 0 5 0,1 0-3 15,-1 0 2-15,2 2-17 0,0 0 3 0,0 0-8 16,2-1 4-16,-1 1-23 0,1-2-7 0,15 11-9 16,3 1-65-16,-1-3 10 0,1 0-19 0,3-1 14 15,3-1-40-15,-2-1-23 0,-2-1-10 0,8 1-7 0,-12-3-53 16</inkml:trace>
  <inkml:trace contextRef="#ctx0" brushRef="#br0" timeOffset="8186.24">11300 3989 184 0,'0'0'51'0,"0"-1"-4"0,-2-1 21 15,1 0 16-15,-1-2-16 0,2 2 47 0,-10-13-10 16,9 2 5-16,-16 0-6 0,-2 2 7 0,4 4-17 16,1 1-9-16,2 4-5 0,-4-9-46 0,-7 2-9 15,1 5 3-15,-8 4-3 0,3 2 5 0,-1 4 7 16,-2 3-4-16,2 6 4 0,0-13-11 0,1 26 14 15,1 1 1-15,0 1 4 0,1 0 6 0,5-4-18 16,1 0 0-16,6-4-6 0,4 0-11 0,4-3-7 16,-7-2 5-16,5-5-3 0,3 0 21 0,2-3-2 0,2-2 6 15,0-3-5-15,2 0-2 0,6 1 3 0,16 5-7 16,4-7 5-16,3-5-17 0,1-7 9 0,5-8-8 16,-4-1 7-16,1 12-6 0,-3-16-9 0,-5 0 6 0,-3 0-7 15,-5 3 9-15,-5 2-4 0,-4 1-4 0,-5 3 1 16,-2 1-2-16,5 1-9 0,1-4-1 0,-6 4-8 15,-2-2-24-15,-2 6-88 0,0 3-16 0,0 4-42 16,-20-9-220-16</inkml:trace>
  <inkml:trace contextRef="#ctx0" brushRef="#br0" timeOffset="8966.14">13029 7346 210 0,'0'0'57'15,"0"0"-5"-15,0-1 39 0,-2-1-4 0,0 0-5 16,0 0-15-16,0 0 1 0,1-2 3 0,-1 1-1 15,2-1 3-15,-2-2-13 0,-2-3 0 0,0 0-5 0,3 3-8 16,-1-1-5-16,0-1 0 0,2 5-1 0,-2-3-5 16,2 2 21-16,-2-1-13 0,0-1 15 0,-1-1-19 0,1 1 2 15,-2 1 4-15,4 3-2 0,-4-2-5 0,1 2 7 16,-12-7-4-16,-2 0 5 0,2 3-17 0,-1 4-9 16,-3 2 2-16,0 4-4 0,-1 2-1 0,0 3-7 15,-5 2 2-15,-1 4-2 0,2 0-1 0,0 1 3 16,2-14-5-16,7 17 4 0,-4-4-4 0,3 0 5 15,3-1-2-15,3 1 1 0,3-4-14 0,3 0 2 16,2 1 0-16,-7-1 0 0,4 0 0 0,1 0 5 16,2 0-1-16,2-2 4 0,4 1-3 0,1-1 3 15,1-2-6-15,22-1 5 0,-2-2-5 0,2-2 4 0,-2 14-3 16,1-3 2-16,1-5-3 0,2-6 5 0,-2-2 0 16,-4-2 1-16,0-4 0 0,-7 1 4 0,-1-3 4 15,-3 3-1-15,0-3 12 0,-7 4 0 0,0 1 2 16,-5-3-2-16,9-5 5 0,-3 0-5 0,-1-2-4 0,-3 0-1 15,-1-2-14-15,-2 2-4 0,-2 0-3 0,-1 2-1 16,-3 2-7-16,1-1-13 0,1 3 2 0,-15 0-8 16,6 3-26-16,-2 2-124 0,4-7-1 0,6 5-52 15,-4 0-110-15</inkml:trace>
  <inkml:trace contextRef="#ctx0" brushRef="#br0" timeOffset="11083.36">12076 7519 882 0,'-7'0'81'0,"-23"0"15"0,-33 0 10 16,2 0-48-16,11 0 10 0,3 0-42 0,8 0 33 15,0 0-4-15,6 0 15 0,1 2 4 0,6-2-21 16,6 0 0-16,5 0-8 0,4 0-14 0,5 0-1 16,1 0-8-16,1 0 3 0,0 0-22 0,1 0-17 15,1 0 7-15,0 0-10 0,0 2 8 0,2 0 10 0,2-1-4 16,5 5 7-16,34 14-2 0,13-3 0 0,7-4 6 15,15-5-4-15,8-7 6 0,11-1-1 0,-1-7-2 16,-4-6 1-16,1-2-2 0,1-3 0 0,10-5-1 16,10 1 1-16,3 0-2 0,-5 1 6 0,-16 3-3 0,-12 3 4 15,-12 2-7-15,-8 4-7 0,-7 1 4 0,-10 3-3 16,-4 1 7-16,-8 2-3 0,-7 2 1 0,-7 0-1 16,-2 0 12-16,-8 0 8 0,-5 0 8 0,-1 0 1 15,1 2 20-15,-2-2-13 0,0 2-7 0,0 0-2 16,-1-1-23-16,-1 1-4 0,0 0 2 0,-1 0-3 15,-1 0-6-15,0 0-11 0,-2 0-8 0,0-1 1 0,1 1-25 16,-1-2-78-16,-2 0 8 0,-1 2-34 0,0 0-16 16,-3 0-66-16,1 2-11 0</inkml:trace>
  <inkml:trace contextRef="#ctx0" brushRef="#br0" timeOffset="11302.15">12396 7924 1155 0,'-2'0'57'0,"-2"0"82"0,-11 2-88 0,6-2-24 16,3 0 2-16,5 0-5 0,-3 2 18 0,0-1-21 15,2 1 2-15,0 0-9 0,1 0 4 0,1 0-1 0,1 0 5 16,1 0-4-16,2-2 6 0,24 3-1 0,2-1-2 16,1-2-1-16,-1 0-12 0,1 0-2 0,3-2-7 15,-4 0 3-15,-1 2-8 0,-5 0-15 0,-5 0 4 16,-2 0-9-16,-2 0-8 0,-2 2-148 0,-2 2 11 0,-6 0-65 15,-1-1-68-15</inkml:trace>
  <inkml:trace contextRef="#ctx0" brushRef="#br0" timeOffset="11387.48">12511 8238 392 0,'-2'0'151'15,"0"0"-2"-15,0 0 36 0,-1 1-27 0,-5 1-27 16,3-2-69-16,3 0-27 0,0 0 1 0,-2 2-8 16,0 0 10-16,3 0-7 0,-1 0 1 0,2 0-4 0,0-1-5 15,2 1-21-15,1-2 6 0,33 4-12 0,4-4-13 16,14-2-102-16,-2-2-91 0</inkml:trace>
  <inkml:trace contextRef="#ctx0" brushRef="#br0" timeOffset="13075.91">10660 4721 603 0,'0'0'141'0,"-2"0"-61"16,0-2 54-16,0 0-3 0,0 0-102 0,0 1-12 16,1-1 20-16,1 0 9 0,0 0 7 0,1 0 25 0,1-2-35 15,2 1-8-15,9 1-8 0,7-4-28 0,5-1 7 16,-1 5 1-16,2 0 2 0,0-3-10 0,-2-12 2 15,0 6-3-15,0 5 4 0,0 2-7 0,0 4-12 16,-3 2-8-16,-4 2-7 0,-3 2-92 0,1 1-129 16,-5-1-7-16</inkml:trace>
  <inkml:trace contextRef="#ctx0" brushRef="#br0" timeOffset="13263.79">10766 4474 626 0,'0'0'39'0,"0"0"9"0,0 0-1 0,-2 0-16 0,0 0 3 15,0 0 26-15,0 0-9 0,0 0 2 0,0 2-4 16,2 0 1-16,0 1-9 0,-1 10 3 0,-1 21-7 16,2-1-20-16,0 10-3 0,0 7-5 0,0 0 3 15,0-3-2-15,0 1-10 0,0-2 1 0,0 3-7 16,0 3-24-16,2 3-181 0,1 5-88 0</inkml:trace>
  <inkml:trace contextRef="#ctx0" brushRef="#br0" timeOffset="13606.61">10641 7051 1181 0,'0'0'8'15,"0"0"-1"-15,0 0 2 0,0 0 1 0,0 0-2 16,0 0 15-16,0 2 8 0,0 0 7 0,2 0-4 16,0 0-2-16,2-1-15 0,14 7-1 0,10-1-4 15,0-3-11-15,2 0-1 0,5-2-15 0,2-2 0 16,6-2-94-16,-1-4-269 0</inkml:trace>
  <inkml:trace contextRef="#ctx0" brushRef="#br0" timeOffset="14554.09">22409 3204 124 0,'0'-4'0'0,"-2"-11"209"16,-7-29 9-16,0 1 25 0,1 10 11 0,1 1-195 16,-1 4 2-16,5 12 8 0,-3-1-3 0,2 4 4 15,3 5-22-15,-3-1-20 0,0 2-5 0,2 3-4 16,0 0-19-16,1 2 4 0,-1 1-6 0,0 1 4 0,0 1 1 16,-9 25-4-16,-4 19 4 0,0 5-3 0,2-3 10 15,0 3-1-15,-2 2 2 0,-3 5-4 0,-3 5 1 16,-3 6 2-16,-4 7-5 0,4 4 3 0,-2-1-6 0,2-3 6 15,0-9 2-15,-2-8 0 0,5-8 11 0,3-9-1 16,3-8 4-16,4-5-4 0,0-5-2 0,1-5 6 16,3-3-7-16,3-6 6 0,1-1-11 0,1-5 22 15,2-1-2-15,-2 2 8 0,0 0 9 0,0-2-17 16,0-1 1-16,2 1-9 0,0-2-16 0,2-2 0 16,2 1-3-16,7-14 2 0,13-17-1 0,4-3-7 15,0-10 4-15,3 3-4 0,1-7 2 0,-4 5 1 0,2 3-2 16,-3 2 1-16,-1 4-5 0,0 5 4 0,0 4-1 15,-3 7 1-15,-1 3 1 0,-3 8-5 0,-3 4 1 16,-3-5-3-16,-2 4-3 0,1 3 8 0,-1 2-6 16,-4 2 7-16,2-1-8 0,-3 33 8 0,-2-1 0 15,-1 1 3-15,-1-1 1 0,0-1-1 0,19 1 1 0,-8 1-2 16,-6-5 2-16,-2-5 2 0,-1 1-4 0,0-7 3 16,0 4-2-16,-3-5-2 0,1-2 3 0,0 0-3 15,0-2 2-15,0-2-1 0,0 2 1 0,1-2-1 16,1 0 2-16,0 0-40 0,0 1-7 0,-1-3-16 15,1-2-53-15,0-1-95 0,1 1 6 0,-5-5-47 16,15 4-97-16</inkml:trace>
  <inkml:trace contextRef="#ctx0" brushRef="#br0" timeOffset="14821.54">23139 3796 608 0,'0'-2'257'0,"0"1"-349"15,0-1 298-15,-2 0-166 0,0 0-32 0,0-2 72 16,0 2-7-16,0 1 25 0,-1-1-28 0,-1 0-26 16,2 2-2-16,-5 0-5 0,-4 2 1 0,-1 3-6 15,3-3-3-15,-6 24 1 0,4-2-3 0,0 8-5 16,0-8 3-16,0 2-4 0,0-2 5 0,0 0-3 0,1-1 2 16,1-1-3-16,3-2-3 0,-3-1-4 15,4 1-3-15,-3 1 0 0,3-3-10 0,3 1 3 0,-2-2-3 16,-5-4 3-16,-1 0 0 0,5-2-7 0,1 0-4 15,2-2-5-15,2 2-33 0,0-5-21 0,0-3-4 16,0 1-8-16,2 0-59 0,2 0-45 0,-2-4-22 0,14 5-6 16,7-1-69-16</inkml:trace>
  <inkml:trace contextRef="#ctx0" brushRef="#br0" timeOffset="15073.48">23388 3711 186 0,'0'-2'139'16,"0"0"-2"-16,0-2 32 0,0-5-28 0,0-2-20 0,0 4-31 15,0 1 20-15,0 2-6 0,0 1 4 0,-2 1-47 16,0 0-27-16,0 0 3 0,-2 2-11 0,1 0 10 16,-10 7-7-16,0-5 4 0,0 26-5 0,1 7 0 0,-1-3-3 15,0 3-1-15,0 1-1 0,0-7-6 0,0 7 5 16,-1-3 0-16,2 2 1 0,1 1-3 0,4-3-2 16,-1 0-2-16,3-1 2 0,1 0-1 0,-14-1-3 15,6-3-1-15,7-4 0 0,1 0 6 0,2-3-6 16,2-1 1-16,0-3-5 0,2-1-6 0,0-4 7 15,0 1-5-15,2-2 4 0,-3-4-12 0,3 2-35 16,-2-3-2-16,2 0-15 0,-2-3-46 0,1 1-229 16,5 2-30-16</inkml:trace>
  <inkml:trace contextRef="#ctx0" brushRef="#br0" timeOffset="17012.66">9939 5226 72 0,'0'-2'0'0,"-2"0"11"16,1 0 111-16,-1 1-34 0,0-1 5 0,0 0-53 0,0 0-5 15,0-2-17-15,0 1 6 0,1-1-8 0,-1 0-2 16,0 0 1-16,2 1 3 0,0 1 0 0,0-2 4 0,0 2 9 16,0-1-1-16,0-1 5 0,0 0 8 0,0 0-7 15,0 1 2-15,0-1-2 0,0 2 9 0,0-3 1 16,0-1 0-16,0 2 1 0,0 1 7 0,0 1-7 16,0 0-4-16,-2-2 0 0,0 0-8 0,0 1-9 15,0 1 5-15,1 0-6 0,-1 0 6 0,0 2 2 16,0 2-4-16,0 2 1 0,-5 22-16 0,1 9-7 15,1 10 3-15,1-1-4 0,2 1 1 0,2-3 5 16,-2-1-1-16,2-2 2 0,0 2-7 0,0-4 10 16,-2-3-10-16,0-3 10 0,1-3-7 0,1-4 1 0,0 0 6 15,0 0-3-15,0-3 8 0,0-1-6 0,0-1 3 16,0-2-3-16,0-4 4 0,0-2-1 0,0-4-3 16,0-1 2-16,0-3 4 0,0 1-1 0,1 0 6 15,1 0-3-15,0-3 14 0,0 1-12 0,2-2 2 16,-1 0-5-16,9-5-4 0,-1-6-11 0,4-19 4 0,-1-4-5 15,-1-1 6-15,2-4-1 0,-4-4-6 0,1-1 3 16,1 3-3-16,-8 6-2 0,3-2 6 0,-3 5-4 16,-1 6 8-16,-2-4-4 0,0 10 0 0,9 3-2 15,-2 2 0-15,-3 4 0 0,-3 0-5 0,-1 6 3 16,-2-1-1-16,0-1-4 0,0 3 3 0,0 2-3 0,0 0-2 16,0-2-39-16,0 3 8 0,0-1-21 0,0 0-13 15,0 2-48-15,0 0-15 0,0 2-13 0,0 1-73 16,0 7-54-16,4 12-28 0</inkml:trace>
  <inkml:trace contextRef="#ctx0" brushRef="#br0" timeOffset="17219.41">10322 5618 311 0,'0'0'247'0,"0"0"-335"16,-2 2 295-16,0-1-165 0,0 3-12 0,-7 13 60 15,-2 7-11-15,-2 4 27 0,0-2-12 0,0 2-14 16,0 0-4-16,-2-1-5 0,2 1-11 0,2-2-5 0,0 0 1 15,1-2-4-15,3-1-3 0,1-5-14 0,1-1 0 16,1-2-7-16,0 0-17 0,3-4-3 0,-1-2-5 16,2-1 2-16,0-7-10 0,0 3-36 0,0 0 0 15,0 0-13-15,2-3-24 0,-1 1-126 0,1-2-39 16</inkml:trace>
  <inkml:trace contextRef="#ctx0" brushRef="#br0" timeOffset="17735.3">10316 3722 147 0,'-2'-2'102'0,"1"0"-99"0,-1 0 120 16,0 1-52-16,-2-1-4 0,0-2 14 0,1 0-2 15,1 4 6-15,-2-2-6 0,-1-1-16 0,3-1 3 16,-2-2-8-16,0 3-8 0,2 1-3 0,1 2-4 15,-3-4 3-15,0 0 3 0,0 1-8 0,3 1 0 0,-1 0-3 16,0 0-6-16,0 0-9 0,0 0 4 0,2 1-5 16,2-1 1-16,0 0-1 0,2 0-5 0,27-11 3 15,4 4-12-15,6 1 3 0,6 3-4 0,-1-1 2 16,2 1-5-16,2 1-1 0,-7 0 0 0,-2 0-1 16,-4 1 3-16,-2 1-3 0,1 2 3 0,-5 0-4 15,-1-2 0-15,-4 2 1 0,2-2 0 0,-4 2 1 16,0 0-4-16,0 0 4 0,-3 0-3 0,-3 2 5 0,-1 0-2 15,-6 0 7-15,-2 0-5 0,-3-2 4 0,1 1-2 16,-3-1 2-16,-2 0 3 0,2 0-2 0,-1 2-4 16,1 0 2-16,0 0 3 0,-1 0-1 0,-1-2 1 0,0 0-3 15,0 0-5-15,0 0 1 0,0 0-10 0,0-2-18 16,-2 0-5-16,0 0-6 0,0 0-31 0,0 1-37 16,0-3-33-16,1 0-9 0,-1 2-159 0</inkml:trace>
  <inkml:trace contextRef="#ctx0" brushRef="#br0" timeOffset="18095.7">11100 3353 269 0,'-2'0'160'0,"0"0"-201"0,-2 0 187 0,1 0-97 16,-7-2 3-16,1 0 35 0,-2 0-5 0,0 2 13 15,3 0-16-15,1 0-12 0,1 0-6 0,3 0-2 16,-1 0-20-16,2 0-12 0,0 0 5 0,0 0-7 16,-1 2 6-16,-1 0 1 0,2 0-4 0,0-1 3 15,0 1-12-15,2 2-1 0,2 0 0 0,0-1-2 16,2-1-11-16,18 13 3 0,8 0 1 0,1-2 0 0,-5-2 4 16,8 0-11-16,-5 0 3 0,-1 1-3 0,2-1 10 15,-6 0-8-15,-2 0 5 0,-3-2-4 0,-2 2 14 16,-4-1 0-16,-6-5 1 0,2 16-1 0,-5-8 4 15,0 1 8-15,5-1 1 0,-5-3 2 0,1 6 6 0,-3 3-16 16,-4-2 6-16,-3-1-10 0,-4-1 0 0,-12-2-5 16,-10 2-6-16,1-2 2 0,-2 0-9 0,4-2-12 15,4 4-5-15,-4-2-5 0,4-4-28 0,2 1-38 16,2-1-18-16,5-2-13 0,5 3-116 0,7-3-161 16</inkml:trace>
  <inkml:trace contextRef="#ctx0" brushRef="#br0" timeOffset="18623.32">11544 2645 750 0,'0'0'27'0,"0"0"-6"15,0 0 21-15,-2-2 13 0,0 2-8 0,0 0 27 16,0 0-10-16,0 0 1 0,0 0-5 0,1 0-11 0,-1 2-8 16,0 2-6-16,-6 16 1 0,1 14-14 0,1-3-8 15,1 10 7-15,1 0-8 0,0-4 2 0,1-3-6 16,1-3-6-16,-2 1 3 0,2-5-2 0,0 3-1 15,2-4-1-15,0-4 0 0,0-1 6 0,0-6-3 16,0-2 5-16,0-2-5 0,-1-2 2 0,-1-1-10 16,0-3 3-16,0 3-3 0,0-5 9 0,2-1-7 15,0 0 1-15,-13 7-1 0,0-1 4 0,-2-1-3 16,0-1 1-16,2-3-1 0,-1 1 3 0,4-2 2 16,3-2 0-16,-4 0 0 0,5 0 2 0,1 0 4 0,1 0 0 15,0 0 1-15,2 0-5 0,0 0 3 0,1 0-2 16,1 0 2-16,0 0-3 0,1 0 5 0,1 0-3 15,6 0 3-15,20-6-6 0,-6 3-1 0,8-5 2 0,-3-1-2 16,-1 0 3-16,2-2-3 0,-2-1 1 0,2 1-1 16,0 0 0-16,-4 0-8 0,0 0 0 0,-3 2-5 15,-5-1-2-15,-3 3-31 0,-2-1-4 0,-3 5-10 16,-4 1-31-16,-3 2-16 0,7-9-8 0,-1-4-1 16,-1 1-11-16,-2-2-169 0</inkml:trace>
  <inkml:trace contextRef="#ctx0" brushRef="#br0" timeOffset="18751.2">11469 2716 569 0,'-2'-2'73'0,"1"0"-5"16,-3 0 25-16,0-2 3 0,0-3-19 0,-3-6-1 16,3 6-15-16,1-3 4 0,-3 3-8 0,2 1-6 15,2 1-24-15,2-1-4 0,0-1-5 0,2 1 0 0,4-1-8 16,11-1 4-16,9 1-6 0,0-1-10 0,1 3 8 16,1-1-5-16,4-12 5 0,-1 5-26 0,-3 5-115 15,0 5 7-15,-6 3-50 0,2 1-80 0</inkml:trace>
  <inkml:trace contextRef="#ctx0" brushRef="#br0" timeOffset="18947.58">12052 2909 727 0,'0'0'28'0,"0"0"-14"0,0 2 33 16,-2 1-6-16,-1 12 38 0,-7 11 36 0,-1 0 3 15,2-4 5-15,0-1-25 0,-1-1-28 0,1 1-6 0,0 1-7 16,0-2-27-16,3-5-14 0,0 2-2 0,3-6-3 15,1 2 2-15,0-2-12 0,0 2 9 0,2-2-10 16,0 1 0-16,0 1-49 0,2-2-18 0,2-2-30 16,1 0-263-16</inkml:trace>
  <inkml:trace contextRef="#ctx0" brushRef="#br0" timeOffset="19730.08">24073 3414 958 0,'0'0'0'0,"-2"-2"8"16,0 0 80-16,0 0-4 0,0 0 21 0,0 1-22 15,1-1 12-15,1 0-48 0,0 0-3 0,0 0-13 0,1 0-8 16,1 0-10-16,2 1-1 0,22-9-3 0,0 3-2 16,0 1-4-16,-2 3 4 0,2 1-6 0,-4 2-13 15,4 0-55-15,2 0-12 0,-2 2-18 0,2 1-82 0,-7 3-20 16</inkml:trace>
  <inkml:trace contextRef="#ctx0" brushRef="#br0" timeOffset="19842.59">24151 3679 594 0,'-2'0'98'0,"0"0"13"0,0 0-41 16,0 0-34-16,0 0-19 0,1 2 9 0,-1 0 45 16,0 0-1-16,2 0 12 0,0 0-27 0,0-1-26 15,2 1-3-15,1-2-6 0,29 0-10 0,13-5-26 0,5-8-29 16,-2-2-4-16,9-6-125 0</inkml:trace>
  <inkml:trace contextRef="#ctx0" brushRef="#br0" timeOffset="20290.54">25643 2341 1002 0,'-1'-2'34'15,"-1"0"6"-15,2 0 5 0,-13-18-14 0,4 3 3 0,1 6 19 16,3 2 24-16,-1-1 0 0,2 5 3 0,4 3-28 0,0 0-35 15,-3-2 2-15,-1 2-10 0,0 1 7 0,2 1-5 16,0 1 3-16,1 1-4 0,1 0-5 0,-15 24 4 16,4 0-4-16,1 4 6 0,3-1 2 0,-1 3-6 15,3 1 1-15,-3 5-1 0,3-1 5 0,1 2 2 16,0 2-2-16,1-1 0 0,-1-1 2 0,0 2-3 16,1 0 3-16,1-2-3 0,2-4 4 0,0-5-1 15,0 4 0-15,0-7-1 0,2 1-3 0,-1-2 3 16,1-5 1-16,0-8 0 0,2-2 5 0,-2-4 0 15,0-1 3-15,1-1-1 0,-3-3 10 0,10 6-1 0,6 1-1 16,5-5-1-16,-1-4-7 0,8-8-4 0,0-7 1 16,5 4-2-16,4-28-4 0,-7-5 1 0,7-3-5 15,-7-3 3-15,-4-2 0 0,7 2-9 0,-5 2 8 16,-2 5-9-16,0 4 10 0,-11 6 3 0,-2 5-5 0,-6 4 4 16,-1 3-7-16,-2 6-2 0,7 0 1 0,-6 6-2 15,1 0-4-15,-4 3-1 0,-2 4-19 0,2-1 4 16,0-1-76-16,-2 2-33 0,0 0-15 0,0 2-12 15,0 0-107-15,0 2-214 0</inkml:trace>
  <inkml:trace contextRef="#ctx0" brushRef="#br0" timeOffset="20482.71">26189 2887 1045 0,'0'0'27'0,"0"0"1"0,0 0-5 16,0 0 8-16,-1 0-7 0,-1 1 93 0,0 1-17 15,0 0 12-15,0 2-21 0,2-2-38 0,-11 16-9 16,2-1-2-16,-2 5 1 0,3-5 3 0,-1 1-16 16,0 3-5-16,3-6-4 0,-1 5-10 0,1-1-10 15,2-1 5-15,1-3-6 0,1-2 1 0,0 0-14 16,2-2-5-16,0 2-8 0,0 0-45 0,2 0-43 16,0 0-29-16,1 0-9 0,1-2-147 0</inkml:trace>
  <inkml:trace contextRef="#ctx0" brushRef="#br0" timeOffset="20764.29">25434 3523 713 0,'-2'0'79'15,"0"0"3"-15,-9-3-12 0,-13-3-10 0,5 2-18 16,2 1 42-16,3-1 12 0,1 2 2 0,3 0-3 15,5 2-31-15,3 0-29 0,0 0-2 0,-2-2-10 0,1 2-15 16,1 0 3-16,2 0-6 0,0 0 6 0,2 0-5 16,1 0-2-16,21 2 4 0,19 2-4 0,-4 0 2 15,6 1-1-15,-1 1 2 0,5-2-1 0,3-1 1 0,7 1 0 16,0-2-1-16,-1 0 2 0,-1 0 3 16,3-1-3-16,-6-1-3 0,0 0 0 0,-6 0 0 0,-9 0-8 15,-2 0 0-15,-7 2-8 0,-2 0-35 0,-4 0-78 16,-2 0-8-16,-5 0-31 0,-2 1-101 0</inkml:trace>
  <inkml:trace contextRef="#ctx0" brushRef="#br0" timeOffset="21126.12">25824 3884 734 0,'0'0'41'0,"-2"0"2"0,0 0-17 0,0 1 6 15,0-1-17-15,-18 12 59 0,10-7 16 0,-3 4 0 16,6-1 1-16,1 5-24 0,-1 4-11 0,0-1-2 15,-1 5-4-15,1-3-13 0,-1 3-15 0,3 1 1 0,1 0-4 16,-2 4-5-16,-1-2-1 0,3 1-1 0,1-5 2 16,-5 0-2-16,4-3-7 0,1 2-2 0,1-3 1 15,-7-5 5-15,1 2-9 0,4-5 10 0,1-1-10 16,-1 1 1-16,4-6 6 0,-2 1-9 0,0 1 7 16,0 0-2-16,1-1 4 0,-1 1-2 0,-2-2 0 15,0 0-4-15,1 0 1 0,-1 0 2 0,-2-1-1 0,1 1 7 16,1-2-1-16,2 0 1 0,-1 2-3 0,-1 0-2 15,0 0 5-15,0 0 3 0,3 0 0 0,-1-1 10 16,0 1-10-16,2 0 5 0,0 0-5 0,2 0 9 0,0 0-9 16,1-2 2-16,20 2-4 0,4-2 10 0,9 0-14 15,-5 0 3-15,4-2-7 0,-5-2 5 0,-4 0-2 16,0 1 2-16,-4-1 0 0,1 2 0 0,-3 0-16 16,-1-2-2-16,-4 3-9 0,3-3-33 0,-9 2-58 15,1 0-8-15,1-2-20 0,-6 3-53 0,3-3-206 16</inkml:trace>
  <inkml:trace contextRef="#ctx0" brushRef="#br0" timeOffset="21319.21">25655 3936 499 0,'0'0'159'0,"0"-2"34"0,-2 0-45 0,0 0-78 16,0 0-5-16,0 0-3 0,0-1 0 0,2-1 1 0,0 0-2 15,0 0-7-15,2 1-18 0,0-1-3 0,11 2-5 16,17-5-13-16,5 5-7 0,0-6 5 0,1 5-6 15,1-20 1-15,-4 10-33 0,-1 6-28 0,7 5-6 16,-6 2-124-16,2 4-190 0</inkml:trace>
  <inkml:trace contextRef="#ctx0" brushRef="#br0" timeOffset="21499.09">26358 4121 972 0,'0'0'16'0,"0"0"1"0,0 0 27 15,0 0 14-15,0 2 4 0,0 0 80 0,-2 2-40 16,2-1 2-16,-5 14-18 0,-1 0-36 0,-1 5-2 16,-1-2-3-16,1 3 3 0,1 1 1 0,1 0-8 15,1 2 3-15,0 2-5 0,3-4-13 0,-1-2-9 16,2-5-6-16,0 3 1 0,0-1-1 0,0-6-8 16,2 4-2-16,-2-4-3 0,1-2-28 0,1 2-58 15,2-2-17-15,0 2-38 0,-2-6-294 0</inkml:trace>
  <inkml:trace contextRef="#ctx0" brushRef="#br0" timeOffset="23422.03">18820 2504 256 0,'0'0'9'0,"0"-2"12"0,0 0 29 15,0 0 12-15,0 1 8 0,0-3-5 0,0 0-10 16,0 0-2-16,0-3-2 0,0 0-14 0,0 1-5 16,-2-1-3-16,2 1 1 0,0 0 2 0,0 5-7 15,0-1 5-15,-2-2-5 0,0 0 10 0,1 1-26 16,1-1 4-16,0 2-11 0,0 0 7 0,0 0 11 0,0 2-6 15,0 0 7-15,0 0-10 0,0 2-4 0,0 2 3 16,0 7-5-16,-2 13-6 0,0 4 2 0,0 2 1 16,2 1 1-16,0 3 1 0,0 1 4 0,0 4-1 0,0 4 3 15,0 3-7-15,0-1-3 0,0-3 0 0,2-4 0 16,0-3 13-16,0 0-4 0,-1-9 4 0,3 0-4 16,-2-7 1-16,0-8 18 0,2 2-3 0,-3-8 10 15,3 5 1-15,-2-7 8 0,-2-1-2 0,2 2 4 16,0 0 9-16,0-3-17 0,1 1 5 0,1-2-10 15,3 0 6-15,6-5-15 0,-5-1 5 0,-3-25-7 16,8-5 6-16,0-3 0 0,8 0-1 0,-3 0 0 0,1-3-9 16,3 1 6-16,-1 2-1 0,-6 2 2 0,-2 1-10 0,1 7 1 15,-4 3-3-15,1 2 2 0,-6-1-7 16,-1 5 1-16,2 3-3 0,3 4 2 0,-2 2-3 0,-3 4-4 16,-2 1 4-16,0 2-3 0,-2 3 3 0,0-1-25 15,0 0-13-15,2-2-5 0,0 0-40 0,-2 3-17 16,0-1 5-16,0 2-16 0,0 0-59 0,0 2-110 15,0-1-60-15</inkml:trace>
  <inkml:trace contextRef="#ctx0" brushRef="#br0" timeOffset="23731.35">19251 2820 587 0,'0'0'37'0,"0"0"-2"0,-2 0 6 0,0 0 8 0,0 0-11 15,0 0 45-15,1 0 30 0,-1 0-14 0,0-2 12 16,0 2-60-16,0-2-22 0,0 0-3 0,0 0-6 16,1 0-6-16,1 1 1 0,0-1-1 0,0 0-1 15,1 0-6-15,1 0 6 0,2 2-1 0,0 0 2 16,-1 0 3-16,5 2-5 0,-3 0 8 0,-3 2-6 16,2 25 10-16,11-6 3 0,-2 4 0 0,-6 3 1 15,-5-4-2-15,-2 2 3 0,-2-4-5 0,-2-4 3 16,1-1-20-16,-1-4 7 0,2-2-6 0,0-4 6 0,2-5-9 15,0 5 4-15,0-7-1 0,0 2 1 0,2-1-4 16,0 1 8-16,2-2-2 0,18 4 3 0,6-6-13 0,2-4-17 16,1-4-9-16,3-3-4 0,-1-4-35 0,-1-1-82 15,1-1-4-15,-1 0-44 0,-3 2-191 0</inkml:trace>
  <inkml:trace contextRef="#ctx0" brushRef="#br0" timeOffset="25632.23">27478 2426 60 0,'0'-2'59'0,"0"0"-1"0,-2-1 48 15,-2-12 9-15,-1-8-25 0,1 5-17 0,0-4 6 16,1 1-3-16,-1 3 6 0,0 1-17 0,2 6-6 15,-1 0-2-15,1 0-2 0,0 3-17 0,0-1 0 0,2 7-1 16,-2-2-1-16,0 1-11 0,1 1-16 0,-1 0 0 16,0 0-3-16,2 0 3 0,0 2 0 0,0 0 1 15,0 2-1-15,0 2 3 0,-2 18-7 0,2 8 5 16,0-1-5-16,0 5 7 0,-2 1-3 0,0 4-1 16,2 6 0-16,-3 1-5 0,-1 10 6 0,-2 7-3 0,-1 7 3 15,1 3-3-15,1 1 2 0,-1 2-2 0,4-2 1 16,-1-1 2-16,1-8 1 0,-2-4 4 0,-2 0-3 15,3 3 7-15,-1-1-6 0,0 2 1 0,2 2-2 16,2-1 4-16,2-3-4 0,0-7 2 0,-2-4-3 16,2-2 0-16,0-11 2 0,0 0-2 0,1-7 2 0,1-6 1 15,0-4-7-15,-2-5 4 0,0-2-5 0,-2-4 3 16,0-4-7-16,0 4-3 0,0-5-4 0,0 0-35 0,0-3-59 16,0 1-42-16,0 0-15 0,0-1-221 0</inkml:trace>
  <inkml:trace contextRef="#ctx0" brushRef="#br0" timeOffset="26033.15">27840 3811 728 0,'0'-2'54'0,"0"0"87"0,-2-1-100 0,0-1 11 0,2 2-1 15,-2-3 7-15,1 1 10 0,-1-2-17 0,0 3-7 16,0-1-4-16,0 2-31 0,0 0-3 0,0 0 1 15,1 2 0-15,-1 2 12 0,0 0-4 0,-2 5 3 16,-7 25-3-16,2 0-5 0,1 1 1 0,3-1-4 16,-1 3 4-16,1 0 2 0,1 0-6 0,0 3 4 0,0-1-5 15,-1 0 0-15,1 2 2 0,0 0 1 0,3-4 1 16,-1 2 1-16,0-3 3 0,0-1-2 0,2 0 2 16,-2-3-5-16,2-6 1 0,0 0 2 0,0-7-1 15,0-6 3-15,0-1 3 0,0-3-5 0,0-1 6 16,0-1 0-16,0-1 19 0,0 0 8 0,0-1 3 15,2 1 22-15,0-2-18 0,0-2 3 0,0-2-10 0,-1-2-17 16,14-18-6-16,6-17-8 0,-1-2 5 0,1-3-9 16,-3-3-2-16,3-1 4 0,1 0-3 0,-4 1 6 15,3 1-8-15,-1 5 1 0,1 2-2 0,-1 4 17 0,-3 5-4 16,0 0 0-16,-4 2-3 0,-4 6-10 0,0-2-2 16,-3 7 2-16,-1 6-2 0,3-7 0 0,-5 8-4 15,1-1-1-15,0 2-3 0,-4 7-13 0,2-2-37 16,0 1-10-16,-1-1-13 0,1 2-62 0,0 0 19 15,0 2-16-15,0 0 9 0,0 2-99 0,1 0-138 16</inkml:trace>
  <inkml:trace contextRef="#ctx0" brushRef="#br0" timeOffset="26450.13">28148 4463 475 0,'0'0'155'0,"0"0"-181"0,-2 0 175 0,1-2-85 16,-3 0 1-16,2 2 42 0,-9-4-5 0,5 3 13 16,-1-3-24-16,1 2-26 0,3 0-1 0,-1-2-8 15,2 1-8-15,0-1-25 0,0 0 6 0,0 1-13 16,2 1 0-16,2-4 0 0,0 1-1 0,0 1 2 0,11-2 10 16,11 4-14-16,-2-12-1 0,1 4-6 0,-3 7-1 15,-5 3-3-15,-2 1 6 0,-6 3-5 0,-3-2 10 16,-2 13-11-16,0 11 8 0,16 2-8 0,-7 0 9 15,-7-1 12-15,-6-1-7 0,-3 0 9 0,-8 6 0 16,0-6-5-16,-2-2 5 0,9-5-7 0,-9-4 0 0,1-2 5 16,2 1-6-16,-1-2 4 0,-5-5-10 0,7-1-7 15,-4-3 1-15,11 1-4 0,4-2-1 0,0 0-5 16,-3 1 3-16,-1 1-4 0,2 0 8 0,0 0 1 16,2-1 5-16,0 1-3 0,0 0 6 0,2-2 4 15,2-1-8-15,-2-1 6 0,20 8-11 0,2-3 3 16,0-3 5-16,6 0-4 0,-2-2-4 0,-2 0 10 15,0-2-10-15,-4-1 10 0,-2-1-12 0,-3 0 4 0,-2 0-3 16,-2 1 4-16,0-1-8 0,2-2-43 0,0-1 4 16,-1 0-22-16,1-1-40 0,0-1-52 0,4-2-55 15,3-2-5-15,0-2-225 0</inkml:trace>
  <inkml:trace contextRef="#ctx0" brushRef="#br0" timeOffset="26696.31">28928 4262 1323 0,'0'0'34'0,"-2"0"-4"15,0-2 25-15,0 1 12 0,1-1-7 16,1 0 38-16,0 0-21 0,0 0-4 0,0 0-9 0,0 0-47 16,1 1-1-16,1-1-8 0,0 2 5 0,22-15-12 15,2 4-1-15,2 1-1 0,-4 5 1 0,-1 1 5 0,-7 0-18 16,3 1-14-16,-8 1-8 0,2 2-74 0,-2 0-13 15,-2 0-9-15,-1 0-2 0,-4 2-46 0,-1 0-77 16,-1 1-27-16</inkml:trace>
  <inkml:trace contextRef="#ctx0" brushRef="#br0" timeOffset="26803.16">28969 4468 256 0,'0'2'121'0,"-2"0"-81"16,0 0 125-16,0 0-41 0,0 2-30 0,1-1-2 16,-7 8 3-16,6-7-6 0,-3 4-22 0,3-5-19 0,0 3-7 15,2-4-1-15,0 0-15 0,0 1 0 0,0 1-5 16,2 0 0-16,0-4-27 0,35 13-27 0,2-10-7 15,4-6-10-15,3-8-59 0,-3-4-143 0,1-4 8 16</inkml:trace>
  <inkml:trace contextRef="#ctx0" brushRef="#br0" timeOffset="27122.36">29960 4147 546 0,'0'0'55'16,"0"0"3"-16,0 0 40 0,0 0-19 0,0 0 10 15,0 0 11-15,0 0-7 0,-1 0-1 0,-1 0-6 16,0 0-20-16,-2 0-18 0,2 0 5 0,-7 2-9 15,0 2-5-15,-2 1 2 0,-2 3-8 0,-4 3 6 0,4-7-6 16,0 14-4-16,0 4 3 0,4 1-5 0,-6 1 10 16,5 0-11-16,1 2 4 0,5 2-6 0,-12-4-2 15,5 0-2-15,3 0 2 0,4-3-1 0,3-3 6 16,1-5-4-16,1 2-3 0,1-7 1 0,6 3-3 0,-1-2 6 16,1-3 0-16,14-1 1 0,0 10-4 0,0-6-4 15,3-3 2-15,-3-6-4 0,4-2-5 0,0-4 3 16,4-5 0-16,-3-4 1 0,-1 1-2 0,-1 12-1 15,-1-15 0-15,-4-3 0 0,0-1 5 0,-7-1 0 16,0 1-1-16,-5-3 1 0,-3 2 7 0,-1-2 1 16,13-2-1-16,-8 2 0 0,-3 0-7 0,-6-1-4 15,0 5 1-15,-4 0-3 0,-3 1-4 0,-3 2-4 16,7 3 1-16,-22 1-2 0,1-2 3 0,-2 5-21 0,4 3-10 16,-2 1-7-16,4 3-50 0,1 1-68 0,-1 0-69 15,8-7-25-15,-4-1-472 0</inkml:trace>
  <inkml:trace contextRef="#ctx0" brushRef="#br0" timeOffset="27924.01">17052 3223 540 0,'-1'0'85'15,"-1"-2"191"-15,0 0-261 0,-2 0 13 0,0 0 7 16,1 0 4-16,-1 0 43 0,2 1-24 0,0-1 0 0,0 0-12 15,1 0-27-15,1 0 2 0,0 0 5 0,1 0-1 16,3 2 16-16,31-11-12 0,8 4 4 0,9 1-5 16,0 3 15-16,9-3-5 0,3 2-3 0,0 1-2 15,0-1-15-15,-9 2-6 0,-6 0 1 0,-10-2-3 16,-2 1 3-16,-8 1-6 0,-1 0 4 0,-5 2-6 16,-5 0-5-16,-3 0-10 0,-4 0-8 0,-3 0-2 15,-5 0-38-15,1 0-19 0,0 0-8 0,-2 0-6 16,-1 0-58-16,-1 0-50 0,0 0-11 0,-1 0-10 0,-3 0-41 15</inkml:trace>
  <inkml:trace contextRef="#ctx0" brushRef="#br0" timeOffset="28127.83">17262 3002 215 0,'-2'0'53'0,"1"-2"106"0,-1 0-129 0,-2 0 5 16,0 0 2-16,-1-2 4 0,-8-3 33 0,3 3-9 15,1 1 7-15,-2-1-12 0,0 2-17 0,-4 2 0 16,2 0-9-16,-6 6 7 0,-1 5-9 0,-2-4 8 15,-4 25 2-15,-2 1 2 0,0-5 6 0,0 0 16 16,2-2 2-16,2-4 4 0,0-3 6 0,5-3-16 16,3-1-6-16,8-4-3 0,3 1-27 0,-3-3-12 0,3 0 1 15,1-1-5-15,2 1 7 0,2-2-11 0,0-1 7 16,2-2-10-16,0-1-3 0,24 14-25 0,2-4-8 16,5-6-5-16,0-5-50 0,6-4-144 0,0-3-53 15</inkml:trace>
  <inkml:trace contextRef="#ctx0" brushRef="#br0" timeOffset="28623.63">17212 2239 448 0,'-2'-2'233'0,"0"0"-297"15,1-2 275-15,-1 0-147 0,-4-7-17 0,1 0 21 16,1 4 2-16,0-3 9 0,0 3 15 0,4 5-17 16,0 0-7-16,-1-1-7 0,-1-1-41 0,0 2 8 15,0 0-4-15,0 0 4 0,2 2-9 0,0 0-6 16,0 2-5-16,0 2 2 0,-2 7-4 0,-1 15-4 0,1 0 3 15,-2-2-5-15,0 0 2 0,-1 0 2 0,1-1 0 16,-2-1 0-16,1 2-2 0,1-5-17 0,-1 1 2 16,1-3-8-16,0-2-6 0,2-2-7 0,0-2-4 15,1 0 0-15,-1-4-14 0,0 1 3 0,0-3-3 16,2-1 4-16,-2 0 7 0,2-2 26 0,-2 1-2 0,0 1 10 16,-1 0 5-16,-1-1 6 0,0 1 0 0,2-4 1 15,-3 4-1-15,1-2 15 0,0 0-2 0,3-2 8 16,-1 0 6-16,-2 1 0 0,0 1-1 0,1-2-1 15,1 0-13-15,0 0-3 0,0 0 3 0,2 0-2 16,2-2 4-16,0 1-3 0,1-1-4 0,14-8 2 16,9-3-5-16,4-1 1 0,1-1-4 0,5 2 2 0,-5 2-9 15,-5 1 8-15,0 3-6 0,-13 3 6 0,2 0-18 16,-2 1-34-16,-4 1-2 0,1-2-17 0,-3 2-55 16,-3 2-103-16,0-2 0 0,-1 1-44 0,1-1-106 0</inkml:trace>
  <inkml:trace contextRef="#ctx0" brushRef="#br0" timeOffset="28766.1">17095 2187 496 0,'-2'-2'100'0,"0"0"182"0,1-2-220 0,1 2-10 16,-4-3 5-16,0-3-1 0,4 6 25 0,-2-1-19 0,0-3-8 16,1-1-5-16,-1-4-38 0,2 1 4 0,3-1-5 15,3 0 4-15,1 2-18 0,19 1 3 0,4 5-16 16,2-3 2-16,-1-13-110 0,5 6-158 0</inkml:trace>
  <inkml:trace contextRef="#ctx0" brushRef="#br0" timeOffset="29030.2">17689 2380 802 0,'0'0'110'0,"0"0"-141"0,0-2 124 0,0 0-67 0,0 0-9 15,0 0 39-15,-2 0-9 0,1 0 16 0,-1 1-26 16,0-1-20-16,0 0 2 0,0 0-8 0,0 2 2 16,0 0 15-16,1 2-5 0,-1 0 7 0,0 0-8 0,2 1 19 15,-4 16-5-15,2-1 9 0,-1 1-3 0,1 0-6 16,0-3 0-16,0-1-1 0,0-2 2 0,0-2 8 16,2-3-1-16,0-1 2 0,0-1-10 0,0-3-10 15,0 1 3-15,0-2-7 0,0 0-4 0,4 2-2 16,9 5-6-16,9 0 3 0,2-3-16 0,4-4-50 15,4-4-13-15,3-2-26 0,8-3-192 0</inkml:trace>
  <inkml:trace contextRef="#ctx0" brushRef="#br0" timeOffset="31342.54">18469 6728 252 0,'-2'0'66'0,"0"0"116"16,1 0-119-16,-1 0-13 0,0 0 4 0,0 0-8 16,0 0-4-16,0 0 1 0,0 2-2 0,1-2 2 15,-1 0-13-15,0 0-16 0,2 0-4 0,0 0-3 16,2 0-6-16,0 0-32 0,1 0 6 0,5 0-15 16,7 0-1-16,-2 0-5 0,-4 0-3 0,-2 0 2 0,1 0 9 15,-5 0 17-15,1 0 2 0,0 2 4 0,0 0 15 16,-1 1 5-16,1 1 15 0,0 0-1 0,-2-1 50 15,-2-1 11-15,3 4-2 0,-1-2 3 0,0-1-9 16,-2-1-2-16,0 0 5 0,2 2-4 0,0-4-3 0,3 2-23 16,3 3-8-16,1 1-3 0,2-1-17 0,2 1-14 15,4-1 4-15,0-3-7 0,1-2 3 0,4 0-48 16,2-3-23-16,4-3-19 0,8-1-164 0</inkml:trace>
  <inkml:trace contextRef="#ctx0" brushRef="#br0" timeOffset="36001.61">28616 2745 688 0,'-2'-1'0'0,"0"-1"8"0,1 0 88 15,-1 0 8-15,2-2 28 0,0 1-19 0,2-7 7 0,5-3-42 16,-1 0-7-16,25 2-6 0,3 2-22 0,5 1-15 16,1 3-2-16,-1 1-6 0,-3 2-18 0,-3 0 3 15,-1-16-1-15,-5 7 1 0,1 3-1 0,-5 6 2 16,-7 2-7-16,1 0 3 0,0 0-16 0,-1 0-12 16,-4 2-20-16,-1 0 0 0,-8-2-83 0,1 2-44 15,0 0-18-15,0 2-14 0,-3-1-100 0</inkml:trace>
  <inkml:trace contextRef="#ctx0" brushRef="#br0" timeOffset="36168.01">28811 2883 297 0,'-2'0'79'0,"-1"0"112"0,-1 0-88 0,-5 0-16 0,-3 0-7 15,9 0-1-15,1 0-10 0,0 0 13 0,-2 0 6 16,1 0 0-16,1 0-5 0,0 0-18 0,2 0-15 16,0 0 3-16,2 0-32 0,7 0-3 0,24 0 5 15,1 0-6-15,-3-2-11 0,3 0-11 0,3 2-5 0,-2-2 0 16,8 0-17-16,-2 2-143 0,0-1-8 0,-1-1-64 15,1-2-200-15</inkml:trace>
  <inkml:trace contextRef="#ctx0" brushRef="#br0" timeOffset="36703.51">30129 2450 539 0,'-2'-2'100'0,"-1"0"207"0,-10-3-273 0,-4-1-2 16,0 3 6-16,-1 1-2 0,1 2 21 0,8 2-10 16,-4 1 0-16,0 5-4 0,0-5-1 0,2 27-18 15,0 5 2-15,1 3-7 0,-5 6-5 0,1 3 1 16,1-1-1-16,-2 8 0 0,5-2-4 0,3-4-6 16,-2 2 1-16,3-13-2 0,2-3 8 0,-14-3-4 15,9-8 2-15,5-9-3 0,0-1 0 0,4-7-5 0,0 0 2 16,0-5-3-16,0 3 10 0,0 0-4 0,0 0-1 15,0-3-2-15,0-1-6 0,0 0 2 0,-2-1 1 16,0-7 0-16,-5-23 6 0,-2-8-9 0,1 3 2 0,1-3-6 16,1-3 8-16,3-1-4 0,1-3 5 0,2-1-5 15,2 4 2-15,3 3 2 0,6-3 0 0,2 4 2 16,2 2 0-16,2 5 1 0,0 2 0 0,-1 4 0 16,-8 2 5-16,16 2-4 0,2-4 0 0,0 4 0 15,2 1 8-15,0 8-4 0,1 2 0 0,1 6-2 16,-2-1-1-16,-4-11 3 0,2 6-1 0,-6 8 1 15,-1 3-3-15,-6 1 2 0,2 5 1 0,-12-4 0 16,-1 0 2-16,13 20-5 0,-7 0 3 0,-7 4-3 0,-1-4 2 16,-5 3 0-16,-6 1-3 0,-4 0 2 15,9 1 4-15,-20-1-4 0,-2 0 3 0,1-1-6 0,-1-1-8 16,4-6 8-16,0 3 0 0,1-5 3 0,7 1-8 0,1-4 1 16,4 0-1-16,3 0 3 0,3 0 6 0,3 0-6 15,-9 4 8-15,1-2-6 0,7-4 2 0,1 0 7 16,2 2-8-16,0-4 8 0,2 4-6 0,-1-5 2 15,5 1-1-15,0-2 1 0,-3-1 6 0,16 1-6 16,-2-1 2-16,-1-2-3 0,3 9 0 0,-2-4-2 16,-1-2-4-16,3-1 1 0,1-2-15 0,1-2-35 15,1-1-34-15,-2-1-8 0,6 0-178 0,2 0-176 16</inkml:trace>
  <inkml:trace contextRef="#ctx0" brushRef="#br0" timeOffset="36917.87">30807 2809 529 0,'-2'-2'145'0,"0"0"292"15,-1 0-374-15,-1 0-3 0,-9-5 7 0,0 1-2 16,-2 2 24-16,2 3-11 0,-2 1-10 0,2 0 0 16,-5 3-36-16,5 3 1 0,0 3-6 0,0 4 4 15,0 8-12-15,0 1-9 0,-2 4 4 0,0-4-6 16,2 4-3-16,2-2-3 0,3-3-2 0,3 3 0 0,-12 0-9 15,8-4-9-15,1 1-5 0,5-5-6 0,3-1-72 16,2 2-150-16,1-6-18 0</inkml:trace>
  <inkml:trace contextRef="#ctx0" brushRef="#br0" timeOffset="37183.26">31149 2333 816 0,'-2'-2'51'0,"0"-1"63"0,0-3-31 0,-2-1-14 0,1 1-2 15,3 4-6-15,-4-2-19 0,0 3-2 0,-5-5-7 16,0 4 3-16,-1 2-16 0,3 2 5 0,-2 4-3 16,-1 3 3-16,3 19-2 0,-4 3-1 0,2 1 2 15,-1 3-2-15,-1 4-2 0,-2 4 1 0,0 0-3 0,-4 5 1 16,3 2-12-16,-1 2 2 0,0-2-4 0,0 2 3 15,2-5-6-15,-2-3-6 0,4 4 1 0,0-5-5 16,-2-2 0-16,4-4-18 0,1-7-24 0,1-4-5 16,5-4-142-16,-11-3-162 0</inkml:trace>
  <inkml:trace contextRef="#ctx0" brushRef="#br0" timeOffset="37435.17">31414 2357 739 0,'0'-2'60'0,"0"1"-5"0,0-1 34 16,0 0 2-16,-4-11-10 0,3 4 6 0,-1 3-33 15,0 2-7-15,0 1-9 0,0 1-26 0,0 0-6 16,0 2 4-16,-1 0-6 0,1 2-2 0,-2 1 9 16,-5 14-1-16,-6 15 5 0,2-1 9 0,-2 6 2 15,2 2-3-15,2 4 1 0,0 0-5 0,2 1-3 16,-1 7 7-16,1 1-7 0,2 1 0 0,-4-4-3 0,1-3-4 15,-1-3 1-15,0-1-6 0,2-4-2 0,-1 1-1 16,1-6-1-16,0-5-16 0,-2 0-13 0,1-2-29 16,3-2-2-16,1 0-170 0,3-5-210 0</inkml:trace>
  <inkml:trace contextRef="#ctx0" brushRef="#br0" timeOffset="37674.1">31786 2402 1042 0,'0'0'31'16,"0"-2"-5"-16,-2 0 9 0,0 0 3 0,0 0-11 0,0 1-10 15,-2-1 3-15,3 2-2 0,-11 0 3 0,-2 5-3 0,1 5 9 16,-2 10-4-16,0 17 5 0,0 4 1 0,-2 2-12 16,-1 1 9-16,1 5-11 0,4 3 2 0,-4 0-3 15,2-4-3-15,2-5 2 0,2-3-4 0,4-3-4 16,-1 2-1-16,5-3 0 0,-3-8-3 0,-3-4-1 15,5-6-1-15,0 1-1 0,3-2-17 0,-7-8-49 16,3 0-41-16,3-3-7 0,2-3-159 0</inkml:trace>
  <inkml:trace contextRef="#ctx0" brushRef="#br0" timeOffset="37970.26">31747 2419 680 0,'0'-2'44'0,"0"0"-2"0,0-2 39 0,3-18 1 15,3 0-2-15,1 1 11 0,1 6-3 0,1-3-6 16,0 5 3-16,-3 0-15 0,12 0-19 0,7-4-2 0,-7 6-7 16,10 0-11-16,-8 7-10 0,-7 4 0 0,0 0-5 15,-7 2-6-15,-2 0 3 0,1 5 5 0,10 21-2 16,-7 0 11-16,-8 0-8 0,-4 3-1 0,-7 1-3 16,-6 1-11-16,13 1 3 0,-27-1 2 0,1-1 1 15,4-4 9-15,2-2-12 0,2 0 3 0,5 0-6 16,2-2-3-16,6 0 4 0,1-2-3 0,5 0 2 15,-12 1-5-15,5-5-1 0,5 5 5 0,5-5-3 0,2 1 8 16,1-3-4-16,5 1 1 0,1-2 0 0,4-4-1 16,13 0 3-16,4-1-7 0,-4-3 5 0,4 2-4 0,-1 0-1 15,-3-5 1-15,2 0-1 0,-7 9-13 0,-1-4-83 16,4-3-15-16,-4-4-34 0,3-2-144 0</inkml:trace>
  <inkml:trace contextRef="#ctx0" brushRef="#br0" timeOffset="38280.39">32231 2742 601 0,'0'-2'61'16,"0"0"110"-16,0 0-99 0,2-2 39 0,-2 1-4 16,4-5 13-16,1-1-17 0,-1 3-38 0,0 1-3 15,7-4-11-15,4-1-22 0,-2 5 2 0,-2 1-5 0,-4 4 3 16,1 0-11-16,-6 0 2 0,1 4 0 0,8 14 0 15,-1 14-2-15,-8 1 0 0,-4-3 0 0,-6 7 0 16,-3-2-9-16,-2-3 8 0,0-1-5 0,0-5 7 16,4-7 2-16,0 0 1 0,1-6 6 0,3 0-4 15,-1 0-2-15,4-6-12 0,0 2-3 0,2-3 0 16,0-1 7-16,0-1-4 0,2 0 2 0,2 0-5 16,9 5 2-16,13 2-4 0,0-7-4 0,0-4 0 0,0-2-7 15,4-2-1-15,-3-3-11 0,5-1 1 0,-4 1-60 16,2-2-184-16,-1-1-56 0</inkml:trace>
  <inkml:trace contextRef="#ctx0" brushRef="#br0" timeOffset="39197.07">22095 6552 56 0,'2'-2'0'0,"0"-2"38"0,5-16 8 0,6-14-1 0,2-5 9 16,-2-9-32-16,-2-2-2 0,1-8 47 0,-5-1-7 16,0 1 19-16,-3 3 9 0,-2-1-5 0,-2 10-7 15,0 3-1-15,0 0-28 0,0 4 8 0,0 2 7 0,2 7-2 16,-2 2 2-16,0 6-2 0,0 4 1 0,0 1 2 16,-2 6 6-16,0 1-14 0,0 5-3 0,2 3-4 15,-2-2-26-15,1 1-19 0,-1 1 2 0,-2 2-5 16,-5 2 2-16,-8 9 5 0,-5 13-4 0,11 30 4 15,-4 11-7-15,0 7 8 0,4 8-2 0,-4 9 2 16,-2-2-9-16,-3 1 3 0,-8-3 1 0,2-9 2 16,2 0 2-16,0-3-2 0,1-1 5 0,1-1-3 0,0-6 13 15,3-10 0-15,4-3 0 0,2-13 2 0,4 0 4 16,0-9-2-16,5-4-3 0,0 0 0 0,3-13-13 0,-9 0-2 16,8-9 3-16,1-1-1 0,-1 1 9 0,0-2-6 15,0 0 1-15,0-2-3 0,2-2-3 0,0-2 0 16,2-31-2-16,5-6 1 0,5-3-2 0,2-7-3 15,3 3 3-15,3 0-2 0,3 5 5 0,-20 8-15 16,25 3 7-16,-2 6-9 0,0 4 11 0,2 4-3 16,2 5 2-16,-4 3-4 0,2 7 3 0,-2-14-3 15,-6 8-1-15,4 5 0 0,-3 4-1 0,-3 4 11 16,1 5-2-16,-8-5 6 0,-4 27 1 0,3 1-6 0,-5 3-1 16,1 0 0-16,-2 2 5 0,-3-1-3 0,22 1 6 15,-12-6-5-15,-4 1 5 0,-3-2-4 0,-2-3 1 16,-2-2-2-16,0-3-4 0,0-5 5 0,0-1-3 0,0 3 3 15,0-8-6-15,0 2-21 0,0-7-5 16,0-5-10-16,2 9-70 0,0-5-62 0,-1-1-29 0,-1-2-18 16,15 9-193-16</inkml:trace>
  <inkml:trace contextRef="#ctx0" brushRef="#br0" timeOffset="39524.85">22467 7086 1015 0,'0'0'36'0,"-2"-1"-3"16,0-1 1-16,0 0 1 0,0 0-11 0,0 0 13 0,0 0-6 16,1-1 7-16,-1-1-9 0,0-2-2 0,2-3-1 15,0 2-6-15,4-5 4 0,1 3-3 0,3 0 6 16,21 0 3-16,5 5 0 0,3 2-3 0,0-20 6 16,2 12-5-16,-6 9 4 0,-1 2-14 0,-4 5 0 15,-8 3 0-15,1 4-1 0,-10-5-3 0,-2 21 10 16,-1-1-3-16,8-2 5 0,-5-2-4 0,-5 1 9 15,-6-3-4-15,0 2 6 0,-4 0-2 0,1-3 2 16,-5-3-3-16,3-1 1 0,-3-2-13 0,1-2-8 16,-1-2 5-16,1 0-6 0,1-2-4 0,4-3-3 0,1-1-6 15,1-1 2-15,0 0-10 0,0 0 7 0,0-1-1 16,1 1 1-16,3 0-19 0,17 5-9 0,10-4-3 16,3-5-1-16,-1-1-12 0,2-5-69 0,-1-3 0 15,-5-2-27-15,5-2-47 0,-6 0-83 0,1-2-50 0</inkml:trace>
  <inkml:trace contextRef="#ctx0" brushRef="#br0" timeOffset="39803.74">23103 7177 714 0,'0'0'37'0,"-1"0"0"16,-1 0 25-16,0 0-3 0,0-1-1 0,0-1 4 15,0 0-28-15,0 0 1 0,2-2-11 0,0 1 4 16,0-10-7-16,2 1 3 0,0 3-4 0,2 0 12 15,0 3-10-15,-1 1 7 0,14 1-8 0,3-11 13 0,-1 6-3 16,0 3 3-16,-3 6-3 0,-3 2-2 0,-3 2-1 16,-3 1 3-16,-3 7 2 0,-2 12 31 0,14 2-17 15,-5 0 7-15,-5 2-12 0,-4-1-4 0,-2-2-11 16,-2-1 0-16,0-4-4 0,0-1-5 0,0-3-2 16,1-4-5-16,1-3 2 0,0 0-5 0,0-2-5 15,1 1 3-15,1-3-4 0,-2-3 3 0,24 13-4 16,8-4-2-16,9-7-1 0,5-6-13 0,4-7-10 15,1-6-5-15,-1-2-3 0,-2-1-23 0,2-4-219 0,-2-1-73 16</inkml:trace>
  <inkml:trace contextRef="#ctx0" brushRef="#br0" timeOffset="46359.13">24372 6379 353 0,'-2'0'39'0,"0"0"5"0,0 0 33 0,-2 0 10 15,-9 0-16-15,0 0-14 0,0-2 9 0,2 0-7 16,0 0 10-16,0 1-14 0,2-1 5 0,-1 0 2 16,9 2 0-16,-3 0-5 0,0 0-18 0,2 0-1 0,0 0-4 15,1 0 9-15,-1 0 2 0,0 0 6 0,2 0-5 16,0 0-4-16,2 0-11 0,5 0-5 0,30-2-1 15,-3 0-6-15,6 2-10 0,-1-2 3 0,-1 0-7 16,1 1-1-16,-6-1-4 0,-3 2 3 0,-4 0-3 16,0 0-5-16,-4 0-3 0,0 0-4 0,-3 0 0 15,1 2-20-15,-3-1-33 0,-2 3-38 0,-4 0-1 16,-2 0-151-16</inkml:trace>
  <inkml:trace contextRef="#ctx0" brushRef="#br0" timeOffset="46515.94">24466 6576 746 0,'-2'0'41'0,"-1"0"65"0,-7 0-72 0,-3 0-18 16,6 0 3-16,0 0-7 0,3 0 7 0,0 2 5 16,0 0 9-16,1-1 1 0,1 1 39 0,0 0-6 15,2 0 3-15,2 0-6 0,2 0-11 0,16 1-27 16,17 3-4-16,-2-4-8 0,3-2-16 0,-1-2-7 16,0 0-2-16,7-2-4 0,-3-1-35 0,4-3-203 15,3 1-84-15</inkml:trace>
  <inkml:trace contextRef="#ctx0" brushRef="#br0" timeOffset="47544.47">25972 5633 431 0,'-2'-2'42'0,"0"-2"54"0,2 2-37 0,-3-11 0 15,-3-4-2-15,2 6 3 0,3 2 9 0,-3-2 2 16,0 2 1-16,2-1-2 0,-1-3-13 0,3 8-11 15,0-1 0-15,-2-1-4 0,2 3-4 0,-2-3-3 16,0 1-1-16,2 4 0 0,-2-2-1 0,0 1 0 16,2-1-3-16,0 2 1 0,-2 0-10 0,2 0 0 15,-1 1-1-15,-1-1 0 0,0 0-4 0,0 0 4 16,0 0-3-16,0 0 2 0,0 0-14 0,1 1 7 0,1-1-5 16,0 2 5-16,0 0-3 0,0 0-5 0,0 0 3 15,0 0-3-15,0 0 8 0,0-2-8 0,0 2 3 16,0 0-5-16,0 0-2 0,0 0 4 0,0 0-4 15,0 0 3-15,0 0-4 0,0 0 4 0,0 0 6 0,0 0-2 16,0 0-2-16,0 0 5 0,0 0-5 0,0 0 4 16,0 0-9-16,0 0 6 0,0 0-5 0,0 0 5 15,0 0-6-15,0 0-1 0,0 0 1 0,0 0 0 16,0 0 0-16,0 0 0 0,0 0 0 0,0 0 0 16,0 0 0-16,0 0 5 0,0 0-5 0,0 0 4 15,0 0-5-15,0 0 0 0,0 0 5 0,0 0-3 16,0 0 2-16,0 0 3 0,0 0-7 0,0 0 4 15,0 0-3-15,0 0 1 0,0 0 5 0,0 0-4 0,0 0-2 16,0 0 5-16,0 0-4 0,0 0 6 0,0 0-3 16,0 0-2-16,0 0 2 0,0 0-3 0,0 0 4 0,0 0-5 15,0 0 5-15,0 0-5 0,0 0 7 0,0 0-7 16,0 0 3-16,0 0-3 0,0 0-2 0,0 0 5 16,0 0-3-16,0 0 4 0,0 0-1 0,0 0 4 15,0 0-5-15,0 0 3 0,0 0-8 0,0-2 9 16,0 2-2-16,0-2 5 0,0 0-4 0,0 0-3 15,0 2 3-15,0-1-3 0,0-1 2 0,0 0-2 16,0 0 2-16,0 0-1 0,0 0 5 0,0 1-2 16,0-1-1-16,0 0-1 0,0 0-5 0,0 0 4 0,0 0-5 15,0 0 6-15,0 1 1 0,0-1-5 0,0 0 4 16,0 0-5-16,0 0-1 0,0 0 0 0,0 0 0 16,0 1 1-16,0-1-4 0,0 2 4 0,0 0 1 15,0 0 1-15,-2 2 0 0,0-1 4 0,0 3-5 16,-5 17 5-16,-3 4-10 0,1 3 8 0,0 2-3 0,-1-2 6 15,1 2-2-15,0-3 1 0,1-1-1 0,1 0 0 16,1-1-1-16,1-3-2 0,1 2 3 0,0-4-3 16,3 3-1-16,-1-3 6 0,0-1-7 0,0-1 6 15,0 3-1-15,-2-3-1 0,1-1 3 0,-1 2-4 16,2-5 1-16,0-1 3 0,0 0 1 0,-1-1 1 16,-1 1 0-16,-2-2-8 0,1-2 2 0,3 4-2 0,-17-2 4 15,1 0-3-15,-4 6-1 0,-8-6 0 0,4-2 3 16,-2-1-5-16,4-4 6 0,4 1-5 0,1-1 6 15,4 7-2-15,2-4-4 0,4-3 1 0,1 0-3 0,5-4 3 16,1 0 2-16,0 0 0 0,-2 2-1 0,1-1-10 16,1 1 4-16,0-2-5 0,0 0 10 0,2 0 0 15,0 0-2-15,2-2 2 0,2 1-2 0,14-5 2 16,10-3-2-16,7-1 2 0,-3 3 2 0,7 0-1 16,-6-1 4-16,4-3-5 0,4-2 2 0,2 0-2 15,3 2 0-15,-3 0-2 0,-2 0 3 0,-8 0 1 16,-1-1-1-16,-10 5 1 0,-1 0-7 0,-5 1-18 15,-5 0-3-15,1 1-7 0,-5 1-31 0,-1 0-96 0,-5 4-15 16,3-3-38-16,0-3-149 0</inkml:trace>
  <inkml:trace contextRef="#ctx0" brushRef="#br0" timeOffset="47716.33">25619 5575 800 0,'-1'-2'46'0,"-1"-2"78"16,2 3-94-16,-6-9-3 0,1-1 18 0,1 2-2 15,0-2 81-15,4 1-22 0,0 5-2 0,2-6-10 16,4 1-26-16,8 5-18 0,23-3-4 0,8 7-5 16,0-7-23-16,5 1-5 0,-2-3-3 0,-3 5 0 15,1-19-11-15,-3 13-10 0,-4 7-3 0,-6 4-4 0,-5 4-27 16,-4 1-132-16,0 5-36 0</inkml:trace>
  <inkml:trace contextRef="#ctx0" brushRef="#br0" timeOffset="48070.62">26355 5816 709 0,'0'0'67'0,"0"0"3"0,-2-1-21 16,0-1-9-16,0 0-21 0,0 0 10 0,0 0 62 16,0 0-17-16,1 0 28 0,1 1-42 0,0-1-24 15,0 0-1-15,1 0-7 0,1 0 3 0,2 0-6 0,3-1-3 16,12-3-2-16,1 2-17 0,-3 4 2 0,-6 2 3 15,0 2 0-15,-5 0 9 0,-6-3-2 0,17 24 2 16,-10-1-2-16,-5 0 6 0,-2 2 7 0,-6 0-1 16,-5 2 2-16,-2-2-5 0,0-2-5 0,0 0 1 15,0-4-3-15,2-3-5 0,0 0-2 0,4-6 1 0,1 0-2 16,0 2-2-16,5-7-9 0,-3 5-3 0,4-6-2 16,0 1 0-16,0 1 7 0,2-1 0 0,-2-4 2 15,9 0-2-15,15 14 2 0,2-5-3 0,4-1 2 16,-2-5-1-16,5-1-6 0,-1-2 6 0,-10-2-5 15,0 0-4-15,-7 0-13 0,-2 0 1 0,-7 0-5 16,-3 0-5-16,1 0-95 0,0 2-22 0,-2 0-42 16,-2 1-241-16</inkml:trace>
  <inkml:trace contextRef="#ctx0" brushRef="#br0" timeOffset="48356.64">25512 6793 619 0,'-2'0'78'0,"0"0"-45"16,0 0 77-16,-18-4-22 0,1 1-26 0,4 1-3 15,2 0-1-15,4 0-2 0,0 0 4 0,5 2 24 16,-2 0-13-16,3-2 10 0,-1 2-70 0,2 0 3 0,0-2 7 16,2 2 2-16,0 0 36 0,2 0-8 0,4 0-1 15,31-7-1-15,2 1-2 0,9 3 0 0,12-1-2 16,4 0 0-16,5 1-10 0,5-1 3 0,3 0-4 15,-3 0 2-15,-4 1-9 0,-5-3-6 0,-3 1 1 16,-1-3-3-16,0 3-6 0,-1-1-1 0,1 2-5 0,-5 1 2 16,-6-1-6-16,-11 0-6 0,-6 2 3 0,-14 1-4 15,3 1 2-15,-7 0-11 0,0 0-2 0,-6 0-4 16,-2 0-17-16,-5 0-30 0,2 0-2 0,0 0-14 16,-2 0-60-16,-1 1-109 0,-1 1-31 0</inkml:trace>
  <inkml:trace contextRef="#ctx0" brushRef="#br0" timeOffset="48716.01">25898 7010 827 0,'0'0'27'0,"0"0"0"0,0 0 7 16,0 0 10-16,-2 0-8 0,0 0 49 0,0 0-10 16,0 0-3-16,1 2-5 0,-1 0-36 0,0 2-5 15,-2 22-5-15,0 5 1 0,-1 3-5 0,-1-1-3 16,-1 2 1-16,-2 4-1 0,-3 2 6 0,1 2-9 15,-2-2 3-15,2-2-4 0,-4 2 9 0,4-4-2 0,-2 2 6 16,2-4-6-16,2 0-1 0,1-5-2 0,3 0-2 16,5-1 1-16,0-3-3 0,3 0 0 0,1-7-2 15,0-6 3-15,1-4 1 0,1-1 0 0,-2-1 4 16,14-5-1-16,1 11 11 0,7 0 3 0,-6-7-5 16,3-6 3-16,1-2-15 0,-2-4 3 0,4-5 2 0,-4-4-1 15,1 8 0-15,-7-25 10 0,5 1-5 0,-5-1 7 16,-1-1-5-16,0-3 10 0,-4 3-4 0,0-1 5 15,-1 3-5-15,-3 3-2 0,-1 2-1 0,-1 2-1 16,1 2 0-16,-2 1-18 0,-3-1 5 0,1 5-10 16,2 1 0-16,0 3-7 0,-1 1-4 0,1 1-2 15,2 2-15-15,-1 2-52 0,5 1-22 0,-1 2-15 16,2 2-113-16,2 1-113 0,4-11-91 0</inkml:trace>
  <inkml:trace contextRef="#ctx0" brushRef="#br0" timeOffset="49051.47">26254 7534 828 0,'0'0'43'0,"-1"0"0"0,-1 0-9 16,0 0-3-16,0 0-12 0,0 0 38 0,0 0 17 16,0 0-1-16,1 0 1 0,-1 0-20 0,2 0 6 15,0 0 0-15,2 0-1 0,1 0-23 0,8-2-7 0,13 0-7 16,-1 0 3-16,-1 2-6 0,-5 0-2 0,1 2 1 15,-3 2-3-15,0 1-5 0,-4 3 2 0,-7-3 4 16,14 23-1-16,-6 4 15 0,-9-1 6 0,-5 3-5 16,-7-3 4-16,-4-3-7 0,-2 4 4 0,0-2 2 15,1-3-1-15,1-2-7 0,1-7-5 0,3-3-8 16,4-4 4-16,-1 0-10 0,2-1 2 0,1 3 2 0,1-4-2 16,2-2 0-16,0 1 0 0,2-5-3 0,1 1 0 15,12 5-12-15,17 4 6 0,5-5-3 0,9-8 4 16,1-2-12-16,1-9-7 0,4-10-2 0,-2-1-3 15,4 18-23-15,-2-25-81 0,-6-3-12 0,1-3-36 16,-1-4-159-16</inkml:trace>
  <inkml:trace contextRef="#ctx0" brushRef="#br0" timeOffset="49515.54">27799 5930 776 0,'0'-2'255'0,"0"-2"-341"16,-5-13 302-16,-3-9-166 0,3 8-12 0,1 3 14 16,0 2 6-16,0 2 3 0,3 3 19 0,-1 1-28 0,2 1-3 15,0 3-10-15,-2-1-33 0,2 0-6 0,0 2 0 16,0 1-1-16,0-1 6 0,0 0 4 0,0 2 1 15,2 0 0-15,0 2-4 0,-1 1 0 0,11 18-3 0,6 10 3 16,-3 1 7-16,2 9-9 0,-1 5 4 0,-1 10-7 16,-2 5 3-16,-3 2 3 0,-1 8-5 0,-4-1 3 15,-1 1-8-15,-2 0 4 0,0-3 1 0,-2 3 2 16,-2 1 0-16,0 8-4 0,0 2 6 0,-1 1-5 16,-3 5 5-16,2-9-2 0,-1-8-5 0,-1-2 2 15,1-14 0-15,-1 3 3 0,-1-2 2 0,1-4 0 16,-1 1 5-16,-1-2-4 0,1 1-1 0,1-4-1 0,1-2-1 15,1-1 6-15,0-4 1 0,2-6 1 0,0-2-4 16,1-5 3-16,-1 4 0 0,0-8 1 0,0 6-2 16,0-4 3-16,2-4-4 0,0 2 5 0,0-4 3 0,0-3-5 15,0-2-2-15,0-2-1 0,0 2-1 0,0-6 5 16,0 0-2-16,0 1 0 0,0-3-9 0,0-1 6 16,0-3-4-16,0-1 4 0,0 0-7 0,0 0-2 15,2 2 2-15,0-1-5 0,0 1-19 0,-2 0-98 16,0-2-37-16,2 0-40 0,-1-1-324 0</inkml:trace>
  <inkml:trace contextRef="#ctx0" brushRef="#br0" timeOffset="50754.07">28622 7870 387 0,'0'-2'0'0,"-2"0"126"16,0-1 18-16,-5-10 15 0,-5-10 9 0,1 3-102 16,6 7-4-16,1 5 23 0,0 1 2 0,1 1 0 0,1 3-18 15,2 1-22-15,-2-2-10 0,0 0-3 0,0 3-15 16,0-1 1-16,0 2 9 0,1 2-5 0,-1 1 11 15,0 8-9-15,-2 17 1 0,2-2-2 0,0 6 4 0,1-2-19 16,-1 5 6-16,-2 0-9 0,-2-7 3 0,1 2-11 16,-1-3 1-16,-1 1-4 0,-1-2 3 0,-1 2-8 15,0-2 0-15,0 0-3 0,-3 2 2 0,1-2-7 16,0-4 5-16,2-5-5 0,0-2 6 0,1-4 4 16,4-4 1-16,1 1 3 0,-3-1 7 0,2-3-3 15,-5 0-1-15,-4-2-1 0,6-1-4 0,-1 5 13 16,1 0-1-16,5-6 7 0,-4 3 3 0,3-1-4 15,1-2-4-15,-2 2 0 0,0 0-10 0,1 0 2 0,1 0 5 16,0-1 1-16,0 1 8 0,2 0-3 0,0 0 0 16,2 0-1-16,2 0 6 0,9 1 0 0,9 1 2 15,0-2-2-15,4-2-5 0,-3 0-8 0,1-2-4 16,-4 0-1-16,1 0-4 0,-1 1-6 0,-3-1 3 16,-2-2-6-16,-1 0-14 0,-2 2-60 0,-1-1-54 0,-4 1-19 15,-3 0-311-15</inkml:trace>
  <inkml:trace contextRef="#ctx0" brushRef="#br0" timeOffset="50925.99">28345 7952 1247 0,'-2'-2'32'0,"0"0"-5"16,0 0-22-16,1 0 10 0,-1 0-26 0,0 1 4 0,2-3 25 16,0 0 4-16,0 0 8 0,2 1 9 15,0-1-11-15,9 0-4 0,15-3-2 0,0-1-15 0,3-10-4 16,1 5-3-16,0 5 0 0,1 5-17 0,-3 3-12 15,2 2-2-15,-4 3-7 0,0 3-39 0,-2 1-265 16</inkml:trace>
  <inkml:trace contextRef="#ctx0" brushRef="#br0" timeOffset="51126.55">28969 8174 542 0,'0'0'87'0,"0"0"17"0,0 0-45 0,0 0-26 16,0 0-19-16,-2 2 24 0,0 0 39 0,0 2-5 15,0 0 17-15,-9 16-2 0,-2 4-19 0,0 2 2 16,0 2-6-16,2 0-2 0,-4 3 0 0,-1 1-5 16,-1 0 1-16,0-3-17 0,4-3-16 0,0 4-4 0,4-6-4 15,0 2-8-15,3-4-8 0,2-3 0 0,1-2-2 16,1-4-4-16,2-2-26 0,0-2-2 0,0-3-13 16,0-3-41-16,0-1-239 0</inkml:trace>
  <inkml:trace contextRef="#ctx0" brushRef="#br0" timeOffset="51298.98">29309 8161 1275 0,'0'0'20'0,"0"0"0"0,0-1-6 16,0-1 1-16,0 0-5 0,2 0 35 0,-1 0-10 15,1 0 4-15,0 0-10 0,0 1-19 0,2-1-11 16,-1 0-3-16,1 2-5 0,4 0-14 0,6-2-29 15,1 2-104-15</inkml:trace>
  <inkml:trace contextRef="#ctx0" brushRef="#br0" timeOffset="51454.9">29440 8377 1148 0,'-1'0'24'15,"-1"0"43"-15,0 0-53 0,0 2 22 0,0 0 11 16,0-1 4-16,1 1 28 0,-1 0-33 0,0 0-11 15,0 2-6-15,0-1-37 0,0-1-17 0,2 2-4 0,0-2-4 16,0 0-6-16,2 0-26 0,0-1 0 0,2 1-34 16,18-2-249-16</inkml:trace>
  <inkml:trace contextRef="#ctx0" brushRef="#br0" timeOffset="51701.67">30165 7968 905 0,'0'0'31'0,"0"0"67"0,0 0-84 15,0 0 5-15,0 0 5 0,-2 0 0 0,0 2 15 0,0 0 8 16,0 2 2-16,-9 14 2 0,-4 6 4 0,0 1-4 16,0-1-5-16,2 0 1 0,1 0-14 0,-1 2-6 15,0 0-4-15,3-4 1 0,3 2-8 0,3-3 4 16,4-4-1-16,0-3 2 0,2 1 8 0,2-4 29 16,-1-3-5-16,7-3 12 0,16-1-15 0,0 13 5 15,3-4-4-15,-1-8 2 0,4-3-8 0,-1-4-8 16,6-3 0-16,1-3-5 0,-9-1-5 0,3-4-10 15,-4 0 1-15,-8 2-4 0,1-2 7 0,-10 9-7 0,-6-16 0 16,-3-6-4-16,13 4-11 0,-4-4 1 0,-7-4-3 16,-4 2 2-16,-6-2-16 0,-5 1-30 0,-4 1-8 15,12-4-19-15,-27 3-131 0,-2-5-256 0</inkml:trace>
  <inkml:trace contextRef="#ctx0" brushRef="#br0" timeOffset="55089.54">28733 6464 131 0,'-2'0'0'0,"0"-1"20"15,1 1 215-15,-14-8-49 0,-2 1 9 0,2 1-89 0,-2-1-24 16,3-1-12-16,1 3 1 0,0-1-3 0,1 2-21 16,5 3 4-16,0-1-11 0,3 2 8 0,2 0-18 15,-2-2-18-15,1 0-3 0,-1 0-6 0,2 0 1 0,0 0 4 16,0 2 9-16,2 0-6 0,2 0 15 0,0 0-11 15,2 0 3-15,20 2-6 0,4 0-8 0,3 0-1 16,3 0 0-16,1 0-1 0,6 0 0 0,-4 1-5 16,-7-1-1-16,-3 0-4 0,-2 0-12 0,-1 0-17 15,4 1-8-15,-4 1-11 0,-4-2-97 0,-3 0-102 16,-4 0-62-16</inkml:trace>
  <inkml:trace contextRef="#ctx0" brushRef="#br0" timeOffset="55273.46">28492 6648 518 0,'-2'0'270'0,"0"0"-339"0,0 0 306 16,0 0-164-16,0 0-60 0,1 0-10 0,-1 0 6 15,0 0-5-15,2 0 37 0,0 0 12 0,2 0-2 0,0 0 3 16,7 0-7-16,22-2-17 0,5 1 1 0,5-3-8 16,3-2-11-16,4 1-8 0,4-3-4 0,0 3-3 15,0-1-27-15,-3 1-32 0,1 1-40 0,-2 0-26 16,-2 0-396-16</inkml:trace>
  <inkml:trace contextRef="#ctx0" brushRef="#br0" timeOffset="69406.48">30610 5473 474 0,'0'-2'0'16,"0"0"46"-16,-3-35 7 0,1 6 24 0,0-1 16 16,-2 0-27-16,0 5 9 0,1-1 12 0,-1 0-12 15,2 6 10-15,-2 3-30 0,3 4 1 0,-1 2-8 0,-2 2 5 16,0 0-16-16,2 5-12 0,1-1 10 0,1 3-12 15,0 0 3-15,-2-1-2 0,0-1-5 0,2 4 2 16,-2-1-10-16,2 1-4 0,-2-2-4 0,0 0 1 16,0 1-8-16,2 1 2 0,0 0 2 0,0 0 0 15,0 0 1-15,0 2 7 0,0 2 1 0,0 0 3 16,0 2 1-16,-1 14-10 0,-3 10 3 0,4 2-3 0,0 0 4 16,0-1 0-16,-2-3-4 0,0 4 4 0,0 2-1 15,0-3-2-15,1 5 2 0,-3-6-2 0,0 1 5 16,0-3-6-16,-1-4 4 0,1 1-5 0,-3-5 2 0,-1-1-2 15,-1 2 3-15,0-5-2 0,1-1 3 0,3-3 5 16,-1-3-7-16,4-1 6 0,-7-3-1 0,3-1-3 16,3 0 7-16,-8 7-4 0,3-5 16 0,-1 2-1 15,-8 1-1-15,10-5-1 0,-8 2-13 0,2-1-1 16,2-1 1-16,-4 0-1 0,4 0-3 0,-4 0 7 16,6-2-5-16,-1 0 5 0,1 0-8 0,2 0 2 15,1 0-1-15,0 0 0 0,5 0-7 0,-3 0-3 16,0 2 0-16,2 0 1 0,0-1-1 0,1 1 15 15,-1 0-7-15,2 0 10 0,2 0-17 0,1 0 7 0,21 1-3 16,10-1 3-16,5 0-10 0,-4-2 7 0,4 0-1 16,2-2 3-16,-6 0 1 0,6-1 3 0,2-3-2 15,-8 2 1-15,-1-1 1 0,-8 1-8 0,-2 0 4 0,-4 3-4 16,-1-1 2-16,-5 0 0 0,-1 0 0 0,-1 0 0 16,-3 2 3-16,-2 0-10 0,1 0-5 0,-5 0-2 15,1 0-19-15,-2 0-98 0,0 0-23 0,2 0-36 16,-1 0-177-16</inkml:trace>
  <inkml:trace contextRef="#ctx0" brushRef="#br0" timeOffset="69797.44">30050 6058 1019 0,'-2'0'110'0,"0"0"-134"16,-2-2 125-16,0 0-64 0,-7-2-6 0,0 1 23 16,2-1 10-16,0 0 1 0,-1 1 4 0,5 1-30 15,1 2-8-15,0 0-4 0,1-2-20 0,-1 0-14 16,0 0 2-16,2 0-7 0,0 2 12 0,1 0 3 16,-1 0-1-16,0 2 3 0,2 0 5 0,0 0 1 0,2 0 5 15,0 1-2-15,1 1 7 0,5-2-9 0,16 9 1 16,7 2-3-16,5-2-2 0,4-5-2 0,11 3 2 15,10 17 0-15,6-13 11 0,13-7 7 0,5-6 6 16,2 0-1-16,2-6 11 0,-1-1-23 0,-1-6 2 0,8 1-8 16,3 1 4-16,-3 2-6 0,-1-2 1 0,-10 2-1 15,-8-1 6-15,-7 3-6 0,-4 1 2 0,-11 3-4 16,-6-1-6-16,-9 2 1 0,-8 2-4 0,-5 0 3 16,-7 0 2-16,-6 0-5 0,-4 0 4 0,-5 0-4 15,-2 0 0-15,2 0-7 0,-1 0-13 0,-1 0-1 16,0 0-61-16,-2 2-61 0,-2 0-10 0,-3 0-24 15,-29 16-99-15</inkml:trace>
  <inkml:trace contextRef="#ctx0" brushRef="#br0" timeOffset="70372.28">30179 6604 844 0,'-1'-2'51'0,"-1"0"108"0,0 0-136 0,0 0 21 16,0 0 7-16,-2 1 5 0,3-1 19 0,-1 0-51 0,-2 0 10 16,0 0-24-16,1 2 7 0,-1 2 1 0,0 0-6 15,-3 7 4-15,3 23-2 0,-7 3 5 0,-4 2-3 16,0 2 3-16,-1 2-2 0,-1 2-4 0,0-1 5 0,2-1-5 15,-1-2 5-15,-1-4 6 0,2-1-1 0,4-4 5 16,2-4 9-16,7-6-15 0,-4-9 1 0,2-3-7 16,-1-5-5-16,1-1 0 0,0 2 4 0,1 0-1 15,-1-1 22-15,2-1-16 0,0 0 4 0,0-2-9 16,2 0-7-16,0-2-6 0,0-13-1 0,6-18-1 16,3-2-1-16,2-8 5 0,1 2-4 0,1-2 6 15,0 4-7-15,1-2 3 0,-1 1 3 0,0 2-2 0,2 1-5 16,-2 4-2-16,0 3 0 0,0 4 1 0,0 4 1 15,0 3 2-15,-7 3 0 0,12 1 2 0,1 6-2 16,-2 3 3-16,-1 2 2 0,1-7-1 0,0 2-6 0,-2 5 3 16,-1 2-2-16,-1 2 4 0,-5 0-1 0,-3 2 9 15,-3-2-2-15,4 8 5 0,7 12 1 0,-4 4 4 16,-3 0-2-16,-6 2 2 0,-2 0-4 0,-6-2-4 16,-1-1 1-16,-4 1-3 0,0-4 1 0,9 1 0 15,-12-5-3-15,-3 3 3 0,4 1-4 0,2-3-3 16,2 0 3-16,4-6-3 0,-1 2 2 0,5-6-5 15,-1 3 2-15,-4-1-2 0,3 0 1 0,-3 4-7 16,5 0 4-16,1 0-6 0,0 4 6 0,2-2 7 0,2-4-6 16,2 2 6-16,1 0-8 0,3-2 3 0,1 4 7 15,-5-4-3-15,12-2 1 0,5-5-4 0,1 2-1 16,-2-1 1-16,-1 1 3 0,-4-1-6 0,0 1 0 0,1-2-4 16,3-1-6-16,0 5-37 0,-3-5-2 0,-3 7-20 15,0-3-101-15,4 2-235 0</inkml:trace>
  <inkml:trace contextRef="#ctx0" brushRef="#br0" timeOffset="70609.87">30824 6847 1266 0,'-2'0'104'0,"0"0"21"15,0 0-53-15,-2-2-42 0,1 0-15 0,-1 2 23 16,0 0 37-16,-1 0-15 0,-5 4 17 0,3 0-51 0,1-3-12 15,-3 24 1-15,0 1-5 0,0 3 3 0,-1 1-5 16,5 3 0-16,-5-7-2 0,-1 4-5 0,2 2 4 16,-2-4-1-16,5 1 1 0,1-8-6 0,-1-5 3 15,-1-3-5-15,1-1 4 0,-5 2-9 0,2 1-6 16,3-4-6-16,4-3-3 0,2-4-45 0,-1 1-70 16,1-3-9-16,0 0-23 0,-2 2-61 0</inkml:trace>
  <inkml:trace contextRef="#ctx0" brushRef="#br0" timeOffset="70795.39">30820 7007 957 0,'0'0'30'15,"0"-2"48"-15,0 0-31 0,0 0 33 0,2-2-3 0,0 1 14 16,1-3 3-16,1-1-25 0,15-5 4 0,3 5-13 16,0 0-5-16,2-5-5 0,1 3-2 0,1 2-1 15,1-1-10-15,1 3-15 0,4 1-4 0,-4 2-3 16,-2-15-9-16,-2 6-7 0,-6 6 0 0,-3 1-5 15,0 0-3-15,-2 2-14 0,-2 1-17 0,2-1-5 0,0 0-115 16,-2 0-92-16,-1 0-28 0</inkml:trace>
  <inkml:trace contextRef="#ctx0" brushRef="#br0" timeOffset="70999.98">31191 6650 494 0,'-1'0'108'0,"-1"0"192"0,0-2-202 0,0 0-16 16,0 1-2-16,0-1-5 0,0 2-7 0,1 0-19 15,-1 0-4-15,0 0-5 0,0 0-10 0,0 0 2 16,0 2 4-16,0-1-2 0,2 3 3 0,0 2 13 16,-3 20-2-16,1 0 4 0,-2 3-14 0,2 5-5 15,-5 3-6-15,-1 0 2 0,-3 6-15 0,-2-2 2 16,0-4-2-16,-2 2 0 0,2-8-10 0,-1 1 0 0,-1-1-4 16,2 1 2-16,2-6-14 0,1 0-23 0,3 0-15 15,3-9-12-15,0 3-138 0,4-5-158 0</inkml:trace>
  <inkml:trace contextRef="#ctx0" brushRef="#br0" timeOffset="71555.59">31594 6624 1132 0,'0'-2'52'15,"0"0"7"-15,-2 1-11 0,1-1-5 0,-1 0-7 0,0 0 78 16,0-2-16-16,0 2 1 0,0 1-15 15,0-1-56-15,1 0-24 0,-1 0 0 0,0 0-4 0,0 2 13 16,0 2 1-16,0 2 3 0,-3 16-2 0,-5 12 1 16,1 5 0-16,0-2-3 0,0 6 2 0,-1-4-7 0,1 2 6 15,0 2-5-15,1-10 5 0,-1 1-10 0,3-8-1 16,1-3 3-16,-1-3-2 0,3-5 4 0,-1 0-5 16,0-2 0-16,2-5-1 0,2-1 4 0,-2-1 1 15,1 0 0-15,1 0 0 0,0-3-7 0,0 1 2 16,0 0 1-16,0-2 0 0,-2 0-3 0,2-2 1 15,0-5-4-15,-4-23 3 0,4-3-5 0,0-8 5 16,4 2-1-16,3-8 3 0,2 5-5 0,1 1 3 16,3-2 0-16,0 4 2 0,0 0-2 0,-2 6 0 0,0 1-1 15,2 4 1-15,-2 6-2 0,2 0 2 0,-2 5 0 16,-1 6 0-16,-5 0 0 0,8 7 1 0,4 2-1 16,-2-9 2-16,0 4 2 0,1 1-5 0,-1 4 1 15,-2 2-2-15,-2 2 3 0,-1 2 9 0,-3 0-4 0,-1 1 5 16,-5 16 8-16,14 1-3 0,-5 0 3 0,-7 2-3 15,-3 2 1-15,-2 0 3 0,-3 0 0 0,-4-2 0 16,-3-1-3-16,1-3-2 0,-2-1-3 0,4-5 0 16,-2 1-1-16,5-7 18 0,-1 3-8 0,1-4 9 15,3 1-15-15,-1-3-10 0,2-1 1 0,0 2-6 16,2-3 0-16,-2 5-3 0,2 1 4 0,0-5-1 0,0 3 3 16,2 1-6-16,0-5 3 0,-2-1-4 0,11 0 0 15,8 11-6-15,-3-4 0 0,7 1-2 0,-1-3-10 16,6-1-24-16,0-3 0 0,-2-3-8 0,2 0-9 0,-4-3-78 15,5-3-11-15,-3-1-30 0,6-5-109 0</inkml:trace>
  <inkml:trace contextRef="#ctx0" brushRef="#br0" timeOffset="71883.31">32084 6786 934 0,'-1'0'49'0,"-1"0"72"0,0-2-27 0,0 0 24 15,0 0-4-15,0 0 7 0,0 0-38 0,1 0-44 0,-1 1-2 16,0-1-14-16,0 0-13 0,2 0 9 0,0-2 6 16,2 1 0-16,0-1 15 0,0 4-6 0,16-11-3 15,1 3 1-15,-3 3-7 0,1 3-1 0,0 2-4 16,-2 0 4-16,-4 2 7 0,0 3 1 0,-4-1 2 0,-3 2-3 16,-2 18-3-16,15 4 0 0,-8-2 1 0,-5 5-1 15,-6 4-1-15,-6 1-4 0,-3-3 0 0,-2-3-1 16,2-8-4-16,-2-1-2 0,11-3 0 0,-14-3-1 15,-3-4-9-15,8-2 3 0,3 1-5 0,7-5 4 16,-3 1-9-16,2-2 1 0,2-3 1 0,0 1 1 16,-2 2-2-16,2 0-1 0,0-1 1 0,2-1 1 0,2 0 11 15,12 0-11-15,14-4 1 0,2-5-4 0,1-4-6 16,-1-2-9-16,-1-2-5 0,1-2-4 0,-4 0-40 16,-4 1-75-16,-6 3-17 0,-5 9-29 0,-1-7-157 0</inkml:trace>
  <inkml:trace contextRef="#ctx0" brushRef="#br0" timeOffset="74282.92">22383 9862 256 0,'0'0'-21'0,"0"0"27"0,0-2 24 0,0 1 8 16,0-1 27-16,0 0-10 0,0-2-11 0,0 0-10 16,0 1 7-16,0-1-14 0,0-5 5 0,0 3-3 15,0 1 2-15,0-3-11 0,0 4 7 0,0-1-1 0,0-1 0 16,0-1-2-16,0-1-4 0,2 1 5 0,-2 3-3 16,0 1 8-16,2-3-9 0,-2 2 8 0,2-1-7 15,-2 1 10-15,0 0-13 0,0 2 3 0,0 1-4 16,0-3 0-16,0 2-8 0,0-2-2 0,0 1-1 15,0 1 0-15,0-2 8 0,0-2-5 0,0 5 6 16,0-5-9-16,0 4 9 0,0-2-5 0,0 1 7 16,0 1-8-16,2-2 6 0,-2 0-2 0,0 1 2 0,0-1-12 15,0 0 7-15,0 2-8 0,0 1 6 0,0-1-6 16,0 0-15-16,0 0 6 0,0 0-10 0,0 0 8 0,0 2 3 16,0 0 5-16,0 2-1 0,0 0 5 0,0 2-6 15,0 1 2-15,-2 10-3 0,0 2 2 0,-2 0 6 16,2-1-9-16,0-1 9 0,-1 2-1 0,-1 0-6 15,0 1 5-15,1 3-4 0,-1 1 6 0,0 6-8 16,0-1 7-16,-1 7-6 0,1 3 11 0,-1 2-10 16,-3 6 1-16,3 1-3 0,-1 0 6 0,0 3-3 15,1-1-1-15,-1 0 0 0,1 1 4 0,-1-5-4 16,1-7 3-16,1-7-2 0,0-6 9 0,0-3-4 16,1-1-2-16,-1-3-1 0,0-3 2 0,1 3-4 15,1-6 6-15,0 0-5 0,0-1 14 0,2-5-5 0,0 1-1 16,0-1-1-16,0-3 0 0,0 2 0 0,0-2 3 15,0 0-2-15,0 0 3 0,-2 1 8 0,2 1 1 16,0 0 2-16,0-2 11 0,0-1 0 0,0 1-3 0,0 0 0 16,0-2-17-16,0 0-5 0,0-2-1 0,0 0-3 15,2-1-7-15,4-16 5 0,3-5-2 0,4 0 5 16,2-4-8-16,1 0 0 0,3-5 1 0,0-2 1 16,-3 3 5-16,3 0-3 0,-1 1-2 0,-14 7 0 15,17-2-4-15,-3 7 0 0,-1 4 1 0,-1 8 0 16,-1 3 4-16,-4 2-1 0,-1-3 0 0,3-1-1 0,-4 4-3 15,2 2 7-15,-2 2 2 0,-1 2 1 0,3 11 5 16,6 22-3-16,-10 2-2 0,-7 4-1 0,-2 1-15 16,-3-7 9-16,-1 0 1 0,1-7 3 0,-1-2-2 0,0-2 5 15,1-2-7-15,-1-2 6 0,3 1-4 0,-1-3 0 16,2-3 3-16,2-4-3 0,0 0 5 0,0-4-11 16,0 0-2-16,0-1-5 0,0-1-21 0,0-3-21 15,0 0-35-15,2-1 4 0,0 1-110 0,0 0-13 16,1-2-13-16</inkml:trace>
  <inkml:trace contextRef="#ctx0" brushRef="#br0" timeOffset="74794.38">23026 10648 159 0,'0'0'43'0,"0"-2"37"0,0 0 26 0,0-2-6 16,0 0-2-16,0-9-2 0,0 4-12 0,0 4 9 0,0-1-5 15,0 4 5-15,0-2-26 0,0 1-29 0,0-1-7 16,0 0-6-16,0 2-11 0,0 1 10 0,0-1 1 16,0 2 3-16,0 2 7 0,0 1-6 0,0 14 3 15,-2 16-5-15,-2 5-6 0,-5 2 5 0,-1 1 0 16,-3 4 0-16,-3 1-12 0,-1 6 3 0,0 0-1 0,1-2 3 16,4-1 3-16,1-10-16 0,0 0 4 0,2-6-8 15,0-5-1-15,-1 0 4 0,3-8-5 0,1-1 6 16,3-4-3-16,-1-4-13 0,2 0-7 0,2-4-4 15,0 1-28-15,0-5-27 0,0 1 0 0,2 0-16 16,0 0-51-16,1-3-42 0,10 3-46 0</inkml:trace>
  <inkml:trace contextRef="#ctx0" brushRef="#br0" timeOffset="75156.92">23102 10785 1038 0,'0'-2'22'0,"0"0"-1"0,0 0 3 16,0 1-3-16,0-3-5 0,0 0-5 0,0 0-9 16,0 1 5-16,1-3-5 0,3 1 6 0,2 3 4 15,12-11-2-15,5 2 6 0,-1 5 25 0,-4 6 14 16,3 0-1-16,-4 4 1 0,-1 3-29 0,1 4-9 16,-2-1 0-16,-4 17 0 0,0 5 4 0,-7 1-13 15,1 6 2-15,18 2-6 0,-10 2 2 0,-10-2 6 0,-4-4-1 16,-5-5 2-16,-1-3-8 0,-5 1 0 0,1-6 2 15,2-5-1-15,-2-1 3 0,2-3-3 0,-1-2-2 16,3-4 1-16,3-3 1 0,4-4-2 0,-4 1 1 16,1 1-1-16,1 0-8 0,0-2 19 0,0 0-6 15,2-1 12-15,2 1-4 0,2 0-5 0,25-2-4 0,10-4 1 16,8-5-4-16,1-2-2 0,2-2 3 0,0-2-5 16,1 0-2-16,1 0-6 0,-8 1-1 0,3-1-5 15,-7 0-29-15,-6 4-49 0,-3 2-20 0,-8 1-35 16,-9 1-333-16</inkml:trace>
  <inkml:trace contextRef="#ctx0" brushRef="#br0" timeOffset="75512.99">21321 10520 1194 0,'-2'-2'33'16,"0"0"-6"-16,0 0 1 0,1 0 5 0,-1 0-17 16,0 0-13-16,0 1-3 0,0-1 2 0,2 0-2 15,0 0 3-15,2 0 3 0,2 0 0 0,12-3 2 16,18-5 9-16,1 1-5 0,0 0-2 0,-1 1 0 16,-4 1-11-16,-1 1 4 0,1 1-1 0,-4 1 2 15,-2 2-7-15,-2 2-15 0,-1 0 1 0,-1 0-8 0,-5 0-36 16,-6 2-170-16,-5-2 14 0</inkml:trace>
  <inkml:trace contextRef="#ctx0" brushRef="#br0" timeOffset="75687.3">21085 10761 544 0,'0'0'111'0,"-2"0"2"0,1 0 0 16,-1 0-19-16,0 0-27 0,0-2-39 0,0 2-4 15,0 0 7-15,2 0-1 0,2-2 22 0,2 0-18 16,37-9-2-16,7-2-4 0,11-4 1 0,8 1-4 15,-4-3-2-15,6 1-2 0,-6-1-17 0,-9 6-9 0,0 2-2 16,-10 2-2-16,-5 3-2 0,-7 4-17 0,-6 0-21 16,-7 2-7-16,-5 0-149 0,-4 0-70 0</inkml:trace>
  <inkml:trace contextRef="#ctx0" brushRef="#br0" timeOffset="76044.44">19867 10766 930 0,'-2'-1'8'0,"1"-1"1"16,-3-8-7-16,-11-17 3 0,6 2-5 0,3 1 0 16,2-4-8-16,4 2 3 0,6-5-3 0,1-3 8 15,1 3 7-15,-1-6-7 0,1 9 8 0,-3 4 3 0,3 3 31 16,-3 5 2-16,-1 5 8 0,-2 3 0 0,0 4-25 15,0 1-3-15,-1 1-7 0,-1 0-12 0,0 2 18 16,0 2-1-16,0 2 6 0,-20 44-11 0,0 0-8 16,-5 6-2-16,24 5-2 0,-27 4-4 0,-2 12 8 15,-2 8-6-15,-3 10 5 0,4 6-7 0,-5-3 5 16,5-7 5-16,3-11-2 0,2-11-2 0,4-11 0 16,5-4-2-16,2-6 3 0,2-1-6 0,4-3-2 15,1-1-1-15,1-2 1 0,1-2 0 0,3 1-29 16,-3-7-6-16,-11-5-16 0,6-4-84 0,6-3-88 0,1-4-63 15</inkml:trace>
  <inkml:trace contextRef="#ctx0" brushRef="#br0" timeOffset="76529.03">19576 10616 698 0,'0'-2'84'0,"-6"-18"169"0,-3-10-215 16,3 2-22-16,6 8 7 0,2-1-13 0,7-1-4 15,6-2 6-15,4-4-10 0,20 4 11 0,0 5-7 0,4 8 7 16,-10 0-6-16,-1 9 6 0,-6-14-8 0,0 6 11 16,-6 8-2-16,0 2 3 0,-5 2-10 0,0 4 4 15,-2 1 1-15,-6 1-2 0,-3 20-9 0,-2-4 6 16,15 0 0-16,-6 4 3 0,-6-4 0 0,-5 0 8 15,-1 0-6-15,-5 0 6 0,-3-3-12 0,-4-1 3 16,3 0-5-16,-17-1 4 0,1 0-9 0,0-6 7 16,2 0-3-16,3-4 6 0,4-2-2 0,6-1-4 15,4-2 0-15,-1-3-1 0,7 1 1 0,-1-2-5 0,-2 4 3 16,0 0-5-16,2-1-2 0,1 1 4 0,1 0 1 16,0 0 1-16,1-1 0 0,5 1 4 0,29 15-4 15,2-5 4-15,-1-4-4 0,-5-1-1 0,1 0-1 16,-1 1 0-16,-5 1 0 0,-2 0 4 0,-1 2-2 15,-5 0 1-15,-1-8-11 0,-4 16 15 0,-4-3-7 0,-3-3 9 16,-2 0-1-16,7 0 11 0,-2 0 10 0,-3-2-2 16,-5-4 15-16,-1-1-14 0,-1 3 2 0,-3-2-6 15,-5 4-4-15,-3-2-5 0,-14-3 0 0,-3-5-2 16,1 1-3-16,-6-2-6 0,-1 18-2 0,4-7 0 16,-5-2-2-16,5-5-3 0,1 0-8 0,4-3-2 15,0-1-62-15,11-2-131 0,-3 2-16 0,10-2-57 16,5 0-232-16</inkml:trace>
  <inkml:trace contextRef="#ctx0" brushRef="#br0" timeOffset="76969.13">24253 10287 1417 0,'-2'-1'25'0,"0"-1"-1"0,0 0 3 15,-1 0 1-15,-1 0-9 0,0 0 0 0,2 0-7 16,0 1-1-16,1-1-2 0,1 0 4 0,0 0 20 15,1 0 0-15,3 0 7 0,24-13 5 0,7 1-16 16,4 1 0-16,4 0-7 0,1 0-16 0,1 3-2 16,-4 1-3-16,0 2 1 0,-6 3-5 0,-5 0-16 15,-2 2 6-15,-4 2-10 0,-4 0-5 0,-7 0-160 16,-4 2 4-16,-5-2-67 0,0 2-83 0</inkml:trace>
  <inkml:trace contextRef="#ctx0" brushRef="#br0" timeOffset="77138.07">23984 10544 1298 0,'0'0'26'0,"0"0"1"0,0 0-15 0,1 0-1 0,1 0-11 15,11 0 8-15,32-4 2 0,11 0 3 0,7-1-2 16,5-3 15-16,5-3-7 0,-1-2-2 0,-1-2-3 16,1 2-15-16,-7 0-46 0,-5 2-28 0,-7 4-31 15,-8 3-322-15</inkml:trace>
  <inkml:trace contextRef="#ctx0" brushRef="#br0" timeOffset="82861.99">26152 9199 13 0,'0'-1'11'0,"0"-1"15"0,0 0 13 0,0-2 9 16,0-9-3-16,0 2-13 0,0-2-17 0,0 4 2 0,0-1-4 16,0-1 6-16,0 4 0 0,0-2 5 0,0 3-1 15,0-1 19-15,0-1 12 0,0 1-1 0,0 1 4 16,2-1-6-16,-2 1-2 0,0 2 2 0,2-1 0 15,-2 1-3-15,2 0 1 0,0 1-4 0,0-1 4 16,-1 0 2-16,1 2-26 0,0 1 0 0,0-1-11 16,-2 0-14-16,0 0 8 0,0 0-2 0,0 0 4 0,0 2 1 15,0 0-11-15,0 0 5 0,0 2-6 0,0 0 6 16,0 2 3-16,0 3-6 0,-2 12 6 0,-2 1-8 0,1 1 5 16,-3 1 0-16,1 2 0 0,-1 0-7 15,0 4 2-15,3 2 2 0,1-1 2 0,0 7 1 0,2-1-5 16,-2 0 4-16,-2 4-3 0,1-4 7 0,-1 4-8 15,0-5 3-15,1-1-4 0,-1-1 0 0,0-6 1 16,0 0 0-16,1-4 3 0,1 0 5 0,0-1-10 16,0-1 2-16,2-5-2 0,0 2 5 0,0-2 0 15,0 1 1-15,0-3 0 0,0 0-2 0,0-1-2 16,0-3 0-16,2 0 1 0,-2-1 4 0,0-3-2 16,2 1 1-16,0-1 0 0,-2-1 5 0,0-2-8 0,0 0 8 15,2 1-7-15,-1 1 9 0,1 0 9 0,0 0-4 16,0-3 8-16,0 1 8 0,0 0-12 0,0 0-3 15,-1 0-4-15,1-2-7 0,0 0 0 0,0-2-1 16,0 0 0-16,2 0-5 0,-1-3 5 0,10-14 1 0,0-1 0 16,0-1-6-16,0-3 7 0,0 2-3 0,4-8 4 15,0-1-8-15,1-7 1 0,3-1-2 0,1-5 1 16,-2 1 0-16,1 0 0 0,3-5 0 0,0 2 0 16,-2 3 3-16,2 0-2 0,-1 4 4 0,-16 2-4 15,15 0-4-15,4 4 10 0,-3 3-8 0,-7 4 7 16,5 4-13-16,-8 3 6 0,0 4 1 0,-4 4 1 15,0 0 5-15,-1 5-7 0,-3-1 1 0,-3 3-3 0,0 1 6 16,2 1 2-16,0 0-5 0,-1-2 3 0,1 0-3 16,0 3-1-16,-2-1-1 0,-1 0 0 0,1 0 0 15,0 0-3-15,0 0 5 0,0 0-5 0,0 1-1 0,0-1-11 16,-1 2-6-16,1 0-3 0,0 0-31 16,0 0-109-16,-2 0 3 0,0 2-52 0,0-1-126 0</inkml:trace>
  <inkml:trace contextRef="#ctx0" brushRef="#br0" timeOffset="84859.33">26525 9569 172 0,'0'0'46'16,"0"0"-5"-16,2 0 29 0,-2-2-3 0,2 0-5 16,0 0-6-16,0 0-5 0,0 1 6 0,0-1-6 15,-1 0 3-15,1 0 1 0,0 0-2 0,0 0 2 0,0 0 2 16,0 1-12-16,0-1 1 0,-1 0-7 0,1 2-9 15,0 2-2-15,0 0-3 0,0 1 1 0,0 18-3 16,-2 5-7-16,-2 5-1 0,-2-5-4 0,0 0-11 0,1-2 8 16,-3-1-4-16,-1-1 6 0,-1 2-6 0,3-3-2 15,-1 1 3-15,2-4-3 0,1 1-2 0,-1-2 5 16,2-2-5-16,0-2 4 0,0-1-9 0,1 1-10 16,-1-1-6-16,0-1-13 0,-2 2-123 0</inkml:trace>
  <inkml:trace contextRef="#ctx0" brushRef="#br0" timeOffset="85322.36">25441 10538 1064 0,'-2'0'32'0,"0"0"-3"15,1-2-5-15,-1 0 3 0,-2 0-15 0,0 1 5 0,2 1-9 16,1 0-3-16,-1 0-2 0,-2-2-3 0,0 0-2 15,2 2 7-15,1 0-5 0,-1 0 4 0,0 0 20 16,2 0-4-16,2 0 11 0,0 0 13 0,37 0-9 16,9 2 1-16,11 0-5 0,10-2-9 0,11 0-1 15,7 0 1-15,4 0-2 0,0-2-11 0,-4-2 9 16,1 0-7-16,-3 3 8 0,2-1-9 0,10 0-6 16,-4 2-1-16,-6 0-1 0,-2 0 3 0,-16 0-5 15,-6 0 3-15,-13 0-3 0,-5 0-1 0,-6 0 2 0,-6 0-1 16,-5 0 1-16,-6 0-1 0,-3 2-2 0,-4 0-1 15,-8-2-1-15,-1 0-15 0,-3 0-70 0,1 0-4 16,-2 0-28-16,0 1-57 0,-2 1-64 0,-2 0-33 16</inkml:trace>
  <inkml:trace contextRef="#ctx0" brushRef="#br0" timeOffset="85728.97">25991 10711 653 0,'0'0'96'16,"0"-2"16"-16,0 0-15 0,0 0-40 0,0 0-8 0,0 0-29 16,0 1-8-16,0-1-3 0,0 0 1 0,0 0 2 15,0 2 18-15,0 0-2 0,0 0 7 0,0 2-4 16,0 0-10-16,2 1 2 0,-1 7-5 0,3 14 2 0,-2 2-8 16,-2 7-1-16,-2-1-2 0,-2 7 0 0,-1 0-1 15,-4 2-1-15,-1 5 0 0,3-7-5 0,-2 2 2 16,3 2 4-16,-1-6-4 0,-3 2-1 0,3 0 2 15,1-8-5-15,3-1 4 0,-1-2-4 0,2-6 6 16,0 0 1-16,0-1 3 0,2-4 1 0,0-3 9 16,0-1-2-16,0-3 5 0,0-3 2 0,2 1-1 15,0-5 3-15,0 1-2 0,2 0 4 0,-1-2 7 16,12 7-6-16,-2-4 6 0,8-1-11 0,1-4-3 0,-2-4 0 16,6-5-2-16,4-6-1 0,-2-3-2 0,0 10 6 15,3-23-5-15,-1-5 2 0,0-4 0 0,3-3-5 16,0 0 4-16,-1-7-9 0,-4 6-3 0,0-1-2 15,-4 0 1-15,-2 6-2 0,-5 2 2 0,-6 4 2 0,-5 5-2 16,-1 4-1-16,1 5-6 0,-1 3-2 0,-3 4-2 16,6 3-5-16,-5 2-15 0,-1 1-25 0,0 1 1 15,-2 3-106-15,0-2-27 0,-2 0-12 0,0 2-6 16,0 2-38-16</inkml:trace>
  <inkml:trace contextRef="#ctx0" brushRef="#br0" timeOffset="86101.14">26488 11381 1222 0,'0'0'13'0,"0"-2"1"0,-2 0 0 16,1 0-1-16,-1 1-1 0,2-1 9 0,0-2-6 15,0 0 1-15,0 1-2 0,2-5 2 0,1-1 0 16,3 0 6-16,1 1-3 0,8 4 7 0,4-9-16 15,-6 6 2-15,-2 1-5 0,0 3 3 0,0 1 32 16,0 2-9-16,-7 0 14 0,2 2-34 0,-5-2 7 0,-1 2-7 16,13 20 8-16,-7 0-18 0,-6 4 2 0,-7 6-5 15,-8-4 4-15,7 1 3 0,-25-3-3 0,1-2 7 16,4-3-6-16,2-3 7 0,4-3-5 0,4 0-6 16,-1-2 2-16,8-4 0 0,2-1 1 0,1-1-1 15,6-1-1-15,0-1 0 0,1-1 0 0,-3 2 4 0,2-3-4 16,0 3 3-16,2-2-1 0,0 1-1 0,0-3 1 15,0 0 9-15,11 5-8 0,26 8 5 0,10-7-7 16,-3-8-4-16,7-6 2 0,4-5-3 0,-5 0 1 16,6-4-18-16,-4 0-58 0,-5 0 1 0,-3-1-23 15,-3-1-27-15,0 0-18 0,1 0 0 0,-3 1-21 0,2-3-147 16</inkml:trace>
  <inkml:trace contextRef="#ctx0" brushRef="#br0" timeOffset="86480.25">28050 9554 894 0,'0'-2'31'0,"-2"0"-6"0,0 0-1 0,0 1 2 16,0-1-15-16,1 0-19 0,-1 0 14 0,0 0-4 16,-2 2 7-16,0 0-6 0,1 2 14 0,-1 0-2 15,2-2 6-15,-2 22 5 0,-1 0 14 0,-1 4 5 0,-1 2 1 16,1 2 9-16,1 3-8 0,-1 5-6 0,-1 4 0 16,-1 5-17-16,5 8-3 0,-5 7 3 0,4 10-5 15,-5 2-4-15,2 6-10 0,1 2 0 0,1-8-2 16,-1-3-3-16,4-10 2 0,0-7-2 0,-24-4 2 15,13 2 1-15,6-2-1 0,3 2 0 0,2 2 0 16,0 3-4-16,1 5 6 0,1-1-1 0,-2 0 5 0,0-1-4 16,-2-6-7-16,-1-1 2 0,-3-4-4 0,-1-1-6 15,-2 0-42-15,-2 0-67 0,-4-1 3 0,-3 1-258 16</inkml:trace>
  <inkml:trace contextRef="#ctx0" brushRef="#br0" timeOffset="86883.6">28005 11777 1087 0,'-2'-2'286'0,"1"0"-397"0,-1-2 337 15,2 2-192-15,-6-5-30 0,2 3-8 0,1 0 4 16,-1 3-7-16,0-1 4 0,1 0 5 0,-1 2-4 15,0 2 4-15,0 1-2 0,-9 18 2 0,-1 7 3 0,2-2-3 16,3 1 3-16,2-1-1 0,-1-3 1 0,1 5-1 16,1-6 2-16,1-2-6 0,-1 3 0 0,2-12-2 15,-1 7 2-15,1-3 3 0,0-4-1 0,1 0 2 16,-1 1-9-16,0-3 3 0,1 0-1 0,-1-1 2 16,4-7 4-16,0 1-2 0,-2 2 1 0,0 0-2 15,0-1-1-15,0 1 3 0,1 0-3 0,-1-2 3 16,0 0 0-16,0-1-2 0,0 1 2 0,0 0-3 0,0 0 4 15,1 0-4-15,1 0 4 0,0 0-4 0,0-1 9 16,1 1-1-16,1 0 4 0,0 0-2 0,2 0 3 0,18 7 4 16,4-3-5-16,0-4 5 0,4-2-1 0,-2-2-7 15,5-2 1-15,-3-2-5 0,-4 1-17 0,-2-1-12 16,-4 1-8-16,-1-1-2 0,-2 1-29 0,-4 1-7 16,-2 0-4-16,-9 4-4 0,0 0-56 0,7-13-151 15,-2-4-21-15</inkml:trace>
  <inkml:trace contextRef="#ctx0" brushRef="#br0" timeOffset="87010.65">27948 11647 404 0,'0'-2'62'0,"0"0"-1"0,-2-2 38 16,0 0-16-16,-4-9 1 0,1 2-27 0,1 2-7 0,2 3 2 15,2 3-7-15,0-3-15 0,0 4-21 0,0-1 2 16,0-1-8-16,0 2 8 0,11-2-10 0,21 2 5 16,0 1-6-16,1-1-6 0,0-19-48 0,-5 10-2 15,4 6-19-15,-6 3-45 0</inkml:trace>
  <inkml:trace contextRef="#ctx0" brushRef="#br0" timeOffset="87212.1">28432 11840 276 0,'0'1'63'16,"0"1"-6"-16,0 0 46 0,-7 24-3 0,-1 2-8 0,1 0-24 16,0-2-5-16,-3 5-4 0,1-1 0 0,0-2-12 15,1-2 42-15,1-6-16 0,-1 1 21 0,-1-1-37 16,2-3-6-16,-1 0-8 0,3-4 2 0,-3 0-25 0,1 2-15 15,-1-2 3-15,1 1-8 0,0-1 0 0,3-3-7 16,0-1 1-16,2-3-6 0,0-1-22 0,1-1-108 16,1-2-4-16,-2 1-41 0,0 1-62 0</inkml:trace>
  <inkml:trace contextRef="#ctx0" brushRef="#br0" timeOffset="87361.77">28624 11964 1467 0,'0'-2'41'0,"0"0"-7"0,0 0-15 0,0-1 16 15,0-1-33-15,0 2-2 0,0-2 0 0,1 1-6 0,3-1 3 16,5-2-26-16,3 1-26 0,-5 1-8 0,-1 2-8 16,-3 0-68-16,1 1-142 0,0-1-43 0</inkml:trace>
  <inkml:trace contextRef="#ctx0" brushRef="#br0" timeOffset="87542.81">28562 12094 364 0,'0'0'77'0,"0"0"-51"0,0 2 91 0,0 0-30 15,0 0 19-15,0-1-20 0,0 1 2 0,2 2-10 0,0 0-23 16,0-1 2-16,0 1 4 0,0 0 2 0,-1 0 15 16,9-3-37-16,5 11 0 0,1-3-13 0,3-2-16 0,-1-3-28 15,5-4-12-15,-1 0-5 0,-2-4-39 0,6-3-10 16,-3-2 13-16,1-4-12 0,2-2 20 0,0 9-75 15,0-18-40-15</inkml:trace>
  <inkml:trace contextRef="#ctx0" brushRef="#br0" timeOffset="87832.41">29268 11771 889 0,'-2'0'87'0,"0"0"0"0,0-2-10 0,-1 0-7 16,-1 2-30-16,-9-2-20 0,2 2-1 0,-8 2-5 15,4 4 3-15,2-1-3 0,-2 5 2 0,4-3 5 0,0 15-3 16,0 2 9-16,7 2-5 0,1 0-3 0,1-5 2 16,-15 5 5-16,10-8 8 0,1 3 6 0,4-3-1 15,2-3 6-15,2 2-9 0,0-6-3 0,3 0-1 16,1-1-8-16,1-5 1 0,18 1 3 0,1-4-2 16,0 14-3-16,1-3 4 0,1-5-9 0,0-5 6 15,0-3-23-15,2-1 9 0,-2-3-2 0,-1-2 3 16,-2 1-9-16,-3-3 5 0,-2-1-4 0,-1-2 4 0,-6 3-1 15,-2-18-2-15,-2 0 1 0,-3-7-1 0,-4-2-5 16,18-4-3-16,-11-4 2 0,-9-2-1 0,-9 1 1 16,-10-1-5-16,-3 6-11 0,9 2 1 0,-24 4-47 15,0 3-24-15,-2 4-11 0,0 2-6 0,-4 4-67 0,2 5-141 16</inkml:trace>
  <inkml:trace contextRef="#ctx0" brushRef="#br0" timeOffset="88177.94">28755 10148 947 0,'0'0'38'15,"0"-2"-2"-15,-1 0 14 0,-1 1-3 0,0-1-8 16,0 0-8-16,2 0-11 0,0 0 0 0,0 0-4 16,0 0 3-16,2 1 1 0,0-1 6 0,13-2-4 0,14 0 1 15,5-1-4-15,5-1-11 0,-2 1 6 0,9 1-15 16,-1 2-1-16,-4 0 2 0,-6 2-6 0,0 2-21 0,-5 0-31 15,-2 2-4-15,-8-1-14 0,-5 1-70 0,-8 0-173 16</inkml:trace>
  <inkml:trace contextRef="#ctx0" brushRef="#br0" timeOffset="88310.03">28627 10488 797 0,'0'0'49'0,"0"0"-2"0,0 0 12 16,0 0-3-16,0 0-13 0,0 0-16 0,0 0 17 15,0 0-7-15,2 0 11 0,0 0-7 0,13 0-16 0,31-4 1 16,17-3-8-16,6-2-13 0,15-3-55 0,3 1-12 16,2-2-22-16,0 0-106 0</inkml:trace>
  <inkml:trace contextRef="#ctx0" brushRef="#br0" timeOffset="93570.32">30517 9120 47 0,'-1'0'0'0,"-1"0"33"0,0 0 291 0,-2 0-140 16,0 0 7-16,3 0-175 0,-11 5 2 0,3 3-8 16,-8 10-4-16,-1 12 1 0,3 3-3 0,-5 4-1 15,3 0 3-15,4 8-3 0,-6-2 9 0,3 1 1 0,-3-3 6 16,0-6-3-16,5 1 4 0,-1-12 21 0,4 4-11 15,-1-10 14-15,1-3-10 0,4-2-7 0,1-4 2 16,3 1-5-16,-1-5-6 0,-2 3-1 0,3-3 1 16,3-3 1-16,-2 2 13 0,0 0 9 0,0-1 0 15,0-1 0-15,2 0-12 0,0-2-17 0,0-2 8 0,2 0-10 16,2-5 6-16,11-23-14 0,-1-5 3 0,3-4-5 16,0 0 9-16,0-2-9 0,1-2 0 0,1-3-2 15,3-2 2-15,0 1-4 0,2-1 4 0,-1 5-3 16,1 1 6-16,-22 3-3 0,24 3 1 0,0 3-1 15,-2 3-2-15,2 4 7 0,2 2-5 0,-2 5 4 16,0 5-6-16,-4 1 1 0,2 3 2 0,-2 3 0 0,1 1 1 16,-5-7 3-16,1 4-5 0,-4 5 3 0,-2 4-4 15,-2 0-1-15,-2 2 2 0,-2 2-1 0,-1 0 4 0,-2 5 4 16,9 9 0-16,-2 3 1 0,-4 1-4 0,-3-1 2 16,-4 1 2-16,-2-2-1 0,-5 4-2 0,-4-3 2 15,-4 1 0-15,0 0 2 0,-15-1 3 0,-1-3-8 16,1-1 4-16,4-6-4 0,-6-1-3 0,14-5 7 15,-3 1-8-15,10 3 8 0,6-5-9 0,3-4 5 16,0 0-4-16,-4 3 5 0,3 1-9 0,-1-2 1 16,2 0 4-16,0 0-1 0,0 0 2 0,1 1 2 15,1 1-2-15,0 0 4 0,0-1 2 0,1 3-1 16,5 7-5-16,1-2 3 0,3 2-7 0,-3-4 2 0,10 1 5 16,1 1-1-16,1 4 9 0,1-2-8 0,1 3-1 15,-5-6-3-15,3-1-5 0,-4 0 9 0,0-1-3 16,-2-3 3-16,0 4-16 0,-4-5-8 0,4-2-10 15,-4 2 2-15,1 3-37 0,1 1-27 0,-2-3-6 0,4 3-6 16,2-1-26-16,-2-1 16 0,4-3-9 0,-3-1-7 16,3-2-182-16</inkml:trace>
  <inkml:trace contextRef="#ctx0" brushRef="#br0" timeOffset="94769.54">31572 9281 594 0,'0'-2'31'0,"0"0"-5"0,0 0 26 16,0 1 0-16,0-3-4 0,0 0-17 0,0 0-8 16,0 1 2-16,0-1-7 0,0 0-13 0,0 3 13 0,0-1-10 15,0 0 12-15,0 0-5 0,0 0 8 0,0 0 4 16,0 0-3-16,0 1-8 0,0-1 9 0,0 2 1 16,0 0 5-16,0 2 20 0,-2 1-7 0,-2 10-2 15,-5 17-3-15,0 5-3 0,0 0-19 0,-1 1 5 0,1 1-9 16,0-4 3-16,-2-1-10 0,1-1 10 15,-1-3-10-15,0 6 6 0,4-10-5 0,-1 0-2 0,1-4 1 16,1-5 0-16,1 0 2 0,1-4 3 0,0-1-1 16,2-5 2-16,0 3-6 0,1-3-1 0,1-1 0 15,-2 1 7-15,2-1-6 0,0 0 1 0,0-2-2 16,0 1 1-16,0-1-14 0,0 2-8 0,0 0-3 16,0-2-32-16,0-1-60 0,0 3-21 0,0 0-22 15,2 1-139-15</inkml:trace>
  <inkml:trace contextRef="#ctx0" brushRef="#br0" timeOffset="95237.35">30321 10226 409 0,'-2'-2'99'0,"-2"0"168"0,0 1-209 16,-3-3-34-16,1 0-4 0,4 4-8 15,-1-2-10-15,-1 0 0 0,0 1 2 0,2-1 2 0,1 0 14 16,1 0 1-16,1 0 4 0,3 2 0 0,26-4 7 16,20 1 12-16,-4 1-10 0,8-2 12 0,8-1-5 0,1-1 7 15,7 0 2-15,-1 1-1 0,1-1-11 0,5-1-13 16,8-1 2-16,1 1-5 0,3 1 5 0,-5 3-17 15,-2-3 4-15,-4 4-9 0,-4 0-4 0,-5 1 8 16,-8 1-4-16,-5 1 5 0,-5 1-1 0,-10 2-6 16,-4 0 3-16,-7-1-5 0,-6 1-6 0,-7 0-24 15,-6-2-4-15,0 1-6 0,-5-3-18 0,0 2-11 16,0 0-3-16,-3 0-4 0,1 0-26 0,-2 0-133 16,-2 0 3-16</inkml:trace>
  <inkml:trace contextRef="#ctx0" brushRef="#br0" timeOffset="95813.73">30369 10575 880 0,'0'0'23'16,"0"0"-3"-16,-2-2-8 0,0 0 1 0,0 2-13 15,0 0-12-15,-1 2 4 0,-3 2 7 0,-14 24-3 0,-3 9 4 16,1 4 4-16,0 3-1 0,-2 5 5 0,0 1 11 16,1 0 1-16,1 6 0 0,2-4 1 0,1-8 13 15,2-3 4-15,4-6 7 0,4-7-3 0,3 4 2 0,3-8-12 16,1-4 2-16,0-3-5 0,-5-8-8 0,-1 2-11 16,3-1 3-16,3-5-5 0,0 1 0 0,2-4 4 15,-2 1-2-15,0 1 5 0,2 0 3 0,0-2-9 16,0 0-3-16,0-2-1 0,0 0-5 0,0-2-2 15,0-2 1-15,6-22-3 0,1-13 8 0,-1 6 0 16,1-6 1-16,2-4-2 0,1 2-6 0,-1-3 4 16,0-1-1-16,4 0 2 0,0 3-5 0,2-3 4 15,2 4-1-15,1 4 4 0,3 0 2 0,-16 5-3 0,29 5 2 16,-3-1-3-16,8 5 3 0,-1 3 3 0,-5 0 3 16,2 3 0-16,-1 2 1 0,-1 9-8 0,2 5-4 15,-5-18 1-15,-6 10 5 0,-5 5-7 0,-2 4 3 16,-4 2-3-16,-6 0 8 0,-1 2 3 0,1 5-2 0,6 15 0 15,-6-2 1-15,-5 4-7 0,-4 0 4 0,-7 4-6 16,-8 1 4-16,8-1-3 0,-19 0 6 0,-7-4-5 16,3-2 10-16,1-4-9 0,-1 1-2 0,6-4 0 15,0 3-1-15,8-3 0 0,1-1 2 0,10 3-2 16,-5-4 0-16,7 3 6 0,-1-3-5 0,4 2 5 16,-9 0-8-16,2-2-2 0,3-1 2 0,5-2 0 0,-1-1 8 15,2 0-8-15,2 7 7 0,3-5-7 0,3 2 4 16,-5-7 8-16,20-3-10 0,4-1 9 0,1 0-15 15,6 3-24-15,-3-1 6 0,3 1-14 0,-6-1-14 16,-4-1-49-16,2-3 4 0,-4 13-17 0,4-2 13 0,-7-6 4 16,-3-3-6-16,-1-2 1 0,2 0-31 0</inkml:trace>
  <inkml:trace contextRef="#ctx0" brushRef="#br0" timeOffset="96016.05">30859 11077 122 0,'0'0'100'0,"0"0"-3"0,0 0 36 16,0 0-24-16,0 0-11 0,0 0-65 0,0 0 4 15,0 1 12-15,0 1-4 0,0 0 26 0,0 2-28 0,0 13 2 16,0 3-10-16,0 6 1 0,0 0 3 0,0-4-3 16,0 2 3-16,-2-1-7 0,0-5 0 0,-1 4-9 15,1-3 4-15,0-2-17 0,0-1-4 0,0-1 3 16,0 0-4-16,0-2-1 0,1 0-17 0,-1-2-7 16,2-3-6-16,-2-1-41 0,2-1-114 0,0-3-25 0,0-1-34 15,0 0-113-15</inkml:trace>
  <inkml:trace contextRef="#ctx0" brushRef="#br0" timeOffset="96190.17">31080 11184 891 0,'0'-2'68'0,"2"0"-3"16,0 1-4-16,1-3-5 0,10-2-24 0,15-5-12 15,11 0 12-15,-2-4-4 0,6 0 4 0,5 2-18 16,-1 4 0-16,-1 2-4 0,-5-1 1 0,-6 3-14 0,-5-5 4 15,-2 5-4-15,0 1 4 0,-4 2-9 0,-4-5-17 16,-3 1 0-16,-4 3-11 0,-2-3-44 0,-3 4-49 16,-3-3-3-16,-3-1-21 0,2 0-66 0</inkml:trace>
  <inkml:trace contextRef="#ctx0" brushRef="#br0" timeOffset="96390.2">31466 10761 218 0,'0'0'108'0,"0"0"7"0,0 0 20 0,0-2-49 16,0 2-2-16,0 0-74 0,0 0 21 0,0 0-4 0,0 0 8 16,0 2-8-16,0 0 17 0,0 3-4 0,2 21 8 15,2 2-7-15,-2 6 3 0,-2 3-7 0,0 0 3 16,0 4-12-16,-4 3-14 0,0-3 6 0,-1 2-9 16,-1-4 5-16,0-6-9 0,-1 2 0 0,0-5-5 15,-1-2-6-15,1-2-22 0,-1-4-2 0,-1-1-9 16,0-3-27-16,1-3-109 0,3-2-34 0</inkml:trace>
  <inkml:trace contextRef="#ctx0" brushRef="#br0" timeOffset="96976.06">32006 10661 1097 0,'0'0'37'0,"0"-2"-5"0,-1 0-16 16,-1 0 10-16,-2 0-26 0,0 2 2 0,2 0-1 16,-7 4 2-16,0 3-2 0,-2 12 3 0,-2 14 0 15,2 1 2-15,1 3 0 0,3 0 6 0,0 2-4 0,-3 0-1 16,7 0 0-16,-1 2 4 0,0-2 11 0,-16-6-5 16,9-5 5-16,3-4-13 0,3 0-7 0,3-1 3 15,0-1-3-15,2-4 6 0,0-3-7 0,0-5-1 16,0-3-4-16,0 2-19 0,0-3-23 0,0 1-1 15,0-3-8-15,-2 0-20 0,0-2-86 0,0-1 24 0,0 1-41 16,1-2 41-16,-3 0 35 0,2-2-5 0,-2-1 21 16,-5-16 31-16,-2-12 27 0,3-3 6 0,5 1 7 15,3-2 15-15,0-3 6 0,2 1 3 0,1 0 4 16,3 2 31-16,3 3 28 0,0 3-10 0,4 1 13 16,2 0-32-16,2 0 3 0,-11 2 0 0,18 0 2 15,4 2 10-15,-2 2 1 0,3 1 3 0,-3-1-1 16,6 5 2-16,-1 0 9 0,1 1-8 0,3 3 8 0,-5-2-10 15,-4 6-17-15,0 1 3 0,-4 6-10 0,-1-13-9 16,-7 8-15-16,1 3 0 0,-5 4-4 0,-5 0 12 16,-1 2-2-16,5 11 6 0,4 19-7 0,-9 1-7 0,-8 4 5 15,-5 2-11-15,-8 2 9 0,-3-2-3 0,18 0-4 16,-28 2 3-16,-3-8-4 0,5-1 5 0,7 0-5 16,-3-6 5-16,6 0-6 0,1-8 7 0,2-1-5 15,0-8 2-15,6-1-2 0,5 5 1 0,-1-10-6 16,-3 7 7-16,5-3-6 0,-1 0 7 0,0 5-6 15,4-9-1-15,0 1-1 0,0 0 2 0,0-2 5 16,0-1 0-16,8 1 0 0,18 15-7 0,3-6-11 0,5-3-4 16,1-8-2-16,2 0-11 0,-2-2-11 0,3-6-4 15,-5 1-6-15,-1-2-48 0,-5-1-42 0,-1 5-16 16,-3-1-22-16,-5 1-216 0</inkml:trace>
  <inkml:trace contextRef="#ctx0" brushRef="#br0" timeOffset="97248.15">32404 11000 696 0,'0'-1'72'0,"0"-1"-69"0,0 0 76 0,0-2-32 0,0 0-20 16,0 3-15-16,2-7 7 0,0 1-9 0,-1 1 1 16,1 2 16-16,6-1 2 0,5-4 7 0,3-1 15 15,-1 7-5-15,2 3-4 0,-2 1 0 0,0 7-5 16,0 3-9-16,-2 0 7 0,0 19-8 0,-4 0-7 0,-5 1 2 15,-1 6-8-15,-1-5 8 0,17-1-6 0,-8-3 2 16,-6-6 0-16,-3-3 0 0,-2-2-6 0,0-2 0 16,0-4 1-16,0-4 0 0,0 2 12 0,2-1-4 15,0-1 1-15,0-3-2 0,3 0-5 0,19 12-3 16,1-4 1-16,4-5-2 0,7-3-1 0,3-4-18 16,1 0-2-16,1-4-7 0,-2-2-23 0,-2-1-43 15,-3 1-15-15,-6 1-15 0,-4-1-104 0</inkml:trace>
  <inkml:trace contextRef="#ctx0" brushRef="#br0" timeOffset="97864.44">30189 12209 970 0,'-2'0'47'0,"0"-2"-4"0,0 0 1 0,-2 1 3 15,3 1-19-15,-9-4-9 0,7 2-10 0,1 2 0 0,-2-2-3 16,0 0 0-16,2 0 10 0,1 1 6 0,1-1 3 16,1 0 19-16,25-2-18 0,28-1 3 0,11-3-7 15,11 1 10-15,10-4-1 0,10 1 0 0,1-1-1 16,5-4-11-16,4 2 3 0,11 2-8 0,4 0 5 16,3 0-13-16,-3 0 3 0,-10 0-1 0,-3 1 1 15,-4 5-3-15,-4 3-3 0,-3 2-1 0,-5 2-2 16,-3 1-3-16,-14-1 8 0,-3 2 0 0,-14-2 2 0,-14 0-9 15,-7-2 5-15,-9 0-4 0,-9 0 2 0,-6 0-34 16,-6 0-7-16,-3 0-4 0,0 2 2 0,-1-2-7 0,-1 0-5 16,0 0-5-16,-2 0 4 0,-2 0 7 0,-16-2-7 15,-29 0-16-15,-7 2-3 0,-9 2-102 0,-13 1 30 16,-7 7-29-16</inkml:trace>
  <inkml:trace contextRef="#ctx0" brushRef="#br0" timeOffset="98036.38">30488 12274 735 0,'-49'4'74'0,"-10"1"96"0,13-1-70 0,20 0-42 16,9-2-3-16,13-2-12 0,0 2-19 0,1-1 28 16,1 1-3-16,2 0 12 0,4 0 2 0,49 18-28 0,22-5 7 15,12-9-14-15,6-6 2 0,15-6-2 0,3-5-3 16,21-4 1-16,9 0 1 0,7-1-4 0,6-3 1 16,-9 1-2-16,8 3-9 0,-1 0-11 0,-2 4 2 0,1 1-4 15,-12 1 9-15,-4 2-32 0,7 3-17 16,-5 2-17-16,-3-2-161 0,-14 3-283 0</inkml:trace>
  <inkml:trace contextRef="#ctx0" brushRef="#br0" timeOffset="108578.03">4930 9807 256 0,'0'-2'52'0,"0"0"-11"0,0 0 34 16,-2 0 10-16,0-2-27 0,2 3-6 0,-5-11-18 0,1 3 0 15,2 4-4-15,0-1-6 0,2 4-12 0,0-2 3 16,0 3-6-16,-2-3 4 0,0 0 8 0,2 2-3 16,-1 0 4-16,-1 1-8 0,2-1-2 0,-2 0 1 0,0 2 0 15,0 0 8-15,0 0-8 0,0 2-1 0,1 1-3 16,-11 23-5-16,-1 10 5 0,-1 5-3 0,-5 5 2 16,2 4-8-16,-1 13 2 0,-1 4 0 0,-1 7 1 15,-1 4 3-15,1-2-6 0,-2-1 4 0,1-8-4 16,1-6 3-16,1-9 6 0,3-2-11 0,-3-4 7 15,0-1-12-15,1-4 11 0,1-2 4 0,2-2 1 16,2-4-1-16,4-5-5 0,0 0 2 0,1-8-2 0,3-1 12 16,1-6 3-16,0-6 1 0,2-3-1 0,2-2 2 15,0 0 0-15,-1 2 0 0,-1-1 1 0,0 1 12 16,0-2-11-16,2 0 2 0,0 0-7 0,0-2-9 0,0 0-1 16,0-2-3-16,0-2 2 0,9-26-5 0,2-5 5 15,2 0-1-15,0-2 1 0,0-2 0 0,2 0-1 16,0-2-1-16,0-2-1 0,0 2-9 0,0-5 7 15,0-3-1-15,1-8 4 0,-1-2 2 0,2-10-8 16,-1-7-1-16,3 3-2 0,1-1 5 0,-3 9 0 16,0 6 3-16,-4 5-3 0,0 5-1 0,2 7 2 15,-2 3-1-15,-2 7 2 0,0 3-2 0,0 4 6 0,0 3-7 16,0 2 5-16,-1 3-7 0,-3 4 0 0,1-2 3 16,-3 4-1-16,-1 5 1 0,0 1-4 0,1 1 4 15,4-3-4-15,1 1 4 0,-1 2 2 0,-7 4 2 16,9-1 0-16,-4 1 3 0,3 1-5 0,1 5 0 15,-2-4 0-15,-1 28 5 0,3 1-2 0,-4 4-4 16,-3 4 1-16,0 2 1 0,-1 8-5 0,5 4 3 0,1 5-3 16,2 7 5-16,-5 5-2 0,-1 3 4 0,-3-1-4 15,2-3 3-15,0-4-2 0,-1-6-2 0,3-5 1 16,1-6-1-16,1-7 0 0,5 2 1 0,-2-6 1 16,7 0 2-16,-8-1-4 0,-3-5 2 0,6 1-2 15,-9-3 9-15,5-3-10 0,4-1 3 0,-7-5-4 16,-1-3 7-16,3-2-1 0,-1-6-2 0,-3-4 0 0,-4-3-4 15,2 2 2-15,0 0-1 0,-1-1 0 0,1 1-16 16,0-2-82-16,-2 0-4 0,0 0-34 0,-2-2-86 0</inkml:trace>
  <inkml:trace contextRef="#ctx0" brushRef="#br0" timeOffset="108827.07">4670 10622 882 0,'0'0'12'0,"0"0"0"0,-2-2 10 0,0 0-6 0,0 0 3 15,1 0-7-15,-1 0-12 0,2 0 0 0,0 1-5 16,0-1 5-16,0 0 14 0,2 0 4 0,1 0 3 15,10-3 5-15,15-8 0 0,5 0 4 0,6-2-3 16,4 2 5-16,5 0-16 0,1 0-5 0,3 0-1 16,0 2-11-16,-4 1-11 0,4 3-4 0,-7 3-3 15,-3 2-17-15,-1 1-54 0,-7 1-65 0</inkml:trace>
  <inkml:trace contextRef="#ctx0" brushRef="#br0" timeOffset="109573.41">5574 10739 571 0,'0'0'21'0,"0"-2"3"0,0 0-8 15,-2 0-2-15,0 0-7 0,1 0-4 0,-1 0-2 16,2 1-1-16,-2-1 0 0,0 0 10 0,0 0-4 15,0 0 5-15,0 0-4 0,1 0 17 0,-1 1-6 16,0-1 6-16,0 2-4 0,0 0 16 0,0 2-12 16,0-1 9-16,-5 11-10 0,-12 17 12 0,1 8-22 15,3 1 5-15,2 2-11 0,0 5 2 0,2-2-5 16,3-1-4-16,1-3 2 0,1-3 0 0,5-7 5 0,-1 1-2 16,2 0 1-16,0-6-6 0,2-4 3 0,-1-3 4 15,3-4 0-15,0-2 12 0,1 0-4 0,1-1-4 16,-4-7 0-16,2 5-3 0,12-6 5 0,3 1 2 15,-1 10 0-15,3-2 6 0,-1-3-7 0,1-4 7 0,1-4-7 16,0-2 1-16,1-2-1 0,-1-3-2 0,-4-3 2 16,-1-1 0-16,-4-2-2 0,-2-13-1 0,-3-4 1 15,-6 1-2-15,18-5 11 0,-9-3-8 0,-5-5 7 16,-6 1-11-16,-4 4 5 0,-3-1-1 0,-5 9 1 16,-1 1 3-16,-1 6 7 0,2 5 1 0,5 2 0 15,-13 0-3-15,-1 6-13 0,1 1 1 0,1 5-6 16,1 1-17-16,3-9-4 0,0 1-5 0,4 7 1 15,0-1-15-15,5 4-17 0,0 0-10 0,5 0-4 0,-3 2-52 16,0 0-14-16,2 0-12 0,0 1 2 0,1 1-24 16,1-2-7-16</inkml:trace>
  <inkml:trace contextRef="#ctx0" brushRef="#br0" timeOffset="109927.78">6187 10737 500 0,'0'-2'51'0,"0"0"16"16,0 0 44-16,-2 0 3 0,0-1-41 0,0-1-13 16,2 2-14-16,-2-4 3 0,2 1-30 0,0 1 5 0,0 2-1 15,0 0 0-15,-1-1-19 0,-1-1 5 0,2 2 6 16,0 0 0-16,0 0 14 0,0 2 2 0,0 2-10 16,0 0 8-16,0 2-17 0,-2 22 5 0,-2 5 1 15,0-1 1-15,1 2-8 0,-3 1-1 0,1 2-3 0,-1 1 4 16,0-3-8-16,1 2 6 0,1-3-7 0,0-8 7 15,1 4-3-15,1-9-4 0,0 3 2 0,0-2-4 16,2-3 4-16,0-4-4 0,0-2 1 0,0 0-1 16,0-3 8-16,0-1-2 0,0-1-1 0,0-3-2 15,2 3-2-15,0-2 6 0,2-1 0 0,1 1 0 16,12 5-9-16,5-1 3 0,4-3 1 0,2-3 2 16,2-4 7-16,3-5-10 0,2-4 3 0,4-2-4 0,8-2 10 15,5 0-1-15,0 0 1 0,0 2-3 0,-2 2-5 16,-6 0-2-16,1 4 2 0,-8-1-2 0,0 1-2 15,-9-1-2-15,0 1-14 0,-6 1 4 0,-1 3-65 0,-6-1-82 16,1 0-184-16</inkml:trace>
  <inkml:trace contextRef="#ctx0" brushRef="#br0" timeOffset="120727.97">6889 9894 478 0,'0'0'1'0,"0"0"21"0,-2 0 16 0,0-2 9 16,0 0 5-16,0 0-14 0,0 0-19 0,-1 2-2 15,-1 0-3-15,0 0-7 0,1 0 6 0,-1 0 5 16,-9 0 1-16,5 0 16 0,-1 0-9 0,2 0 2 16,5 0-3-16,-2 0 11 0,0 0-13 0,3 0 10 15,-1 2-11-15,0 0 10 0,2-2 1 0,2 2-2 0,0-2 3 16,11 2-6-16,20 0 4 0,6-2-1 0,4-4 2 16,3-2 0-16,4 1-12 0,6-4 4 0,2 1-7 15,-3-1-2-15,8 3-4 0,-1-1-9 0,-7 1 5 16,5 3-1-16,-12-1-7 0,0 0 6 0,-7 2-7 15,-4 0 5-15,-9 1-6 0,-2-1 5 0,-5 2-5 16,-1 0 3-16,-7 0 1 0,0 0-1 0,-6 0 1 0,-1 0 3 16,-2 0-15-16,-1 0-12 0,1 0-7 0,0 0-77 15,-2 0 7-15,0 2-18 0,-2-1 12 0,0 1-47 16,-2 0-66-16</inkml:trace>
  <inkml:trace contextRef="#ctx0" brushRef="#br0" timeOffset="120962.92">7048 10261 153 0,'-1'0'46'0,"-1"0"59"0,-2 0-27 0,-5 2-18 15,-4 0 6-15,0 2-8 0,5-2 21 0,1 0-18 16,1-1 5-16,1-1-11 0,1 0-9 0,2 0 1 0,0 0-2 16,-1 2 0-16,-1 0-21 0,0 0-16 0,2 0-4 15,0 0 1-15,1 0 10 0,1-1 8 0,0 1 2 16,1-2-1-16,1 0-1 0,28 2 2 0,3-2-3 15,8-4 2-15,2-1-7 0,9-4 7 0,4-4-6 0,9 0 4 16,-2 0-20-16,4-2 8 0,-2 2-4 0,-10 0 4 16,1 3-9-16,-11 3-1 0,-5 3-2 0,-2 1-3 15,-7 1-34-15,-3 0-382 0</inkml:trace>
  <inkml:trace contextRef="#ctx0" brushRef="#br0" timeOffset="123235.66">9100 8785 160 0,'0'-2'0'0,"0"-3"1"0,-2-16 22 16,0-3-9-16,2 6-2 0,2-5-8 0,2-1-4 15,0-2-3-15,1-1 3 0,1 1-4 0,-1 0 9 0,3 0 34 16,-5 5-5-16,3-1 14 0,-2 5 7 0,-1 0 15 15,1 1 3-15,0 3 2 0,-2 2-3 0,0 3-13 16,-1-1-3-16,-1 3-3 0,0 1-15 0,0 1 3 16,0 2-7-16,0 0 3 0,2-1-16 0,-2-1-9 15,0 0 5-15,0 0-5 0,0 3 4 0,2-1 2 16,0 0-3-16,0 0 3 0,0 0 6 0,0 2-7 16,-1 0 4-16,1 0-5 0,0 0 11 0,0 2-8 15,0 0 1-15,0 2-6 0,3 9-8 0,3 7 3 0,-1 6-4 16,1 2 5-16,-1-2 3 0,0 9-13 0,-1 0 10 15,1-1-11-15,1 5 1 0,-1 2 2 0,1-2-2 16,-3 1 2-16,1-1-1 0,-2-7 3 0,-1-2 0 16,1-2 1-16,0-1-5 0,-1-1 0 0,1 0-3 0,2 2 3 15,-1-2 9-15,1 2-1 0,-1 2-1 0,3 1-2 16,-1 3-12-16,1-1 10 0,-3 3-3 0,1-1 6 16,-1 0-2-16,1 0-3 0,1 2-1 0,-1-7 0 15,0-4 1-15,-1-4-3 0,1-3 6 0,-1 0-5 16,1-3 19-16,-1-3 2 0,-1-5 4 0,-2-5-3 15,2 1-1-15,-1 0 0 0,1-2 0 0,0 0-1 0,7-1-8 16,0-1 1-16,0-1-4 0,2-7 3 0,0-9-4 16,0-22-5-16,2-5-1 0,-4-3 0 0,-1 3 4 15,-5-4-1-15,4-1 2 0,1-1-3 0,5 2 4 0,-4 2-6 16,4-3 2-16,-2-1-3 0,-2 2 8 0,0-6 3 16,-6-5 4-16,3-1-2 0,-1-1 8 0,1 0-4 15,-1 5-2-15,1 8 0 0,-5 3 0 0,1 12-4 16,15 3-2-16,-8 6 0 0,-4 5 0 0,-3 6-7 15,0 2-1-15,-3 4-2 0,-1 3 1 0,0-2-10 16,0 3-2-16,0-1-7 0,0 0-36 0,0 2 2 16,0 1-7-16,0 1 5 0,0 0-16 0,0 1-14 15,-1 3-4-15,-7 26-5 0,-3 5-36 0,-2 4-70 16,2 4-19-16</inkml:trace>
  <inkml:trace contextRef="#ctx0" brushRef="#br0" timeOffset="123529.04">9802 9043 109 0,'2'0'35'0,"0"2"59"16,-1-2-43-16,14 6-12 0,-2-1 4 0,2 3-9 16,0-1-17-16,0 1 7 0,0-1-3 0,-6-1 7 15,2-1 14-15,-5-1-4 0,-1 0 2 0,1-1-4 16,-2 3 6-16,-3 11-6 0,3 1 9 0,11 5-10 16,-4-1-6-16,-3 2-5 0,-3 4-10 0,-1 3 5 15,-2 3-10-15,-2 1 2 0,0-3 1 0,0-3-1 0,0-6-1 16,0-1 8-16,0-2 3 0,2-1 3 0,-1-6 12 15,-1-8 0-15,2 5 2 0,-2-7 0 0,4 5 9 16,-2-4-6-16,2-1 0 0,1 1-3 0,10 3-5 0,0-1-4 16,0-4-3-16,1-2 0 0,1 0 0 0,-4-4-4 15,0-1 0-15,0-3-2 0,-4 1-7 0,-1-21 7 16,-1-2-5-16,-3-1 5 0,0-5-6 0,14 5 1 16,-5-3-1-16,-7 3 0 0,-4 1-2 0,-2 2-2 15,-2 0 0-15,0 10-1 0,-4-3-7 0,1 7-3 16,-1 2-9-16,3 1 1 0,-20 8-39 0,-1-14-29 15,-6 6-14-15,-3 7-7 0,-8 8-82 0</inkml:trace>
  <inkml:trace contextRef="#ctx0" brushRef="#br0" timeOffset="123984.34">8965 10131 718 0,'-4'-1'30'0,"-15"-5"29"0,-9-1 0 0,1 1-17 15,4 4-1-15,1 0-4 0,0 0 0 0,3 2-4 16,4 0 5-16,4 0-5 0,4 0 6 0,3 0-16 16,2 0-1-16,-2 0-6 0,1 0-8 0,-1 0 15 15,2 0-3-15,0 0 7 0,0 0 0 0,2 0 2 16,0 2-1-16,2 0 1 0,15 2-7 0,28 5-17 16,7-3 9-16,5-3-11 0,8-1 12 0,6-2-14 15,-1-2 4-15,6-1-5 0,4-5 5 0,2-1-2 0,9 2-1 16,13-3 1-16,2 1-1 0,1 2 1 0,-3-3 2 15,-9-1 1-15,0 2 13 0,-2-2-12 0,-2 3 1 16,0 1-5-16,-4-1 0 0,-6 5 2 0,-4-1-1 16,-18 2 0-16,-5 0 3 0,-10 2 0 0,-6 0 2 15,-11 0-1-15,-6 0 1 0,-6 0-22 0,-6 0-5 16,-2 0-11-16,-3 0-54 0,0 0-122 0,-2 0-116 0</inkml:trace>
  <inkml:trace contextRef="#ctx0" brushRef="#br0" timeOffset="128858.89">9451 10527 256 0,'0'0'16'0,"0"0"14"0,0-2 53 15,0 0 14-15,0 0 10 0,0 1-6 0,0-3-51 16,0-2 8-16,0-9-15 0,0-1-8 0,2-10-4 15,0 7-9-15,0-3 5 0,-1 1-13 0,-1 10 8 16,2-7 1-16,-2 5 4 0,0 2 4 0,0 1-3 16,0 3 5-16,0 5-4 0,0 0 2 0,0-2-11 0,0 1-4 15,0 1-3-15,0 0-16 0,0 0 8 0,0 2 1 16,-2 2 4-16,1 5 1 0,-14 31-11 0,2 1 4 16,0-2-4-16,2 0 7 0,-1 0 0 0,1 2-6 15,2-4 2-15,2 0-12 0,1-1 8 0,0 1 1 16,3 0 2-16,1 3 2 0,0-1-6 0,2 4 4 0,0-1-4 15,0 3 4-15,2 0 5 0,2 0-9 0,1-3 7 16,3 1-6-16,-1-2-1 0,0-5 1 0,1-5-1 16,1-3 7-16,0-2-5 0,1-3 4 0,1-3-4 15,0 1 0-15,-4-6-2 0,3 0 4 0,-7-4-3 16,12-3 5-16,-2-2-3 0,0-3 1 0,0 9-2 16,0-3 5-16,-2-3 0 0,1-2-2 0,2-2 2 15,-4 0-4-15,8-8 5 0,-3-1 1 0,-4-2 0 0,8-24 0 16,-4-3 5-16,1-6-4 0,3-4 3 0,-8-4-11 15,2-6 4-15,4 2 1 0,-2-1 3 0,1 1 6 0,-1 4-3 16,0 8 3-16,0 3-3 0,0 5 12 0,-6 5-7 16,-3 5 1-16,-5 4-4 0,3 5-6 0,0 4 0 15,-2 4-4-15,0 5 3 0,-1 0-11 0,-1 2-9 16,0 0-10-16,4-1 1 0,0 1-40 0,-2 0-16 16,0 2-15-16,-1 0-4 0,1 2-81 0</inkml:trace>
  <inkml:trace contextRef="#ctx0" brushRef="#br0" timeOffset="129182.44">10181 11140 915 0,'0'0'13'0,"0"-2"22"16,-2 0-25-16,0 0-11 0,0 2-2 0,0 0-2 16,0 2 0-16,1 2 7 0,-7 11 4 0,-3 12 1 15,0 5 6-15,2-2 7 0,1-4 2 0,1-2 2 0,-1 0 4 16,3-4 4-16,-1 1-6 0,1-3 6 0,1-3 1 16,0 0-14-16,2-2 7 0,0-4-12 0,1 1 2 0,1 1-10 15,0-2 0-15,0 0-3 0,0-1-7 0,0-1-15 16,0-1-10-16,1-1-3 0,-1-1-47 0,0-2-22 15,0 0-13-15,2 1-9 0,2 1-108 0</inkml:trace>
  <inkml:trace contextRef="#ctx0" brushRef="#br0" timeOffset="129605.3">10416 10856 1480 0,'-1'-2'88'0,"-1"-2"20"0,-17-33-38 15,4 5-51-15,8 16-4 0,3 6-28 0,2 7-70 0,1-1 2 16,-1 0-25-16,0 2-12 0,0 0-16 0,0 1-10 16,0 1-12-16,0 0-125 0</inkml:trace>
  <inkml:trace contextRef="#ctx0" brushRef="#br0" timeOffset="141216.89">7583 12619 459 0,'-2'0'0'15,"0"-1"12"-15,-1-1 120 0,-7 0-31 0,1 0 5 0,-2 0-54 16,-2 0-12-16,6 0-14 0,-5 1 7 0,7 1-4 16,1 0 15-16,0 0-13 0,1 0-5 0,-1 0-2 15,2 0-11-15,0 0 1 0,0 0 1 0,1 1 0 16,-1 1-1-16,2 0-2 0,2 0 6 0,-1 0-4 16,1-2 10-16,28 7-10 0,0-3 2 0,-1-2-3 15,5-2 1-15,-4 0-7 0,1-2-3 0,1-2 0 16,-1 1-3-16,-1-1 0 0,0 2 5 0,1 0-4 0,-3 0 2 15,0 0 3-15,-2 2-7 0,-2 0 6 0,0 0-3 16,-3 0-12-16,1 0-5 0,-4 0-6 0,-1 0-24 0,-2 2-62 16,-6 0-29-16,1 0-20 0,-1 0-153 0</inkml:trace>
  <inkml:trace contextRef="#ctx0" brushRef="#br0" timeOffset="141372.76">7672 12956 189 0,'-2'0'152'0,"1"0"-116"16,-3 0 157-16,-7 0-58 0,-4 0-52 0,2 0-15 0,5 0 3 16,5 0-10-16,-1 1-16 0,0 1-16 0,1 0 9 15,1-2-9-15,0 0 16 0,0 0-16 0,2 0-2 16,2 0-2-16,7 0-2 0,28 2-13 0,2-2-1 16,0-4-5-16,10-1-7 0,-1-1-5 0,7-1-9 15,10 1-2-15,-1 1-58 0,4 3-202 0</inkml:trace>
  <inkml:trace contextRef="#ctx0" brushRef="#br0" timeOffset="-152524.39">9310 12419 29 0,'0'0'0'0,"2"-2"33"0,0 0 21 15,-1 0 35-15,1-1 13 0,4-5-14 0,3-5-7 16,0 0-35-16,-1 0-3 0,1-2-8 0,0 1-16 0,-1 1-9 15,1 0 12-15,0-2-10 0,3 0 7 0,-1-2 0 16,0 0-2-16,-2 1 4 0,2-5 8 0,0 3 14 16,1-5-3-16,-3 1 6 0,0 0-13 0,-1 1 3 15,-3 5-6-15,-1-1 6 0,0 2 1 0,-3 2-6 16,1 2 10-16,-2 2-9 0,0 1 9 0,0 6 0 16,0-1-4-16,0-1 2 0,0 0-7 0,0 1 2 15,0 1-5-15,0 0 3 0,-2 0-21 0,1 2 11 0,-1 2-6 16,0 0 6-16,0 1-11 0,-9 22-7 0,0-3 1 15,-4 2-3-15,2-2 6 0,2 4-7 0,-2 4 5 16,2 0-6-16,-1 3 3 0,1 1-3 0,-4 3 0 16,2 5 0-16,-1 5 9 0,1 7-6 0,-2 7 4 15,-4 6-6-15,2 1-1 0,1 7 6 0,-1-5-2 0,6-8 5 16,-2-5-3-16,4-14 2 0,-1-2-1 0,5-10 1 16,-3-3-4-16,1-7 4 0,5-3-1 0,0-1 2 15,-7-4-2-15,3-4 1 0,3 0-3 0,3-5 0 16,0 0-8-16,0-2 8 0,-2 1-3 0,2 1 6 15,0-2-3-15,0 0-7 0,2-2 1 0,-1-2-5 16,1 0 1-16,8-13 9 0,10-18-3 0,-1-4 4 0,-3-6-8 16,-1-5 4-16,0-4 2 0,0-4 0 0,-2-3-4 15,0-5-1-15,2 1-1 0,-2 0 1 0,3 0-7 16,1 5 5-16,4 1-4 0,-1 1 5 0,0 2-4 0,3 2-6 16,-1-1 5-16,2-1-4 0,2-4 15 0,-2 4-3 15,-1 4 3-15,-7 7-3 0,-1 8-1 0,-4 9 0 16,-1 8 0-16,-5 6 0 0,-1 7 2 0,0 1-4 15,3-1 1-15,4-1-3 0,-3 6 6 0,5 0 10 16,-6 2-3-16,4 5 4 0,2 16-14 0,-4 14 4 16,3 5 3-16,-7-1 2 0,3 2-1 0,1 0 7 15,-2-2-8-15,6 3 8 0,-4-3-1 0,1 0-7 16,1 3 4-16,-2 3-5 0,4-1 2 0,-2 3-1 0,8 1-1 16,-1 0-2-16,-1 2-2 0,-2-2 5 0,0 0-4 15,-4-5 4-15,2-5-5 0,-2-4 0 0,-3-7 0 16,1 1 1-16,0-8 4 0,-1-7-2 0,1 2 3 15,-4-6-5-15,3 0-6 0,-3-5 4 0,-1-2-1 16,-2-3 2-16,2 3-14 0,-1 0-6 0,1 0-19 0,-2-1 3 16,0-1-82-16,0 0-33 0,0 0-22 0,-2 0-5 15,0 0-110-15</inkml:trace>
  <inkml:trace contextRef="#ctx0" brushRef="#br0" timeOffset="-152324.14">9336 12898 962 0,'0'-2'35'0,"-2"0"2"15,2 0 29-15,-4-9-1 0,4 8-39 0,-2-7-13 16,2 5-1-16,0-5-2 0,2 1 0 0,6-2-5 16,5 0-1-16,20-6-2 0,4 2 5 0,2-1-6 15,6 1 9-15,5 4-9 0,6-6 0 0,1 6 6 16,-3 0-10-16,-2-1 8 0,-6 1-10 0,-3 6-9 15,-2-18-10-15,-8 12 0 0,-3 8-37 0,-2 3-22 16,-4 1-4-16,-2 7-28 0,1 3-227 0</inkml:trace>
  <inkml:trace contextRef="#ctx0" brushRef="#br0" timeOffset="-151716.11">10574 12967 607 0,'0'-2'148'0,"2"0"-196"0,0 0 180 0,0 0-98 16,0-1 1-16,0-1-17 0,-2 2 3 0,3-7-5 16,1-2 13-16,0 3 4 0,-1-3 3 0,-1 4 0 15,0-1 9-15,-2 3-12 0,0-1-2 0,0 2-4 16,0-3-10-16,-2 1 8 0,0 3 0 0,1 3 3 16,-12-10 1-16,-10 1-8 0,1 3 3 0,-2 6-4 0,-2 2 0 15,4 4-3-15,-4 3-4 0,5 2 1 0,-7 6-10 16,2 0 5-16,2-2-2 0,2-14 3 0,7 18-9 15,2 0-1-15,0-1 0 0,4 1-1 0,1-1 3 0,5-1-3 16,1 2 3-16,0-1-2 0,-9-1-3 0,2-1 6 16,5-3-9-16,2 2 10 0,2-2-4 0,2-3 0 15,2-1 3-15,-1-2-3 0,8-1 3 0,15-4-2 16,0 0 1-16,2 16-2 0,8-7 2 0,-9-5-6 16,5-6 1-16,3-2-2 0,-3-2 7 0,1-5-2 15,1-2 4-15,-8 0-4 0,3-4 1 0,-3 2 2 16,-3-2-3-16,-5 13 2 0,-3-22 3 0,-2 2-4 0,-2-2 4 15,-2 0-5-15,-3-4 1 0,-4-4 9 0,0-7-6 16,20-4 6-16,-11-1-11 0,-5-1 6 0,-6 6-5 16,0-5 6-16,-6-1-6 0,1 4 1 0,-3 4 4 15,1 4-2-15,-1 3 0 0,1 2 1 0,-1 2-5 0,1 6 1 16,0-1-2-16,1 5 3 0,0 3 1 0,1 2 0 16,1 3 2-16,2 3-2 0,0-1-1 0,2 4-1 15,-1-2-4-15,-3 1 6 0,2-1-2 0,0 0 3 16,0 2-6-16,0 1 3 0,-1 1 1 0,-1 1 2 15,0 1 1-15,-5 17 4 0,-6 22-3 0,2 1 3 16,0 7-6-16,6 4 1 0,3 5-1 0,4 3 1 16,-2-3-6-16,2-6 0 0,0-4 3 0,2-9-1 0,4-2-1 15,-1-7 3-15,1-6-2 0,3 0 4 0,-2-5 1 16,3-2-4-16,-1-1 0 0,0-3-1 0,-5 0-2 16,13 0 3-16,-1-2 0 0,1-1 0 0,-2-3 3 0,-4-1-22 15,0-3-4-15,2 3-11 0,-3-4-40 0,3 7-17 16,0-2-11-16,-4-3-17 0,4 0-192 0</inkml:trace>
  <inkml:trace contextRef="#ctx0" brushRef="#br0" timeOffset="-151415.9">11291 12794 1061 0,'0'0'36'0,"0"-2"44"15,0 0-19-15,0 0-4 0,0 2 0 0,0 0-1 16,0 0-9-16,0 0 22 0,0 0-16 0,0 0 14 15,0 0-40-15,0 0-14 0,0-1-5 0,2-1-4 0,0 0-13 16,1 0-59-16,1 0-2 0,20-11-35 0,0 0-149 16</inkml:trace>
  <inkml:trace contextRef="#ctx0" brushRef="#br0" timeOffset="-148186.96">12270 11370 16 0,'0'-2'0'0,"0"0"130"16,-4-11 26-16,-4-15 6 0,1 2 2 0,1 6-129 15,3 3-23-15,-3 0-2 0,2 3 0 0,3 2 0 16,-1 1-13-16,0 2 9 0,0 2 0 0,0-1 7 15,0 3 13-15,2 3 6 0,-2-2-5 0,1 0 5 16,-1 1-14-16,0-1 5 0,0 2 0 0,0 0 2 16,0 2 7-16,0 2-10 0,1 0 1 0,-7 15-4 0,-3 25-5 15,2 3 1-15,1-1 0 0,-3 5 0 0,-4 3-5 0,0 7 0 16,2 1-3-16,4 6 1 0,-2 3-11 16,-2-4 13-16,2 2-8 0,-2-6 11 0,2-1-8 0,3-12 7 15,3-4 0-15,1-8 1 0,0-12-6 0,1 0 8 16,-1-5 1-16,0-8 2 0,0 0-9 0,3-2 1 15,-1-3-1-15,2-3 2 0,0-1 10 0,-2 2-3 16,0 0-3-16,0-2-1 0,0-1-15 0,0 1 0 16,1-2 2-16,-1-2-1 0,0-1-8 0,-11-31-3 15,5-12-1-15,8-6 1 0,10-4 7 0,1-5-8 16,0-6 3-16,0 6-4 0,4 1 7 0,0 7 5 16,2 4-3-16,-1 3 3 0,-1 3-7 0,2 4 8 0,-2 0 0 15,0 2 3-15,-1 2-3 0,1 3-4 0,-2 4 1 16,2 0-2-16,-2 4 7 0,0 0 2 0,-2 4-3 15,0 1 1-15,-1 4-2 0,-7 4-2 0,12 0 2 16,-2 9-3-16,2-1 3 0,0-7 6 0,-2 5-3 16,0 3 3-16,-4 2-11 0,0 4 13 0,-1 1-7 0,-3 14 10 15,-1 7-10-15,15 1 2 0,-8-2 5 0,-4 1-1 16,-3-2 5-16,-4-2-7 0,0 0-1 0,-2-1-1 16,0-3 8-16,-1-1-6 0,-3 0 1 0,0-2-3 15,1-2 0-15,-3 0 2 0,1-2 4 0,0 0-2 16,-1-2 8-16,6 2-9 0,-11-1 3 0,0-1-5 0,0 0 0 15,-2 2-4-15,1-1 0 0,-3 1 0 0,6 2 5 16,-2-4-3-16,2 6-3 0,0 0 0 0,-2 1 1 16,1 1-3-16,-2 0 4 0,8-2-4 0,2 1-3 15,2 3-1-15,-11 0 1 0,4 1-1 0,4-1 7 0,5-5 1 16,0 1 0-16,1-2 0 0,5 2-7 0,1-2 8 16,3 0-4-16,3-4 7 0,11-5 4 0,-2 0-7 15,0-2 4-15,4-1-5 0,-2 1 9 0,2 0-7 16,4 0 5-16,-6 15-8 0,2-6-2 0,0-4 0 15,0 1 2-15,-2-3 0 0,1 1 2 0,-7-2-10 16,1-3-8-16,-3 1-2 0,-3-2-35 0,0 2-39 16,-1 0-2-16,-5 0-17 0,-3-2-55 0</inkml:trace>
  <inkml:trace contextRef="#ctx0" brushRef="#br0" timeOffset="-147686.25">12886 11652 846 0,'0'0'18'16,"0"-2"0"-16,0 0-4 0,-2 1 0 0,0-1-8 16,0 0-10-16,1-2 2 0,1 0-3 0,0 1 4 0,0-1-7 15,0-5 8-15,3-1 0 0,1 3 5 0,3-2 17 16,6 1 4-16,2 3-2 0,4 1 1 0,-6 2-8 15,3-9 2-15,-3 4 1 0,0 3-2 0,4 2-11 0,-8 2 1 16,-1 0 0-16,-4 2 2 0,-3-2 6 0,9 13 10 16,1 7-5-16,-6 4 5 0,-3 1-4 0,-2-3-5 15,-5 4 1-15,-5 0-4 0,-1-4-11 0,-4 2 13 16,10-3-7-16,-17-5 8 0,-4-1-13 0,1-2 1 16,0 0 2-16,0-4-1 0,9 3 2 0,5-5-1 15,1 2-7-15,3-5 4 0,3 0-3 0,-1-2-2 16,1 1 0-16,0 1-4 0,0 0-11 0,3-1 10 15,-1-1 1-15,0 0 4 0,2 0 2 0,0 0-1 0,2 0 3 16,1 0-3-16,10-1 8 0,13 3-8 0,-3-2-2 16,-1-2 0-16,6 2 5 0,-6 0-5 0,2 0 2 15,-2 1-4-15,-3 3 6 0,-2-1 2 0,-2 1-3 16,-1 1 0-16,-2-1 2 0,-5-2 7 0,-1-1 3 0,-3 3-1 16,7 5 3-16,-1 4 6 0,-5-6 3 0,-3 1 2 15,1 1 10-15,-2 2-13 0,-3 0 4 0,-7 2-8 16,3 1-3-16,-25-3-7 0,-1 4-3 0,-10-2 0 15,0-2-1-15,1 0-6 0,1-4 5 0,11 4-5 16,1-2-1-16,-1 2-26 0,0-2-10 0,-1-3-6 16,8 1-47-16,5 2-44 0,5 0-31 0</inkml:trace>
  <inkml:trace contextRef="#ctx0" brushRef="#br0" timeOffset="-147343.14">12039 12697 711 0,'-2'0'80'0,"1"0"7"0,-9-1-23 16,-16-7-20-16,6 4-21 0,-4 1-21 0,7 3 1 0,4 0-3 15,2 0 1-15,5 0-1 0,3 0 2 0,1 0 2 16,-2 0-1-16,0 0 3 0,2 0 14 0,1 0-6 15,1 0 8-15,0 0-3 0,1 0 16 0,9 0-1 16,34-2 5-16,5-4-4 0,8-1-12 0,-1-4 2 16,1 0-5-16,5-2 0 0,-3-2-4 0,2 2-2 0,6-2-1 15,2 4-8-15,3 0 0 0,6 1-2 0,-2 3 1 16,1-1 0-16,-12 1-5 0,-10 1 2 0,-8 3-3 16,-8 1 5-16,-8 0-7 0,-1 2 1 0,-8 0-5 15,-3 0-3-15,-6 0-11 0,-4 0 7 0,-3 0-9 16,-1 0-1-16,-1 0-7 0,0 0-7 0,-1 0 2 15,-1 0-28-15,-2 2-106 0,0 0-25 0</inkml:trace>
  <inkml:trace contextRef="#ctx0" brushRef="#br0" timeOffset="-146766">12364 12850 601 0,'0'0'42'0,"0"0"2"0,0 0-6 16,0 0-7-16,-2 0-11 0,2 0-8 0,0 0 6 15,0 0-8-15,0 2 9 0,-2 1 2 0,-1 14-6 16,-3 13 7-16,1 3-7 0,-3 2 5 0,1 6 8 16,-1 2-3-16,-3 5 4 0,2 2-5 0,0 4-5 15,-2 2 2-15,3-4-4 0,-1 0 3 0,1-4 3 0,1-3 3 16,3-4 0-16,1-6 6 0,1-7-13 0,0 0-2 16,2-8-3-16,0-1-4 0,0-5-7 0,0-1 4 15,0-3-5-15,0-1 4 0,0-3 4 0,0 1 1 16,0-5 0-16,0 2-2 0,0-1 1 0,0 1-6 0,0-2 2 15,0 0-29-15,0-2 0 0,0 0-4 0,-2-2 5 16,0-2 1-16,-2-24 10 0,1-5 3 0,1-8 2 16,0-2 5-16,2-3 0 0,0-1-4 0,0 3 3 15,0-1 2-15,0 3 6 0,4 1-5 0,1 0 5 16,3 2-16-16,1 4 10 0,2-1 2 0,0 5 3 16,2-1 8-16,4-1-9 0,1-1 0 0,-14 3-2 0,22 3 7 15,0 2 0-15,4 4 2 0,-2 5-1 0,0 2 2 16,-4 6-12-16,0-8 7 0,-4 8-9 0,1 5 1 15,-3 4 2-15,-7 2 2 0,1 4 1 0,-5-1 2 16,-3 4 10-16,-1 14-3 0,12 1 7 0,-7-2 1 0,-6 2 0 16,-4 0-4-16,-6 1 3 0,-3-3-6 0,-4 2-2 15,12-4 3-15,-20 3-3 0,-1-1 6 0,4-2-6 16,-3 1-4-16,5-3 0 0,1 1-2 0,2-2-7 16,6-3 4-16,0-1-5 0,5-3 4 0,-2-1-5 15,1-2 3-15,-1 1-5 0,3-1 0 0,-1 1 3 16,2-1-1-16,0 2 3 0,2-1 0 0,0-3-2 15,2 1 2-15,-2-4-2 0,2 2 5 0,16-3-2 16,7 3 0-16,1 13 0 0,1-4 1 0,5-4-2 0,0-3 4 16,1-4-2-16,4-2 6 0,-5 0-47 0,-3 0-4 15,-3 0-17-15,-1-2-34 0,1 0-12 0,1-4-62 16,1 1-1-16,2-3-361 0</inkml:trace>
  <inkml:trace contextRef="#ctx0" brushRef="#br0" timeOffset="-146466.74">13216 13076 794 0,'0'0'25'15,"0"0"3"-15,0-2 11 0,0 0-13 0,0 1 5 16,-1-1-9-16,-1 0 0 0,0 0 2 0,0 0 0 0,0 2 7 16,0 0-1-16,0 0-5 0,-1 0 3 0,1 0-1 15,-13 8-4-15,2-1 1 0,0-3-3 0,2 14-9 0,0 5 6 16,-2-3-6-16,0 4 6 0,2 0-12 15,1-1 3-15,5-1-3 0,3-4 3 0,0 1-5 0,-9-4-4 16,2 0 7-16,3 0-7 0,2-4 13 0,2 4-1 16,2-4-3-16,2 0 2 0,2 0 2 0,-2-5 14 15,3 1-1-15,10-5 4 0,11 0-5 0,2 16 6 16,6-7-3-16,1-9 3 0,4-2-10 0,7-7-9 16,-3-4 2-16,11-6-6 0,0 0-4 0,-6 2-5 15,0 2-8-15,-11 2 0 0,-3 0-33 0,-5 2-14 16,-3 1-2-16,-7 3-4 0,-2-1 3 0,-8 3-97 0,0-1-27 15,-7 4-36-15,2-2-183 0</inkml:trace>
  <inkml:trace contextRef="#ctx0" brushRef="#br0" timeOffset="-146237.08">13257 13102 637 0,'0'0'85'16,"0"0"-2"-16,0-2-4 0,0 0-2 0,0 1-31 15,0-1-24-15,0 0-14 0,0 0 5 0,0 0-6 16,2 2 16-16,0 0 9 0,0 2-6 0,0 0 7 16,0 2-12-16,9 16-5 0,2 12 4 0,-4 3-3 0,-2 2 10 15,-3 6-3-15,-2 1-1 0,-2 3-1 0,0 5-7 16,-4 3-1-16,1-1-5 0,-3-2 1 0,-3-2-13 0,-1-3-21 16,-3-3-6-16,2-1-11 0,-4 2-73 0</inkml:trace>
  <inkml:trace contextRef="#ctx0" brushRef="#br0" timeOffset="-143146.73">13831 12358 883 0,'0'0'29'0,"0"-2"6"16,0 0 27-16,0 0-1 0,0 0-27 0,0 0-8 15,0 1-9-15,0-1 4 0,0 0-6 0,2 0 10 16,0 0 0-16,1 0 1 0,20-11-5 0,1 0-2 15,6-2 1-15,-1 2-3 0,5 0-13 0,-3 4 3 16,3 0-3-16,-3 1 2 0,1 1-10 0,-6 1 3 0,2 3-2 16,-2 1 2-16,-4 0-10 0,0 2-31 0,-7 0-14 15,-6 0-9-15,2 2-77 0,-1 0-104 0,-5-2-17 16</inkml:trace>
  <inkml:trace contextRef="#ctx0" brushRef="#br0" timeOffset="-142988.15">13890 12538 949 0,'0'0'65'16,"0"0"-3"-16,0 0-14 0,0 0 0 0,0 0-28 15,0 0-2-15,0 0-7 0,0 0 5 0,2 0-5 0,0 0 8 16,7-2-8-16,19-4-1 0,9-1 0 0,4-2-4 16,9-4-10-16,1 1-1 0,4-1-9 0,1 2-52 15,-6 2-185-15</inkml:trace>
  <inkml:trace contextRef="#ctx0" brushRef="#br0" timeOffset="-142156.83">15483 12114 735 0,'0'-1'27'16,"0"-1"-1"-16,0-2-3 0,0-3 1 0,4-8-11 15,4-8-3-15,-3 7-2 0,4-5-2 0,3-1 0 0,-3 3-6 16,0 1 2-16,-1 3 1 0,1-2 0 0,-2 1 16 16,1-1 5-16,-3 0 10 0,-1 4-3 0,-2 2 21 15,0-2-3-15,-2 4-1 0,0-4-1 0,0 3-7 0,0 3-16 16,0 1 1-16,-2 3-8 0,0-1-15 0,0 0 4 16,0 4-3-16,-14-5 6 0,-5 3 1 0,-1 4-10 15,-4 7 2-15,-2 8-4 0,0-2 5 0,4 22 3 16,-7 0-3-16,3 4 3 0,2 0-3 0,-4-4-2 15,4 0 8-15,-2-6-7 0,2-3 4 0,8-2-5 16,3 0-1-16,7-5 0 0,-3-1 10 0,6-3-9 16,1 0 9-16,-5-4-10 0,3-2 4 0,2 0 0 15,2-2-4-15,2-1 2 0,0-1-2 0,2-1 2 16,-2-5 2-16,4 1 1 0,20 15 5 0,-2-8-3 0,6-3-3 16,-2-4 0-16,-3-2-4 0,4-6 5 0,-1-1-1 15,-1-1 2-15,1-3-4 0,-4 0 1 0,-2-2 0 16,-5 2 0-16,0 5-3 0,-6-12 3 0,1-1 1 15,-5-1 0-15,1 1-5 0,-3-1 1 0,-1-1 3 16,0 3 0-16,9 1 5 0,-2 0-4 0,-3 2-1 0,-2 2 2 16,-1-3 11-16,-3 8-3 0,0 1 5 0,0 3-4 15,0 0 3-15,0 1-5 0,0-1-6 0,0 2 2 16,0 0-8-16,-1 0 0 0,-1 1 0 0,0 1 0 16,0 1 1-16,0 1 0 0,0 2-1 0,-1 11 0 15,-3 7 2-15,2 2-4 0,2 2 2 0,2-2-1 16,0 4 6-16,2 2-3 0,2 0 1 0,0 5-3 0,1 0-4 15,1 4 6-15,-1 4-2 0,-1 0 1 0,0 7-7 16,-2 4 7-16,0 1-3 0,-4 5 4 0,-2-1-8 16,-2-1 9-16,-1-6-4 0,-2-6 5 0,-2 1-3 0,-1-10 3 15,0-2 2-15,-5-3-2 0,0-5-3 16,15-1 6-16,-22-3 0 0,0-5 2 0,-2-3 3 0,0 0-1 16,4-6-3-16,-4-1 2 0,2-5-2 0,-1 14 0 15,-1-6 3-15,4-5 0 0,2-4 22 0,-3-2 4 16,3-4 0-16,5 0-2 0,-3-5-17 0,5 1-6 15,3 1-2-15,-1-4-1 0,2-8-10 0,3 3-7 16,1-3-3-16,1 2 0 0,-7 3-7 0,3 1-3 16,3 1-8-16,3 3 3 0,2 4-19 0,0-3-20 15,0-1-6-15,0 3-8 0,2-1-41 0,0 1-34 0,-2 4-2 16,16 1-17-16,7-1-70 0</inkml:trace>
  <inkml:trace contextRef="#ctx0" brushRef="#br0" timeOffset="-141281.2">15680 13050 613 0,'0'-2'20'0,"0"1"33"0,0-1-46 16,0 0 3-16,0-2-3 0,0 0 3 0,2-5-2 0,0-2 6 15,0 2 10-15,0-1-1 0,-2 3 36 16,0 0 9-16,0 3-1 0,0 0 3 0,0 0-11 0,0 1 3 16,0 1-4-16,0 0 4 0,0-2-8 0,0 1-22 15,0-1-4-15,0 0-7 0,0 2-17 0,0 0 4 16,0 1-1-16,0-1 1 0,0 2-1 0,0 0-8 16,0 2 3-16,-2-1-3 0,0 3 3 0,2 0 2 15,-6 13-3-15,1-1 3 0,-1 3-1 0,1 1 2 16,-1 1 0-16,1-1 0 0,-1 0-6 0,2 1 2 15,1-1 1-15,-1-1 1 0,0-1-1 0,0-1 5 16,1 0-1-16,1-4 2 0,0 0-4 0,0-4 4 0,0 0-5 16,2-1 4-16,0-3 1 0,0 1-2 0,0-2 6 15,0-1-6-15,0 1 4 0,-2 0 4 0,2 0-7 16,0-1 8-16,0-1 5 0,0 0 15 0,0 0-3 16,0 0 4-16,-1 0-25 0,1-1-1 0,0-1-6 0,0 0 3 15,0-1-7-15,0-1-1 0,0-2-1 0,0-11 0 16,0-7-5-16,0 0 7 0,1-1-1 0,1 3 1 15,2-1-4-15,2-1 1 0,-1 2 0 0,3-1 0 16,-3 3-7-16,3-3 6 0,1 3-5 0,2-3 5 16,0 3-3-16,-7-3-4 0,9 7 3 0,2-3-3 0,3 2 7 15,-1 4 3-15,3 2 1 0,-7 5 0 0,2-7-1 16,-4 5-2-16,1 2-4 0,1 3 4 0,-4 1 1 16,0 1 5-16,-1 1 1 0,-1 2-1 0,-1 0 0 0,1 11 3 15,-5 3 0-15,2 1 1 0,-3-3-1 0,12 3 3 16,-3 0 0-16,-3-1 1 0,-3 1-7 0,0 1 3 15,-4-1-2-15,0-1 1 0,0 3-7 0,-2-5 4 16,-2 1-2-16,0-4 4 0,2-2-3 0,1 0 6 16,-1-1-3-16,0-5 4 0,0 1-2 0,2-3-4 15,0-1 1-15,0 0-1 0,-2 2 4 0,0 0-1 16,0-1 0-16,1 1 0 0,-1-2-2 0,2 0-6 16,0 0 3-16,0-2-4 0,0 0 4 0,2-2 2 15,-1 0-4-15,1-2 3 0,6-20-8 0,10 0-1 0,6-2 3 16,2 0-2-16,0-6-3 0,2 3 3 0,-4-5-4 15,-1 1 5-15,3 7-5 0,-4-4 11 0,2 10-3 16,-2-1 5-16,-3-1-7 0,-1 7 2 0,-5 2-3 16,-3 9 3-16,1 1-5 0,-4-3 8 0,1 2 0 0,-3 3 5 15,1 1-1-15,-2 0 1 0,-1 1 0 0,5 11 2 16,5 17 3-16,-6 3-6 0,-5 1 3 0,-2-3-4 16,-2 3 3-16,-2-3-5 0,-1-2-1 0,1 2 0 15,0-4 0-15,3-4 4 0,-1 0 1 0,2-5 1 16,0-2 1-16,0-2-3 0,2-2-1 0,-1-4 0 15,1 1 2-15,0-3-6 0,2 1 1 0,-2-2-4 16,13 7-2-16,1-2-4 0,5-2-6 0,-1-3-2 0,4-4-31 16,2 0-79-16,0-5-18 0,6-7-42 0,1-4-273 15</inkml:trace>
  <inkml:trace contextRef="#ctx0" brushRef="#br0" timeOffset="-138020.95">14641 12328 374 0,'0'0'38'0,"0"0"4"0,0-2 19 16,-2 0-14-16,0 0 3 0,0 1-18 0,0-1 10 16,0-2-3-16,0 0 7 0,1 1 10 0,-1-1 3 15,2 0-6-15,-2-3 1 0,2 1-26 0,0-1 5 0,0-1 1 16,0 3 2-16,0-5 6 0,0 1-19 0,0 0 6 16,2 1-11-16,0 3 1 0,1-3-8 0,1 1-2 15,2 0-1-15,1-3-1 0,-5 7 0 0,7-3-6 16,0-1 4-16,3-1-1 0,-3 3 8 0,2 1 3 15,0 2 1-15,-2 2-3 0,1 2-1 0,-1 2-4 0,-2-1 2 16,1 1-4-16,-1 18 4 0,-1 2 3 0,12 4-2 16,-5 0-1-16,-3 4 3 0,-5 1-4 0,-1 1 3 15,-2 1-8-15,-2-2 6 0,-2-1 2 0,0 3 0 16,-3-2-11-16,-1 1 11 0,-3 3-8 0,-1-5 10 16,-1 3-7-16,0-7 3 0,-2 0-1 0,-2 1 1 15,0-3-4-15,-3 4 0 0,1-4 0 0,13 0 0 16,-16-6 0-16,0 1-1 0,-1-6 3 0,-3-2-4 0,7 0 2 15,-1-6-2-15,3 1 2 0,4-3-1 0,-2-1-4 16,0-2 6-16,0 7-2 0,2-2 5 0,-1-1 5 16,7-4 0-16,1-2-5 0,0 0 3 0,-1 0-10 0,1 0 0 15,0 0-1-15,1 0 1 0,1 0-10 0,0 0 1 16,0-2-1-16,0 0 1 0,2 0-6 0,0 0 10 16,2 1-1-16,2-1 3 0,0-2 2 0,7-3-4 15,5-5-2-15,1 1-1 0,2 2 5 0,-3 3-5 16,-1 3 5-16,2 1-5 0,0 0 5 0,-1 2-5 15,3 0 5-15,0 0-3 0,-1 2 6 0,1 0-1 16,3 3-2-16,-2-1 0 0,3 2 4 0,-1 1-7 0,-3-1 2 16,3 1-4-16,-2-1-2 0,2-1-14 0,3 1-12 15,-5-3-3-15,4 3-53 0,2 0-48 0,-2-1-10 16,12 1-34-16,1-3-251 0</inkml:trace>
  <inkml:trace contextRef="#ctx0" brushRef="#br0" timeOffset="-137132.73">16978 11975 852 0,'0'-2'26'0,"0"0"-6"0,0-1 3 16,-2-14 1-16,0 4-10 0,2 6 1 0,0 3-11 16,0-2 10-16,0 4-12 0,0 1-1 0,0-1 4 15,0-4 8-15,0 2-1 0,0 1 24 0,0 1-5 0,0 0-3 16,0 2 1-16,0 0-7 0,0 2-3 0,0 0 3 15,0 1-3-15,2 22 2 0,-2 1 5 0,0 3-6 16,0 5 8-16,-2 1 0 0,-1 2-17 0,-5 2 6 16,1 0-11-16,-2 0 0 0,-3 2 8 0,-1 5-8 15,2-1 8-15,-4 0-9 0,2-1-1 0,2-5 2 0,0-2-4 16,4-3 2-16,-1-3-4 0,3-3 5 0,1-6-5 16,2-1 12-16,0-6-8 0,0-1 5 0,2-8-6 15,0 0 6-15,0-5 3 0,0 3 0 0,0 0 7 16,0-2 35-16,-1 0-29 0,-1-1 7 0,0-1-19 15,0 0-6-15,0-1-5 0,0-1 2 0,-1-8-4 16,-5-14-2-16,-1-7 3 0,1-1-1 0,3 1 4 0,-1 1-2 16,1-2-4-16,-1 1 2 0,-1-3-4 15,-1 1 0-15,5 1-1 0,1 1-2 0,2 1 0 0,3 0-6 16,1 1 6-16,4-1-3 0,3-2 4 0,0-1-2 0,0 3 0 16,4-1 3-16,2-5-1 0,-1 3 4 0,1 1-3 15,2 1 2-15,-6 10-1 0,-10 1 2 0,18 1-2 16,-1 5 2-16,4-1-1 0,-1 2 9 0,-1 5-8 15,2-8 0-15,-2 4-4 0,-1 9 5 0,-1 3 0 16,-1 5 9-16,-3 5-3 0,1-5 19 0,-4 19-7 16,4 2-1-16,-6 2-1 0,-2 0-13 0,-1 0 4 15,8-4-1-15,-4-2 3 0,-5 4 7 0,-3-3-4 16,-2 3-1-16,-2-4 0 0,-4-2 0 0,-4 1-1 16,-1-1 0-16,-4 1-1 0,9-1 4 0,-20 0-2 0,2 1-2 15,0-6-2-15,-1 0-8 0,5-4 8 0,-1 0-1 16,1-2 3-16,3-1-7 0,2-1 7 0,0-3-4 15,4-1 5-15,-1 1-4 0,3-2-4 0,-2 5-1 16,7-7 0-16,-2 2 5 0,2-2-5 0,-2 4 2 0,1 0-3 16,-1-2 1-16,2-1-3 0,0 1 1 0,0 2-2 15,1 0 0-15,-1-1 2 0,2 3 0 0,-2 5 1 16,2 2-2-16,0 0 3 0,2-2-5 0,1 2 4 16,3 2-3-16,0-4-2 0,1 0 2 0,0 0-2 15,1-3 2-15,9-1 3 0,1-1 1 0,1 1 0 16,1 1-2-16,1-3 5 0,1 3-2 0,4-5 5 0,-4 1-10 15,0 2 5-15,3 5-5 0,-12-6 5 0,5 5-3 16,-1 1-1-16,-4-4 2 0,-2 4-2 0,4-3-5 16,-6 1-3-16,-3-3 3 0,3 3-3 0,-2 2 0 15,-3-5-21-15,5 1-24 0,-1-1 0 0,-6-1-91 0,3 1 1 16,1-2-4-16,3 5 2 0,0-2-14 0,-1-3-63 16</inkml:trace>
  <inkml:trace contextRef="#ctx0" brushRef="#br0" timeOffset="-136828.16">17869 12471 274 0,'0'0'69'0,"0"0"-1"0,0-2 9 0,-1 0 0 16,-1 0-19-16,0 0 9 0,0 1-1 0,0-1-13 15,0 0 4-15,0 0-36 0,1 0 7 0,-3 0 0 0,0 2 2 16,-9 0-6-16,-2 0-1 0,0 2-3 0,-5 4 2 15,1 3-11-15,-3 6 7 0,0-8-6 0,1 25 7 16,-3-2 2-16,4 5-13 0,-1 0 7 0,3 0-9 16,1-3 12-16,-1-4 1 0,6 2 2 0,3-1-2 15,0-3-2-15,-8 0 9 0,8-5-6 0,3-6 6 16,3 3-9-16,3-1 2 0,1 1-3 0,3-3 1 16,2-2-5-16,-1-3 5 0,-3-1 4 0,26-2 0 15,-6 1 2-15,6-5-8 0,-4 1-1 0,4 15-2 0,2-8 5 16,0-6-14-16,1-3 3 0,1-2-8 0,3-3-13 15,0-3-50-15,1-3-9 0,-1-4-16 0,2-2-60 16,2-2-228-16</inkml:trace>
  <inkml:trace contextRef="#ctx0" brushRef="#br0" timeOffset="-135595.77">18491 11531 404 0,'0'-1'37'0,"0"-1"-4"0,0 0 2 15,0 0 10-15,0-2-19 0,0 1 0 0,0-5 0 16,0 3-3-16,0-1 3 0,0 4-9 0,0 0 12 16,0 0-6-16,0 1 9 0,0-3-7 0,0 0 6 15,0 0 3-15,0 1 1 0,0 1-1 0,0 0-21 16,0 0 9-16,0 0-10 0,0 0 28 0,0 2-7 15,0 0-4-15,0 2-2 0,0 2-13 0,0 18 0 16,-3 14-3-16,-3 8 2 0,1 3-6 0,-1 6 6 16,-3 9-3-16,-2 4 4 0,-1-2-14 0,1-5 8 0,-2-1-5 15,2-12 7-15,0 0-1 0,0-8-3 0,2-7 2 16,1-5-4-16,1-4 2 0,1-1 6 0,1-6 3 16,-1 0 0-16,2-4 7 0,2-4 4 0,1 1-3 15,1-5 3-15,0-1-2 0,-2 2 16 0,0 0 6 0,0-1 1 16,0-1-7-16,0 0-21 0,0 0-3 0,1-2-4 15,-1 0-10-15,0-2 1 0,0 0-5 0,0-3 3 16,-9-21-4-16,2-4 1 0,3-2-1 0,2-7 0 16,4-3 0-16,0-5-6 0,6-3 4 0,5-2-5 15,-2 0 4-15,3-2-3 0,-1 2-3 0,0 4 1 0,2 2 3 16,0 5-2-16,2 2 2 0,0 2-2 16,-1 3 0-16,1 4 5 0,2 4-4 0,-11 4 5 0,20 2 2 15,-2 3-2-15,2 2 6 0,-4 2-4 0,2 4 5 16,2 1 1-16,0 3-7 0,2-14 4 0,-4 8-3 0,2 6 0 15,-2 3 7-15,-7 2-4 0,-2 3 18 0,-6 1-3 16,-3 0 2-16,-1 7-3 0,-1 11-2 0,11 2-5 16,-6 1 2-16,-7 2-2 0,-4 3 0 0,-5 4-7 15,-6-3 5-15,-2 1-5 0,-4-3 5 0,15-1-5 16,-18 0 4-16,2-6-2 0,-1-3 9 0,3 3-10 16,1-5 2-16,0 0-4 0,1 1 5 0,3-3 1 15,0-2-5-15,2-4 4 0,1 1-3 0,1-1-6 16,2-4 8-16,1 7-6 0,4-3 6 0,0 0-1 0,-7 4-7 15,2 0 4-15,-1 4-4 0,3 1 5 0,3-1 3 16,2-2 0-16,0 4-5 0,0-3 3 0,3 3-2 16,3-2 2-16,0-1-5 0,-1-5 3 0,3 1-3 15,-1-3 3-15,-3 0-1 0,11-1-6 0,-1-1 5 0,1-3-4 16,2 1 9-16,-2 1-10 0,0-4 4 0,-2 1-9 16,0 7 2-16,0-3-16 0,0 1-11 0,1-1-2 15,-1-1-52-15,2-3-49 0,-4 1 0 0,1-2-22 16,-1 0-69-16</inkml:trace>
  <inkml:trace contextRef="#ctx0" brushRef="#br0" timeOffset="-135126.64">19034 11984 964 0,'-2'0'11'0,"2"-1"2"0,-2-1 3 16,0 0-7-16,0 0 1 0,2 0-8 0,-2 0-8 16,2 2-1-16,0 0-3 0,0 0-5 0,2-2 15 15,0 2-5-15,2 0 7 0,-1 0-2 0,9 0 11 16,8 0-7-16,-3 0 7 0,-1 4-11 0,-3 0 20 0,-1 1 7 16,-5 1 7-16,-1 3 27 0,-3 12-26 0,12 1 4 15,-6-2-13-15,-3 1-5 0,-4-1-2 0,-2-1 1 16,-4-2-1-16,-1-4-6 0,-5-2-2 0,-3 2 3 15,-9-2-3-15,-6 0-3 0,4-4 0 0,0 1-6 16,0-1 5-16,9-1-4 0,-2-2 2 0,0-1-3 0,8 5 2 16,5-6-7-16,1-1 3 0,-1 3-6 0,2 0 4 15,0-2-24-15,0 0 9 0,1-1 2 0,1 1 4 16,0 0 6-16,1 0 2 0,3 0-3 0,7 2 3 16,12 1-1-16,1 1 0 0,-6-3 2 0,8 3 0 15,-5-2 5-15,-5 1 2 0,5 3-3 0,-3-1 2 16,1 1-7-16,-6-3 12 0,-2 3-3 0,-5-5 6 0,-1 1-6 15,-3-2 31-15,0 5-7 0,2-1 14 0,-1-1 0 16,1 1-8-16,-2-2-1 0,-2 1-5 0,0 1-18 16,-2 1-2-16,0-1 2 0,-1-1-3 0,-20 3-9 15,-5-3-2-15,-3 3-4 0,-1-3 1 0,10 1-17 0,0-4-70 16,7 1-30-16,9 1-22 0,-7-2-188 0</inkml:trace>
  <inkml:trace contextRef="#ctx0" brushRef="#br0" timeOffset="-134762.89">18538 12814 1024 0,'-2'-1'46'15,"0"-1"2"-15,-2 0-8 0,-9-4-7 0,-3-1-13 16,5 3-9-16,-2 0 0 0,3 3-5 0,7 1 3 16,-5-2-5-16,4 2-1 0,1 0 3 0,-1 0-3 15,0 0-1-15,2 0 13 0,1 0-8 0,-1 0 12 0,0 2 8 16,2-1 16-16,2 1 3 0,0 0 2 16,12 6-3-16,25 3-15 0,6-8-1 0,7-3-5 0,5 0-10 15,8-1 1-15,8-3-2 0,3-5 2 0,0-1 0 16,-5-1-12-16,-10 0 7 0,-9 4-9 0,-2-1 4 0,-13 4-10 15,-1 3 3-15,-10 1-5 0,-6 0 7 16,-7 0-7-16,-4 0-4 0,-3 0-1 0,-4 0-15 0,1 0-42 16,1 0 0-16,-2 0-15 0,0 1 1 0,-2 1 14 15,0 2-7-15,-2 2 5 0,0 5-35 0,-28 5 9 16,3-1 3-16,-5 0 3 0,-1 0 24 0,-1-4 0 16,-1-2-4-16,9 3-1 0,-6 2-36 0</inkml:trace>
  <inkml:trace contextRef="#ctx0" brushRef="#br0" timeOffset="-134265.52">18766 13000 118 0,'0'0'60'0,"-2"0"9"0,0 0 52 16,1 0 2-16,-1 0-29 0,0 2-22 0,-2 0 1 16,0 0-12-16,1-2-25 0,-7 3-5 0,1 3-2 15,2-4 1-15,-3 18-3 0,1 1 5 0,0 5-6 0,-2 3 6 16,1 3 2-16,1-1 0 0,-2 5 7 0,2-3-6 16,0-1 10-16,1-3-4 0,1-3 1 0,3 0-2 15,-2-3-3-15,3-1-8 0,-1-3-5 0,2-5 1 16,0 3-6-16,0-6-7 0,-7 0 1 0,4-3-4 15,1-3 4-15,4-3-4 0,-2 2 6 0,0 0-5 16,0-1 11-16,0 1 23 0,1-2-11 0,-1 0 13 16,0 0-28-16,0 0-9 0,0-2-5 0,0 0-1 0,0-2-8 15,1 0 4-15,-1-2-2 0,-2-13 0 0,0-9-1 16,4-3-10-16,2-3 9 0,2-3-8 0,3-2 9 16,3-2 1-16,1 2-1 0,2-1 2 0,2 1-8 15,1 2 11-15,1 3-8 0,-13 1 8 0,23-1-2 0,3 3 0 16,4 6 4-16,-3 1-3 0,3 7-3 0,-7 0 4 15,-1 4 1-15,-3 6 1 0,-7 1-5 0,3-7 4 16,-6 5-4-16,2 4 5 0,-4 2 2 0,-2 0 16 16,-1 2-7-16,-6-2 7 0,-1 4-22 0,11 15 1 15,-7 1 0-15,-5 0 1 0,-2 1 6 0,-5-3-4 16,-8 7 4-16,6-3-4 0,-25-2 4 0,1 1 0 16,-1-3-2-16,3 1 1 0,1-4-6 0,6 1 6 15,0-1-2-15,3-2 4 0,3 0-1 0,7-4-8 0,0 4 3 16,3-1-4-16,4-1 4 0,1 0 2 0,-5-2-1 15,3-1 0-15,-1 1-4 0,2 0-4 0,3-1-3 16,-1 1 1-16,2-4 0 0,0 1-1 0,0 0 7 16,0-5-5-16,2 1 8 0,25 0-1 0,1 17-3 0,9-4 0 15,6-6-4-15,0-7-2 0,3-2-2 0,-9-2-2 16,-3 0-21-16,-3 0-31 0,1-2-9 0,-4 3-9 16,-4-1-41-16,-2 0-146 0</inkml:trace>
  <inkml:trace contextRef="#ctx0" brushRef="#br0" timeOffset="-133888.4">19548 13189 728 0,'0'-1'107'0,"-2"-1"224"0,0 0-304 0,0 0-8 15,-1 0-1-15,-1 0-1 0,2 2 0 0,-4-2-7 16,1 1-2-16,-3-1-1 0,1 0-3 0,-2 2 11 16,-2 0 0-16,-2 2 3 0,-2 3-3 0,-2 5-1 15,-2 1-2-15,3-9 1 0,-1 20-3 0,2-2 0 16,-2-1 1-16,1 3-1 0,-1-5 5 0,6 0-6 0,2 1 8 16,1-7-8-16,4 2 3 0,-7 2 6 0,8-7-8 15,-5 3 8-15,6-6-3 0,1 1-9 0,-1-1 8 16,2-1-9-16,0 0 2 0,0 1 4 0,0-3-6 0,0 0 6 15,16 2-9-15,10 13 4 0,4-4 0 0,0-4 2 16,5-2-2-16,0-1 0 0,2-2-4 0,4-3 3 16,-2-1-5-16,2 0 10 0,-2 0-4 0,-4-1 4 15,-1-1-13-15,-1 0-9 0,-5-2-6 0,0 0-4 16,-6 1-51-16,-5-1-12 0,-4 2-5 0,-7 0 1 16,7-3 4-16,-4 1-47 0,0-2-40 0</inkml:trace>
  <inkml:trace contextRef="#ctx0" brushRef="#br0" timeOffset="-133643.99">19760 13065 1090 0,'0'0'47'0,"-2"0"-4"0,0 0 12 15,0 0 0-15,0 0-13 0,0 0-9 0,-1 2-13 16,-1 2-1-16,-9 16-6 0,-2 10-2 0,2 5 11 15,2 2 0-15,2 4 4 0,-1 0 3 0,1 3-1 0,0 3-3 16,-1-3-1-16,1 3-20 0,2-8 2 0,-1 5-6 16,3-5 4-16,-1-1-9 0,1-3-6 0,-1-7 0 15,0 1-7-15,-1 1-52 0,1-4-135 0,-1 0-58 16</inkml:trace>
  <inkml:trace contextRef="#ctx0" brushRef="#br0" timeOffset="-130858.08">15669 13901 499 0,'0'0'17'0,"-2"0"4"0,0-2 8 16,1 0 0-16,-1 0-11 0,0 0-11 0,-2 2-2 15,0 0 1-15,1 0 0 0,-1 0 0 0,2 0-7 0,0 0 1 16,0 0-4-16,1 0 12 0,-1 0 5 0,0 0 2 16,0 0 0-16,0-2-5 0,0 0 3 0,0 1-2 15,1-1 3-15,-1 0 5 0,0 0 10 0,0 0-4 16,0 0 5-16,0 0-6 0,0 1 14 0,-1-1-10 16,-5 0 9-16,-7-2-15 0,-1 0 0 0,1 3 6 0,-2 1-5 15,-1 0 17-15,-1 0 0 0,0 0 3 0,-1 0-3 16,5 0-11-16,0 1 0 0,2-1-5 0,4 2 4 15,0 0-13-15,5-2-7 0,0 0-2 0,1 0-3 16,-1 2-9-16,0-2-2 0,1 2 1 0,1 0-1 16,0 0 8-16,2-1-3 0,0 1 3 0,2 0-2 15,3 2 8-15,31 11 3 0,6-2-1 0,12-4 0 16,9-2-12-16,13-3 4 0,10-4-2 0,5 0 3 0,7-4-6 16,4-1 5-16,0-4-5 0,6-1 5 0,7-1 0 15,15 0-5-15,6 4 7 0,-1-3-4 0,-1-1 7 0,-2 4-4 16,3-1 5-16,10 3-4 0,0-1 4 0,-8 2-5 15,-9 1-3-15,-9 3 1 0,4-2-3 0,-4 2 8 16,-4 0-3-16,-13 0 4 0,-13 0-2 0,-11 0-7 16,-7 0 12-16,-10 0-9 0,-4 0 13 0,-3 0-8 15,-13 2-2-15,-6-2 1 0,-5 2-2 0,-15-2 27 16,-6 0-1-16,0 0 13 0,-5 0 35 0,0 0-15 16,0 0-7-16,-3 0-6 0,1 0-36 0,-2 0-13 15,0-2 5-15,-2 0-9 0,1 0-10 0,-5 2-66 16,-14-4 5-16,-5 1-31 0,-1-1-58 0</inkml:trace>
  <inkml:trace contextRef="#ctx0" brushRef="#br0" timeOffset="-130466.6">15573 13912 637 0,'-4'-2'215'0,"-9"-4"66"15,-41-14-129-15,4 3-127 0,2 2-10 0,-1 6-2 16,-3 5-8-16,2 2-1 0,2 2-1 0,3 0 4 16,12 2-4-16,0 2 1 0,8 0-1 0,7-1-1 0,1 1 1 15,10-2 0-15,-1 0-1 0,6-2-10 0,-1 4 4 16,3-3-6-16,-8 16 6 0,5 0-13 0,3 3 4 15,7 1-1-15,6 1 2 0,7 0 5 0,34 1 0 16,11-1 5-16,4-2-2 0,9-3 11 0,6-4 0 16,10-2 0-16,23-7-1 0,9 0-3 0,17 35-2 15,6-28 3-15,-1-11-3 0,10-2 9 0,13-4 2 16,2-1-2-16,-1-4 3 0,1 5 11 0,5 1 5 16,1-1 6-16,1 0-2 0,-4 1 9 0,-5 3-18 0,2 2 0 15,-8 0-6-15,-7 0-12 0,-15 7-5 0,-6 1 2 16,-7 5-3-16,-2 4-2 0,-11-1-15 0,-15 7-15 15,-13 1-15-15,-9 2-198 0</inkml:trace>
  <inkml:trace contextRef="#ctx0" brushRef="#br0" timeOffset="-125920.7">22223 13258 71 0,'0'0'44'0,"0"-2"11"0,0 0 42 0,-1 1 13 0,-1-1-13 16,0 0-20-16,0-2-19 0,0 0 3 0,0 1-5 16,0 1 15-16,1 0-23 0,-1 0 1 0,0 0-12 15,0 0-25-15,0 1-3 0,0-1-3 0,0 2 1 16,1 2 2-16,-3-1 8 0,-4 7-4 0,-14 22 3 16,5 5-9-16,-10 4 14 0,1 11-3 0,3 4 6 0,-6 2 2 15,-5 5-6-15,-1 0 10 0,-10 2-10 16,1-2 3-16,5-3-2 0,0-2-5 0,2-2 5 0,5-1-3 15,1-1 3-15,-1-3 0 0,6-1 0 0,-2-3 0 0,8 1-5 16,-1-3-1-16,1-6-1 0,5-4 3 0,2-11-10 16,7 1-1-16,1-10-2 0,1 0 2 0,0-4-2 15,3-7 1-15,-1 0-1 0,-2 1-4 0,0 1 6 16,1 0 0-16,1-2 2 0,0 0-7 0,0-1 1 16,2-1-2-16,0 0 0 0,0-1-6 0,6-18-11 15,7-16 2-15,1-4-5 0,3-4 7 0,4 0-6 16,1-1 8-16,0-3-7 0,0-1 10 0,1 0-3 15,-1-2-5-15,2 0 3 0,2-2 6 0,-2-4 1 0,0-5 4 16,2-4-3-16,-3-2 5 0,-1 0-4 0,-2 4 6 16,-1 3-3-16,-2 7 11 0,-3 8-7 0,-1 6 2 15,0 7-3-15,-1 8 11 0,-5 9 3 0,-1 4 4 16,-5 6-1-16,-1 1 3 0,0 2-6 0,2-2-1 16,0 1-1-16,0 1-12 0,0 0 17 0,0 2-6 0,0 0 9 15,-1 2-11-15,3 2-5 0,2 7 0 0,7 17-1 16,-6-2 4-16,1 5-10 0,-1 3 4 0,-1-1-5 15,-3 0 12-15,3 1-9 0,-1 1 8 0,1-1-9 16,5 5 8-16,0-4-5 0,2 6 1 0,4 1-1 16,-4-3-2-16,0 2 2 0,0-2-1 0,-4-4 3 15,2 6-1-15,1 2-4 0,-3 0 3 0,-2 1-3 0,-1-1 7 16,-1-2-6-16,-1 0 0 0,-2-8-1 16,0-1 1-16,0-3 1 0,-2-4-2 0,2 2 2 0,-2-10-5 15,0-2-1-15,0-2-1 0,0-7 1 0,0 1-4 0,0-3-8 16,0-1-17-16,-2 1-1 0,0-2-68 0,0 0-4 15,0 0-3-15,0-1 1 0,0-1-2 0,-12 0 11 16,-3-3 5-16,2-5-1 0,-2-1-6 0,-3-4-71 16</inkml:trace>
  <inkml:trace contextRef="#ctx0" brushRef="#br0" timeOffset="-125418.2">21752 14053 190 0,'0'0'96'0,"-2"-2"-44"15,0 0 99-15,0 0-25 0,0 0-32 0,1 1-17 0,-3-1-11 16,2 0-1-16,0 0-30 0,0 0-25 0,0 0 5 15,1 0-12-15,-1 1 10 0,2-1 11 0,0 0-4 16,2 0 4-16,-1 0-8 0,3 0 2 0,13-1 0 16,16-5-1-16,2 3-19 0,8-1-9 0,0 0 2 15,1 3-5-15,1-1-10 0,-8 0-22 0,0 2-2 0,-3 1-5 16,1-1 1-16,-5 0-5 0,1 0 0 0,-5 0-1 16,-5 0 3-16,1-1 12 0,-2 1 4 0,-3 0 5 15,0 0 32-15,-4 0-1 0,-4 2 3 0,-1 0-4 16,-3 0-5-16,1 0 13 0,-3 0 0 0,-1 0 6 15,2 0 8-15,0 0 21 0,-1 0 1 0,1 0 10 16,-2 0 24-16,0 0-7 0,0 0 1 0,0 0-4 16,-1 0-9-16,1 0-17 0,0 0 4 0,-2 0-9 0,0 0-2 15,0 0-12-15,0 2-1 0,0 0-3 0,-2 2-1 16,2-1 0-16,-9 20-8 0,-2 4 6 0,0 1-6 0,1 0-2 16,-1 4 4-16,2-4-6 0,2 1-2 0,1-1 4 15,2-2-2-15,2 0 3 0,2-5-5 0,0-3 10 16,2 1-3-16,2-4 5 0,2-2-7 0,-1-4 10 15,-3-6 1-15,7 5 4 0,8 1 3 0,2-1 6 16,1-3-4-16,0-1 5 0,1-4-7 0,1-4 3 16,0-1-1-16,1-7 2 0,1-2-2 0,-2 12-5 15,-2-20 4-15,-1-1-5 0,-6-1-2 0,-2-2-10 16,-3 2-3-16,-3-4 0 0,-1 2 4 0,14-4-4 16,-6 3 6-16,-9-3-6 0,-3 2 2 0,-5 4-6 0,-3 2 0 15,-1 1 0-15,-2 4 5 0,9 3 7 0,-20 2-1 16,1 3 3-16,-1 4-1 0,-2 3-21 0,0-15 1 15,0 6-10-15,-1 5-4 0,3 6 1 0,2 0 1 16,1 4-2-16,3 2-15 0,4-1-34 0,7-3-7 0,3-2-10 16,-2 4-37-16,1 1 7 0,1 1-11 0,2-1 4 15,0-3-54-15,2 2 0 0,9 3-33 0</inkml:trace>
  <inkml:trace contextRef="#ctx0" brushRef="#br0" timeOffset="-125062.92">23126 13678 462 0,'0'-2'86'0,"0"0"-10"16,-2 0 41-16,0-1 8 0,2 1-22 0,-2-15 8 16,-11 10-24-16,2 1-2 0,-2 2-11 0,2-5-24 0,0 2-16 15,-4-1-5-15,2 3-5 0,-2 1-19 0,-2 4 3 16,4 0-1-16,0 4 1 0,2 1-7 0,-4-1 2 16,1 22-3-16,-3 0 3 0,2 2 2 0,9 1-3 15,-5-1 3-15,9 2-4 0,1-4-1 0,-3 2-1 16,-13-2 4-16,2 3-2 0,6 3 7 0,3 0-8 15,3 3 2-15,3 2-2 0,0 0 7 0,3 0-7 16,5 6 0-16,-3 0-2 0,1 1 6 0,-2 8-3 16,-2-2 4-16,-2 4-5 0,1 0 0 0,-1-4 4 15,0-2-2-15,-1 1 4 0,-5-3-6 0,2-1 1 0,1-3 2 16,-3-1 1-16,-1-2 3 0,-1 0 6 0,-1 0-2 16,0-2 4-16,-1-1 9 0,3-3-5 0,-2-1 2 15,1-6-5-15,1 0-9 0,-1-6 5 0,1-5-3 0,-2-2 3 16,5-2-8-16,-11-2-1 0,8-3 0 0,-1-2-1 15,-1 3-2-15,-2 0-22 0,-4-1-5 0,0-4-8 16,4-2-42-16,-2-6-59 0,2-1-6 0,0-12-16 16,-1-10-13-16,3-7-68 0</inkml:trace>
  <inkml:trace contextRef="#ctx0" brushRef="#br0" timeOffset="-124867.37">22417 14621 567 0,'0'0'75'0,"0"0"-9"15,0-2 21-15,0 0 9 0,0 0-27 0,0 1-24 0,0-1 10 16,0 0-8-16,1 0 10 0,1 0-3 0,4-2-3 16,14-9-5-16,8-3-1 0,4 3-24 0,1 2-14 15,4 3 1-15,-3 3-6 0,-3 3-6 0,1 0 1 16,-8 2-3-16,2 0 0 0,0 0-26 0,4 0-37 16,-4 0-10-16,0 0-7 0,0 0-25 0,1-2-224 15</inkml:trace>
  <inkml:trace contextRef="#ctx0" brushRef="#br0" timeOffset="-124510.28">23480 14019 702 0,'0'0'30'0,"-1"0"55"16,-3-1-48-16,0-1 3 0,-1 2 2 0,-5-2 0 15,7 2 1-15,-5 0-7 0,1 0 4 0,1 0-5 0,4 0-5 16,-1 0-8-16,-1 0-6 0,2 0 2 0,0 0-8 16,0 0 6-16,0 0 6 0,1 0-2 0,-1 0 8 0,2 0 7 15,0 0-5-15,2 0 5 0,-1 0-6 0,27 2-7 16,6-2 4-16,-3 0-5 0,3 0-9 0,-3-2-8 15,-1 0 0-15,-4 2 0 0,-2 0 4 0,2 0-11 16,-2 0 3-16,-3 0-4 0,-3 0 4 0,-3 0-6 16,-2 0-3-16,-4 0 1 0,1 0 0 0,-3 0-5 15,-1 0-4-15,-1 0-2 0,1 0-21 0,-4 0-35 16,-1 0-16-16,1 0-11 0,2 0-86 0,0 0-64 16</inkml:trace>
  <inkml:trace contextRef="#ctx0" brushRef="#br0" timeOffset="-124287.96">23289 14404 889 0,'0'0'43'0,"-2"0"80"15,0-2-97-15,1 0-26 0,1 2 4 0,0 0-8 16,0 0 14-16,1 0 14 0,1 0-1 0,2 0 6 15,13-4 8-15,18-7-2 0,4-2-1 0,7 0-3 0,-1-2-22 16,3 4 1-16,2-4-10 0,-5 2 7 0,5-3-17 16,-11 3-51-16,2-2-13 0,-2 2-26 0,-4 2-155 15</inkml:trace>
  <inkml:trace contextRef="#ctx0" brushRef="#br0" timeOffset="-122437.83">25400 12278 180 0,'0'0'0'0,"0"-2"48"0,0 0 11 0,0 0 27 16,0 0 9-16,0 1-34 0,0-3 0 0,0 0-13 15,0 0-5-15,0 3 0 0,0-1-22 0,0 0 39 0,0 0-9 16,0 0 17-16,0 2-28 0,0 0-16 0,0 2-6 16,0 2 0-16,-3 18-6 0,-5 15 0 0,-1 2 4 15,-6 8-4-15,0 1-4 0,-3 6 4 0,-3 5-2 16,-1 6 2-16,-2 6-4 0,-2-3 9 0,-2-3-10 0,2-9 10 15,20-11-3-15,-18-10 33 0,0-5-6 0,4-4 12 16,1-6-23-16,0-1-2 0,5-5-3 0,1-4-1 16,7-1-14-16,0-5 9 0,3-1-6 0,3-1 7 15,-6 2-3-15,2 0 20 0,1-1-3 0,-1-1 5 16,2 0-27-16,0-2-17 0,0 0-1 0,2-2-4 16,0-2 10-16,15-33-6 0,6-2 3 0,3-7-5 15,-17-6 4-15,27-6-7 0,-5-5 3 0,3-2-5 0,-4-2 1 16,2 4 2-16,1 8 0 0,-7 1 2 0,2 4 10 15,-2 9 0-15,-1 4 2 0,-5 9-2 0,3 4 0 16,-5 5-2-16,-1 2 3 0,0 6-3 0,-4 4-3 0,0 3 8 16,2 2-4-16,0-7 6 0,0 2-4 0,2 3 10 15,2 2-1-15,-2 2 4 0,-2 4 4 0,-2 1 0 16,-2 1 0-16,-1 22 0 0,-1 1 1 0,-3 1-14 16,0 4 6-16,-1-1-8 0,16-2 7 0,-6 1-7 15,-6 5-2-15,-1-2 0 0,-4 4-4 0,-2 0 1 16,0-5 1-16,0-4 0 0,0-4-1 0,0-2-2 15,0-2-5-15,0-3 3 0,1-1-12 0,-1-5-68 16,0-4-2-16,0 4-26 0,0-7-35 0,0-2-20 0,0-1-16 16,0 1-10-16,-1 0-145 0</inkml:trace>
  <inkml:trace contextRef="#ctx0" brushRef="#br0" timeOffset="-122027.75">25176 12835 480 0,'-2'-2'75'0,"0"0"127"16,2 0-170-16,0 0-24 0,0 1-3 0,0-3-4 16,0 2 0-16,4-13 3 0,27-2-3 0,4-3 4 15,-1 0-1-15,5 5-4 0,-2-2 1 0,0 4-1 0,0 2 0 16,-5 0 6-16,3 0-8 0,-3 3 5 0,-3 1-7 16,1 1 6-16,-2 2 6 0,-2 1-1 0,2 1 0 15,-4-15 16-15,0 6-9 0,-5 5 12 0,-5 5 8 0,-2 1 35 16,-5 1-12-16,-3-1 14 0,3 4-35 0,-5 4-14 15,4 16 5-15,-3 2-9 0,12-2-5 0,-6 4 2 16,-5-4-7-16,-4 0 5 0,0 2-8 0,0-6 4 16,0 3 2-16,0-7-1 0,0 1-9 0,0-9 17 15,0-1-5-15,0 0 11 0,0-3 11 0,0 0-5 16,0-2 2-16,2 1-4 0,0 1-5 0,2 0-5 16,3 0 7-16,15 5-6 0,6-4 12 0,0-5-14 15,-2-3 2-15,4-7-5 0,-4-1-2 0,-2-2 2 0,-4-2-2 16,-3 4 3-16,-6 0-1 0,-3-7-2 0,-3-3-3 15,-3-3 2-15,15 0-1 0,-6-2-1 0,-7 4 1 16,-4-3-2-16,0 11 1 0,-4-3 0 0,-4 2-6 16,1 4 1-16,-4 0-23 0,-17 5-16 0,-5 4-5 15,-3-18-5-15,-3 7-26 0,-3 7-33 0,8 6-6 0,3 0-11 16,5 2-48-16,9 2-47 0,0 0-27 0</inkml:trace>
  <inkml:trace contextRef="#ctx0" brushRef="#br0" timeOffset="-121654.04">26440 12436 1042 0,'0'0'31'0,"-2"0"57"0,0 0-67 0,0 0-19 16,1 0 9-16,-1 0-10 0,0 0 9 0,0 1-6 15,0 1-4-15,0 2 2 0,-1 3 9 0,-10 16-7 16,1-3 7-16,1 4-7 0,2 0 8 0,2-1-8 15,-1 1 5-15,1-2-4 0,-1 0 7 0,1 1 3 16,1-7-7-16,3-1 5 0,-1 0-7 0,0-4 2 16,0 4 2-16,3-6-1 0,-3 3 2 0,2-1-7 15,2-6 5-15,-2 3-5 0,2-3 2 0,0 3 4 0,0 1-7 16,0-5 7-16,0 3 0 0,2 1-6 0,-2-5 8 16,4 5-8-16,-2-5 4 0,-1 1-1 0,18 2-6 15,3-4 6-15,4 1-2 0,10 18-2 0,3-10 7 16,3-6-5-16,5-5 6 0,-6-3-2 0,1-5-8 15,1-3 5-15,-6 2-11 0,4-2 2 0,-6 1-4 0,-5 3 3 16,-2 0-10-16,-6 1-13 0,-1 0-1 0,-7 3-7 16,-1-1-28-16,-3 2-89 0,-5 2-20 0,-1 0-34 15,0 0-173-15</inkml:trace>
  <inkml:trace contextRef="#ctx0" brushRef="#br0" timeOffset="-121243.05">24884 13598 671 0,'-2'0'33'0,"0"0"0"0,1 0-1 16,-3 0 1-16,0 0-11 0,-5-2 10 0,5 2-25 0,2 0 4 16,-1 0-10-16,-1 0 13 0,2 0 1 0,0 0 0 15,0 0 0-15,0 0-1 0,2 0 7 0,2 2 0 16,2 0 2-16,24 3-5 0,20 3 6 0,8-3 2 16,9-3 1-16,5-2 4 0,5-3-12 0,4-3 1 0,1-1-4 15,4-1 6-15,9-1 1 0,9-4 5 0,11-2-3 16,2-2 7-16,4-1-1 0,-6 1-5 0,-3-3 4 15,7 1-4-15,5 2-5 0,-3-1 3 0,0 3-4 16,-13 4 0-16,-10 1 5 0,-3 1-6 0,-7 4 4 16,-1-3-9-16,-7 4-10 0,-6 1 5 0,-7 1-7 15,-9 0 2-15,-11 2-3 0,-8 0 3 0,-13 0-2 16,-7 0 0-16,-6 0 0 0,-4 0-2 0,-3 0 3 0,0 0 3 16,-1 0-25-16,-1 0-16 0,0 0-7 0,-2 0-74 15,-4 0-67-15,-33 6-9 0,-31 7-29 0,-5 3-122 0</inkml:trace>
  <inkml:trace contextRef="#ctx0" brushRef="#br0" timeOffset="-120949.43">25218 13958 923 0,'0'0'30'0,"-2"0"-13"0,1 0 25 16,-3 0-7-16,0 0-33 0,-9 4 2 0,-4 3 1 15,6-3 1-15,-11 28 3 0,2 5-2 0,-5 4 4 0,-2 1-2 16,1 3 13-16,-2 1 1 0,0 4 12 0,4-3-4 16,-2-5 28-16,4-4-1 0,3-3-9 0,2-4 5 15,4 1-23-15,4-6-14 0,0-4-3 0,1-1-3 16,5-1-11-16,-3-5 4 0,4 0-4 0,-7-4 4 15,3 0-25-15,3 0-21 0,1-1 3 0,2-3-11 16,0-1-23-16,0-3-105 0,0-1-12 0</inkml:trace>
  <inkml:trace contextRef="#ctx0" brushRef="#br0" timeOffset="-120747.9">25330 14446 1133 0,'0'0'23'0,"0"0"44"0,2-1-62 0,-1-1 15 16,3 2 4-16,26-10 6 0,7 1 30 0,2 2-23 16,2-1 2-16,3 3-11 0,3-5-12 0,-1 5-5 15,1-3-7-15,1 5 4 0,-9 3-5 0,-2 0-5 16,-2 0 2-16,-7 0-4 0,4 0-4 0,-12 0-28 0,-1 0-4 16,-3-2-11-16,-6 0-47 0,1 0-6 0,-4 0-31 15,-5 2-5-15,4-3-224 0</inkml:trace>
  <inkml:trace contextRef="#ctx0" brushRef="#br0" timeOffset="-120525.02">25798 14090 1001 0,'0'0'76'0,"-2"0"-53"0,0 0 63 0,0 0-21 15,0 0-68-15,0 2 4 0,0 2 5 0,-11 14 1 16,-7 17 9-16,-2 10-6 0,1 0-1 0,-1 1-2 0,0 0-3 15,-2 3-1-15,1-3-2 0,1-1 2 0,4-3 4 16,3-3-9-16,2-3 3 0,3-7-8 0,1-1-4 0,4-6-50 16,1-3-4-16,4-6-23 0,0-2-88 0,0-2-21 15,2-3-21-15</inkml:trace>
  <inkml:trace contextRef="#ctx0" brushRef="#br0" timeOffset="-120108.96">26488 14051 660 0,'0'0'169'0,"0"0"40"0,0-2-63 0,-2 0-97 16,1 0-4-16,-1 2-48 0,0 0 8 0,0 0-1 16,0 2 6-16,2 0-3 0,-11 28 5 0,-2 3-2 15,2 3 2-15,0 1-1 0,1-2 5 0,1 0-2 0,2-3 2 16,-1 1-10-16,1-3 11 0,-1 0 0 0,1-4 5 15,1-6 11-15,3-7-15 0,-1 0 2 0,2-6-7 16,2 1-5-16,0-4 0 0,0-1-1 0,0 1 1 16,0 0 5-16,0-1-9 0,0-1 1 0,0 0-4 15,0-2-5-15,0-2-10 0,0 0-3 0,2-7-1 16,7-17-3-16,2-7 14 0,1-3 0 0,-1-3 2 16,0-3-12-16,0 5 9 0,2-4-6 0,-2 2 7 0,2 2-3 15,4-2 4-15,-2 5 1 0,1 3 1 0,-1 3 5 0,-2 6 4 16,0 3-3-16,-3 4 0 0,-3 6-2 0,-3 3 7 15,12 3 0-15,1-9 3 0,-6 5-1 0,2 1 20 16,-2 5 1-16,-3 1 8 0,5 0 4 0,-4 3-13 16,0 3 0-16,-1 11-6 0,-6 9-9 0,1 5 1 15,16-1-2-15,-6 3 3 0,-6-1-4 0,-3-2-3 16,-2 1-6-16,0-1 2 0,0 1-5 0,-2-5 0 16,0-1 0-16,0-1-2 0,2-6-8 0,-1 3-41 15,1-5-7-15,-2-5-14 0,0 2-54 0,0-3-32 16,0-3-7-16,0-3-12 0,0 0-58 0</inkml:trace>
  <inkml:trace contextRef="#ctx0" brushRef="#br0" timeOffset="-119728.14">26670 14274 443 0,'0'0'97'0,"0"0"-83"0,0 0 101 0,0 0-40 16,0 0-37-16,0-2-19 0,0 2 0 0,2-2-6 15,0 0 14-15,0 0 1 0,0 2 1 0,18-11-3 16,4 0-19-16,-1 2-5 0,-5 1 1 0,1 1-1 15,-3 1 6-15,-1 1-6 0,2-1 6 0,-2 3-4 16,-6 1 21-16,0 0-7 0,-3 2 9 0,0 0-4 0,-3 0 27 16,-1 0 14-16,0 0-4 0,2 2 5 15,-1 1-18-15,7 12-7 0,-3 9-2 0,-3 6-1 0,-4-2-26 16,-2-4-2-16,-2 0-6 0,0-9 6 0,1 4 8 16,-1-1-9-16,2-5 4 0,0-4-6 0,1 1 2 0,1-5 1 15,0 1-1-15,0-1 2 0,0-3 7 0,0 2 2 16,1 0 5-16,1-1-2 0,0-1 15 0,2 0-8 15,12-2 0-15,9-2-5 0,-1-3-17 0,-2-5-2 16,0-1 3-16,1 0-2 0,-7 2 4 0,-3 1-9 16,-2 1 1-16,-5-4-2 0,-2-8 7 0,-2-3-8 15,14-2 3-15,-6 2-3 0,-7-1 6 0,-3 3-15 16,-2 3 3-16,-3 2-6 0,-3 2 8 0,-1 6-45 16,-17 1 2-16,-2 5-17 0,0-1-24 0,2-15-25 15,0 8-9-15,8 5-6 0,1 2-42 0,4 2-38 0,4 0-21 16</inkml:trace>
  <inkml:trace contextRef="#ctx0" brushRef="#br0" timeOffset="-119464.92">27276 14097 748 0,'0'0'56'16,"0"0"-3"-16,0 0 35 0,-2 0-5 0,0 0-6 15,0 0-23-15,0 0-17 0,0 0-7 0,0 2-2 16,-1 0-20-16,3 0 9 0,-15 20-1 0,-2 2 4 0,4 2 2 15,0 4 7-15,0 0 2 0,2 1 1 0,2-5 0 16,1-3 0-16,1 1-3 0,1-6 3 0,4 3 4 16,1-8-13-16,-9-2 8 0,3 2-10 0,3-4 3 15,2 0-1-15,0 4-6 0,2-3 4 0,0-1-15 0,0-5 7 16,2-1-4-16,2 1 5 0,11 5-3 0,16 6-15 16,-1-7-7-16,2-5-7 0,-1-3-57 0,-1-3-36 15,0-1-1-15,-2-2-11 0,3-1-2 0,-1 0-50 16,-2-5-95-16</inkml:trace>
  <inkml:trace contextRef="#ctx0" brushRef="#br0" timeOffset="-119153.22">27833 13895 911 0,'0'0'112'0,"-2"-2"17"0,0 0-27 0,0 0-39 0,0 1-17 15,0-1-14-15,0 0-11 0,1 0-2 0,-1 0-2 16,0 0-6-16,0 2 7 0,-2 0-7 0,2 2 8 16,-1 0-9-16,-1 2-2 0,-9 20 5 0,-2 7-5 15,2 8 1-15,4 6 1 0,1 0-4 0,1 8 4 16,0 1 4-16,-1 8-6 0,1-5 6 0,-1 2-6 16,-1 1 8-16,2-6-5 0,-5 7 3 0,3-11-3 15,-2 0-2-15,2-3 3 0,-1-5-4 0,1 1 2 0,0 0-14 16,0-2 8-16,-3 0-3 0,1-1 6 0,0-2-9 15,0-3 6-15,2-6-4 0,1-4 5 0,1-5-8 16,0-1 2-16,-1-3-5 0,3-3 2 0,-1-2-12 0,4-7-63 16,0 0 3-16,0 0-34 0,1-1-92 0,-3-1-230 15</inkml:trace>
  <inkml:trace contextRef="#ctx0" brushRef="#br0" timeOffset="-118746.85">27727 13962 1291 0,'0'0'13'0,"0"-2"2"0,-2 0 1 0,0 0-11 16,2 0 2-16,0 1-16 0,0-1 5 0,0 0 6 0,2 0-1 15,0 0 13-15,3 0-4 0,18-7-4 0,3 2 2 16,-2 3 3-16,2 4-11 0,-6 2 5 0,-1 3-5 15,-3 3 20-15,-6-3 6 0,-1-1 1 0,-3 16 1 16,-5 1 2-16,12-3-9 0,-3 3 4 0,-5-3-5 16,-3 1 2-16,-2-2 8 0,0-2-8 0,-2-2 6 15,-1-2-16-15,-3-2-1 0,-1 0-1 0,-1-3-1 0,-7-1-4 16,2 1-4-16,0-2-1 0,4-2 0 0,3 1 0 16,5-3-2-16,-1 0-1 0,-2 4 0 0,0 0-14 15,1-1-2-15,1 1 5 0,0 0-3 0,0 0 8 0,2-1-8 16,0 1 1-16,2 0 0 0,0-1 12 0,0 1 4 15,7 9 0-15,-4 2 0 0,14 4 2 0,-2 1-1 16,3 2 3-16,-3-3-3 0,0 1-1 0,-4-5 3 16,1 2-3-16,-2-1 4 0,-7 1 0 0,4-4 3 15,-1 0 4-15,-4-5-1 0,-1-1 22 0,-1 0-1 16,0 3-6-16,-2-1 1 0,0-7-23 0,-4 3 1 16,-18-3 2-16,-11 17-2 0,-3-6-4 0,3-6-27 15,-4-1-30-15,0-4-4 0,1-2-146 0,5 0-328 0</inkml:trace>
  <inkml:trace contextRef="#ctx0" brushRef="#br0" timeOffset="-116421.68">31364 8787 56 0,'0'-2'10'0,"0"0"-1"16,-2-1 27-16,-7-18-8 0,-6-10 10 0,2 5-9 16,0 2 3-16,-2-1 12 0,2 5-5 0,10 0 17 15,-23 5-21-15,0-2-7 0,1 10-3 0,-2-1-12 0,-3-10-6 16,-4 7 2-16,-1 7-4 0,-2 4-6 0,0 7 4 16,2 6 1-16,-4 6 1 0,3-17-8 0,-1 22 3 15,0 4-4-15,-4 3 6 0,0-5 6 0,-1 4-8 16,-7-2 0-16,1 1-2 0,-2 3 1 0,-2 1 1 15,2 1 6-15,0-1-4 0,0 3 1 0,5 3-2 16,2 1-3-16,6 3 1 0,2 2 1 0,1 1 15 16,5 10-2-16,1 7 3 0,-2 2-18 0,4 13 11 0,0-8 0 15,0 3 5-15,0-4-3 0,0-10-7 0,0 2 3 16,0 1-4-16,4 6 0 0,5 8-2 0,8 15 0 16,0 8 1-16,3 1-2 0,4-3 7 0,-7-14-7 15,-23-9 7-15,21-1-12 0,9-3 5 0,10-1 2 0,7 7 2 16,3 2-5-16,5 6 1 0,-1 3 4 0,0-7-1 15,8 1-2-15,-2-6-1 0,-2-10 1 0,3 3 1 16,-1-3 11-16,2 8-8 0,-28 1-1 0,29 8-2 16,3 1-2-16,-1-3 10 0,2-2-4 0,4-9 4 15,4-6-7-15,5-7 7 0,6-8 0 0,-2-3 1 16,8-5-5-16,-1 1 3 0,4-4 2 0,4-1-1 16,-6-3-1-16,1-5-2 0,4-2 1 0,9-6 1 15,8 1 10-15,8-3-12 0,2-5 3 0,2-3-6 0,-10-7-1 16,-3 29 0-16,-4-19 1 0,-9-11 0 0,3-4 0 15,0-6-1-15,1-3-1 0,-1-4 0 0,-1-3-10 0,-10-3 12 16,0-1-7-16,-3-2 9 0,-6 22-5 0,-2-33-1 16,-2-2 4-16,-1-2-3 0,1-2 2 0,-2-4-3 15,1-7 6-15,3-5-5 0,2-10 0 0,-4-9 5 16,2-6-3-16,-7-3 4 0,-2-1 0 0,-2 7-7 16,-6 2 5-16,-7 5-5 0,-2-4 13 0,-3-13-8 15,-4-10 5-15,-3-19-3 0,-4-9 9 0,-3 5 24 16,-5 7-14-16,33 14 17 0,-25 1-7 0,-12-9 4 15,-11-7 3-15,-8-1-3 0,-5 6-13 0,-5 16 0 0,27 15 0 16,-41 14-2-16,1 8-16 0,-8 2-10 0,-4 8-3 16,0-2-3-16,-1 5-9 0,1 14-78 0,1 1-12 15,-7 17-34-15,-10-17-162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31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10442 0 0,'0'0'1008'0'0,"2"0"-1008"0"0,-1 0 32 0 0,3 0-24 0 0,-3 0 56 0 0,14 0-96 0 0,1 0 8 0 0,-2 0-56 0 0,2-2-256 0 0,1 0-2312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54:25.20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49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3-07-18T06:57:30.677"/>
    </inkml:context>
  </inkml:definitions>
  <inkml:trace contextRef="#ctx0" brushRef="#br0">9377 5607 17 0,'0'0'0'0,"-2"-2"9"0,0 0 98 15,0 0-9-15,-2-2 13 0,1 1-34 0,-1-1-10 16,0 0-21-16,1 0-1 0,1 1 0 0,0-1 5 16,-4-3-13-16,4 1 0 0,-1-3-5 0,-1-8-14 0,4 6-13 15,2-8 4-15,2 6-5 0,3 2 15 0,-1 2-6 16,20 0 5-16,0-3-5 0,1 5 11 0,5 5-10 16,3-18 1-16,4 7-5 0,-2 9-8 0,-3 6 1 15,1 5-3-15,-3 6 3 0,-3 2 4 0,3 4-5 16,-6-8 6-16,-4 11-6 0,2 6 3 0,-11-4 9 15,-5 0-5-15,-3 2 6 0,12 0-1 0,-8 2-10 16,-5-2 8-16,-8 4-8 0,-7 0 12 0,-6-1-9 0,3 5-3 16,-22-1 0-16,-4-1 0 0,-7-3-1 0,4-1 4 15,3-4-3-15,1 1 3 0,1-7-3 0,1-3-2 16,2 4 1-16,0-5 3 0,1-6 8 0,5 3-3 16,-1 8 4-16,2-8-10 0,4-4 13 0,-2-3-7 15,0-2 10-15,4-2-9 0,3-2 18 0,4-2 3 0,0 0 4 16,8 2 3-16,-2-3-15 0,3 1-2 0,2-1-6 15,-1-8-18-15,3 2-1 0,2-1-5 0,2-2 5 16,3 2 4-16,5-1-2 0,12 0 1 0,6 4-3 16,5 2-5-16,1 1 8 0,1 1-1 0,2 3 2 15,2 0-3-15,0-20 1 0,-2 9 2 0,2 5-1 16,-4 6-1-16,3 2 3 0,-5 0-8 0,-5 2 7 0,5 0-5 16,-7 2-12-16,6-1-3 0,-2 1-4 0,-3 0-14 15,1 0-65-15,-2-1-13 0,0 1-24 0,-5-2-83 16</inkml:trace>
  <inkml:trace contextRef="#ctx0" brushRef="#br0" timeOffset="590.32">10806 5647 174 0,'0'-1'36'0,"0"-1"4"0,0-2 11 0,0-15-17 16,0 1 4-16,0-1-12 0,0 3-23 0,0 1 5 16,0 0-9-16,0-6 4 0,0 10-6 0,-1-4-1 15,-3 4-2-15,0 4 17 0,0-1 22 0,-3 7 4 0,-19-16 2 16,-2 6-5-16,-7 3 2 0,-8 3-5 0,4 5 5 16,2 0 3-16,-2 5-7 0,0 8 0 0,-4 4-3 15,-1 2-2-15,5-1-22 0,5 1 10 0,3-16-14 16,3 23 6-16,6-1-5 0,-1-3 2 0,9 0-1 15,2-3 6-15,3-1 4 0,4-3-4 0,1 0 6 16,-5-4 24-16,3-2 10 0,2-1 3 0,2-1-4 0,2-1-29 16,0-1-2-16,0-1-4 0,2 0 3 0,8 3-2 15,19 6-3-15,8-5-4 0,6-5 0 0,2-3-4 16,-1-5 2-16,-3-1-1 0,-4-1 0 0,-2-2-4 16,1-1 0-16,-7 1 5 0,-3 0-3 0,-1-1-9 0,-9 3 13 15,1 0-10-15,0-1 11 0,-6 3-7 0,-4 1-3 16,1 0 8-16,-6 4-7 0,-1 0 11 0,3-2-8 15,0 0-2-15,0 1-1 0,-3-1 6 0,1 2-4 16,0 0 4-16,0 2-4 0,0-1 6 0,-2 1-5 16,0 2 3-16,0 11-4 0,0 5 4 0,0 3-4 15,0 1-1-15,-2 0-1 0,0 4 7 0,0-2-9 16,-1 3 6-16,-1 3-7 0,0-2 3 0,-1 5 1 0,-1 2 1 16,-3-2 2-16,-1 4 4 0,1-9-5 0,-2 2 1 15,2-5-1-15,-1-4 7 0,1-3-2 0,-2-3-2 16,5 1 1-16,-23-5-3 0,3 2 4 0,-10-5 1 15,3-3 1-15,3-1-4 0,-5 14 0 0,5-9-2 16,1-3 1-16,1-5-1 0,4-3 2 0,1 0-2 0,3 0-1 16,3-2-8-16,6 2 4 0,2-1-11 0,3-1 6 15,3 2-31-15,1 0-55 0,-2-2 1 0,0 0-32 16,2 0-119-16</inkml:trace>
  <inkml:trace contextRef="#ctx0" brushRef="#br0" timeOffset="1220.57">11050 5935 678 0,'0'-2'17'0,"0"1"-2"0,0-1 26 16,0-2-5-16,0 0 3 0,0 1-31 0,-2-1-4 15,0 2-3-15,0 0 2 0,0 0-4 0,-2 0-1 16,1 2 1-16,-3 0 1 0,-7 6 7 0,2 1 4 15,-2-1-2-15,2 14 2 0,0 5 1 0,0 1 8 16,0 1-4-16,-1 3 4 0,3 0-8 0,0 1-7 16,-2-5 6-16,1 4-4 0,1 2 7 0,2-6-1 15,1-2-6-15,1-8 4 0,-1-3-6 0,2 2 9 0,2 0 2 16,1-6 1-16,-1 4-2 0,-6-3 7 0,6-7-7 16,1 1 6-16,1-2-8 0,-4 2 0 0,2-1 13 15,0 1-7-15,0 0 15 0,0-2-15 0,1 0-6 0,-1-1 0 16,0-1-6-16,0 0-2 0,0 0 3 0,0-1-4 15,0-1-4-15,1-2 1 0,-7-13-3 0,3-3 2 16,1-1-3-16,2 1 4 0,2-6-3 0,2 2 2 16,2-4-8-16,1 4 6 0,3-2-2 0,3 0 3 15,0 2-8-15,0 1 3 0,-2 9 1 0,2-3 2 16,-9 8 3-16,15 5-4 0,0-2 4 0,-1-5-3 16,1 2 3-16,-2 3 0 0,2 5-2 0,-4 1 0 0,0 1-6 15,-4 3 8-15,-2 2-4 0,-1 16 6 0,-2 4 0 16,-3 4 0-16,3-3 3 0,0-1-3 0,-2 2-2 15,14-4 6-15,-4-1-6 0,-7-5 5 0,-1-3-4 0,-2-6-1 16,0 3 3-16,-2-9-3 0,0 1 1 0,0-2 8 16,1 2-3-16,1-1 4 0,0 1-3 0,0-2 2 15,0 0-1-15,0 0 1 0,0-2-4 0,-1-2-3 16,3 0 1-16,7-13-1 0,0-11 6 0,10-6-9 16,-1-3 4-16,-3-4-5 0,2 0 3 0,3 0-3 15,6 2 0-15,3 6-1 0,-1-1 11 0,0 6-11 16,-4 6 3-16,-4 5-6 0,0 2 14 0,-5 5-7 15,-4 5 3-15,-2-7-4 0,-2 5 0 0,1 1-2 0,-3 2 8 16,-3 2-5-16,-2 0 20 0,1 2-21 0,3 5 2 16,9 25-5-16,-8 7 9 0,-7 2-2 0,-3 3 3 15,-3 1-3-15,0-8-1 0,1-2-1 0,3-3-3 0,0-4 1 16,2 0-2-16,0-8-11 0,0-3 4 0,2-4-7 16,0-4-6-16,0 0-33 0,1 1-12 0,-1-5-12 15,-2-3-99-15,4 2-45 0</inkml:trace>
  <inkml:trace contextRef="#ctx0" brushRef="#br0" timeOffset="1935.26">12225 5423 561 0,'0'-4'17'0,"4"-27"28"0,-1-1-22 0,-1 17 1 16,0 2 0-16,-2 8-1 0,0 1-9 0,0 2-19 16,0-2 1-16,0 2-6 0,0 1 15 0,0 1 1 15,0 1 8-15,-2 3-4 0,-5 15 17 0,-8 16-2 16,0 4-3-16,-2 0 1 0,1 0-9 0,1 0 4 16,0-2-6-16,0-2 5 0,0 2-5 0,2-1-2 0,0 1 1 15,0 2-2-15,-2 2-9 0,2 1 6 0,0-1-5 16,0 0 5-16,4 0-4 0,0 0 4 0,0-6 3 15,3-1-1-15,0-5 5 0,3-7-2 0,1-3 0 16,0-4 0-16,2-4 10 0,0-4 5 0,0-1 15 16,0 0-2-16,0-3 67 0,0 1-57 0,0-2 6 0,-2 0-28 15,0-2-22-15,0-2 0 0,1-2-3 0,-7-11 2 16,-5-16-4-16,0-5-2 0,4 3 3 0,1-2-2 16,3-4 1-16,1 2-6 0,0-2 4 0,4-2-6 15,0 2 4-15,4 0-1 0,5-2 0 0,3 6 2 16,2-8-1-16,5 2 3 0,3 0-2 0,2-3 3 15,1 1-1-15,-3 2-2 0,-2 4 3 0,-12 0-1 16,23 7 1-16,-1 2 0 0,-2 4-1 0,0 9 1 0,-2-1 3 16,-2 5-4-16,0 3 1 0,-2 4-2 0,-1-10 1 15,1 4 5-15,-2 7-4 0,-3 3 5 0,3 1-9 0,-1 7 5 16,-4 1-3-16,0-1 4 0,-2 25 1 0,-2-7-7 16,0 4 6-16,-4 1-4 0,1-3 17 0,10 2-12 15,-6-2 4-15,-7-2-5 0,-3-4 8 0,-2-2-5 16,-4-1 1-16,-1-2-3 0,-3-1-1 0,-1-1 3 15,2 0-5-15,-16 0 4 0,-1-2-4 0,-2-4 7 16,-2-1-2-16,4-1 3 0,-2-1-6 0,4-1-5 16,1 1 4-16,3-3-4 0,1 3 3 0,1 0 3 15,1-1-2-15,-2 1 5 0,2 1-5 0,0 1-5 0,4 3-1 16,0-2-1-16,2 2 6 0,7 2 5 0,-7-2-5 16,1 0 5-16,3 1-8 0,1-1 2 0,2 0 7 15,2 2-4-15,2 0 4 0,3 0-2 0,1-4-2 16,1 0 1-16,8 3 1 0,6-5-1 0,7 0-3 15,-2 1 2-15,0-6-6 0,1 1-3 0,3 1 5 0,-2 0-4 16,-2-2 2-16,0 0-34 0,0 1-1 0,0-1-11 16,0 2-16-16,-4 11-141 0,4-2 28 0,-4-6-69 15,-1-1-9-15</inkml:trace>
  <inkml:trace contextRef="#ctx0" brushRef="#br0" timeOffset="2210.51">13142 5813 387 0,'0'-2'77'0,"0"0"18"0,0 0-4 16,0 0-48-16,0-11 9 0,-2 4-27 0,2 3-9 15,-2 1 1-15,1-1-5 0,-1 3 1 0,-2 1 15 16,-13-9-6-16,-3-1 7 0,-1 5-17 0,-3 1-1 16,-4 3 0-16,-3 3-1 0,1 3-12 0,-3 7 11 15,9-1-7-15,-6 8 9 0,-2-14-11 0,3 29 1 16,-5 1 5-16,12 5-1 0,0-1-2 0,3 4-2 15,4-1 3-15,4-1-1 0,6-1 8 0,-14-9 32 0,6 3-5 16,7-14 14-16,5 1-1 0,1-2-16 0,3-4-1 16,7 3-6-16,1-6-6 0,20-3-3 0,1 12-1 15,5-6 0-15,4-6-8 0,0-5 1 0,1-4-6 16,5-5 4-16,-5-3-9 0,3-1-17 0,1-2 1 16,-5 0-8-16,0-2-26 0,-2-1-77 0,0-1-45 0</inkml:trace>
  <inkml:trace contextRef="#ctx0" brushRef="#br0" timeOffset="3518.5">14379 4368 230 0,'0'-2'46'0,"0"0"1"0,0 1 73 16,0-20-41-16,0 8 28 0,0 4-93 0,0 5-11 16,0 0 5-16,2 1-6 0,-1 1 2 0,1 0-6 15,2 2 1-15,0 0-1 0,-1 2 8 0,-1 2-8 16,8 40 4-16,-10 6-3 0,-6 8 10 0,-7 3-7 16,2-1-2-16,-4-7 0 0,-2 1 3 0,2-9 1 15,-5-4-2-15,1-6-1 0,5-2-7 0,-1-3 9 0,2 2-2 16,2-5 5-16,-1 1 2 0,3-4-1 0,-2 1 8 15,2-5-5-15,1-5 13 0,1 2 2 0,0-3-2 16,1-2 2-16,2-3 2 0,1-4 8 0,3-3 6 16,-2-2-1-16,-6 6 8 0,1-2-18 0,-1-1-1 0,5-3-6 15,-5 0 0-15,5 0-6 0,1 0 1 0,-2-3-4 16,-9-20-3-16,4-5-5 0,5 1 1 0,4-5-1 16,2 2 0-16,5 1 3 0,3-3-7 0,1 0 4 15,4-3-8-15,3-4 4 0,3-5 1 0,-1-6 2 16,2-1 0-16,2-6-7 0,0 3 5 0,-1 2-5 15,1 2 2-15,-2 9-2 0,-18 2 3 0,27 7-1 16,3 3 12-16,5 6-12 0,-2 7 4 0,0-1-5 0,0 4 8 16,-5 4-6-16,-1 3-6 0,-5 4 2 0,-3-13-2 15,-5 8-1-15,-5 5 1 0,-5 2-2 0,-3 2-2 16,-1 2 9-16,5 9-3 0,2 15 3 0,-5 5-2 0,-8 2-5 16,-5 4 6-16,-8-2-5 0,-4 6 12 0,-5 2-9 15,15-4 4-15,-26 3-4 0,-3-5 6 0,-4-9 4 16,-1-4-7-16,0-6 6 0,8-3-7 0,3-2-1 15,-1-4 6-15,13-2-4 0,-6-5 1 0,3 0 5 16,10-2-2-16,-3 9 3 0,1-2-7 0,5-3 3 16,3-3-3-16,5-3 2 0,0 0-2 0,-1 2 0 15,1-2-1-15,-2 4 0 0,0 0 1 0,2-1-3 0,1 5 3 16,1 1-4-16,0-2 7 0,3 3 4 0,5-1-1 16,16-2 2-16,6-1 7 0,7-2 13 0,-6-1-4 15,6 20 4-15,8-9-15 0,0-6-10 0,-5-4 3 16,-2-3-5-16,-1 1 3 0,-4-2-7 0,1 0-4 15,-1 2-3-15,2-2-27 0,-1 2-28 0,-1 0-44 16,-1 0-2-16,-5 0-219 0</inkml:trace>
  <inkml:trace contextRef="#ctx0" brushRef="#br0" timeOffset="4022.65">15181 4725 734 0,'0'-2'133'15,"0"0"-198"-15,-2-9 164 0,0-10-96 0,0 8 6 0,2 4-12 16,0 4 5-16,0 1-6 0,0 0 10 0,0 0-9 16,0 3 3-16,2-1-6 0,0 0 4 0,2 0 6 15,7-2-2-15,6 1 5 0,3 1-3 0,-5 2 0 16,3 0-3-16,-6 2 1 0,1 3-2 0,-6-1-5 15,-3 1 7-15,9 14-6 0,-2 3 11 0,-7-1-8 16,-3 1 1-16,-1-2-2 0,-5-3 8 0,-4 4 1 0,7-5 0 16,-24 1 0-16,-2-2-7 0,-4-4 4 0,3-2-3 15,-1-1 4-15,-4-3 2 0,8-1-2 0,6 0 3 16,3-3-3-16,6 1 3 0,2 6-5 0,0-3 1 16,3-1-2-16,0-2 10 0,3 0-1 0,-1 0 0 15,0-1-1-15,2 1-10 0,1 0 0 0,1 0 4 16,1 0-3-16,1-2 1 0,4 0-1 0,20 2-2 0,-11-2 2 15,3 2 4-15,5 1-4 0,1 1-1 0,4 2-2 16,-2-1-4-16,-4 1 0 0,0 1 7 0,-1 1-2 16,-3-1 6-16,-3-1-2 0,-2-1-3 0,-6-1 0 15,-3-2 0-15,0 1 4 0,0 1-3 0,-3 0 1 16,-1-2-3-16,2 5 7 0,-2 2 0 0,-3 3 2 0,-5-1-4 16,-12 2-1-16,-19 0-1 0,0 2 1 0,-4-2-3 15,4 1-6-15,-2 3-3 0,-3 0-3 0,8 0-22 16,1-1-64-16,2-3-16 0,3 0-19 0,2-3-76 0</inkml:trace>
  <inkml:trace contextRef="#ctx0" brushRef="#br0" timeOffset="4368.47">13916 5690 380 0,'0'-2'54'15,"-1"0"104"-15,-1 1-109 0,0-1-25 0,0 0 6 0,0 0-14 16,0 0 1-16,0 0 6 0,1 0 9 0,-1 1-1 16,0-1 15-16,0 0 1 0,0 0-10 0,2 0 8 15,0 0-19-15,2 0-9 0,2 1 4 0,31-14-6 16,8 0-1-16,7 4 7 0,7 0-4 0,14 3 7 15,-1 4 1-15,14-1-13 0,3 1 5 0,-7-1-8 16,7-3-9-16,-7 4 6 0,-4 1-5 0,1-1 6 16,-7 4-11-16,6 0 9 0,-7 4-4 0,-8 1 7 0,0 1-8 15,-9-1-2-15,-5-1-1 0,-6 0-1 0,-4 0 8 16,-4-1-10-16,-5 1 6 0,-4 0-7 0,-3-1 0 16,-8-1-29-16,-2 2-11 0,-6-2-12 0,-1 0-100 0,0 0-13 15,-2-1-18-15,0 1 11 0,-2 2-9 0</inkml:trace>
  <inkml:trace contextRef="#ctx0" brushRef="#br0" timeOffset="4881.28">14407 5826 61 0,'0'0'45'0,"0"0"19"0,0-2 32 15,-2 0 6-15,0 0-68 0,0 0-27 0,0 0 4 16,0 1-9-16,0 1 8 0,2 0 2 0,0 0-8 15,-1 1 5-15,-1 3-10 0,-4 15-1 0,-3 14 4 0,0 2-2 16,-4 12 8-16,0 1-6 0,3-1 0 0,-1 3-1 16,0-6 9-16,2-7 14 0,1 0-4 0,3-7 6 15,3-9 0-15,0-1 2 0,2-9 5 0,0-2-3 16,0 1-2-16,0-7-8 0,0 1-2 0,0 0 1 16,0 0 6-16,-2-1 11 0,2 1-4 0,-2-2 3 15,0 0-22-15,2 0-2 0,-1-2-4 0,-1 0 2 16,2-2 4-16,0 0-9 0,0-2 8 0,2-26-9 0,-1 4 1 15,5-5 1-15,1-4-7 0,3 3 5 0,3-9-2 16,0 2-1-16,2 2 2 0,-1 0-3 0,1 5 4 16,6-1-2-16,-12 5 4 0,26 0-3 0,-1 2-2 15,-3 4-1-15,1 0 0 0,-6 3 1 0,-2 2 5 0,-2 4-5 16,-1 6-3-16,-5 1 1 0,-3 5 2 0,-3-7 4 16,-5 4 4-16,-1 3 0 0,0 1 8 0,-1 0-15 15,-1 0 4-15,0 1-7 0,-2 3-1 0,-4 26 1 16,-9 3 2-16,-5 4-1 0,12 2 7 0,-25 4-5 15,5-2 3-15,-2-4-3 0,2-7 3 0,4-6-4 16,-1 0-1-16,5-9 0 0,1-2 6 0,4-4 0 0,0-3 0 16,7 3-1-16,1-2-3 0,-1-3 5 15,1 4-2-15,3-5 2 0,-2 3 0 0,0 1 10 0,3-3 3 16,1 0 1-16,0-1 5 0,0 1-8 0,1 0-6 16,11 3 0-16,25 8-11 0,-2-7 0 0,0-3 0 15,-5-5-2-15,2 0-4 0,-3 0-6 0,-1 0-7 0,-2 0 1 16,0 0-30-16,0 0-42 0,-2 0 4 0,0 0-17 15,2 0-11-15,-1 0-34 0,0 0-15 0</inkml:trace>
  <inkml:trace contextRef="#ctx0" brushRef="#br0" timeOffset="5163.1">15264 5941 245 0,'0'0'87'0,"0"0"95"0,0 0-31 15,0 0-109-15,-1 0 12 0,-1 0-44 0,-2 2-7 16,0 0 7-16,-14-1-10 0,3 29 9 0,-6 2-10 15,-1-1 6-15,5 3 2 0,3-5 0 0,-7 1-10 0,4-2 6 16,3-4 1-16,1-4 5 0,5-3 15 0,4-4 14 16,3 0 3-16,-9 0 4 0,3 0 3 0,3-2-6 15,2-1 1-15,2-1-1 0,0-2 5 0,4 4-13 16,2-1 0-16,1-1-6 0,13-2-8 0,5 1-13 16,10-3 3-16,-2-3-7 0,4 0-2 0,4 20 7 15,-2-9-8-15,-3-5 5 0,-1-3-5 0,-5-3-9 16,-3 0-2-16,-1-2-2 0,-2 0-9 0,-3 0-22 15,3 0 1-15,-4-2-13 0,-1 0-55 0,-2 1-34 0,-4-3-28 16</inkml:trace>
  <inkml:trace contextRef="#ctx0" brushRef="#br0" timeOffset="5347.13">15419 6043 629 0,'0'-2'48'16,"0"0"0"-16,0 0 37 0,0 1-23 0,0-1 6 15,0 0-58-15,0 0-5 0,0 0-5 0,0 0 0 16,0 2 0-16,0 2 3 0,0 0 6 0,0 11-3 0,1 19 7 16,1 5 5-16,0 5 2 0,-2-1 0 15,0 6-7-15,0-3-2 0,-2 3-5 0,-1-3 2 0,-3-1-8 16,-1 1 3-16,-1-3 2 0,1 0-1 0,1 2-4 16,2-4 2-16,1 0-10 0,-1 0 6 0,0 2-25 15,1 1-134-15,-1 5-42 0</inkml:trace>
  <inkml:trace contextRef="#ctx0" brushRef="#br0" timeOffset="6320.73">7267 7434 531 0,'-3'-2'66'0,"-5"0"-48"0,-31-15 73 15,8 4-28-15,-3 0-22 0,5 4-23 0,1 0 3 16,2 1-8-16,2 3 0 0,1 1-2 0,3 0 0 16,3 2 0-16,4 1 6 0,2-1 7 0,0 0-4 15,5 2 5-15,-3-2 2 0,5 2 6 0,1 0 0 0,-1 0 2 16,0-2-3-16,1 0-15 0,-1 0 2 0,2 1-7 15,0-1-3-15,2 2-7 0,0 0-2 0,2-2-1 16,2 0 1-16,14-2-1 0,12 1 3 0,3 1-4 16,3 0-2-16,3 2 3 0,3 0-1 0,7 0 2 15,8 0 0-15,4 0 2 0,4 0-4 0,4 2 2 16,-4-2-9-16,4 0 10 0,-4 0 0 0,0 0 3 16,4 0-12-16,-1-2 8 0,12 0-4 0,11 2 6 0,9 0-1 15,6 0-3-15,-2-2 4 0,-2-2-3 0,-2-1-2 16,4 1-1-16,12 0 0 0,14 3 2 0,-2-1 2 15,2-2 5-15,-6-2-2 0,-3 1 1 0,9 1-7 0,11 2 2 16,0 0 1-16,-2-1 0 0,-5-1-5 0,0 2 5 16,7 0-4-16,5 0 5 0,5 1 1 0,-10-1-2 15,2-2 3-15,5 4-3 0,8 0 3 0,-2-2-4 16,-1 0-3-16,-7 0 1 0,3-1 2 0,14 3-2 16,-1-4 4-16,-2 0-2 0,-5-1 3 0,9 1 3 15,1-2-6-15,0 3 2 0,-7-1-9 0,-4 2 8 16,6-2 3-16,1 3 0 0,-3-3 2 0,-5 0-3 15,-7 4-3-15,10 0 0 0,2 0-1 0,-2 0-2 16,-4-2 4-16,2 2-2 0,2 0 8 0,2 0-6 0,-2-2 1 16,-7 1-3-16,-1-3 4 0,8 4-3 0,0-4 2 15,-2-1-2-15,-9-1 7 0,-6 0-2 0,8 5-1 16,-2-3-2-16,-4 2-1 0,-11 2-1 0,-11 0 4 16,-4 2-2-16,-6 2 4 0,5 3-5 0,-12-3-2 0,-11 1 1 15,-8-3 0-15,-14 0 6 0,-2 2-3 0,-10-2 4 16,-5-1-12-16,0 3 3 0,-1 0 3 0,-11 0 1 15,3-1 6-15,-10-1-10 0,-7-2 3 0,-1 0-5 16,-5 0 3-16,-9 0 1 0,0 0-9 0,-7 0 6 16,0 0-12-16,-1 0-118 0,-1 0-9 0,0 0-50 15,-2 2-143-15</inkml:trace>
  <inkml:trace contextRef="#ctx0" brushRef="#br0" timeOffset="7691.1">8606 8371 256 0,'0'-2'0'0,"0"1"14"0,-2-3 8 16,-5-11 1-16,-2-5 2 0,-1-1-12 0,3-1 4 15,-1-2-5-15,3 0 7 0,1-2-3 0,0-2 9 16,4 2-4-16,0-6 4 0,0 2-8 0,2-1 6 0,2-1 4 15,2 3 0-15,-1-1 14 0,-1 4 37 0,0 4-3 16,-3 11 15-16,-1 3 2 0,2 4-57 0,-2 1 3 16,0 1-24-16,0 2-15 0,0 2 2 0,0 0-4 15,-3 44 4-15,-7 4-6 0,1 0 9 0,-4 0-4 16,-2 6 3-16,-2 2-10 0,3 7 7 0,-1 3 1 0,0 7 1 16,0 4-4-16,2-2 4 0,2-1 0 0,-2-13 2 15,2-8-2-15,3-4 0 0,-1-9-2 0,4-3 2 16,-1-2 0-16,4-3 0 0,0-4-1 0,0-1 1 15,2-3 5-15,0-2-7 0,0 1 7 0,2-5-7 16,0 0 7-16,2-1-1 0,0-2-6 0,-1-2 0 16,1-6-35-16,0-2-114 0,-4-5-6 0,3 2-38 15,1 0-40-15</inkml:trace>
  <inkml:trace contextRef="#ctx0" brushRef="#br0" timeOffset="7940.25">8905 8733 902 0,'0'0'9'0,"0"0"2"0,0 0 0 16,0 0-5-16,0 0 0 0,0 0-2 0,2 0 14 16,2 0-2-16,20 2 6 0,9 0-3 0,12 2 0 15,1-2-8-15,4-2 5 0,-1 0 0 0,-3-4-4 0,-1-4 3 16,1-1-5-16,2 0-13 0,-3 1 7 0,-1 1-2 15,-1 1 5-15,-2 3-5 0,2-1-2 0,-1 0-2 16,-1 2 0-16,-2 1-15 0,-3-3-11 0,-9-2-23 0,-1 1 3 16,0-3-85-16,-2 1-39 0,-5 1-12 0</inkml:trace>
  <inkml:trace contextRef="#ctx0" brushRef="#br0" timeOffset="8174.68">9486 8234 589 0,'0'-2'143'16,"0"0"-165"-16,0-2 167 0,0-1-85 0,-2-6-26 15,2 7-26-15,0 0-2 0,0 1-6 0,0-1-8 0,0 0 8 16,0 2-6-16,0 0 6 0,0 2-7 0,0 2 5 16,0 2 2-16,2 20 0 0,0 19 7 0,-2 5-5 15,-2 8-2-15,-3 11 0 0,-3 3 4 0,-1 10-4 16,-2-2 6-16,0-7-6 0,-2-3 7 0,0-12-7 15,2-2 2-15,1-8-2 0,3 1 9 0,3-6-10 16,0-1 0-16,1-1-4 0,1-1 2 0,2-9-103 16,2 3-53-16</inkml:trace>
  <inkml:trace contextRef="#ctx0" brushRef="#br0" timeOffset="8798.16">11271 8160 772 0,'-2'-2'78'0,"0"0"-93"16,-4-2 91-16,-7-11-46 0,4-1-8 0,0 3 3 15,1 1-5-15,6 5 4 0,-5-2-6 0,3-1-10 16,4 3 3-16,0-2-7 0,4-1 0 0,3 1 0 15,21 0 1-15,0-4 0 0,11 5-2 0,0-1 16 0,-4 4 3 16,4-16 5-16,-7 10 6 0,-2 7-10 0,-2 4-2 16,-4 2-1-16,0 6-2 0,-4 1-13 0,-1 2 4 15,-2-7-6-15,-3 18-4 0,-4 2 2 0,-1 0-3 16,-4 2 3-16,-3 0-5 0,17 6 7 0,-10-2-3 16,-7 5 2-16,-4 2-8 0,-7 2 6 0,-8 2 1 0,-5 3 1 15,20 3-2-15,-29 5 4 0,-3-4-1 0,-3-3 2 16,-6-3-5-16,4-10 3 0,-3-1 1 0,4-5 3 15,-4-7 1-15,5-2-6 0,1-4 1 0,-5-8-2 16,12 1 3-16,-1-2 3 0,0 14 0 0,8-10 2 16,5-5 1-16,2-1-5 0,8-2 4 0,0 0-4 15,3 0 4-15,0 0 9 0,2 0-8 0,-1 0 8 16,-1 0-3-16,2 0-11 0,0 0 7 0,2-2-9 0,0 0 8 16,2 1-1-16,5-1-6 0,34-9 5 0,6 1-4 15,-1 1-1-15,12 0 4 0,-4 1-5 0,-2 1 2 16,1-1-6-16,-6 1 1 0,-10 0-3 0,-2 1-9 0,-3 2-6 15,-1 1-11-15,1 1 3 0,-2 0-29 0,1-2-98 16,-1 2 13-16,1 0-47 0,3 2-34 0</inkml:trace>
  <inkml:trace contextRef="#ctx0" brushRef="#br0" timeOffset="9362.11">12570 8158 625 0,'0'-2'57'0,"0"0"-5"0,0-2 23 0,-2-12-2 0,-1-3-14 16,-1 4-21-16,0 2 5 0,1 2-8 0,-1 0 3 15,0 3-38-15,4 7 0 0,-5-3-7 0,-10-7 5 16,-6 1-6-16,-3 5 8 0,-2 5-1 0,-7 2 1 16,-1 7-3-16,1 4 10 0,-2 4-3 0,3 1 6 15,-3-16-7-15,0 22 0 0,3 0-3 0,2-1 2 16,8 1-5-16,9-2 2 0,9-3 3 0,1-3 0 15,1 1 5-15,-8-4-6 0,5-2 2 0,1-1-1 0,2-3 12 16,2-1 36-16,0-5-10 0,2 3 16 0,9 4-34 16,19 3-11-16,5-6-1 0,-1-5-2 0,-1-3 0 15,1-7-8-15,-1-1-1 0,-2-4-2 0,1-1-2 16,-6 1 9-16,-2 0-4 0,-2 13 6 0,-1-15-6 0,-4 1 3 16,-4-1-1-16,-2 0-1 0,-4 2-5 0,-3 0 6 15,0 2 2-15,5 2 1 0,-4 2 2 0,-3 3-2 16,2-1 0-16,-4 3-1 0,0 2-8 0,2-1 1 15,0-1-6-15,-2 2 4 0,0 0-7 0,0 2 11 16,0 0-5-16,-2 2 6 0,0 2-4 0,0 5 0 16,-5 17 4-16,1 4-2 0,1 3 2 0,1 3 0 15,0-1-3-15,0 2 0 0,3 0-5 0,-1 4 8 0,0 0 0 16,0 5 4-16,0 1-5 0,-2-5 1 0,-1-1-1 16,-3 2 2-16,-1-2 1 0,-2-4-1 0,-2-2 2 15,0-9-1-15,-2 0 10 0,11-4-7 0,-18-1-3 16,-2-6-1-16,2-4 1 0,-4-4 7 0,3-3-1 15,3 0 1-15,2-2-3 0,-1 11 11 0,2-4-4 16,-3-2 5-16,-2-3 1 0,7-4-9 0,0 0 5 0,0-2-7 16,6 0 1-16,3 0-2 0,2 1-1 0,1-1-1 15,-1-2-5-15,0 0-19 0,1 1-10 0,1-1-7 16,0 0-66-16,0 2-13 0,0 0 0 0,2 1-3 16,0-1 12-16,0 0-52 0,2 0 5 0,2 0-19 15,9 0 16-15</inkml:trace>
  <inkml:trace contextRef="#ctx0" brushRef="#br0" timeOffset="9953.62">12791 8607 402 0,'0'-2'64'0,"0"0"-5"0,0 1 64 16,0-1-12-16,-2 0 1 0,1-2-61 0,-1 2-36 15,0 0-4-15,0 1-7 0,0 1-2 0,0 1-1 16,-1 1 5-16,1 2-4 0,-6 20-1 0,1 6 2 15,-10-6-1-15,10 6 2 0,-6-4 0 0,0-2-3 16,2 2 0-16,-1-2-1 0,3-4 5 0,2-1-1 16,-1-2 2-16,-1-4-1 0,2 0 7 0,1-2-3 0,0-2-2 15,3-2 1-15,-3 1 0 0,4-3 2 0,0-1-1 16,1 0-1-16,-1 0-6 0,2-3 11 0,-4 3 10 16,0 0 1-16,1 0 42 0,-1-3-30 0,2 1 5 0,0 0-15 15,0 0-12-15,0 0-2 0,1-2-2 0,-1 0 1 16,0 0-6-16,0-2 3 0,0 0-7 0,0 0 5 15,2-1-5-15,0-3-2 0,2-11 1 0,4 1-4 16,1-1 0-16,4-4 3 0,-1 7 1 0,-7-5 0 16,16 0 0-16,-1-3-8 0,14 4 1 0,-2-5-2 15,-1 8 11-15,-1 4-2 0,-9 0-1 0,-2 7-1 16,-4-1-8-16,3-6 0 0,1 5 5 0,0 6-3 16,-4 2 2-16,-8 0 4 0,-1 3-2 0,13 21 3 0,-4 4-5 15,-6-2 4-15,-5-4 1 0,-2 0 1 0,-2-1-2 16,-2-3 7-16,-1-1-4 0,1-5 6 0,-1-1-10 15,1-3 10-15,0-1-7 0,2-5 7 0,-1 1-10 0,3-3 5 16,-4 2 6-16,0 0 0 0,0-1 15 0,3-1-7 16,-1 0 2-16,0 0-4 0,0-2-2 0,0 0-3 15,2 0-9-15,0-2 4 0,0 0-6 0,2-3-1 16,7-14 5-16,6-3-4 0,-11-2 0 0,20 3 2 16,-9-3-3-16,3 0 3 0,1 5-1 0,-4 1 1 15,-2 5-2-15,-2 7 1 0,-2 2-6 0,-1-1 5 16,-3 1 4-16,3 2-1 0,-1 0 0 0,-3 2 4 15,1 0-3-15,-3 0 3 0,0 4-5 0,13 18 4 0,-6 1-4 16,-1 1 3-16,-5-4-3 0,-1 3 0 0,-2-5 0 16,0 1 0-16,0-1-4 0,0-3-3 0,0 2 2 15,0-2-2-15,-2 0-8 0,2-2-99 0,-2-2-45 0,2-2-22 16,0 2-178-16</inkml:trace>
  <inkml:trace contextRef="#ctx0" brushRef="#br0" timeOffset="10551.68">13645 8186 976 0,'-2'-2'15'0,"1"0"26"0,-1 0-36 0,-2 0-17 16,0 2 3-16,1 0-7 0,-1 2 12 0,4 0 0 15,-17 28 2-15,4 5-1 0,-7 4-4 0,5 2 7 16,11 7 0-16,-9 4 1 0,0-2-8 0,-2 2 7 16,-5 0-2-16,5-5 4 0,0-1 7 0,2-5-2 15,2-8 0-15,4-3-1 0,3-6-2 0,0-7-2 16,2-1 6-16,-5-6-5 0,0 3 8 0,3-6-2 16,0 2-1-16,2-5 2 0,0 0 2 0,2-2 13 0,-1 1 1 15,-1 1 5-15,0 0 10 0,0-2-19 0,0 0 1 16,0-2-9-16,0 0-8 0,1-2-3 0,1-2 1 15,-2-13 0-15,0-16 0 0,2-4-9 0,4-6 0 0,3-9-2 16,2-2 13-16,4 0-6 0,0-1 0 0,0 1-4 16,4 4 8-16,2 3-4 0,-3 5 1 0,1 4-3 15,2 1 1-15,-3 8-1 0,-12-1 0 0,24 6-1 16,0 1 3-16,-1 5 1 0,1-1 3 0,4 4-3 16,-6 1-7-16,2 4 6 0,1 1 0 0,-6 2 1 15,5-12-1-15,-2 8-3 0,-4 7 2 0,0 4-2 16,-3 2 6-16,-3 2 5 0,-1 3-2 0,-5-1 3 15,-3-3-4-15,-5 18-5 0,13-1 1 0,-6 1-1 0,-2 1 0 16,-5 2 4-16,-2 0 1 0,-5 2-1 0,-6 0 2 16,-4 2-7-16,11 4 0 0,-29 1-2 0,-1 2 9 15,-1 1-7-15,-6 1 3 0,0-2-4 0,0-3 3 0,10-3 6 16,1-4-3-16,4-5 3 0,2 0-7 0,2 1 3 16,3-3-3-16,2 8 3 0,6-5-2 0,4-5-2 15,-2 3 2-15,5-6-2 0,0-2 3 0,2-2 0 16,-5 1 5-16,1-1-2 0,3 4 7 0,3-4 3 15,0-1-6-15,1-1 5 0,3-1-5 0,0-1-9 16,22 1 7-16,0-2-7 0,-2-1 3 0,6 1-2 16,-4 0-3-16,0-2-1 0,0 3-27 0,-2 1-59 15,-4-1-16-15,-1 1-18 0,-4 1-89 0,-1 1-106 16</inkml:trace>
  <inkml:trace contextRef="#ctx0" brushRef="#br0" timeOffset="10832.87">14384 8737 881 0,'0'0'47'16,"-2"-2"-4"-16,1 0 0 0,-3 0-4 0,-2-1-17 16,-14-7-22-16,-6 3-1 0,-2 3-2 0,-5 4 1 15,3 2 6-15,2 6-2 0,0 1 5 0,6 0-5 0,0 2 2 16,3 2-4-16,2-9-1 0,3 13-1 0,4-1 7 15,3-3-4-15,1 2 6 0,3 0-5 0,-1 2 10 16,-7-2 0-16,1 0-1 0,5-2 1 0,1 1 5 0,2 1 12 16,2 0 6-16,2-2-1 0,4 0-4 0,1 0-9 15,1-2-8-15,18-3 2 0,7-1-15 0,8-3-1 16,0 0-4-16,11-3-1 0,-10 24-25 0,5-12-28 16,1-8-19-16,-3-5-13 0,3 0-155 0</inkml:trace>
  <inkml:trace contextRef="#ctx0" brushRef="#br0" timeOffset="11490.43">15311 7955 418 0,'0'-1'187'16,"0"-1"-217"-16,-2-11 208 0,0-6-104 0,2 10-29 0,0 3-26 15,0 3 2-15,0 1-12 0,0 0-7 0,-2 2 0 16,0 2-2-16,1 1-1 0,-12 31-5 0,-2 3 4 15,0 0 6-15,-2-4-3 0,2-3 7 0,-3 4-2 16,1-3-3-16,0 3 2 0,4-3-4 0,-2-1-1 16,2-2-1-16,0-4 1 0,2-4 8 0,2-3-1 15,0-2 3-15,3-6-4 0,1-1-4 0,1-3 10 16,2-1-5-16,-2 0 8 0,1-1 4 0,-1-1-1 16,0 0 5-16,2-2-4 0,-1 0 1 0,-1 0 0 15,2 0-7-15,-2-4 5 0,-9-16 0 0,2-6-7 16,6 0 4-16,3-2-6 0,2 0-1 0,5-2-9 0,3-3 4 15,5 1-5-15,5-1 5 0,3-6-4 0,-18-2-1 16,20-5 0-16,3-2 7 0,3 1-4 0,1 3-1 16,0 3-2-16,-4 9 1 0,-2 6 3 0,2 6-2 0,-6 5 2 15,-1 4-2-15,0 3-5 0,-5-3 8 0,3 2-5 16,-2 5 11-16,-4 4-2 0,0 2-5 0,-3 2 2 16,-5 5-6-16,16 23 0 0,-6-1 6 0,-8 3-3 15,-5 1 1-15,-1 2 1 0,-7-2-3 0,-1-5 2 16,0-6-10-16,-1-3 9 0,1-3-4 0,2-1 6 15,-3-1-4-15,3-3 4 0,0 0-1 0,1-1 3 0,0-3-6 16,3-2 1-16,-1 3 0 0,0-1 0 16,2-2 3-16,1 1 1 0,-1-1-1 0,0 1-1 0,0 1-2 15,0 0 2-15,2 0-1 0,0 1 0 0,0 1-4 0,2-2 9 16,2 2-3-16,-1-1 4 0,1-3-2 0,0 0 8 16,-2-1-5-16,18-2 4 0,-1-2-12 0,-1-1 0 15,1 1 0-15,-1 11-1 0,3-2-15 0,-3-3-72 16,1-3-2-16,-2-1-29 0,-1-2-52 0</inkml:trace>
  <inkml:trace contextRef="#ctx0" brushRef="#br0" timeOffset="11963.35">15847 8050 712 0,'-1'-2'58'0,"-1"0"7"0,-2-1-7 0,2-1-22 0,-5-5-6 16,5 5-16-16,-2-2-9 0,0 3 0 0,1-1-4 16,-1 2 0-16,2 0-3 0,0 0 3 0,0 0-1 15,2 1 11-15,0-1-4 0,2 0-1 0,0 0 1 16,0 2-3-16,17-6 12 0,-1 3 4 0,1 3 3 16,-4 0 16-16,-1 3-15 0,1 3 2 0,-5 0-8 15,1 1-7-15,-8-5-4 0,-1 15-6 0,9-3 2 16,-3 3-8-16,-4 2 5 0,-4-3 1 0,-6 1 2 0,-1-2-4 15,1-2 1-15,-18 2 0 0,0-6 0 0,0 0 0 16,1-3 2-16,5-2 2 0,3-2 1 0,6 1-3 0,3 1 2 16,0-2-4-16,3 0 4 0,-1 1 1 0,0 1-6 15,1 0 2-15,1 0-3 0,0-1 1 0,0 1 0 16,2 0-1-16,0-1 2 0,2 1-3 0,0 0 2 16,0 0-2-16,1 5 2 0,12 4 3 0,0 2-5 15,-2 0 6-15,-2 1-5 0,-3-1 9 0,1-2-9 16,2 2 4-16,-2-2-3 0,-1-2 5 0,-3 0-5 15,-3-1 2-15,0-3-2 0,0-3 8 0,0-1-2 16,-2-1 0-16,0 2 1 0,0 2 9 0,0-1-7 0,-2-1-3 16,2-2-2-16,-34 1-13 0,1 1 8 0,3 4-4 15,1-5 1-15,1 3-42 0,0-2-65 0,2 3-25 16,2 2-10-16,3 4-56 0</inkml:trace>
  <inkml:trace contextRef="#ctx0" brushRef="#br0" timeOffset="12237.23">14975 8895 936 0,'-2'-2'21'0,"0"0"-1"15,0 0-3-15,0 0-6 0,0 1-5 0,1-1-5 16,-1 0-3-16,0 2 6 0,0 0-6 0,0 0 2 0,2 0 9 15,0 2 0-15,2 0 5 0,2-1 6 0,24 11 8 16,11 1-7-16,11-4 9 0,7-4 7 0,3-1 7 16,5-2 3-16,3-2-1 0,-3-4 2 0,0 1-30 15,6-3 8-15,3-1-15 0,8 1 3 0,-4 0-10 16,-2 3-1-16,-2-1-2 0,-11 2 4 0,-3 0-8 16,-12 0 3-16,-11 2-7 0,-9 0 0 0,-6 0-12 15,-5 0 0-15,-6 0-10 0,-3 0-57 0,-7 0-46 16,3 2-9-16,-2 0-11 0,0 2-63 0</inkml:trace>
  <inkml:trace contextRef="#ctx0" brushRef="#br0" timeOffset="12768.69">15368 9196 105 0,'0'0'69'0,"0"0"-18"0,0 0 69 0,-1 0-12 15,-1-2-18-15,0 0-26 0,0 0 3 0,0 2-13 16,0 0-18-16,0 0-13 0,1 0-1 0,-1 0-4 15,-2 2-16-15,2-2 8 0,-11 7-6 0,-5 21 7 16,3 6-2-16,-9 1 1 0,-1 6 0 0,1-4 1 16,6 0 10-16,1-2-1 0,2-3 3 0,4-2-4 0,-8-6-4 15,5-6-6-15,-3-1 1 0,4-2-3 0,5-2 10 16,-1 2-4-16,5-6 0 0,-5-2-2 0,2-3-3 16,3-2 5-16,-5 5 1 0,3-3 1 0,-1 0-2 0,-1 0 5 15,5-3 2-15,-3-1 1 0,-5 0 8 0,3 0 2 16,-1-3-4-16,7 3 3 0,0-4-10 0,-12-22-20 15,6 2 8-15,6-4-10 0,6-4 7 0,5-1-4 16,6-2-1-16,6-2 0 0,1-4-1 0,-13 5-4 16,19-3 3-16,5 4-3 0,6 4 0 0,4 1 5 15,2 2-1-15,-6 4 2 0,2 4-1 0,-8 5 0 16,-1 2-1-16,-3 5 1 0,-3 5 2 0,-5-12-5 16,-1 5-3-16,-3 7-2 0,-2 1 3 0,-6 2 1 0,-5 0 3 15,-1 2-3-15,1 3-3 0,7 21 11 0,-9-2-5 16,-4 4 5-16,-7 2-7 0,-4-2 1 0,11 3 2 15,-30 1 0-15,-1-2 3 0,0-3-4 0,-3-1 3 16,5-1-4-16,-1-1 3 0,3-11 11 0,4-2-4 0,-1-2 5 16,12 0-8-16,2-1-1 0,-1-1 1 0,4-5-1 15,2 0-2-15,5 2-1 0,-2 1-1 0,0 1 1 16,1-1 1-16,-1 3 11 0,-2 1-4 0,3 2 7 16,1 0 3-16,2-1-1 0,2-3 1 0,0-1-3 15,-1-1-13-15,22-1 2 0,3 0-5 0,0-1 3 16,5-1-4-16,3 0-4 0,-3 17-2 0,5-6-1 15,-1-4-11-15,-5-5-24 0,3-2-8 0,-2-2-12 16,1 0-82-16,0 0-107 0,-3 0-25 0</inkml:trace>
  <inkml:trace contextRef="#ctx0" brushRef="#br0" timeOffset="13052.51">15907 9435 631 0,'-2'0'61'0,"0"0"-7"0,0 0-11 15,0 0 7-15,1 0-31 0,-5 0-10 0,-13 4-5 16,1 3 5-16,-10 8-4 0,4-2 13 0,-4 2-3 16,2 0 7-16,2-13-4 0,3 18 16 0,3-1 0 0,5-4-1 15,5-2 0-15,3-2-11 0,1 0-6 0,-3-2 5 16,1-1 0-16,1 1 42 0,3 0-14 0,2-3 2 16,0-1-11-16,2 1-26 0,3-4 2 0,29 0-6 15,-1 18 4-15,2-7-12 0,6-6 0 0,-2-3 0 16,11-2-1-16,-7-2-1 0,2 0-2 0,-5-2 3 15,-4 0-1-15,1-1 3 0,-6-1-21 0,-1 2-9 0,-4-2-4 16,-4 1-35-16,-3-1-68 0,-4 2-15 0,-6 0-31 16,-2 0-166-16</inkml:trace>
  <inkml:trace contextRef="#ctx0" brushRef="#br0" timeOffset="13239.61">16031 9472 633 0,'0'0'74'0,"-2"0"163"0,1 0-218 0,-1 0-5 16,-2 2 3-16,4 0-3 0,-7 31 9 0,3 5-15 15,-5-5 5-15,3-1-9 0,2 1-3 0,-1-7 1 16,3 0 4-16,-6 0-1 0,3-4 4 0,-3 2-10 16,-1 1-4-16,2-3-6 0,-10 0-35 0,8-1-129 15</inkml:trace>
  <inkml:trace contextRef="#ctx0" brushRef="#br0" timeOffset="19233.98">16852 8616 1086 0,'-4'-3'0'0,"0"-8"186"16,-27-25 23-16,18 12-17 0,5 9-13 0,5 8-214 16,3 5-41-16,-4-2-66 0,2 1-8 0,0-1-19 15,0 0-55-15,1 0-139 0</inkml:trace>
  <inkml:trace contextRef="#ctx0" brushRef="#br0" timeOffset="20007.04">17881 7692 837 0,'0'-2'24'0,"0"0"-6"0,0-2 12 0,0-5 3 16,0 2-10-16,0 3-23 0,0 0 5 0,0 0-6 15,0 1 4-15,0 1-8 0,-2 0 5 0,0 0 5 0,0 0 0 16,0 2 15-16,0 0 14 0,0 0-6 0,1 2 7 15,-1 2-1-15,-9 16-9 0,-6 12 9 0,4 5-10 16,2 2-6-16,0 7-6 0,3-5-7 0,-1 0 3 16,1 4-8-16,1-6 2 0,0 0 2 0,-1-2 1 15,3-8 0-15,-1 3-2 0,0-4 0 0,1-2 0 16,-1 2 4-16,3-6 8 0,-1 0-7 0,0-5 7 16,2 0-5-16,0-4 1 0,2-6-1 0,0-1-1 0,0-1 0 15,0-1-2-15,0 0 3 0,0-1-2 0,0 1 4 16,0-2-18-16,0 0 8 0,0 0-13 0,0-2 0 15,0-2-4-15,0 0-2 0,-1-9 3 0,-1-21 10 0,2 1 4 16,0-6 0-16,2 1 0 0,1 1-8 0,1-6 6 16,3-3 1-16,3-5 1 0,-1-3 2 0,2 4 4 15,2-2-1-15,0 2 2 0,0-1-3 0,0 7-2 16,0 5 1-16,0 5-1 0,0 4 12 0,2 2-11 16,0 4 7-16,-10 1-7 0,18 3 13 0,3 3 0 15,0 2-5-15,2 4 4 0,3-1 5 0,-1 3 3 16,-1 1 1-16,1 5-1 0,-9-14-5 0,5 4-1 15,-6 5-3-15,-1 4 1 0,1 2-5 0,-1 4-7 0,-1 3 4 16,-5 1-5-16,-2-3 3 0,-3 23 2 0,10 4-3 16,-7-1 2-16,-5 5-6 0,-6-1 6 0,-6 2 0 15,-5 0 2-15,-5-2-8 0,-3-1 2 0,2-6 0 16,14-2 2-16,-18 2 3 0,-5-8 0 0,2-1-4 0,-2-6 3 16,2-4-3-16,-2-4 1 0,4 1 2 0,-3-2-2 15,5-2-2-15,3 1 1 0,4-1 2 0,0 7-1 16,4-3 0-16,2-2 4 0,3-4-5 0,0 0 5 15,2 0-9-15,1 0 3 0,-1 0-3 0,-2 2 1 16,0-1-3-16,2 1 2 0,1 0 1 0,-1 0 0 16,2 0 3-16,0 0 0 0,2 0-3 0,-1-1 1 15,5 1-1-15,16 11 1 0,-3-2 3 0,1 0-2 0,4 2-8 16,2 0 9-16,-5-3-5 0,5 1 8 0,-6-2-2 16,-1-1-4-16,-1-1 5 0,-1-1-6 0,2 1-4 15,-5-1 6-15,5 1-1 0,0 0 1 0,-10-3-10 16,4 2-51-16,-2-3-3 0,-7-3-19 0,3 4-44 0,-1-2-46 15,1 2-5-15,1-2-20 0,3 1-87 0</inkml:trace>
  <inkml:trace contextRef="#ctx0" brushRef="#br0" timeOffset="20245.61">18675 7898 1051 0,'0'0'19'0,"0"0"4"0,0 0-13 0,0 0-5 16,-2 2-5-16,0 0 1 0,-1 7 1 0,-7 15 0 15,1 2 0-15,2-2-2 0,1 0 4 0,1 0-4 0,-1-3 6 16,1-1-2-16,1-3-5 0,2-2 1 0,-2 0-3 16,2-1 7-16,-1 1-3 0,-1 2 1 0,0 2-2 15,1-3-7-15,-1 3-46 0,-2-1-29 0,1 1-17 16,-3 0-210-16</inkml:trace>
  <inkml:trace contextRef="#ctx0" brushRef="#br0" timeOffset="20683.27">17025 8832 637 0,'-2'-2'71'16,"0"0"109"-16,0-2-120 0,0 1-44 0,0-1-4 0,0 0-10 15,1 0-4-15,1 3 11 0,0-1-4 0,1 0 7 16,1 2-7-16,34-9 5 0,6 5-1 0,12 4 4 16,13 2 10-16,9 0 13 0,8-1 10 0,5 1-2 15,-6-2 14-15,8-2-15 0,-3 2 0 0,1 0-3 16,5 0-8-16,10 0-5 0,2 0-5 0,2 2 0 16,-4 0-8-16,-9 0-4 0,-6 2 3 0,-6-2-5 15,3 1-5-15,-1 3 0 0,-1-1 4 0,-6-1-2 0,-10-2 0 16,-10-2 2-16,-12 0-7 0,-12 0 6 0,-6 0-3 15,-8 0-3-15,-5 0 3 0,-4 0-3 0,-5 0 1 16,-5 0-26-16,3 0-11 0,0 0-9 0,-2 0-75 16,-2 0-17-16,-2 0-9 0,-6 0 0 0,-49-4-25 0,-10 6-38 15</inkml:trace>
  <inkml:trace contextRef="#ctx0" brushRef="#br0" timeOffset="21319.34">17337 9012 669 0,'-2'0'84'0,"0"0"-86"0,0 0 85 15,0 0-40-15,0 0-39 0,0 0-5 0,-1 2 6 0,-1 1-5 16,-7 10 4-16,-10 19 2 0,5 1-3 0,-5 6 4 15,1 0 2-15,1 2 14 0,1 2 1 0,-1 3 5 16,2-1 5-16,1-1 0 0,3-8-1 0,0-5 1 16,3 3-4-16,3-6-6 0,1-1-5 0,5-2 2 15,-3-5-4-15,-11 2-15 0,6-5 10 0,3 0-12 0,4-8 11 16,0-2-3-16,1 3-6 0,1-5 4 16,0-1-4-16,0-2-3 0,0 2 6 0,0-1-5 0,0-1 2 15,0 0-2-15,1-2-7 0,1 0 4 0,0-2-1 16,0-2 2-16,13-29-2 0,0-8-1 0,-4-2-11 0,0-3 16 15,2-4-3-15,-2 0 5 0,2-6-3 0,0 4-5 16,2 2 6-16,2 2-5 0,-1 5 5 0,1 4 5 16,0 4-1-16,0 5 4 0,-16 4 5 0,25 2-7 15,0 3 1-15,8 7-2 0,-5-1 6 0,5 4 0 16,5-2-6-16,-2 1 4 0,4 1-1 0,0 6-1 16,-2 1 2-16,0-18-5 0,-4 11-4 0,-7 7 7 15,-2 4-6-15,-6 2 5 0,-1 3-9 0,-6 1 2 16,-4-1 7-16,-1 1-5 0,-5 3-3 0,10 10 2 0,-3-1-3 15,-7 3 3-15,-3-1-4 0,-3 4 3 0,-7 1-8 16,-5-3 7-16,4 2-1 0,-20-4 7 0,-3-1 3 16,-1-4 0-16,-2-2-4 0,-2-2 8 0,2-2-3 15,1 1 5-15,-3-1-1 0,12 0 2 0,-5-3 0 16,12-1-1-16,-5 1-6 0,1-2 9 0,4 1-10 0,0 6 8 16,7 2-14-16,0 0 2 0,3 0 1 0,3 4 1 15,-1-6 9-15,7 2-6 0,-11 4 5 0,5-4-6 16,1 3 1-16,5 5 1 0,1-4 1 0,5-3 0 15,3-1 2-15,-3-5-2 0,23 3-5 0,5-2 3 16,8 2-8-16,-2-5 3 0,0 0-5 0,-5-1 2 16,3-1-25-16,-6 1-28 0,3 3 0 0,-6-1-10 0,-10-3-18 15,4 3-51-15,-5-3-15 0,0 2-23 0,3 3-157 16</inkml:trace>
  <inkml:trace contextRef="#ctx0" brushRef="#br0" timeOffset="21539.7">17962 9483 911 0,'0'0'37'0,"0"0"-2"0,-2 0-16 16,1 0 5-16,-1 0-22 0,0 2 11 0,0 2 0 0,-7 11-5 16,-6 11 3-16,2-2-3 0,4-4 0 0,-1 3 5 15,3-1-5-15,1-5-2 0,3-1 2 0,-1-1 1 16,2-2-1-16,0-2-4 0,0-1-3 0,2-1-2 15,0-2 1-15,0 3 0 0,0-3-57 0,0 1-5 0,0-3-31 16,0 1-123-16</inkml:trace>
  <inkml:trace contextRef="#ctx0" brushRef="#br0" timeOffset="21753.83">18228 9593 749 0,'0'-2'339'0,"0"0"-461"0,0 0 395 0,0-1-222 0,0-1-50 15,2 0 13-15,1 1-2 0,14-9 4 0,13-4-8 0,3 1-2 16,1 2 0-16,-5 2 0 0,1 3-4 0,0 5-7 16,-4 1-2-16,0 2-3 0,-2-2-12 0,-6 0-20 15,3 0-9-15,-6 0-4 0,1 0-42 0,-3 1-113 16,-3-1-65-16</inkml:trace>
  <inkml:trace contextRef="#ctx0" brushRef="#br0" timeOffset="22002.15">18623 9203 681 0,'0'0'45'0,"0"-2"63"16,0 0-57-16,0 1-23 0,0-1-6 0,0 2-3 15,0 0-2-15,0 0 8 0,0 2 7 0,0 1-3 16,-3 14 6-16,-3 15-15 0,0-1 3 0,-1 6-5 16,0 2 9-16,-1 2-1 0,3 0-3 0,-1-8 0 15,2 4-15-15,1-7 2 0,1-4-4 0,0 6 3 0,0-8-5 16,0 0-2-16,0 0 3 0,0-2-3 0,1-3-8 16,1-2-31-16,-2-2-13 0,0-2-6 0,0-2-56 15,0-2-43-15,2-3-2 0,0-3-17 0,0-1-43 16</inkml:trace>
  <inkml:trace contextRef="#ctx0" brushRef="#br0" timeOffset="22241.35">19245 9073 664 0,'-2'0'91'0,"1"-2"169"0,-1 0-228 0,0 1-25 15,0 1-3-15,0 0-4 0,0 1 9 0,0 3 1 0,-9 13 0 16,-5 14-1-16,-1 7 2 0,2-1-1 0,2 0 0 16,2 4-1-16,0-1-5 0,1-2 8 0,1 1 2 15,2-6 2-15,1 0-4 0,1-3-8 0,-1-4 2 16,-1 0-4-16,1-7 1 0,0-3-2 0,3-1 4 0,1-2-3 16,0-3 2-16,0-1-4 0,2-5-17 0,0 1 4 15,0-3-55-15,0 0-3 0,0 2-15 0,0-1 2 16,0-1-78-16,0 0-5 0,0-2-6 0</inkml:trace>
  <inkml:trace contextRef="#ctx0" brushRef="#br0" timeOffset="22575.23">19221 9086 219 0,'0'-2'70'0,"2"0"-13"0,0-1 71 0,5-14-11 0,1 0-19 16,1 2-6-16,-2 2-11 0,3 2 3 0,-5 2-23 0,10 3-11 15,2 3 1-15,-2-8-7 0,1 1-4 0,-3 5-5 16,0 3-2-16,-3 2-2 0,-3 0-12 0,-1 0-1 15,-5 0 0-15,3 4 0 0,7 12 1 0,-1 8-8 16,-7-1-1-16,-3-1-2 0,-2 2-9 0,-3-2 9 16,-4 1-2-16,-1-3 4 0,-1-1-8 0,2-3 7 15,0 1-5-15,1-6 6 0,1 0-3 0,1-3-6 16,1-1 4-16,-3 4-5 0,1 2 7 0,1 0-6 16,1-2 1-16,-1 2-3 0,2-1-3 0,2 1 6 0,1 1 1 15,-1-2 1-15,2 2 9 0,0 1-11 0,0-2 4 16,2 0-6-16,1-2 10 0,1-1-7 0,2-1 4 15,-5-5-6-15,9 1 4 0,8 8-4 0,5-2-1 16,-1-5-2-16,0-2-17 0,4-4-11 0,0 0-2 0,6-4-3 16,-3-3-1-16,5-5-8 0,-4 1-2 0,-3-2-4 15,7-3-28-15,-6 1-75 0,1 2-52 0</inkml:trace>
  <inkml:trace contextRef="#ctx0" brushRef="#br0" timeOffset="23056.54">19793 9329 233 0,'0'0'20'16,"0"-2"28"-16,0 1-13 0,0-1-1 0,0 0 1 16,2 0 0-16,0 0 10 0,0 0-15 0,1 0 13 15,3 1-14-15,5-3 10 0,0 0 8 0,0 0-12 16,-1 3 11-16,4-3-7 0,-4 2-7 0,-1 0 8 0,-2 2-9 15,3 0 4-15,1-2-18 0,-2 2 6 0,4 0-7 16,-6 0 17-16,1 0-12 0,-1 0 7 0,-1 2-9 16,-2-2 5-16,-3 0 2 0,-1 2-4 0,15 20 5 15,-4 4 0-15,-5 6-11 0,-4 3 7 0,-4 0-10 16,-5 6-2-16,-5 0 2 0,-1-7-3 0,0-5 4 16,0-5 3-16,2-5-4 0,2-2 1 0,3-6-1 0,1 0 2 15,1-2 11-15,2-1-6 0,1-3 6 0,1-1 0 16,0 0 1-16,0-2 2 0,1 1-3 15,3 1-16-15,18 9-2 0,8-4-3 0,5-5 2 0,2-4-13 16,1-4-62-16,4-5-13 0,3-2-20 0,5-4-80 0</inkml:trace>
  <inkml:trace contextRef="#ctx0" brushRef="#br0" timeOffset="24302.6">28358 6888 256 0,'0'-2'108'0,"0"0"-44"15,0 0 41-15,0-2 6 0,0 3-78 0,0-1-5 0,-2-2-20 16,0 2-3-16,0 2-1 0,-1 2-1 0,-8 2 6 15,-15 42 2-15,1 10 0 0,-8 0-6 0,1-3-1 16,5 3-2-16,-7-6 1 0,5-3-2 0,-3-5 6 16,0-1-5-16,10-6 5 0,7 3-7 0,2-5 6 15,2-5-1-15,4-4 2 0,-1-2-1 0,3-3-2 16,-1-1 3-16,-5-3-2 0,4-2-4 0,3-5 5 16,2-5-3-16,0 1 6 0,0 0 14 0,0-2-5 0,1 0 0 15,-1-1-3-15,2-1-14 0,0-1-3 0,0-1 1 16,0-8-2-16,5-17 7 0,3 1-7 0,-1-2 5 15,1 0-4-15,1 0 4 0,-2 0-3 0,1 0 1 16,-1-1 0-16,1-1 8 0,1-5-7 0,2-2-3 0,4-4-1 16,3-9 3-16,3 3 4 0,3-3 1 0,2 0-2 15,-24 3-3-15,27 5 7 0,3 3-1 0,-2 7 4 16,3 6 0-16,1 4-4 0,-1 3 8 0,0 4-7 16,5 4 2-16,-5 2 2 0,4 3-7 0,-3 5 6 15,-1-18-14-15,-3 10 9 0,-2 5-6 0,-4 6 7 16,-6 3-10-16,-1 3 8 0,-8-1-3 0,-1 10 5 15,-5 11-9-15,16 3 4 0,-4 5 4 0,-8 1 0 0,-7-4 3 16,-3 4-3-16,-5-3-2 0,-3-3 2 0,-4 7 2 16,0-11-2-16,-1-1 0 0,10-3 0 0,-18-7 2 15,2 1-1-15,-1-6 1 0,1-1-1 0,0-1 0 0,1-5 0 16,1 1 4-16,3-1-3 0,2 0-2 0,2-3-5 16,2 5 0-16,2-2 1 0,1 1 4 0,5 1-5 15,-3-2-1-15,4-1-2 0,0 1 3 0,-1 2 2 16,3-5 8-16,-2 5-3 0,2-2 4 0,0 1-4 15,0 1-2-15,2-2 1 0,0-1 3 0,18-1-4 16,10 2-1-16,-2-2-1 0,1 1-4 0,-3-1-4 16,2 2-6-16,-2 0-1 0,0-1-40 0,-4 1-18 0,1 2-10 15,1-3-4-15,-6 1-54 0,3 2-128 16</inkml:trace>
  <inkml:trace contextRef="#ctx0" brushRef="#br0" timeOffset="24661.17">29073 7283 352 0,'0'0'31'0,"0"0"-4"0,0-2 18 16,0 1-8-16,-2-1-3 0,0 0-25 0,0 0-4 16,0 0 1-16,1 0-3 0,1 0-1 0,-2 1 3 15,0-1 8-15,0 0-3 0,0 2 28 0,0 0 10 16,0 0 2-16,1 2 1 0,-1 0-2 0,0-1-18 16,-2 3 2-16,0 2-8 0,-9 12-6 0,-1 5-8 15,2 1-2-15,3 2 1 0,2 1-3 0,1 3 1 16,2 2-4-16,-1-1 2 0,-1 3-11 0,1 1 6 15,1 0-6-15,2 2 2 0,0 1-47 0,2 1-114 16,0 1-64-16</inkml:trace>
  <inkml:trace contextRef="#ctx0" brushRef="#br0" timeOffset="32720.78">6647 11860 256 0,'0'0'-37'0,"0"0"29"15,0 0 14-15,0 0 8 0,0 0 39 0,0 0-4 0,-2 0-16 16,1 0-4-16,-1 2 0 0,-2 0-3 0,0 0-2 15,-1-1 6-15,-8 5-6 0,5-2-2 0,-1-1 1 16,0 1 0-16,5-2 2 0,-3 2 12 0,1-2-17 16,1 1 11-16,-1 1-11 0,-1 0 12 0,-5 1-6 15,5-1-3-15,3-2 0 0,-3 0-2 0,5-2-2 16,-2 2 0-16,-1-1-1 0,1 1-4 0,0 0-4 16,1 0 3-16,1 0-1 0,0 0 6 0,2 0 9 15,0-1-5-15,0 1 5 0,2 0-10 0,1 0-6 0,14 4 5 16,17 1-4-16,-5-3 6 0,6-1-9 0,-1-3-2 15,-3 0-1-15,3 0-4 0,-3 0-2 0,-3 0 0 16,-2 0-1-16,-5 0 7 0,-3 0-6 0,-1 0 6 16,-2 0-6-16,3 0 4 0,-5 0-4 0,2 0-3 0,0 0-1 15,-2 0 3-15,-2 0-23 0,0 0 4 0,-1 0-14 16,-1 0-24-16,-3 0-45 0,-1 0-3 0,-1 0-17 16,0 0-54-16</inkml:trace>
  <inkml:trace contextRef="#ctx0" brushRef="#br0" timeOffset="32952.12">6478 12322 624 0,'0'0'35'0,"-1"0"62"0,-1 0-68 0,0 0-11 15,0 0-1-15,0 0-1 0,0 0 5 0,0 0 3 16,2 0 4-16,0 0-3 0,2 0 0 0,2 0-8 15,3 0-4-15,18 0 1 0,6 0-1 0,4 0 5 16,1-1 4-16,4-3-2 0,-4 0 1 0,-3 0-13 16,4 1 5-16,-5-1-6 0,-1 0-2 0,-1 1-11 15,-4-1-13-15,0 2-1 0,0 0-55 0,2-2-80 16,-4 3-45-16</inkml:trace>
  <inkml:trace contextRef="#ctx0" brushRef="#br0" timeOffset="36331.8">4837 7372 505 0,'-2'0'13'0,"0"0"21"0,0 0-1 16,1 0-16-16,-3 0 6 0,0 0-10 0,0 0 3 16,1 0 9-16,-1 0-1 0,0 0 3 0,1 0 3 0,-1 0 0 15,2 0 11-15,0 0-5 0,0 0 14 0,0 0-5 16,1 0-13-16,1 0 7 0,0 0-20 0,1 0 7 15,3 0 2-15,9 0-1 0,24 2-16 0,4-2-4 16,9 0-3-16,8 0 1 0,-4 0-9 0,9-4 8 16,-4 1-2-16,-3-3 5 0,0 1-6 0,-6 1-5 15,-8 0 3-15,-1 1-2 0,0-1 10 0,-2 0-14 16,0 2-1-16,-5 0-6 0,-3 2-19 0,-5 0-50 16,0 0-25-16,-4 0-18 0,-1 2-179 0</inkml:trace>
  <inkml:trace contextRef="#ctx0" brushRef="#br0" timeOffset="36523.23">4746 7926 779 0,'-4'0'56'0,"-20"0"95"16,2 0-86-16,5 0-22 0,6 0-2 0,6 0-9 16,1 0-28-16,0 0 7 0,2 0-3 0,2 0 5 15,0 0-9-15,4-2-2 0,29-6 0 0,25-6 0 16,12-3 1-16,16-4-5 0,10-3-4 0,14 0-1 0,-6-4-16 15,-6 0-69-15,1 2-27 0,-8 2-36 0,7 6-279 16</inkml:trace>
  <inkml:trace contextRef="#ctx0" brushRef="#br0" timeOffset="38600.51">16445 4045 12 0,'0'0'9'0,"0"0"1"0,0 0 14 0,-2-2-3 16,1 0 10-16,-1 1-10 0,0-1-6 0,0 0 1 16,0 0 0-16,0-2-7 0,0 1 4 0,2 1-7 15,-1-2-7-15,-1-3 6 0,0 1-2 0,-2-1 3 16,0-5-14-16,1 5 6 0,-1 0 1 0,0-1 1 15,2 3 0-15,2 3 7 0,-1-2-7 0,-9 0 7 16,-1-1-11-16,-2-1 8 0,0 1 2 0,-2-3 2 0,-1 3-3 16,1-5 8-16,0 1-9 0,2-4 10 0,-4-4-11 15,2-3 10-15,0 3 0 0,-1-7 3 0,1 4 2 0,-2-1-13 16,-1 1 7-16,-1 1-8 0,-7-1 8 0,-2-1-8 16,-5 1-4-16,-4-1-1 0,1 3-9 0,-8 3 5 15,-1 2 1-15,-5-2 1 0,-2 4 4 0,2 2-11 16,-4-1 1-16,4 7-8 0,-2-3-4 0,-4 1-8 15,1 3-5-15,-5-6 0 0,-10 7 0 0,-10-7 32 16,-6-1 2-16,1 0 7 0,5-3-7 0,10 1 7 16,5-2-1-16,5 2 7 0,3-2 22 0,5 0-5 15,0 0 2-15,-2 2-5 0,-4 0-6 0,-1 0-6 0,-2 0 4 16,-3-1-5-16,1 3-7 0,0 2 1 0,2-1-8 16,2 5 8-16,3-1 0 0,0-24-11 0,2 15 5 15,-1 6-6-15,-9 5 11 0,-2 2-7 0,-5 0 1 16,-3 2-2-16,1 1 5 0,5 1-4 0,5 0 2 0,3 1-4 15,6 1-5-15,2-1 11 0,-2 3-3 0,-1 1 5 16,-5 0-6-16,-1-1-4 0,-6-1 4 0,6 1-1 16,2 1 5-16,-6-2-4 0,7 3 0 0,-1-3-1 15,5 2-2-15,4 1 4 0,-1 1 0 0,1 2 3 16,0 0 0-16,-4 2-3 0,-7 1-5 0,0 1 3 16,-2 2 1-16,-2-1-1 0,7 1 3 0,1-1-2 15,-3 1-3-15,6-1 7 0,2 1-4 0,6 1 3 16,-1 5-13-16,5-24 7 0,-3 29 3 0,-1 2 0 0,-2-3 9 15,-6-3-11-15,-4-1 5 0,-3-5-5 0,1 0 11 16,-1 3-10-16,2-3 1 0,5 1-2 0,-2-1 7 0,6-1-4 16,2-1 0-16,0 4-1 0,1-1-14 0,-1 1 19 15,0 0-9-15,-8 3 12 0,-2-1-2 0,-1 4-7 16,-2-2 0-16,3 1-3 0,2 3 0 0,-1 0 2 16,7 5 6-16,7 4-4 0,0 2 0 0,4 5 4 15,-2 4-8-15,4 1 7 0,-2 6-6 0,0-9-1 16,-2-1 5-16,1-6-2 0,-9-8 1 0,1 2 4 15,2-5-4-15,-1 0 2 0,5-2-3 0,1-1 0 16,2-1 1-16,7 4 0 0,2 2-4 0,4-1 5 16,2 3 0-16,2 1 3 0,3 0-5 0,-1 6-2 15,5 2-2-15,-2 3 3 0,4 1 3 0,2-6 1 0,2-2 1 16,3 0-3-16,1-1-6 0,1 0 4 0,2-3-2 16,0-5 3-16,-16 1-3 0,5 1 4 0,5-3-3 15,7 3 4-15,1 1 4 0,1 3-5 0,3-1 0 0,4 6-3 16,1 2 5-16,4 7-3 0,2 5 1 0,0 3-2 15,1 5 1-15,1-5-4 0,3-1 3 0,5-5-5 16,-22-5 0-16,36-7-1 0,6-4 1 0,3-8 0 16,4-2 1-16,6-4 9 0,-1-2-2 0,1 1 4 15,-3 1-12-15,-3 2 11 0,-1-2-2 0,1 3 7 16,5-1-11-16,3 4 3 0,3-1 2 0,7 3 2 16,4 0 6-16,4 3-14 0,0 2 6 0,-7 1-7 0,-2 3 10 15,-6-4-5-15,0 2-4 0,2 0 2 0,2-5 5 16,11 3-4-16,7-7 7 0,6-2-7 0,4-4 0 15,-6-5 0-15,-5-4 4 0,-3-4 0 0,3-1 14 0,10-1-13 16,9-1-4-16,10-1-1 0,4-1-2 0,-8-2 5 16,-5 0 2-16,-5 0 0 0,-1 1-9 0,8 3 2 15,9-1 2-15,0-3 0 0,-3 2 0 0,-8 31 2 16,-6-22-5-16,2-9 4 0,4-2-13 0,17 0 11 16,0 0-8-16,-4-2 8 0,-6-2-7 0,-13 0 11 15,5 0 0-15,4-4 2 0,6 3-5 0,8-3 0 16,-9-1-3-16,-8-3 1 0,-6 1 1 0,-1-4-3 15,5-4 4-15,7 1-3 0,3-3 5 0,-7-3 4 0,-4-2-4 16,-14-4 5-16,-3-2-5 0,-1-1 0 0,-3 21 3 16,9-29-1-16,-4-2 3 0,3-1-6 0,-5 5 5 15,-8-1-3-15,-7 1 19 0,-8 2-18 0,-5 0 6 0,-3 0-9 16,0 1 13-16,4 3-14 0,0-3 2 0,-6 3-4 16,2-1 17-16,0-3-12 0,-6-4 2 0,4-8-6 15,-3-5-1-15,-5-9 8 0,-4-8 4 0,-5 2 2 16,-1-3 3-16,-5 5 3 0,-1 7-6 0,-1 3 4 15,-3 3 0-15,-4 3 3 0,1 3 4 0,-2 1-2 16,-4-5-3-16,-4-4 1 0,0-7-4 0,-5-11 3 16,26 1 5-16,-15-5-6 0,-14 4 4 0,-4 7-7 15,-5 3-3-15,-1 5 7 0,-4 7-1 0,-2 1 1 0,-3 3-10 16,-3 1 7-16,-3-5-4 0,22-5 4 0,-29-8-15 16,-8-10 7-16,0 1-1 0,-10-3 5 0,-1 5 1 0,0 7-6 15,-9 1 0-15,9 7-3 0,-6 5-2 0,4 1 2 16,0 3-2-16,-6 1 3 0,4 1-4 0,-3-6 1 15,-4-2-2-15,-14-6 1 0,-8-1-6 0,-14 1 7 16,-5 2-2-16,0 4 2 0,-2 6-5 0,0 7-1 16,-7 4-2-16,-12 5 1 0,-16 4-4 0,-6 6 0 15,-5 3-2-15,-4 6 0 0,-8 2-12 0,-18 7-16 16,-10-41-5-16,-10 41-7 0,-8 11-45 0,-7 12-22 16,-12 7-56-16</inkml:trace>
  <inkml:trace contextRef="#ctx0" brushRef="#br0" timeOffset="47598.03">8844 9894 6 0,'0'0'0'0,"0"-2"32"15,-2 0 12-15,0 0 18 0,0 0 4 0,0-1-28 0,1-1-9 16,-1 0-25-16,0 1 5 0,0-1-7 0,0 0 1 15,0 0 4-15,0 1-4 0,1 1 5 0,-1 0 0 0,0 0-2 16,0 0-3-16,0 0 2 0,0 1-4 0,0-1 3 16,2 0 1-16,0 2 0 0,0 0-1 0,0 0-1 15,0 2-3-15,2 0 1 0,0-1-2 0,0 3 0 16,4 4 5-16,-1 8-3 0,10 5 6 0,2-1-7 16,-2 2-1-16,5 2-2 0,-1 1 4 0,-3 1 1 15,-3 0 4-15,6 0-3 0,-4 1-1 0,3-2 0 16,3 2-6-16,-10-2 4 0,9-1 6 0,-3 2-4 15,0-2 4-15,1-6-6 0,-3 5-4 0,-2-3 8 0,0-3-5 16,0 1 6-16,-2-5-4 0,4 0-1 0,0 0 7 16,0-7-4-16,-2-2 4 0,0-2-3 0,2 1-8 15,1 1 4-15,1-2-1 0,0 9-4 0,1-2 12 16,3-1-8-16,1-6 9 0,2-2-3 0,2 0-1 0,-2-4 1 16,4-2 10-16,9-5-5 0,-3-2 1 0,8-7-4 15,1-3-1-15,5-1-3 0,4 22 4 0,2-20-3 16,0-2 7-16,-8-2-11 0,-1 2-1 0,-6-2-2 15,0 2 7-15,0 1-12 0,4 5 8 0,1 3-10 16,-1-2 7-16,3 4 3 0,-3 2-7 0,4 0 4 16,1 5-14-16,2 5 13 0,-2-1-1 0,-3 0 4 15,-1-20-9-15,1 9 9 0,-2 9-7 0,-4 4 8 0,-2 2-6 16,-4 0 10-16,2 3-7 0,3 1 5 0,-3-1-10 16,-2 3 9-16,4 1 3 0,2 2 1 0,2 0 0 15,2 0-12-15,5 2 4 0,2 2-7 0,-1 0 13 0,3 4-4 16,-2-3 6-16,-2 3-5 0,-2 0 15 0,-8-3-17 15,-3 1 4-15,-4 0-7 0,1-1 7 0,-2 1 15 16,1 2-8-16,-1-3 9 0,0 3-10 0,-4-2-2 16,0-15 2-16,-2 16-1 0,2-1 12 0,-6-2-13 15,2 0 1-15,1-2-6 0,-3-2-1 0,4-2 2 16,-1 0 6-16,-5-1-4 0,4-3 4 0,1 1-8 16,-7-2 0-16,-1-3-1 0,-2 9 12 0,-3-5-11 0,3 3 10 15,-2-3-11-15,-2-1 6 0,2-2 2 0,-3-2-6 16,1 0 7-16,2 0 3 0,-4 0-7 0,6-4-2 15,-1-1-1-15,-1-3 4 0,2-1-11 0,2 1 9 16,-2-14-9-16,5 4 9 0,3-5 1 0,-1 1-6 16,2 3 2-16,1-3-8 0,4-2 0 0,3-2 9 0,7-2-3 15,2 2 6-15,6 0-11 0,9 0-7 0,7 0 1 16,11-2-3-16,16 0 0 0,4 2 3 0,9 0-4 16,-5 2-10-16,-1-2-5 0,-2 2 3 0,14 4-3 15,9-1 1-15,10 3-81 0</inkml:trace>
  <inkml:trace contextRef="#ctx0" brushRef="#br0" timeOffset="49086.03">9755 11455 25 0,'0'0'17'0,"0"-2"11"0,2 1 4 16,0-1 4-16,0-2-7 0,2-5 7 16,1-4-7-16,3 0 11 0,-1-2-6 0,-1 4 5 0,-1 0-16 15,-1 3 0-15,2 1 0 0,-1-1 1 0,1 1 1 16,-4 3-4-16,1-1 0 0,-3 3-2 0,4-2 11 0,0 0 0 15,-2 4 9-15,1-2-7 0,1 1 4 0,0 1 4 16,-1 1-12-16,-1 3 9 0,6 13-20 0,-3 16-4 16,-5-1 2-16,-7 5-4 0,-4 0-10 0,-2 2 6 15,-4 2-3-15,-2-2 5 0,1 0-4 0,-1 2 4 16,1-4 2-16,-1 0 1 0,-1 2 0 0,1-6 4 16,1-1-5-16,1-2 5 0,4-8-8 0,2-3 7 15,2-6-4-15,1-2 4 0,1 0-13 0,-1 0 1 16,-1 2 0-16,5-6 2 0,2-3 3 0,1 0-2 15,-1 0 0-15,0-1-2 0,0 1-8 0,0-2 1 0,0 0-3 16,0 0 2-16,2-2-7 0,0-2-1 0,0 0 3 16,2-9-2-16,9-26 9 0,1-1 2 0,-1-2-2 15,2 1 2-15,-2 1 2 0,2 1-3 0,-2 2 5 0,2 2-4 16,0-1 3-16,0 3-3 0,-2-1 1 0,-2 4 0 16,-1 2 5-16,-3 0-7 0,1 2 2 0,0 2-3 15,1 0 5-15,0 1 2 0,-1 3-5 0,-1 1 4 16,1 4-3-16,1 0-2 0,1 0 1 0,-3 5-1 15,-3 1 3-15,11 1-7 0,2 5 2 0,-4-9-4 16,-5 7 7-16,5-3-2 0,2 4 3 0,0 2-3 16,-2 0 7-16,-3 2 1 0,1 2-3 0,-4-1 1 0,7 5-4 15,-5 9 3-15,0-1 4 0,3 1-3 0,-3-2 0 16,1 0 5-16,-3 0-2 0,1-2 3 0,-1 0-9 16,-1-2 6-16,0 4-7 0,1-1 7 0,-1 1-5 0,5-2 4 15,-1 0-1-15,-3-2 0 0,-1 1-5 0,0-1 3 16,-2-2-3-16,-2 2 3 0,0 2-6 0,0-2 7 15,-2 0-2-15,-2 1 3 0,-2-3-10 0,1 0 10 16,1 0-3-16,-13-3 6 0,4 1-12 0,-3-1 8 16,-1 1-3-16,-2-3 5 0,-3 4-7 0,4-1 6 15,-1-1-1-15,6 3 3 0,2-2-10 0,-2-3 11 16,4 5-8-16,-1-1 10 0,7 1-10 0,1 2-5 16,0-2 4-16,-7 4-5 0,1-3 9 0,-1 6-4 15,5-5 5-15,2-1-4 0,0 3 4 0,2-8 3 0,2 5-4 16,2-1 4-16,-2-4-6 0,2 3 2 0,18-6 1 15,-2 1 1-15,6 7 0 0,-5-7 4 0,1 7-5 0,0-3 5 16,-3-3-4-16,-2 3-6 0,-1 1 3 0,-5 5-4 16,2 0 0-16,0-2 1 0,-1-2-4 0,-3-5 4 15,0 1-3-15,-3-3-12 0,3 6-4 0,-2-3-4 16,-1 3-25-16,0-5-163 0,1 3-59 0</inkml:trace>
  <inkml:trace contextRef="#ctx0" brushRef="#br0" timeOffset="52676.8">9887 11463 393 0,'0'-2'0'0,"0"0"17"0,0 0 9 0,0 0 14 15,0 0 6-15,0 1-18 0,0-1-4 0,0 0-22 16,-2 2 3-16,-7 0-3 0,-24 11 5 0,-12 6 1 16,2 5-11-16,-5-16 7 0,-6 27-15 0,2 6 10 15,2 2 4-15,0 3 0 0,4 7-2 0,1 2 8 16,1 3-1-16,3 2 5 0,0-3 2 0,0-8 4 0,0-3 0 16,6-8 4-16,3-5 4 0,8-9-20 0,4-3 3 15,11-8-7-15,3-5 11 0,4-3-12 0,2-1 4 16,0 0-6-16,0 2 7 0,2 0-6 0,2-3 3 15,27 11-4-15,8-9 1 0,4-5 0 0,3-7 3 16,4-8 0-16,4-7 2 0,9 19-8 0,10-42-3 0,9-7-1 16,9-1 0-16,1-8-2 0,-8 1 3 0,-17 7-4 15,-12 3-12-15,-14 11 18 0,-5 6-12 0,-10 7 15 16,-8 4-10-16,-7 9 20 0,-7 2 4 0,-2 9 8 16,0 0 14-16,0 1-9 0,-2 1 1 0,-2 0-3 15,-2 2 2-15,-26 13-7 0,-22 4 3 0,-13 40-4 16,-5 6-2-16,-10 12-8 0,4-1-4 0,5-2 0 15,3-5-4-15,6-6 2 0,5-3-2 0,3-4 3 0,4-2-4 16,5 2 4-16,1-6 1 0,3-2 2 0,9-7 1 16,12-13-8-16,9-7 1 0,1-8-1 0,8-7 9 15,2-3-9-15,0 3 1 0,4-2-5 0,31 0-3 0,30-19-2 16,13 12 5-16,25-47-3 0,10-4 11 0,13-3-8 16,2-6 0-16,-11-12-5 0,-2-10 2 0,-5-9-7 15,1-1 4-15,4 10-5 0,-3 13 1 0,-19 18-5 16,-17 11 4-16,-32 19-2 0,-18 10 13 0,-16 10 23 15,-7 2-10-15,-1 1 14 0,-2 1-19 0,-2 0 0 16,-42 2-2-16,-44 18 1 0,-8 10 2 0,-8-22-2 16,-4 44-3-16,8 9-1 0,3 10-14 0,-12 5-36 15,-8 4-18-15,-7-3-16 0,-5-3-139 0</inkml:trace>
  <inkml:trace contextRef="#ctx0" brushRef="#br0" timeOffset="53670.72">19435 6704 511 0,'0'0'0'0,"0"-2"50"0,0 0 17 0,0 0 13 15,0 1 2-15,0-1-48 0,0 0-16 0,0 2-6 16,-2 0 3-16,0 0 2 0,0 2 12 0,0 0 2 16,-2 7 2-16,-5 15 0 0,0 4 9 0,0 0 10 15,1-2-12-15,3 0 10 0,-1 0-20 0,2-6 0 16,2 0-1-16,1-7-1 0,1 0-5 0,0-1 2 0,0-1 5 16,1 2-4-16,1-4-2 0,2-2 3 0,0-1-9 15,9 3 6-15,16 6-9 0,12-6-8 0,9-9 2 16,19-13-5-16,11-13 4 0,13 21-9 0,7-45 1 15,6-8-4-15,5-3 2 0,25 0 1 0,14-2 1 0,16-2-1 16,2 1-9-16,13-2-90 0,10-14-25 0</inkml:trace>
  <inkml:trace contextRef="#ctx0" brushRef="#br0" timeOffset="57235.2">13146 12023 67 0,'0'-1'28'0,"0"-1"-3"0,0 0 14 0,0 0 0 16,2-20-19-16,0 1-9 0,-1-1-3 0,1-4 1 15,2 7 1-15,0-5 5 0,-1 0-6 0,1 2 2 16,0 0-1-16,1-1 25 0,-1 5 8 0,0 1 7 16,0 0-2-16,-3 3 25 0,1-1-12 0,0 5 4 15,-2 3-10-15,0 1-12 0,0 3-9 0,2-1-11 0,-2 0 3 16,0 2-27-16,0 1 17 0,0 1 1 0,0 1 6 16,0 3-4-16,-2 33-1 0,-3 21-6 0,-7 10 4 15,-1 9-7-15,-1-1-4 0,-5-2 5 0,0-7-5 16,-1-2 5-16,-4 4-6 0,-4 1-1 0,22 12-1 15,-38 5 0-15,-1 6 6 0,5 3-6 0,1-6 5 16,1-12-5-16,9-17 0 0,-3-13 9 0,10-13-7 16,3-1 6-16,4-6-5 0,2-2-1 0,4-6 0 0,4-1-4 15,1-5 4-15,2-1-3 0,0-3 4 0,-2-5-10 16,3-1-12-16,-3 0 0 0,2-1-1 0,0-1 11 16,2 0-27-16,0-2 0 0,2-2-12 0,7-11-22 0,25-29 9 15,-1-7-9-15,-1-6 6 0,3-14-23 0,-2-9 28 16,3-4 3-16,-8-3 12 0,-4 5 32 0,-6 9 5 15,-5 5 4-15,0 12 0 0,0 2 15 0,-2 4 26 16,-1 3-6-16,1 2 12 0,-2-1-4 0,0 1-3 16,-3-3 7-16,1-1-5 0,1 10 8 0,-1 4-19 15,2 3 11-15,-3 2-13 0,3 4 3 0,2 2 0 16,1 7-11-16,2 2 7 0,3-2-6 0,2 4 15 0,5 0-4 16,4 1 5-16,3 5-8 0,5 1-10 0,3 2 5 15,5-20-9-15,-1 11-3 0,0 9-1 0,-1 8-8 16,-3 6 4-16,-5-10-6 0,-3 41 0 0,-7 2 4 15,-5 3-3-15,-4 0-2 0,-10-5 0 0,19 0 1 16,-12-4-1-16,-11-6 0 0,-4 0-2 0,-8 1 1 0,-8-1-2 16,6-1 2-16,-30 3 3 0,2-3 1 0,-3-1 2 15,-4-5 4-15,3 0 3 0,1-5-5 0,1 1 4 16,2-4 1-16,6 1-1 0,-1 1-4 0,5-7 0 16,1 6-4-16,4-2-1 0,2-6 3 0,2 0-3 15,3-7 1-15,2 1-1 0,3 3 3 0,1-1-2 16,0 1 0-16,7 3 3 0,0-6-9 0,-1 5 4 0,0 3-8 15,5-8 10-15,-4 8 3 0,4-2 2 0,2 0-2 16,2 4-1-16,2 0-1 0,3 0 1 0,3-2-6 16,-1 4 3-16,11-6-1 0,3 6 3 0,-1-4-4 15,2 1-3-15,0 3 2 0,-2-4 0 0,3 4 3 0,-3-4-9 16,0 0-15-16,-1 0-1 0,-3 0-64 0,-1 0-61 16,-2-2-14-16,1 0-28 0,-1 0-168 0</inkml:trace>
  <inkml:trace contextRef="#ctx0" brushRef="#br0" timeOffset="57489.18">14009 12705 833 0,'0'0'36'0,"0"0"-4"0,-2-2-7 0,1 2 4 0,-1 0-20 16,0 2-8-16,0 0 9 0,-2 3-2 0,-12 27 4 15,1 5 1-15,4 4-8 0,-1 0 4 0,1 3-4 16,2-5 14-16,-2 0-12 0,2-3 11 0,-1-1-10 16,3-4 16-16,-1-1 4 0,3 0-4 0,1-8 5 15,2 2-11-15,0-5 8 0,2-3-9 0,0-1 7 16,0-4-13-16,2 2 4 0,0-3-1 0,2-1 1 16,0 0-6-16,-1-3-9 0,-1-2 3 0,-2-3-6 15,11 9-17-15,0-5-37 0,1-1-7 0,1-2-11 0,3-2-53 16,3-4-66-16</inkml:trace>
  <inkml:trace contextRef="#ctx0" brushRef="#br0" timeOffset="57657.75">14226 12374 593 0,'0'0'190'0,"-1"-1"41"0,-1-1-95 16,0-2-87-16,-2 0-25 0,0 1-16 0,1-1-25 15,-1 2-14-15,0 0-8 0,2 0-77 0,1 0-168 0</inkml:trace>
  <inkml:trace contextRef="#ctx0" brushRef="#br0" timeOffset="58006.58">15049 12337 540 0,'-4'0'28'0,"-16"-3"42"0,-4-1-39 16,-2 2 1-16,0 0-3 0,0 2 3 0,3 0-3 0,3 0 0 15,1 2 3-15,3 0-3 0,-1 0-9 0,2 0 12 16,4-2-1-16,6 0 6 0,1 0 7 0,2 0-17 15,-2 0 1-15,1 1-4 0,1-1 13 0,0 0-7 16,2 0 3-16,0 0-5 0,2 0-4 0,5 0-14 16,32 0 1-16,6-1-4 0,3-5 1 0,8-1-4 15,-3 1-2-15,7-1 1 0,-3 1-1 0,-5 0 1 16,0 1 0-16,-11 1-1 0,0 0 0 0,-7 3-2 16,-7-1-2-16,-2 2-4 0,-7 0-30 0,-5 0 1 15,-2 0-2-15,-3 0 1 0,-5 0-18 0,-1 0-7 0,2 2-7 16,0-1 1-16,-3 1-29 0,1 0-30 0,-2 0 3 15,-2 0-14-15,1 2-14 0</inkml:trace>
  <inkml:trace contextRef="#ctx0" brushRef="#br0" timeOffset="58159.12">14642 12731 178 0,'-1'2'68'0,"-3"0"86"16,-4 3-57-16,-6 4-21 0,1 1-11 0,7-7 0 15,4-3-10-15,-3 8 5 0,1-1 8 0,2 1-7 16,2-1-16-16,0-3-6 0,2 0-5 0,2-3 3 15,25 11-5-15,14-7-15 0,7-5 5 0,10-7-9 0,3-6-2 16,18-8 0-16,3-1-8 0,12 0 4 0,-5-1-30 16,-9 1-121-16,-6 2-45 0</inkml:trace>
  <inkml:trace contextRef="#ctx0" brushRef="#br0" timeOffset="66956.03">16820 11615 430 0,'-2'0'9'0,"1"0"10"0,-1-2 16 0,0 0-3 16,-2 0 1-16,-5-1-13 0,-10-5 8 0,3 3-6 15,1-1 6-15,2 1-11 0,5 3 14 0,5 0 2 16,-7-2 1-16,7 2-11 0,-1 0-5 0,0 1-2 16,1-1 2-16,-1-2 7 0,0 0 25 0,0 1-4 0,1 1 7 15,1 0-27-15,0 0-2 0,0 0-3 0,2 0 2 16,0 0-5-16,2 1-3 0,0-1 2 0,5-2-3 16,17-5 2-16,-1 1-4 0,4 3-4 0,-1 1 2 15,2 0-1-15,0 2 3 0,0 1 1 0,-4 1 0 16,2 0-2-16,-2 1-5 0,0 3 3 0,1 2-3 15,-5-1 4-15,0 3-6 0,-1 1 4 0,-2 0-4 16,-1 2-1-16,1-3 3 0,0 14-4 0,-2 0 5 0,-4 1 3 16,0 5-3-16,0 1 2 0,-3 7-4 0,-1-3-4 15,-1 6 6-15,16-2-3 0,-9 6 4 0,-8 1-7 0,-5 1 6 16,-1-1-4-16,-7-1 5 0,-1 0-10 0,-4 0 3 16,-2-4 0-16,-4 0 2 0,1-4-3 0,16 2 11 15,-28-2-4-15,-3-1 6 0,-2-3-6 0,-3-1 7 16,1 1-2-16,-4-5 3 0,-1 0 5 0,-7 0-4 15,-1-5 4-15,2-4-3 0,4-1 11 0,6-5-4 16,3 1 0-16,5-3-3 0,3-5-7 0,-1 12 11 16,9-8-7-16,2-5 8 0,8-3-12 0,2 0 1 15,-1 0-5-15,5-1 3 0,-1-1-14 0,-7-13-1 0,1-9 3 16,7-2-1-16,5-2 8 0,5 0-10 0,4 0 3 16,4 0-4-16,4 0 9 0,-5 4-7 0,22 2 3 15,-5 4-3-15,6 3 6 0,-7 2-5 0,2 3-1 16,1 3 0-16,-3 3 3 0,1-14 2 0,1 5-2 0,-2 5 1 15,-1 6-6-15,-1 2 4 0,0 2-1 0,2 2 2 16,-2 2-4-16,1-1-2 0,-3 3 4 0,2-1-2 16,-2 0 3-16,-2 3 0 0,6-1-3 0,-2 2 1 15,-4-2-12-15,-2 1-7 0,-1-1 2 0,-3-2-5 16,-1 1-15-16,2-1-63 0,-3-1-10 0,-1-2-23 16,2-1-78-16,0 1-72 0,-1-2-2 0</inkml:trace>
  <inkml:trace contextRef="#ctx0" brushRef="#br0" timeOffset="67557.92">18057 11619 588 0,'0'-2'44'0,"-2"0"57"0,0-2-64 0,0-3-14 16,-1-2-7-16,1 5 2 0,0-2-4 0,2 4 3 15,-2-1-2-15,0-1 2 0,0 0-10 0,0 2 3 16,1 1-4-16,-1-1 3 0,-2 2-5 0,0 2 11 0,1-1-2 16,-7 12 5-16,-8 21 5 0,3 1-9 0,2 6 11 15,2 7-9-15,0-3 12 0,0 3-5 0,1-2-5 0,1 6 2 16,0 0-3-16,-1-1-2 0,1-1-2 0,0-9 0 16,0-1-1-16,1-2-1 0,1-3 7 0,1-5-6 15,1 1 3-15,-1-3-3 0,0-4-1 0,3 0 0 16,-1-5 5-16,0-2 0 0,1-4-2 0,1-2 2 15,0-4 5-15,0-1 5 0,2-3 1 0,0-1 1 16,0 0 8-16,-2 2 8 0,0-1 4 0,0 1 0 16,1-2-10-16,-1 0-19 0,0 0 0 0,0 0-5 15,0-1-4-15,0-1-3 0,2 0-2 0,0-1 0 0,0-1-3 16,0-2 5-16,0-9-1 0,2-6 1 0,0-3-7 16,0 4 7-16,0-1-5 0,1-1 7 0,-1-1-6 15,2 1-4-15,0-2 2 0,-1 1-1 0,1-3 1 0,0 0-1 16,1-6 0-16,3 0 0 0,1-3 1 0,0 3-1 15,4-1 0-15,4-5 0 0,2-4-6 0,3-5 0 16,-16 2 1-16,29-3 1 0,4 5 7 0,0-2-4 16,-6 4-1-16,2 4-2 0,1 2 0 0,5 7 0 15,1 0 4-15,1 5-1 0,-2 5 8 0,-10 1-7 16,1 2 0-16,-4 0-4 0,0 3 3 0,0 3 6 16,-2 0-2-16,-2 1 3 0,-2 2-2 0,-2-11-3 15,-1 6 0-15,-2 4-1 0,-1 1 0 0,-1 2-2 0,-5 2-4 16,-3 0-1-16,-3 0-8 0,-1 0-7 0,1 2 2 15,0 0-5-15,-2 0-8 0,-1 1-3 0,-1-1-9 16,2 17 2-16,-2 3-40 0,-5 2-81 0,-5 6-2 16,-2 3-34-16,-3 4-92 0</inkml:trace>
  <inkml:trace contextRef="#ctx0" brushRef="#br0" timeOffset="68098.36">18295 12436 418 0,'0'0'17'0,"0"-2"1"16,1 0-5-16,1-2 8 0,4-7-10 0,3-4 21 15,-5-3 5-15,18 1-11 0,-3 0 9 0,1 1 4 0,-3 3 5 16,-2 0 10-16,1 3-7 0,-3-1-2 0,-1 4 14 16,-1 1-12-16,-2 4 11 0,0-5-21 0,-3 3-11 15,-1 2 1-15,-1 0-6 0,0 1 2 0,0 1-9 16,-3 1 3-16,1 1-5 0,-2 2 2 0,0 22-7 15,-5 6 10-15,-6-1-9 0,-4 3 11 0,-2-3 1 16,-2 2-3-16,1 1 4 0,-3 1 10 0,1-1-4 16,3-7 1-16,2-2-3 0,1-1-9 0,2-4-5 15,3 1-2-15,2-3 0 0,3-3-3 0,2-6-2 16,2 4-3-16,0-7 1 0,0-4-1 0,0 5-2 0,0-3 2 16,2 0-4-16,-2-3-3 0,4 3-3 0,1 0-3 15,16 3 0-15,5-5-6 0,-4-4-52 0,2-5 3 16,2-8-24-16,-2 2-32 0,2-13-27 0,0-6 3 15,-2 3-10-15,-3-3-1 0,-1 1 33 0,-1 1 2 0,-1 4 17 16,-1-2 70-16,-2-2 31 0,2 2 1 0,-4 3 6 16,1 0-2-16,-4 7 35 0,-3-1 1 0,1 4 15 15,-7 4 33-15,5 4 11 0,-4-1 6 0,0 5-2 16,1-3-11-16,-3 4-35 0,0 0-4 0,0 1-9 16,2-3-7-16,0 0-7 0,0 0-1 0,0 3-3 15,0-1-9-15,-2 0 13 0,0 2-6 0,0 0 6 16,0 2-9-16,0 1 7 0,-2 7 1 0,-6 12 1 0,1 2-2 15,1 0-5-15,1 0 4 0,1 1-3 0,2-3 6 16,0 2 1-16,2-2-1 0,0 4 2 0,0 0-8 0,0-4 0 16,2 3 2-16,2-1-1 0,0-2 0 15,1 2-12-15,1-2-1 0,-2-10-2 0,-1 1 0 0,3 0-10 16,-2-4 0-16,1 6-3 0,-3-12 6 0,-2-1-20 16,0 0 1-16,2-2-15 0,7 6-76 0,2-3-74 15,0-3-9-15,8-5-20 0,-2-6-61 0</inkml:trace>
  <inkml:trace contextRef="#ctx0" brushRef="#br0" timeOffset="68368">18493 12042 605 0,'-2'0'172'0,"1"-2"-177"0,-1 0 178 0,-2 0-83 16,0 1-64-16,1-1-11 0,-1 0 4 0,0 0-8 15,0 0-2-15,3 0 9 0,-1 0-1 0,2 1 7 16,0-1 20-16,2 0-6 0,1 0 1 0,12-2-6 0,17-1-16 16,5-3-6-16,4 1 2 0,3-1-4 0,4-1-6 15,6 0-44-15,6 0-35 0,-3-1-24 0,6-1-318 16</inkml:trace>
  <inkml:trace contextRef="#ctx0" brushRef="#br0" timeOffset="68991.25">20066 11873 109 0,'-2'0'22'0,"0"-2"33"0,0 0-16 0,-1 0 6 16,-10 1 8-16,-4-1-2 0,-2 0 19 0,3 2 1 15,-5 0 2-15,3 0-1 0,-1 0 3 0,-3-2-20 16,1 0 5-16,1 2-9 0,0 0 2 0,1 0 0 0,2 0 1 16,1 0 1-16,-1 0 2 0,8 0 2 0,-1 0-12 15,5 0 5-15,1 0-32 0,0 0-10 0,1 0 4 16,1 0-5-16,0 0 15 0,2 0 3 0,2 2 7 15,1 0-4-15,22 2 0 0,21-3-10 0,4-2-9 0,4-3 4 16,0-4-8-16,3 1 2 0,3 0 2 0,5-3-1 16,3 3 0-16,1 1-4 0,-4 1-1 0,0-1-2 15,-9 1-3-15,-4 3 0 0,-4 0-4 0,-9 0 1 16,-2 2-5-16,-7 0-9 0,-6 0 4 0,-4 0-8 16,-5 0-13-16,-2 0-48 0,-3 0-14 0,-3 0-15 15,0 0-85-15,-1 0-135 0</inkml:trace>
  <inkml:trace contextRef="#ctx0" brushRef="#br0" timeOffset="69271.17">20237 11440 859 0,'0'-1'23'0,"0"-1"0"0,0 0-1 16,-2 0-4-16,0 0-7 0,0 0-14 0,0 0-9 16,2 1 10-16,0-1-8 0,0 0 11 0,0 0 2 0,0 2-7 15,0 0 4-15,0 0-6 0,0 2 11 0,0 0 3 16,0 1 3-16,0 5 6 0,0 18-1 0,-2 4 5 16,-1 3-4-16,-1 2 3 0,0 6-1 0,-1-2-2 0,-1 8 3 15,2-3-3-15,1 1 6 0,1 1-8 0,0-3 7 16,2-1-12-16,0 1-5 0,0-4 3 0,2 2-5 15,0-4 0-15,0-2-3 0,1-1-1 0,-1-6-4 16,0 0-19-16,0-1-51 0,0 1-128 0</inkml:trace>
  <inkml:trace contextRef="#ctx0" brushRef="#br0" timeOffset="70127">21542 11013 742 0,'0'-1'42'16,"-2"-1"10"-16,0-2-14 0,0 0-25 0,1-1-1 16,-1 1-15-16,0 0 1 0,0 2-1 0,-2 2 1 15,1 2 7-15,-3 2-7 0,-9 24 10 0,0 18-8 16,0 6 10-16,2 0 1 0,-9 2-8 0,4-6 6 15,-8-3-3-15,1 1 11 0,7 1 0 0,-4 1 3 16,3 2-2-16,-3 2-3 0,-4 2-1 0,5 2-1 16,1-2-9-16,1 1 0 0,6-5 2 0,2-3-2 0,2-5 0 15,0-8 3-15,5-6-6 0,-2-6 5 0,3-3-1 16,1-3-6-16,0-5 2 0,0-5-3 0,0-2 2 16,-1-1 13-16,-1 1-9 0,2-2 10 0,0 0-16 0,0-2-1 15,0-2 6-15,-1-9-4 0,-3-30-2 0,4-4 5 16,4 3-6-16,2-10 7 0,0 0 1 0,-1 2-1 15,1-4 1-15,2 2-1 0,-1 2-3 0,4 0 0 16,3-2 2-16,1 0 0 0,3 1 17 0,5-2-6 16,1-3 4-16,0 2-4 0,0 0 6 0,1 6 1 15,-1 3-3-15,-2 5 1 0,1 4-8 0,-16 8 1 16,20 6-7-16,1 5 4 0,-2 3-8 0,0 4-1 0,2 3 3 16,2 3-1-16,0-14 16 0,1 6-13 0,1 7 8 15,2 5-10-15,-1 4 5 0,-1 3-2 0,-4 4-3 16,-2 4 1-16,-4-9 6 0,1 21-6 0,-8 3 3 15,-2 2-6-15,0-1 0 0,-9-3 3 0,0 4-3 0,16-1 3 16,-10 3 4-16,-8-5-9 0,-4 1 6 0,-5-4-6 16,-4 0 8-16,9 4 0 0,-31-6 2 0,-2 2-2 15,0-4 4-15,-1-1-6 0,1-1 3 0,-2-3-3 16,0-2 5-16,4-2-2 0,2 0 0 0,1-2 1 16,0-2 6-16,8 0-1 0,2-3-6 0,3 1 4 15,12 1-4-15,-4-3-3 0,3 3 6 0,5-1-6 16,-3 2-4-16,1-1 2 0,-3 3-6 0,3-2 5 0,1 2-3 15,2-1 4-15,0 1 2 0,2 4 0 0,0-4 0 16,2 0 1-16,2 0-3 0,1-2 1 0,1-1 3 16,18 1 6-16,6 0 5 0,-1-1-1 0,3-1 0 0,0-1-14 15,-1-1 4-15,1-1-6 0,1-2 1 0,-1 0-11 16,-1 16-5-16,-1-6-3 0,-2-7-13 0,-4-3-30 16,-2-2-13-16,1 0-7 0,-1 0-56 0,-4-2-11 15,3 0-2-15,-3 0-6 0,-1-1-26 0,0-1-11 16</inkml:trace>
  <inkml:trace contextRef="#ctx0" brushRef="#br0" timeOffset="70315.48">22210 11572 304 0,'0'0'126'0,"0"-2"-83"0,2 1 127 16,0-1-42-16,0 0-53 0,0-2-19 0,0 0 1 16,0 1-7-16,-1-1-3 0,1 2-24 0,0 0 4 15,0 0-9-15,0 1 13 0,0 1 5 0,-2 1 1 0,0 3 0 16,-4 11-10-16,-11 20 5 0,-2 4-7 0,-3 4 5 15,0 2-10-15,-3 1-10 0,3 0 3 0,1-3-6 16,3-2 6-16,1 0-12 0,4-4 3 0,-1-4-5 16,3-5 4-16,2-4-7 0,-1-1 3 0,3-5-7 15,1-1-9-15,0-2-21 0,2-4-17 0,2-6-9 16,0-1-146-16,0-2-106 0</inkml:trace>
  <inkml:trace contextRef="#ctx0" brushRef="#br0" timeOffset="70690.19">23248 10661 877 0,'0'-2'20'0,"0"0"-4"16,0-2 19-16,0 2-5 0,-2-7-18 0,2 5-10 15,0 1 0-15,-1-1-2 0,-1 0 0 0,2 2 5 0,0 0-4 16,-2 1 4-16,0 1-3 0,0 1-2 0,0 1 5 16,0 2-3-16,-3 16 16 0,-3 14 2 0,1-1 4 15,-2 10-2-15,-2 5 11 0,-1 10-2 0,-1 9-7 16,-1 3 2-16,-3 8-8 0,0-2-6 0,-1-1 4 0,-3-3-6 16,1-5-4-16,-2-2 5 0,-4 0-2 0,1 2 4 15,-1-2-7-15,2-2-1 0,2 0 2 0,2-6-2 16,1-1 2-16,2-8-1 0,2-7-2 0,2-7 2 15,0-6-1-15,2-2-8 0,4-2 3 0,1-8-3 16,3 1 6-16,1-9-17 0,2-7-4 0,-2 3-7 16,0 0-38-16,0-2-145 0,2 0 27 0,0-2-68 15,0 0-4-15</inkml:trace>
  <inkml:trace contextRef="#ctx0" brushRef="#br0" timeOffset="71002.94">23781 10596 716 0,'0'0'29'0,"0"0"-2"15,-2-2 24-15,0 0-3 0,1 0-37 0,-1 2-6 16,0 0-2-16,0 0 0 0,0 0 2 0,0 2 1 16,0 0-1-16,-1 1 1 0,-7 9 8 0,9 14-8 0,-16 5 11 15,2 6-8-15,-5 6 14 0,1 11 0 0,2 7-4 16,-3 15 4-16,0 2 1 0,-10 4 0 0,2 1-3 15,-5-6 1-15,3 1-7 0,-2-4-7 0,1-2 2 16,-1 4-3-16,1 1 9 0,5-1-2 0,1 0 1 16,3-9-2-16,4-4 10 0,1-6-15 0,4-7 9 0,4-5-11 15,1-10 6-15,4-7-4 0,1-4-5 0,1-3 2 16,-9-5-3-16,3-3-6 0,3-3-2 0,3-5-3 16,0-1-17-16,0 0 0 0,0-1-13 0,0-1-1 15,1 0-107-15,1-2-24 0,0 0-9 0,0-2-1 16,1-5-34-16</inkml:trace>
  <inkml:trace contextRef="#ctx0" brushRef="#br0" timeOffset="71555.52">24325 10791 891 0,'0'0'25'0,"0"-2"-7"16,0 0 21-16,0 0-4 0,-2 0-35 0,1 2-5 15,-1 0-1-15,0 2 3 0,0 0 14 0,-4 7-4 16,-16 28 4-16,2 10-3 0,-1 1 6 0,3 6-3 16,1 0 2-16,-2 0-1 0,1 1 5 0,-1-1 4 15,-1 4 5-15,1-8 0 0,1 0 5 0,-1-4-12 0,2-1 4 16,1-2-6-16,-1-3-5 0,0-1 9 0,1-3-9 16,1-5 9-16,2-1-17 0,3-8 5 0,3-3-6 15,0-4 6-15,1-2-9 0,4-8-2 0,0 1 7 0,0-2-4 16,1-1 9-16,-1 1-10 0,0-2-9 0,-2-2 0 15,2 0-13-15,-1-2 7 0,-5-11 1 0,-5-20 1 16,4-5-4-16,5-1 0 0,4-3-6 0,4-1 2 16,5-3-5-16,4-5 3 0,4-2 12 0,5-9-5 15,2-1 19-15,4-7-5 0,2-1-2 0,0 2 2 16,-29 10 17-16,31 7-12 0,3 6 8 0,-1 10-8 16,-5 5 13-16,7 7 3 0,-3 3 0 0,1 4 0 15,-1 3-9-15,2 4 6 0,-3 1-1 0,-1 5 4 0,3 2-3 16,-5-16 0-16,1 7-7 0,-8 7 4 0,1 4-6 15,-7 2 7-15,-1 2-8 0,-4 1 6 0,-1-3-9 16,-7 24-3-16,16 2 4 0,-10 5-4 0,-9 4 3 0,-5 2 9 16,-10 2-4-16,-7 2 4 0,10-2-14 0,-27-2 14 15,-7-4-4-15,3-1 8 0,2-5-9 0,-1-3 10 16,7 0 3-16,-1-7 2 0,5-1 5 0,5-3-10 16,7 2 0-16,2-2-3 0,4 0-6 0,2-1-2 15,2 1 1-15,7 0 0 0,0-2 1 0,-7 0-4 16,3-2-3-16,3 0 1 0,-1 1 9 0,4-1-3 15,0 0 2-15,2-2-2 0,3 0 1 0,1-3 0 16,22-2 3-16,3-1-3 0,3 18-3 0,3-8-8 0,2-6 0 16,0-3-4-16,7-4-2 0,-1-2-16 0,-2-3-5 15,1-3-8-15,-3-1-69 0,-6 0-146 0,1-1-43 16</inkml:trace>
  <inkml:trace contextRef="#ctx0" brushRef="#br0" timeOffset="71919.35">24895 11424 562 0,'0'-2'455'16,"0"0"-621"-16,0 0 535 0,0-15-301 0,0 4-63 16,0 6-2-16,2 0-1 0,0 1 1 0,4-1 10 15,-3 1-9-15,12-1 8 0,-2-3-9 0,6 1 9 0,-6 5-4 16,2 2 5-16,-8 2-3 0,-1 0 14 0,-1 2 2 15,-1 2-3-15,-1 2 3 0,9 16-2 0,-7 6-5 16,-5 1-5-16,-5 3 1 0,-7 1-12 0,-6 1 11 16,9-3 1-16,-21-1 1 0,-3 0-4 0,7-6 6 15,3-2 2-15,7-5 1 0,-1 2 6 0,6-8-9 16,1 0 1-16,5 0-4 0,3-4-9 0,-7 5-3 16,3-3-4-16,4-2 2 0,2-1 0 0,0-4 17 15,0 0 1-15,0-1 4 0,19 12-9 0,14 0-7 16,3-3-1-16,3-7-2 0,1-3 2 0,3-2-8 0,3-3 1 15,-7-1-4-15,0-1-4 0,2-2-11 0,-5-1-5 16,3 1-6-16,0 0-46 0,-2 0-123 0,-2 1-40 16</inkml:trace>
  <inkml:trace contextRef="#ctx0" brushRef="#br0" timeOffset="76287.14">13183 14194 256 0,'0'-2'88'0,"0"-5"-35"0,2-38 34 0,2 2 3 16,-1 6-64-16,3 0-5 0,-1 4 3 0,-1 5 8 16,0 6 4-16,-2 3 45 0,0 6-16 0,-2 6-2 15,0 1-5-15,0 4-16 0,0-2-2 0,0 1-1 0,0 1-2 16,0 2-8-16,0 0 5 0,0 2-5 0,-8 22 2 15,-5 20-21-15,0 8 1 0,-2 8-1 0,2 3 1 16,-3 11-3-16,-1 2 0 0,-2 4-2 0,1 2 1 16,-3-6-2-16,-1-4-2 0,-2-1 3 0,-4-10-2 15,0 2 10-15,23-5 2 0,-29 0-2 0,5-5 3 16,-1-3-1-16,4 2 1 0,0-9-3 0,2-6 1 16,5-5-13-16,1-6 1 0,3 0 5 0,4-6-3 0,-1-3 10 15,7-11-5-15,3-1-1 0,-2-3-2 0,1 2-18 16,-1-2-11-16,2-1-8 0,0-1 1 0,2-1-15 15,6-35 14-15,14-23 0 0,6-4 6 0,2 0 3 0,-21-2 2 16,27 2 4-16,-1-1-1 0,1 1-1 0,-3-2 12 16,-3 0-8-16,-6-11 11 0,-1-4 3 0,-5 0-1 15,-1-1 6-15,-4 12-6 0,2 10 4 0,-1 9 5 16,-3 7-7-16,0 9 5 0,0 5-2 0,1 8 1 16,1 3 4-16,0 7-3 0,-2 1-3 0,2 5 4 15,1 1-3-15,1-5 2 0,3-1-7 0,3 3 12 16,3 3-6-16,0 4 7 0,-1 2-6 0,3 4-2 15,2 3 0-15,2 6-3 0,-2 2-5 0,-4-6 7 0,2 18-1 16,-5 5 4-16,-1 1-1 0,-3-1 8 0,-5 1-3 16,1 2 3-16,9-2-14 0,-7-3 11 0,-5 3-2 15,-5-5 7-15,-1 3-2 0,-6 6-2 0,-3-4 0 16,-6 3-1-16,-4-7 5 0,10-1-6 0,-25-4 4 0,-7-2-5 16,6 0-1-16,-1-2 3 0,1-3-8 0,0-2 7 15,-1-2-6-15,4-2 7 0,1 0-5 0,1-2 4 16,0-2-5-16,-2-2 6 0,1 1 1 0,3-4 1 15,0-1-3-15,0-1 5 0,3 0 0 0,3 0 1 16,3 9-10-16,4-4 1 0,4-3-2 0,2 0 1 16,3-2-6-16,0 0-1 0,0-1-4 0,3 1 2 15,-1 0-9-15,0 0 12 0,2 0-3 0,0 2 5 0,0-1-5 16,5 12 3-16,7 2 0 0,-3 0 3 0,17-3 1 16,3 3 7-16,1 0 0 0,2-2 2 0,1 0 5 0,2-3 0 15,3 1-2-15,-1 4 2 0,0-4 2 0,0-2-19 16,-2-1 10-16,-1-3-12 0,-1 2 5 0,-1-1-8 15,7 3-5-15,-10-4-1 0,1-1-11 0,2-1-10 16,-10-3-8-16,10 17-1 0,-3-8-19 0,3-5-112 16,-1-6-7-16,3-6-52 0,3-1-167 0</inkml:trace>
  <inkml:trace contextRef="#ctx0" brushRef="#br0" timeOffset="77033.52">14084 15189 163 0,'0'0'19'0,"0"-2"-1"0,0 0 23 16,0-1-6-16,0-1 3 0,0 0-19 0,0 2 4 16,0-1 4-16,1-7 0 0,1 3-4 0,0-2 4 15,2-2-4-15,-2 5 6 0,0-1 6 0,-2 3 7 0,0-2 3 16,0 1 3-16,0 1 7 0,0 0-4 0,0 2-7 16,0-1 1-16,0-1-15 0,0 0-14 0,0 2 7 15,0 1-10-15,0-1-2 0,0 0-1 0,0 0-1 16,0 0 2-16,0 0 3 0,0 0-5 0,-2 1 3 0,0 1-3 15,0 0 14-15,0 0-9 0,0 0 3 0,0 0-6 16,1 0 10-16,-1 0 15 0,0 1-8 0,0 1 9 16,-2 0-17-16,1 2-1 0,-5 13 3 0,-5 9-3 15,0 7 0-15,0-1-9 0,-2 1-3 0,2 2-1 16,-2-3-5-16,4 3 5 0,0-3 0 0,2-6 2 16,0 2-4-16,3-6-3 0,0-4 4 0,5-1-4 15,-11-2 6-15,5-2 5 0,1-2-3 0,3 0 3 0,1-1-4 16,2-5 7-16,0 1-5 0,0-3 5 0,2 1-15 15,-2-2 4-15,22 13 5 0,6-2-1 0,0-6 3 16,3-5 3-16,3-2-8 0,1-4 7 0,0-3-2 16,2-2-1-16,4-2 7 0,-6-1-5 0,-3-1-3 0,-4 0 3 15,-6 2-2-15,-1-2 5 0,-1-2-1 0,-1 8 9 16,-1-13-6-16,-9-6 8 0,1 0-7 0,-1-4-3 16,11-5-2-16,-8 3 0 0,-9-3-3 0,-3 1 5 15,-5 5 0-15,-6-1 0 0,1 9-5 0,7 1 6 16,-18 5-3-16,-5 2 3 0,-4 2-8 0,3 9-10 15,-9-2 3-15,1-16-6 0,2 13-3 0,-3 5-16 16,1 4-6-16,4 7-5 0,1 0-46 0,6 2-100 0,5 0-18 16,6-1-36-16,2-5-147 0</inkml:trace>
  <inkml:trace contextRef="#ctx0" brushRef="#br0" timeOffset="77440.25">15259 14647 521 0,'0'0'144'0,"-2"0"-154"16,0-2 151-16,0 0-73 0,0 0-57 0,1 1 8 16,-1-1-6-16,0 0 6 0,0 0-12 0,0 0 9 15,2 0 6-15,0 0 0 0,0 1 10 0,2-1 4 0,0-2-4 16,2 0 4-16,10-5-6 0,9-4 2 0,-1 2-4 15,2 2 4-15,0-1-6 0,2-1-6 0,2 2-4 16,-4 1-1-16,2 1-19 0,0 3 0 0,-2 1-6 16,4 1 4-16,-4 0-13 0,-1 2-3 0,1 0 2 15,-4 2-4-15,1 1-5 0,-7 1-27 0,3 0-40 0,-6 0-7 16,-3-3-245-16</inkml:trace>
  <inkml:trace contextRef="#ctx0" brushRef="#br0" timeOffset="77602.05">15322 14783 641 0,'-2'0'107'0,"-2"0"190"0,-7 0-237 16,2 0-37-16,0 0-10 0,5 0-5 0,0 0-12 15,1 0 6-15,1 0 5 0,2 0-2 0,2 0 3 16,1 0 0-16,27-2 0 0,16-2 0 0,1-3 2 0,5-5-12 16,7-1-4-16,10-3-5 0,3-1-20 0,8 0-40 15,-2 1-21-15,0 1-33 0,0 4-344 0</inkml:trace>
  <inkml:trace contextRef="#ctx0" brushRef="#br0" timeOffset="123183.45">17676 13865 790 0,'0'0'0'0,"0"-2"5"0,0 1 46 0,0-1-22 15,0 0 3-15,0 0-31 0,0 0 0 0,0 0 13 16,0 2 7-16,0 0 4 0,0 0 22 0,0 2 4 15,-2 2-11-15,-1 16 8 0,-5 12-21 0,-1 7-7 0,-2 4-1 16,-4 1-3-16,-2 4 2 0,1 6-7 0,-3 2-2 16,-1 0-3-16,1-1 2 0,0-5-6 0,3-7 7 15,1-8-6-15,0 1 4 0,4-10 7 0,2-6-5 0,1-3 8 16,3-6 7-16,1-4-4 0,0-1 8 0,4-4-6 16,0 0 25-16,-4 1-8 0,1 1-3 0,-1-2-7 15,2 0-36-15,0-2-3 0,0-2 0 0,1-2 0 16,-1-27 2-16,4-12 2 0,5-5 2 0,8-6 0 15,2-4-1-15,1 1 1 0,6-3 0 0,0 3 1 16,2 3 5-16,0 0-2 0,0 2 0 0,-1 4-1 16,-24 0-1-16,22 3 2 0,-1 0-4 0,0 6 3 15,-1 8-1-15,1 1 5 0,0 10 2 0,1-1-1 0,1 1-4 16,2 9-1-16,0 0 5 0,2 5-3 0,1-12 0 16,1 8 2-16,-6 5 3 0,0 5 3 0,-2 2 18 0,-7 1-2 15,2 7-7-15,0-7 2 0,-12 21-28 0,6 1 8 16,-7 4-3-16,11-3 5 0,-8 4 13 0,-7-2-12 15,-3 0 8-15,-7 1-9 0,-3-1 5 0,-5 2-4 16,9-2 1-16,-21 0-1 0,-2-1 7 0,5 1-6 16,-1-4-2-16,4-1-1 0,-1-1 4 0,5-3-1 15,1-3 1-15,5 1-2 0,-1-6-1 0,7 0 0 16,-1-3 4-16,3 3-3 0,1-4 0 0,1-1 1 16,2 1-4-16,0-5 2 0,-3 6-2 0,1-3-5 15,0 1 0-15,1 1-3 0,3-5-7 0,0 5 9 0,0-3-1 16,0-2 4-16,2 4 3 0,-2-5 4 0,18 3-5 15,6-2 3-15,4 15-6 0,4-4 4 0,-1-8 0 0,1-1 0 16,1-2-9-16,3-2-30 0,-3 0-5 16,0 0-8-16,-1 0-26 0,-6 0-10 0,4 0 5 0,-10 0-22 15,2 0-152-15</inkml:trace>
  <inkml:trace contextRef="#ctx0" brushRef="#br0" timeOffset="123637.01">18471 14203 1040 0,'0'0'96'0,"0"-2"-102"16,-2 1 101-16,0-1-49 0,0 0-50 0,1 0-9 16,1 0-4-16,0 0 2 0,0 0 12 0,1 1 1 15,1-3 5-15,2 2-2 0,3-2 3 0,10-5-3 16,-2 3 2-16,0 5-3 0,-2 1 7 0,-2 0 19 15,-2 1-2-15,-3 1 9 0,-2 2 6 0,-3 18-10 16,18 6 1-16,-10 2-5 0,-5-4-3 0,-2 5-5 16,-4-5 3-16,-4 2-3 0,-1-4 1 0,-2-7-1 15,-4 3-5-15,9-1 2 0,-15-2-7 0,3-2 0 0,3-8-1 16,3 0 1-16,1-3-1 0,2-2-4 0,1 0 8 16,2 0-7-16,1 1-1 0,-1 1-26 0,2-2 7 15,0 0-10-15,0 0 27 0,1 0-1 0,1-1-1 16,0 1-1-16,1 0 7 0,3 0-4 0,5 0 0 0,14 5-1 15,-1-1 4-15,-3 1-3 0,-1 1 2 0,-1-1-2 16,0 2 1-16,-3 1 2 0,-2-8 5 0,-3 11-1 16,-4 0 11-16,5 0 6 0,-3-2-1 0,-3-2 4 15,-1 2 13-15,-3-3-14 0,0 3 2 0,-3-2-7 16,-5 2-2-16,-1 0-12 0,-22-1 3 0,-3-1-5 16,-1 0 1-16,1-3-3 0,3-1-1 0,1-3-2 0,4 15-14 15,6-8-53-15,3-5-5 0,10-4-21 0,-3 0-84 16,7 0-7-16,1-2-52 0</inkml:trace>
  <inkml:trace contextRef="#ctx0" brushRef="#br0" timeOffset="123869.69">19086 14172 1033 0,'-2'0'137'0,"0"0"-143"16,0 0 147-16,0-2-70 0,0 2-49 0,0 0-13 15,1 0 3-15,-1 0-6 0,0 0 1 0,2 0 8 0,0 0 1 16,2 0 3-16,11 0 16 0,22-6 1 0,6-3-5 16,2 0 1-16,3-2-16 0,4-4-1 0,0 2-6 15,-2 0 2-15,1 2-14 0,-5 1-4 0,-7 3 0 16,-1-1-4-16,-5 3-18 0,-5 1-3 0,-2 0-5 16,-9 3 3-16,-9 1-14 0,-4 0-91 0,1-2-2 0,1 0-39 15,-2 0-90-15</inkml:trace>
  <inkml:trace contextRef="#ctx0" brushRef="#br0" timeOffset="124084.19">19488 13856 1359 0,'0'0'31'0,"-1"-2"59"0,-1 0-70 15,0 0-17-15,0 2 6 0,0 0-9 0,2 2 11 16,0 2 12-16,-4 15-8 0,-3 18 7 0,-2 4-17 0,-2 9 6 15,-1 2 0-15,-1 5 1 0,-1-1-8 0,-1 5 4 16,-2-1-6-16,2-3 6 0,0 1-16 0,6-14 6 16,0 1-4-16,3-14 4 0,2-6-13 0,3-5-30 15,1-7-7-15,0-6-10 0,0-1-49 0,0-4 22 16,1 2 19-16,1-1 4 0,2-1 73 0,15 2-64 16,14-6-11-16,4-11-26 0,6-6-108 0</inkml:trace>
  <inkml:trace contextRef="#ctx0" brushRef="#br0" timeOffset="125015.09">20441 13438 961 0,'0'0'69'0,"0"-2"137"16,-2 1-168-16,0-1-26 0,0 0 0 0,1 2-8 16,-1 2 6-16,0 1 5 0,-11 23 5 0,-4 15-3 15,2-2 5-15,-1 8-7 0,-1-1-3 0,-2 2 0 16,-1 1-5-16,1-9-3 0,-1 3 3 0,1 0-2 15,1 0 8-15,-1-1-6 0,2-1-2 0,3-2 0 16,1-4-5-16,1-5 6 0,3-4-1 0,4-9 1 0,1-4-1 16,0-4 5-16,4-5 0 0,0 0 1 0,0-1-1 15,-2 1 17-15,0 0-3 0,1-2 4 0,-1-1-26 0,0-1-9 16,0 0 1-16,0-1-1 0,0-9 12 0,0-25-2 16,4-2-4-16,4-2 1 0,3-2-11 0,6-5 7 15,2-1 0-15,3-1 0 0,6-6-9 0,-22 0 12 16,29-2-7-16,1-1 8 0,-8-1-3 0,3 6 1 15,3 6-1-15,-4 9 0 0,0 7 2 0,-4 8 1 16,-2 3 4-16,2 8-2 0,2 6 2 0,-4 1-3 16,-3-9-1-16,-2 4 1 0,-1 3 16 0,-4 6 7 15,-3 2 0-15,-5 0 0 0,-4 0-12 0,14 31 1 16,-8 6-2-16,-10 4 3 0,-9 3-2 0,-9 4-8 0,13-3 3 16,-28-1-4-16,-10-1 4 0,5-10 0 0,-1-4-3 15,4-6 1-15,9-3 2 0,4-5-1 0,8-3-1 16,5-4 0-16,3-1 2 0,7-2-11 0,-1-1 8 15,0 0-10-15,0-1 6 0,3-1-6 0,-1 0 3 16,-2 1-4-16,2 1-2 0,0-1 7 0,2 3-1 0,0-1 3 16,2 2-1-16,4 4 0 0,1-1-1 0,2-1 2 15,14 2-2-15,-1-2 5 0,2 0-5 0,4-2 6 16,-6 1 1-16,6-1-12 0,-2-4 1 0,-4 1-8 16,6-2-15-16,-2 12-19 0,-2-4 2 0,6-5-8 15,0-5-6-15,-1-4 17 0,5-5-7 0,-3-3 10 16,3-5 1-16,-1-3 18 0,3 16-2 0,-5-24 5 0,-1 2-16 15,-2 2-26-15,0-1-7 0,-4 5-6 0,-4-1-33 16,-3 2 42-16,0-1 3 0,-1 3 17 0,-3 2 38 16,-2 6 11-16,-3-1-3 0,-8 6 7 0,2 0 8 15,0 2 21-15,-2-1 10 0,3-3 2 0,1 2 32 0,0 0 8 16,-2 2-9-16,-1 0 6 0,1 2-32 0,0 2-13 16,0 3 1-16,0 14-4 0,-2 3-3 0,0-2-12 15,-2 0 0-15,0 1-5 0,2-3-3 0,0-1 10 16,2-1-4-16,4-1 5 0,1 0-3 0,2-3-1 15,1-1 5-15,6-1-3 0,12-3 1 0,-2-2-19 16,6-1 2-16,-3-4-9 0,8 0-5 0,-9 16-12 16,-2-9-3-16,4-3-3 0,-8-6-13 0,6-2 2 15,0-5-5-15,-6-3 4 0,-1-1 1 0,-1-2 7 0,1 10 1 16,-5-16 0-16,3-3-1 0,-6 1-11 0,-4-1-3 16,-1 0-6-16,-3-2-38 0,-1-2-22 0,1 0 3 15,-1-2-5-15,-2 0 29 0,17-4 43 0,-6-3 2 16,-6 5 16-16,-3 4 29 0,-4 2-3 0,0 6 13 0,0 7-5 15,-2-1 53-15,2 11 23 0,-2-3-14 0,0 0 10 16,0 2-56-16,0 0 29 0,1 2-15 0,-5 2 17 16,-16 2-35-16,-1 37-2 0,-4 5 1 0,-3 1-1 15,-5 1 4-15,-1 2-3 0,1 2 1 0,-4 2-2 16,4 0-7-16,1-2-12 0,1 0 2 0,11-4-5 16,-3-2 3-16,11-5-6 0,2-7 2 0,1-8-3 0,-4-4-5 15,8-7-13-15,1-2-1 0,3-4-7 0,1 0-56 16,2-3-45-16,0-2 3 0,0-1-12 0,2-1 17 15</inkml:trace>
  <inkml:trace contextRef="#ctx0" brushRef="#br0" timeOffset="125248.98">21936 13819 1420 0,'0'0'105'16,"0"0"-128"-16,0-2 113 0,0 0-60 0,0 0-37 0,1 0 5 15,1 1 0-15,6 1 2 0,20-4 7 0,3 2-7 16,10 0 1-16,0 0-1 0,0-1 10 0,1-3-9 0,-4-1 8 16,1 1-8-16,-4 0 7 0,-4 1-8 0,-1-3-2 15,-4 3-3-15,-5-1-17 0,-3 1-8 0,-1 1-6 16,-4 0 2-16,0-1 1 0,-6 1-72 0,1 0 9 16,-3 1-31-16,-3-3 0 0,0-9 47 0,9 0 10 0,-2-5 11 15,-1 0 34-15,-6-1-63 0,-2-3-6 0,-2 4-23 16,-2-3-58-16</inkml:trace>
  <inkml:trace contextRef="#ctx0" brushRef="#br0" timeOffset="125411.95">22426 13399 103 0,'0'0'77'16,"0"0"-8"-16,0 0 99 0,-2 0-21 0,0 0 12 16,0 2-75-16,0 0-4 0,1 0-8 0,-3 2 3 15,0 5-15-15,-9 17-24 0,-2 5 1 0,0 5-10 0,-1-1-8 16,-1 6 21-16,-5 2 0 0,-2 1 7 0,-1 2 12 16,-2-1-12-16,-1 3 1 0,-2 1-8 0,-2-3-15 15,-1 4-14-15,7-2 3 0,0 1-7 0,0-5-2 0,15-3 1 16,-6-7-6-16,6-7 3 0,2-1-10 0,5-7-10 15,-9 0-5-15,7-6-4 0,5-4-38 0,1-5-27 16,0-1 7-16,0 1-11 0,1-2 26 0,3-2 19 16,30-8-18-16,12-12 7 0,4 13-110 0</inkml:trace>
  <inkml:trace contextRef="#ctx0" brushRef="#br0" timeOffset="125928.36">23191 13260 1205 0,'0'0'36'0,"0"0"-1"0,0 0-14 0,-2 0 8 16,0 2-22-16,0 0 8 0,-2 5 5 0,3 27 0 0,-16 8 2 15,-2 8-2-15,1 2-2 0,-3 4-1 0,-6 0 0 16,1-4-3-16,-4-4 20 0,2-3-9 0,4-5 12 16,-4-2-10-16,6-5-6 0,3 0-2 0,6-5-3 15,-2 0-10-15,4-6 0 0,2-1 2 0,3-4-2 16,4-4 2-16,-1-6-5 0,-1-1 0 0,-2-3-2 15,3-1-1-15,-5 4 2 0,1-3 2 0,1-1-2 16,-1-2-3-16,-1 0-13 0,3-2-3 0,1 1-1 0,-14-27 0 16,8-4-2-16,10-1 3 0,4-6-3 0,7-4 5 15,2-5 6-15,4-4 4 0,5 0 1 0,4-6 7 16,2 1-12-16,-24 1 5 0,25 0-7 0,-1 6 11 16,2 6-6-16,0 3 1 0,1 9-1 0,-1 4 9 0,-2 10-2 15,-2 5-1-15,0 3 0 0,-2 5-1 0,-6 3 2 16,1-11 2-16,-4 6 2 0,-2 3 10 0,0 4 18 15,-2 2-5-15,-4 0 6 0,1 3-26 0,-6 6 1 16,0 15-2-16,16 6 2 0,-9-1 2 0,-9 8 1 16,-7 0 2-16,-8 0-2 0,-5 4 2 0,16-4-12 15,-29 0 6-15,-1-4-7 0,3-3 9 0,5-2 1 16,-2-6-5-16,7-6 4 0,3-1-5 0,5-2-4 0,2-2 3 16,3 2-4-16,3-4 4 0,-1 0 8 0,-5 4-5 15,4-2 5-15,1 0-13 0,2-2 8 0,2 2-4 16,2 0 6-16,0 0-14 0,2 2 4 0,4 0-1 15,-1-2 2-15,5 2 8 0,-5-4-1 0,19 2 1 0,2-2-3 16,4 0-8-16,0-2-3 0,1-1 2 0,-3-3-4 16,-2-1-16-16,0-2-32 0,-2 0-8 0,0 14-9 15,1-6-50-15,4-5-125 0,1-3-95 0</inkml:trace>
  <inkml:trace contextRef="#ctx0" brushRef="#br0" timeOffset="126206.13">23998 13837 1419 0,'-1'-1'30'0,"-1"-1"69"0,-2 0-96 0,-9-4 7 16,-9-3-1-16,-4 5 3 0,-4 2-6 0,0 4 4 15,-1 4-4-15,-5 3 5 0,5 2-1 0,-6 6-3 16,2 2 1-16,7-3-2 0,-2-12 3 0,10 18 9 15,8 1 7-15,3-3 0 0,7 0 9 0,-9-3-9 16,2 2-1-16,3-3-1 0,3 1-2 0,3-2 24 16,3-2-9-16,3-2 13 0,3 0-23 0,25 0-16 15,6-3-4-15,5-4-4 0,5-3-2 0,2 25-30 0,6-14 1 16,3-11-13-16,2-2-14 0,4-7-10 0,7-3-34 16,-3-2-3-16,5-4-215 0</inkml:trace>
  <inkml:trace contextRef="#ctx0" brushRef="#br0" timeOffset="126765.14">24611 12944 658 0,'0'-1'61'0,"-2"-1"5"0,0-2-6 15,-1-5-16-15,-7-10-9 0,3 4 8 0,0 2-18 16,1 0 3-16,-1 0-9 0,3 6-7 0,2 3 2 15,0 0 3-15,0 1 1 0,0-1 15 0,2 2 8 0,-3-5 3 16,3 5 3-16,0 0 19 0,0 0 1 0,-2-2-9 16,0 1 4-16,0-1-21 0,0 2-10 0,0-2-2 15,1 3-5-15,-1-1-16 0,0 0-7 0,0 0 3 16,0 0-4-16,2 0 3 0,0 0 3 0,0 1 3 16,2-1-2-16,0 2-4 0,2 0-1 0,3 0 1 0,10 0 0 15,1 3 0-15,1 3 3 0,-1 1-4 0,5 5 6 16,-3-1 1-16,2 4-3 0,3-1 3 0,1-12-4 15,0 22 5-15,3 1-8 0,1-1 0 0,2 4-1 16,3-1 10-16,0 3-7 0,0 4 3 0,-1 3-4 16,-1 5 5-16,-3 7 10 0,0 3-5 0,-1 7 5 0,1 8-5 15,-4 5 13-15,-2 6-2 0,-9-2 5 0,-4 1-15 16,0-7 10-16,-7-1-4 0,-2-4 7 0,24 0 5 16,-21 2-12-16,-6 1 5 0,-12-1-9 0,-2 2-1 0,-8-2-2 15,-3-2 3-15,0-6-1 0,23-5 6 0,-42-8-27 16,-5 1-6-16,-4-8-12 0,-5 0-51 0,1 2-159 15,-7-4-43-15</inkml:trace>
  <inkml:trace contextRef="#ctx0" brushRef="#br0" timeOffset="127295.91">17517 13327 1115 0,'0'0'24'0,"-2"0"-5"0,0 0 0 16,-2 0 3-16,-3 0-12 0,-19 9-6 0,-11 12 6 0,1 1-5 15,-12 32 4-15,4 7-11 0,-7 4 9 0,1 0-4 16,2-2 7-16,2 0-4 0,3-5 11 0,2-3 0 16,6-1 4-16,3-2 14 0,6 4 37 0,2-4-12 15,9 4 14-15,4 1-37 0,4-5-1 0,-21 4-4 16,17-6 1-16,7-2-21 0,4 4-6 0,5-3 4 0,7-5-6 15,2-3 0-15,5-2-12 0,-13-6-3 0,33-1-6 16,9 0-31-16,6-5-57 0,11 1-14 0,15-5-17 16,11-5-80-16</inkml:trace>
  <inkml:trace contextRef="#ctx0" brushRef="#br0" timeOffset="127969.68">26104 13056 824 0,'0'-2'35'0,"0"-2"-11"16,-2-25 24-16,0-7-2 0,2-1-37 0,0-2 14 16,4 6-4-16,2-4 7 0,-1 5-1 0,1 4-11 15,-1-2 5-15,-3 16-9 0,2-3-6 0,-2 9 18 16,-2 5 1-16,0 1 8 0,2-2 12 0,-1 2-9 0,1 0 2 16,-2 2-2-16,0 2 21 0,-3 39-26 0,-10 19 9 15,-10 8-18-15,-5 1-5 0,25 0-8 0,-38 9 2 16,2 5-3-16,-2 6 2 0,0 12-7 0,2-3 0 15,0-1-1-15,0-12 4 0,8-11-2 0,3-7-2 16,4-15 1-16,5-2 3 0,2-7-3 0,4-8 3 0,8-1-4 16,-1-7 0-16,2-4-2 0,-10-3-3 0,6-5 1 15,3-4-4-15,3-3-52 0,0-3-8 0,2-3-21 16,0 2-81-16,0-1 41 0,0 1-22 0,0-2 22 16,2-2-76-16</inkml:trace>
  <inkml:trace contextRef="#ctx0" brushRef="#br0" timeOffset="128207.69">26652 12569 1151 0,'-2'0'41'0,"0"0"-3"0,0-2-3 16,0 1 4-16,0 1-21 0,1 0-22 0,-1 1 9 15,0 3-5-15,-19 33 8 0,-3 13 3 0,-2 2-8 16,2 8 6-16,0-3-7 0,-2 3 5 0,0-1-7 15,24-3 4-15,-29 7-4 0,-1 4 10 0,-1 11-1 16,-3 5-4-16,1 8 2 0,4 8-5 0,1-4 12 16,0-8-3-16,2-9 6 0,0-15 13 0,4-4-19 0,6-3 10 15,-1-2-14-15,4 0 1 0,4-4-4 0,2-2-8 16,3-9 2-16,4 0-14 0,-18-4-9 0,9-7-30 16,5-5 1-16,3-5-144 0,3-9-95 0</inkml:trace>
  <inkml:trace contextRef="#ctx0" brushRef="#br0" timeOffset="128809.84">27151 12980 1292 0,'0'0'21'0,"0"0"1"16,0 0-31-16,-2 0 9 0,0 2-20 0,1-1 26 0,-9 12-3 15,7 25 1-15,-18 8-1 0,-1 6 5 0,-2 4-8 16,-2 3 0-16,3 6-4 0,-1 4 5 0,6-2 2 16,-5-2 5-16,3-10-3 0,3-3 10 0,-1-11 4 15,-1-4 6-15,4-9 1 0,1-6 23 0,2-3-18 16,9-2-1-16,-5-4-6 0,6-2-1 0,-1-8-5 16,-1 1 3-16,0 0-2 0,1 0 19 0,-1-1-25 15,0-1 8-15,0 0-15 0,1-2-7 0,1 0-10 0,0-2-4 16,-5-16 0-16,1-23-2 0,6-8 6 0,9-4 6 15,10-10-2-15,3-6 9 0,6 4-4 0,0-8 0 16,1 8-1-16,-25 2 3 0,30 4 2 0,3 3-2 16,0 4 0-16,2-2 0 0,-2 6 1 0,2-2 0 15,-6 7 2-15,5 4 2 0,-3 8-4 0,-5 8 3 16,5 5-3-16,-7 7 1 0,0-8 6 0,3 6 1 0,-3 8 2 16,0 5 5-16,-4 3 10 0,-4 5-7 0,-3 3 6 15,-4-2-23-15,-4 23 5 0,-5 1-2 0,15 2 4 16,-12-1 5-16,-7-3-9 0,-6 3 2 0,-7-1-4 15,-5-1 6-15,-1 1-6 0,-21 1 4 0,-1-1-4 16,4-1-2-16,-1-5 4 0,3-1-4 0,5-3 4 16,-1-1 6-16,7-5-7 0,5-1 4 0,2-3-6 0,4-3-2 15,4 1 4-15,2-2-3 0,1 2 4 0,4 0-4 16,0-1 1-16,1 1 1 0,-9 0-1 0,7-4-4 16,-5 6 2-16,3 0-1 0,3 0 2 0,0 2 1 0,2-2-7 15,0-2 0-15,4 6-4 0,-1-6 4 0,1-1 1 16,0-3 3-16,-2-3-3 0,14 1-1 0,3-1 5 15,-4 0-5-15,1-1 2 0,1-1-24 0,0 2-25 16,1 0-1-16,1-2-10 0,-2 1-28 0,3 1-15 16,-1 9 6-16,-6-6-10 0,3-1-37 0,1-2-131 15</inkml:trace>
  <inkml:trace contextRef="#ctx0" brushRef="#br0" timeOffset="129034.78">27805 13494 582 0,'0'0'112'0,"0"-2"-107"0,0 0 122 0,0-1-51 16,0-1-10-16,0-2 16 0,0 1-4 0,0 1 5 15,0 0-15-15,0 2-16 0,0-1 2 0,0-1-9 16,0 2-19-16,0 0 6 0,0 0 1 0,0 2 3 16,0 2 0-16,-2 15-14 0,-7 24-3 0,-3-4-2 15,-2 8 0-15,-1-5-7 0,-2 1-3 0,0 2-1 16,-1-6-5-16,-1 2 1 0,1-4-1 0,3-3-1 0,2-6-10 15,3-6-4-15,1-1-7 0,4-6 0 0,-1-4-30 16,4-3-35-16,2-4-2 0,0-1-17 0,-2 3-59 16,0 0-54-16,1-2-55 0</inkml:trace>
  <inkml:trace contextRef="#ctx0" brushRef="#br0" timeOffset="129322.93">28308 13262 1379 0,'-2'0'19'0,"0"0"2"0,0 0-12 0,0 0-1 16,1 0-8-16,-1 0 3 0,0 0-1 0,2 2-2 15,0 0 1-15,2-1 3 0,0 1 4 0,1 0 0 0,14 6 3 16,9-1 16-16,2-1-2 0,5-5 0 0,-1-1-3 15,-1-1-16-15,-1-1-11 0,-6-2-4 0,2 0-5 16,-3 1-26-16,-3-3-17 0,-1 0 6 0,-5 1-9 16,1-1 10-16,-4 1 5 0,-3 1-13 0,-4 2 5 15,-3 0-65-15,11-13-30 0,-3 1-5 0,-2-1-5 16,-3 0-6-16</inkml:trace>
  <inkml:trace contextRef="#ctx0" brushRef="#br0" timeOffset="129495.34">28631 12969 302 0,'0'0'80'0,"0"0"140"0,0 0-133 0,0 1 15 15,-2 1-7-15,0 2 6 0,-7 20-45 0,-4 8-33 16,-2 3 4-16,-2 4-11 0,1 5 12 0,-3 5 8 16,-1 3-10-16,-1 2 6 0,1 3-21 0,-1-1-4 15,1-4 4-15,3-6-3 0,4-5-1 0,2-4-10 16,4-3 0-16,1-12-3 0,1-3 6 0,3-8-11 16,0-4 0-16,2-3-6 0,0 1-32 0,0-3-57 15,0 2 8-15,0 0-19 0,0-1 30 0,0-1-21 16,2 0-27-16</inkml:trace>
  <inkml:trace contextRef="#ctx0" brushRef="#br0" timeOffset="129974.3">29110 12959 909 0,'0'0'102'0,"2"0"-85"0,-2-2 96 0,0 1-37 15,0 1-61-15,0 0 7 0,0 1 3 0,0 1-1 16,0 6 0-16,0 23 4 0,-6 3-4 0,-7 5 2 15,-2 1-18-15,-3 5 5 0,-4 0-4 0,-1 1 5 16,-1 0-2-16,2 1-5 0,1-4 4 0,1-4-5 16,1 0-4-16,1-4 1 0,3-5-3 0,2-4 3 15,4-4-3-15,3-11-3 0,1 0 1 0,1-3-1 0,4-7-3 16,-2 3-1-16,-2 0-4 0,1 0-1 0,-1-3-42 16,0-1-63-16,0 0-4 0,3 0-14 0,-1 0 39 0,-6-9 38 15,-6-26 16-15,6-4 1 0,8-2 27 0,2 0 13 16,5 4 1-16,5-2 4 0,2 0-1 0,3 2 2 15,3 0 2-15,-18 0 2 0,22 1 13 0,6 1 8 16,0 2-3-16,0 3 4 0,3-2-4 0,2 3-8 16,-3-1 4-16,-2 0-6 0,-3 4 2 0,-1 8 27 15,0 7-8-15,-1 3 14 0,-5 3-15 0,-1 3-7 16,-1-11 4-16,1 3-3 0,-4 7 23 0,-1 3 4 16,-2 2-3-16,-7-1 1 0,3 5-27 0,8 18 0 15,-3 6-4-15,-7-2 1 0,-6 1-18 0,-2-1 8 0,-5 0-4 16,-5-2 6-16,-1-4-5 0,-1-1 2 15,8-3-2-15,-14-1 1 0,5-2-3 0,0-4-2 0,2-2 2 16,4-1-1-16,3-3-4 0,2 1 0 0,2-2-4 0,1-1 2 16,-1 1-4-16,0 0-4 0,0-1 4 0,0 3-4 15,0 0 4-15,2-3 0 0,0 3-2 0,0-4 1 16,2 3-3-16,0-1 1 0,0-2-4 0,16 3 1 16,1-3-17-16,-2 2-15 0,-4 0-5 0,-2 5-6 15,0-2-42-15,-4-3-117 0,-1 0-37 0</inkml:trace>
  <inkml:trace contextRef="#ctx0" brushRef="#br0" timeOffset="130284.14">29342 13349 903 0,'0'-2'49'0,"0"0"107"0,0 1-152 0,0-3 5 16,2 0-5-16,2-5 6 0,1 0 3 0,5-4 4 15,3 0 7-15,11 3-3 0,0 1 16 0,2 3-2 16,-4 5-3-16,4-16 1 0,-6 8 0 0,-3 5 7 16,-6 4 2-16,4 2 3 0,0 3 14 0,-6 1-19 15,-1 11 0-15,8 12-8 0,-10 7-7 0,-8 1-9 0,-7 5 1 16,-6-1-4-16,-4 0-1 0,1-11 2 0,16-6 4 16,-18-2-3-16,5-7 3 0,5 2 5 0,7-8-5 15,1 2 3-15,-7 2-19 0,5-7 3 0,0 3-6 16,2-3 5-16,2-4 0 0,0 3 5 0,2-1-4 0,11 5 2 15,21 4-9-15,6-7-22 0,3-6-3 0,-2-8-9 16,9-5-25-16,-7 0-12 0,3-5 4 0,-1-1-8 16,-10 2-20-16,-1-3-174 0</inkml:trace>
  <inkml:trace contextRef="#ctx0" brushRef="#br0" timeOffset="130590.95">29959 12684 1538 0,'0'-1'28'0,"-2"-1"-1"0,0-2-6 16,0 0-1-16,0 1-13 0,0-1-21 0,0 2 6 16,2 0 1-16,0 0 4 0,0 0 7 0,2 2 5 15,0 0-8-15,2 2 6 0,9 2-3 0,11 7 4 16,4 6 0-16,2-12 3 0,1 34 23 0,2 12-5 15,-3-1 12-15,0 7-12 0,-2 3-1 0,-4 3-7 0,0 5-4 16,-9 12 0-16,-4 9 0 0,-5 6-10 0,29 4 2 16,-28-8-3-16,-12-8 6 0,-6-14-12 0,-6-10 3 15,-4-7-6-15,1-7-8 0,-2-4-11 0,12-2-7 16,-27-4-2-16,-5-2-31 0,-10-1-82 0,-8-1-11 16,-10-3-34-16,-14 0-144 0</inkml:trace>
  <inkml:trace contextRef="#ctx0" brushRef="#br0" timeOffset="130997.98">27147 12330 1149 0,'-1'-2'56'0,"-1"0"101"0,0 0-132 0,-2 0-24 0,-5 2 0 15,-10 4-4-15,-3 9 3 0,-2 15 2 0,-2 26-3 16,-2 16 1-16,-2 5 3 0,1 8-4 0,-3 6 8 16,-1-7-7-16,-1-2 6 0,1-6-6 0,-4-3 3 15,1-1-3-15,-1 1 12 0,6 3-2 0,10 2-5 0,6 0 2 16,4-1-2-16,-20-1-5 0,20-9 2 0,11-2-3 16,7-6-8-16,8-5-7 0,5-3-3 0,-5-3-3 15,35-1-32-15,8-3-62 0,7-1 4 0,5-5-22 16,6-7 10-16,19-5-33 0</inkml:trace>
  <inkml:trace contextRef="#ctx0" brushRef="#br0" timeOffset="131433.51">31121 12645 788 0,'0'-1'53'0,"0"-3"-21"0,2-13 46 0,1-7-10 16,1 2-45-16,0 5 1 0,0 4-2 0,-1 4 2 15,1 1-7-15,-2 5-8 0,2-1-2 0,-3 4-2 16,9-6 2-16,1 3 49 0,0 3-8 0,-5 1 21 16,-5 18-6-16,25 44-27 0,-20 8 6 0,-12 9-14 15,-10 7 3-15,-8-5-14 0,-6 3-2 0,21-2-5 16,-34 12-4-16,-7 7-6 0,1 10 5 0,-1-1-6 0,2-5 4 15,3-19-11-15,6-14 7 0,8-18-8 0,5-12 15 16,7-10-19-16,3-5-5 0,4-5-8 0,5-5-44 0,3-7-41 16,-1-3-22-16,1-5-5 0,2 1-64 0,2-2-70 15</inkml:trace>
  <inkml:trace contextRef="#ctx0" brushRef="#br0" timeOffset="131668.96">31743 12465 1396 0,'0'-2'50'0,"-2"1"-9"0,0-1 7 0,0-2 6 15,0 0-24-15,1 2-32 0,-3 1 0 0,0 1-3 16,-5 3 4-16,-6 16 2 0,-4 38 6 0,-3 7-4 16,0 6 2-16,0 4-6 0,-3 3 9 0,-2-5 1 0,-1 2 2 15,-6-1-4-15,-1 5 0 0,0 7 0 0,-4 6 1 16,2 2-6-16,1 0 0 0,3-2-2 0,5-8 2 15,0-9 2-15,0-7-8 0,2-7 3 0,2-5-6 16,0 1-4-16,7 4-82 0,-1-5-14 0,-1 3-36 16,-1 7-179-16</inkml:trace>
  <inkml:trace contextRef="#ctx0" brushRef="#br0" timeOffset="146109.28">32220 12588 256 0,'0'0'250'0,"-2"0"-103"16,0-2 88-16,0 0 8 0,1 0-180 0,-3 0-14 0,0 1-27 16,-1 1 6-16,-3 0-6 0,1 0 2 0,-4 3 13 15,3 1-8-15,1 0 11 0,3-2 1 0,-7 14-3 16,-2 8 3-16,4 2-3 0,3-1-8 0,6 10 2 16,0-4-9-16,4 5 6 0,1 1-17 0,1-2-6 15,1 6 7-15,3-4-9 0,-1-2 2 0,2 1 3 16,-2-3-6-16,1 0 7 0,-1 5-4 0,-2-1 0 15,1 0-2-15,-3-2 1 0,-1 0-5 0,-2-1 8 0,-2-1-3 16,0 1 5-16,0-5-4 0,-2 5 2 0,0-4-2 16,0-8 0-16,0 4-5 0,1-9 1 0,-1-3 5 15,2-1-3-15,0-3-3 0,0-7 12 0,0 1-11 16,0 0 10-16,0 0-12 0,0-3 2 0,0 1 0 0,0-2-1 16,0 0-1-16,2-2-7 0,1-11 5 0,5-31-5 15,-3 1 1-15,-1-5 4 0,-2 0-4 0,0-1 5 16,0-1-9-16,1 0 10 0,1 2-5 0,2-1 7 15,3 3-2-15,0 0 0 0,0-3 5 0,3 1-4 16,1 0 6-16,0 1 1 0,0 5-3 0,1 1 3 16,3 0-1-16,0 6 2 0,0 5-2 0,-3 6 1 15,-8 3-4-15,16 5 4 0,2 3 0 0,-1 2-1 0,1 3-11 16,0 3 4-16,-2 3-10 0,-1-13 6 0,-3 6-28 16,-5 5-44-16,0 2 0 0,6 2-21 0,-12 0-58 15,-1 2-98-15,-4-2-90 0</inkml:trace>
  <inkml:trace contextRef="#ctx0" brushRef="#br0" timeOffset="146435.54">32673 13076 481 0,'0'0'37'0,"-2"2"-5"0,0 0 17 15,0 2 14-15,1 5-17 0,-18 17 19 0,0 2-13 0,-1 1-5 16,0-3-3-16,3 4-19 0,0-6 4 0,2 2 1 15,2-3 3-15,2-3-1 0,4 0-5 0,3 1 1 16,0-1-2-16,3-3-2 0,-11 0 20 0,5-4-7 0,3-2 11 16,2-2-9-16,2 0 2 0,0-7 0 0,0 0-1 15,2 2-8-15,0-4-4 0,22 11-5 0,4-5 2 16,2-6-10-16,0-2-3 0,3-6 5 0,-7-1-5 16,2-2 1-16,-4 0 7 0,-2 0-8 0,-1-1 8 15,-1-1-3-15,-1 2 12 0,-10 4-1 0,2-1 3 16,-4-8-8-16,1-3 2 0,7-3 3 0,-4 1-1 15,-4-1 8-15,-1-4-8 0,-2 2-1 0,-4-2-3 0,-6 2-7 16,-1 3-11-16,-3 1-1 0,-3 1-4 0,6 3-29 16,-19 5-81-16,-6 1-26 0,-1 7-32 0,-6-20-229 15</inkml:trace>
  <inkml:trace contextRef="#ctx0" brushRef="#br0" timeOffset="147898.32">32185 14014 256 0,'0'0'-48'0,"-2"0"43"16,0 0 39-16,-2 0 16 0,1 0 59 0,-9 0-4 16,-1 0-39-16,-1 0 5 0,1 0-7 0,0 0 4 15,5 0-27-15,4 0 2 0,3 0-12 0,-3 0-2 0,-4 0-10 16,-1 0 2-16,7 0-4 0,-1 0 12 0,-1 0 2 15,0 0-3-15,0 0 2 0,1 0-1 0,1 0 10 16,0 0 2-16,0 0 1 0,2 0-3 0,2 0 9 16,2 0-6-16,12 0 6 0,23-2-19 0,2-2-24 15,4 1 7-15,5-1-12 0,-2 0 6 0,1 2 0 16,-1 0-5-16,-5 1 4 0,-3 1-5 0,-1 0 3 16,-5 0-1-16,-6 0 2 0,1 0-4 0,-12 0 4 15,2 0-3-15,-5 0 3 0,-12 0-3 0,2 0-1 0,0 0-2 16,-2 0-3-16,-1 0-32 0,1 0-14 0,-2 0-6 15,-2 0 2-15,-1 0 9 0,-21 0 9 0,-12 0 0 16,1 0 3-16,0 1 12 0,-4 3 7 0,2 0 7 16,-6 1-4-16,-2 3 10 0,1 1-3 0,-1 0 4 15,6-1-2-15,0-1 21 0,2 1 11 0,9-1-1 0,4-1 2 16,9-3-5-16,4 1-8 0,2 0 4 0,5-2-7 16,-1 0-2-16,1-1 18 0,0 3 1 0,2 0 7 15,0 0 5-15,2-1-24 0,2 1-3 0,-2-2-5 16,32 2-1-16,16-3-2 0,4 1-3 0,4 26 0 15,7-17-11-15,4-5 8 0,7-4-5 0,15 0 3 16,4-1-24-16,13 5-197 0</inkml:trace>
  <inkml:trace contextRef="#ctx0" brushRef="#br0" timeOffset="155221.29">21314 2563 4 0,'0'0'0'0,"0"-1"42"0,0-1 16 16,0 0 37-16,0-2 18 0,0 2-26 0,-2-9 0 0,0 0-27 16,0 2 3-16,0 1-3 0,0 5-2 0,0-1-13 15,1 0-6-15,-3 0 0 0,0 1-19 0,0-1-2 16,1 2-3-16,-1 0 2 0,0 0 6 0,-1 2-12 15,-6 0 10-15,3 0-11 0,1 0 6 0,-3 2 0 16,7-2 3-16,-1 4-2 0,-3 9-3 0,1 19 0 16,-5 7-1-16,-4 9 2 0,8 9-2 0,-4 18-5 15,-1 1-4-15,1 4 0 0,-4 3-10 0,-1-9 9 0,1 3-1 16,-2-11 6-16,2 1 1 0,-1-4-10 0,3 1 2 16,1-5-4-16,1 0 9 0,4-3 4 0,-2-8-3 15,3-7 2-15,2-4-9 0,2-5 7 0,-14-8-3 16,5 0 5-16,5-7-4 0,4-8 2 0,2-3 5 0,0-3-2 15,0 1 1-15,0 0-7 0,0-2-4 0,0 0-1 16,2-2-14-16,0-2-22 0,0 0 6 0,3-15-11 16,3-18 5-16,-1-8-16 0,1-3 1 0,-1 1-6 15,0-3 1-15,-1 5 1 0,1 1 6 0,1-3-3 16,1 0 19-16,0-1 14 0,-1 1 3 0,1-3 5 16,0-2 17-16,1-9-2 0,-1-3 0 0,-3-3 0 0,-3 2 3 15,-1 6 18-15,0 1 0 0,-2 10 8 0,0 3 20 16,0 11 1-16,0 4 3 0,0 4-4 0,0 6-11 15,0-3-3-15,0 6 0 0,2 2 0 0,2 2-8 0,-1 2 7 16,3-2-4-16,-1 2 5 0,3-3-7 0,16 3-8 16,0 0 0-16,0 0-3 0,4-1-6 0,5 1-10 15,1 2 4-15,-3 5-5 0,-3 0 2 0,-4-15-4 16,-1 8-1-16,-3 5 0 0,-1 4 0 0,-3 2-2 16,-1 4 2-16,0 3-2 0,-2-7 9 0,0 22-2 15,0 4 4-15,-4 1-3 0,-1 3 3 0,-3 0-6 16,-3 1 0-16,19 0-2 0,-8 3 5 0,-6 3 2 15,-5-4-2-15,-2-3 3 0,-4 1 4 0,-3-7-8 16,-2 4 6-16,-4 1-6 0,-2-3 5 0,-4 4-3 0,17-5-1 16,-27-4-2-16,1 1-3 0,-4-6 6 0,1-1-5 15,-1-4 6-15,-3-2-4 0,5-1-4 0,-3-5 3 16,10 1-3-16,1-1 6 0,3-1-6 0,8-2 5 16,-2 7-5-16,2-1 2 0,6-5 1 0,3-3 0 0,-2 2 1 15,0 0 0-15,1 0-9 0,-1 0 2 0,2 0-5 16,0-1 6-16,0 1 2 0,1 0-7 0,-1 0 6 15,2 0-2-15,0 2 2 0,2-1 3 0,1 1-2 16,1 3-8-16,13 6 9 0,-1 0-5 0,-3 2 5 16,2 0-4-16,-2 2 6 0,0-2-1 0,2-2 2 15,0 2-4-15,5-2-3 0,-3 0 3 0,0 0-2 0,-1-2 0 16,-1 0 6-16,2-2-3 0,0 0 4 0,-2-1-7 16,1-1-27-16,1 1-6 0,2-3-11 0,-1-3-60 15,3 13-23-15,-3-6-35 0</inkml:trace>
  <inkml:trace contextRef="#ctx0" brushRef="#br0" timeOffset="155504.54">21885 3373 709 0,'0'0'36'0,"0"0"-3"0,-1 0-10 0,-1 0 14 16,0 0-20-16,0 0 43 0,-2 0-2 0,1 0-6 15,1 0-2-15,-6 0-41 0,5 0 4 0,1 0-9 16,0 0 7-16,-6 9-8 0,-6 15 4 0,2 1 4 16,5 1-2-16,2 1-4 0,1-1 5 0,0 2 0 0,2-2 2 15,0-2 4-15,2 4-12 0,0-4 3 0,0-3-5 16,0 3 4-16,0-6-5 0,2-3 1 0,0-2-1 16,0-3 1-16,2-3-5 0,-1 0-5 0,-1-3-2 15,11 0-32-15,6 1-41 0,3 10-1 0,0-4-16 16,6-5-44-16</inkml:trace>
  <inkml:trace contextRef="#ctx0" brushRef="#br0" timeOffset="155632.32">22249 2990 743 0,'-1'-1'145'0,"-1"-1"-171"15,0 0 161-15,0 2-84 0,-11-2-46 0,0 2 3 16,-4 0-4-16,-3 2 3 0,3 2-10 0,4 1-57 15,6-1-21-15,5-4-23 0,-9 15-164 0</inkml:trace>
  <inkml:trace contextRef="#ctx0" brushRef="#br0" timeOffset="156004.26">22585 2883 751 0,'0'0'19'0,"-1"0"2"0,-1 0 23 0,-2 0 2 15,0 0 6-15,-14 2 41 0,-1 1-27 0,-1 3-1 0,1 0-10 16,2-1-11-16,3 1-19 0,-1 1 1 0,2 0-8 16,2 1-2-16,1-1-6 0,-1 16 3 0,4-1-7 15,1 4-2-15,3 5-3 0,-1-1 0 0,0 4 0 16,-16-1 4-16,9-1-1 0,1 3-2 0,5 2 0 16,1 4-6-16,4 3 7 0,0 5-1 0,2 3 3 15,2 7-8-15,-3 4 4 0,1 2-1 0,0 2 3 0,0 0 3 16,0-4-6-16,0 0 9 0,-2-2-8 0,0-5 9 15,0-4-6-15,0 0 2 0,-2-5 0 0,-2 1 21 0,2-6-2 16,-1-1 8-16,-3 2-4 0,0 0 18 0,-1-2-11 16,0-4 2-16,-1-2-5 0,3-5-10 0,-5-1-3 15,1 3 2-15,0-6-2 0,-1 2-3 0,1-4-4 16,4-7-6-16,-3-2 3 0,3-6-7 0,3-5 3 16,0-1 1-16,0-3 0 0,-4 4-3 0,-1 2-17 15,3-5 0-15,-3 3-9 0,1-4-27 0,3 0-24 16,-1-2 2-16,-4-7-10 0,-12-37-10 0,13-1-68 15,7-3-24-15,3-6-21 0,3 4-143 0</inkml:trace>
  <inkml:trace contextRef="#ctx0" brushRef="#br0" timeOffset="156222.26">22175 3791 623 0,'0'0'50'16,"-2"0"0"-16,0 0 33 0,1-2-10 0,-1 0 3 15,0 0 14-15,-2-2-17 0,0 1 3 0,1 1-11 16,-1-2-27-16,0 0-7 0,2 1-6 0,1-1 2 16,1 0-10-16,0 1 0 0,3-9-3 0,3 3 1 15,11-2-14-15,14-2 6 0,4 4 1 0,1-2 0 0,3 3-7 16,-2 3 7-16,-2-3-4 0,0-12 4 0,1 7-9 16,-5 7-28-16,-1 6-1 0,1 0-14 0,-5 2-39 15,8 2-56-15,3-1-24 0</inkml:trace>
  <inkml:trace contextRef="#ctx0" brushRef="#br0" timeOffset="156470.85">23447 3347 1209 0,'-2'0'89'0,"0"-2"13"0,0 2-29 0,-11-5-35 15,12 5-13-15,-5-2-1 0,2 0 16 0,1 0-6 0,-1-2 5 16,2 1-35-16,0-1-9 0,0 0-2 0,0 0-3 16,2 1-21-16,2-1-37 0,0 0 1 0,2 2-16 15,11-5-36-15,1 3-137 0</inkml:trace>
  <inkml:trace contextRef="#ctx0" brushRef="#br0" timeOffset="156642.07">23170 3741 982 0,'0'0'12'0,"0"0"1"16,0 1 16-16,0 1-2 0,0 0 6 0,0 0 30 16,0 0-7-16,2 0-1 0,0-2-5 0,0 0-17 0,3 0-9 15,20-2 0-15,8-4-6 0,2-3-16 0,10-2-1 16,5-6-4-16,2-1-2 0,4-5-46 0,1 1-123 15</inkml:trace>
  <inkml:trace contextRef="#ctx0" brushRef="#br0" timeOffset="157636.99">24938 2422 706 0,'0'-2'41'0,"-2"1"42"0,0-3-16 0,2 2 9 16,-3-4-7-16,1 3 8 0,0-1-10 0,-2 2-26 16,-1-2-4-16,-3-1-8 0,1 1-29 0,-3 2 3 15,1 2-5-15,0 6 3 0,-2 7-6 0,0 35 3 16,-4 6 2-16,2 9 0 0,-2 8-6 0,-4 12 11 16,1 3-5-16,-6 5 8 0,1-2-6 0,1-6-1 15,-2-5 1-15,2-11 0 0,-1-6-2 0,5-9 18 16,1-7-8-16,4-10 13 0,2-5 3 0,3-10-8 15,1 1 2-15,3-6-6 0,-1-6-8 0,3-5 8 0,-2-2-3 16,0 1 4-16,1 1-3 0,-1-2-8 0,2 0 3 16,0-2-6-16,0-2-17 0,1-7 4 0,1-29-6 15,1-1 7-15,5-1-8 0,1-1 2 0,3-2 2 16,-1 0 0-16,0-5 8 0,1-6 4 0,-1-7-6 0,2-8 5 16,-2-3-1-16,2-2 3 0,1 5 4 0,-3 2-2 15,2 8 1-15,0 7-2 0,2 3-2 0,4 7 1 16,0 6 3-16,1 5 0 0,-12 5 3 0,25 2-3 15,3 1 1-15,3 10 9 0,-2 2-10 0,12 7 11 16,-7-18-7-16,-2 9-2 0,4 9 8 0,-12 6-6 0,-2 4 11 16,0 5-11-16,-10 0 1 0,-5 2-3 15,-4 19 4-15,-1 1-3 0,-6 2 2 0,20 3-1 0,-9 2 3 16,-9 1 4-16,-4 6-6 0,-8-1 6 0,-5 1-10 16,-7 3 8-16,1-8-3 0,17-1 4 0,-33-2-4 0,-2-5 2 15,-8-3 0-15,8-3-1 0,0-6-2 0,2-3 7 16,5-1-4-16,2-5 4 0,2 2-10 0,6-4 12 15,1-3-6-15,3-1 6 0,5-1-10 0,3-1 0 16,3 1 1-16,1-2 0 0,2 1 0 0,-4 3-6 16,3-3 3-16,-3 5-3 0,2-1 6 0,3 2 9 15,1 0 1-15,0 0 2 0,1 0 4 0,3-1-5 16,4 1 0-16,5-2-2 0,9 0 4 0,9-1-8 0,5 1 4 16,-1-3-6-16,4 3 5 0,-4-3-9 0,-7-1 3 15,0 1-5-15,0-4-1 0,-2 3-17 0,5-3-5 16,-3 0-6-16,0 0-25 0,2 0-57 0,-8-1-6 15,6 1-33-15,0 0-168 0</inkml:trace>
  <inkml:trace contextRef="#ctx0" brushRef="#br0" timeOffset="157948.91">25554 3217 841 0,'-1'0'21'0,"-1"0"41"0,0 0-42 15,-2 0 18-15,0 0 6 0,1 0 1 0,-1 0-2 0,0 0-25 16,1 2-6-16,-1 0-3 0,0 0-8 0,0 1 6 16,-1 7 3-16,-8 12 0 0,2 0 5 0,1 2 0 15,3 0 2-15,0 1 0 0,1-1 15 0,2-4 4 16,1 2-3-16,-1-1 1 0,0-3-16 0,2 3 2 15,0-4-6-15,1 3 3 0,1-5-19 0,0 1 8 16,0-1-1-16,0-7 5 0,0 1-1 0,1 0-8 16,3 1 1-16,2-1-3 0,-1 0-8 0,-1-7-14 15,15 11-13-15,1-4-3 0,2-3-69 0,2-4-72 0,6-4-162 16</inkml:trace>
  <inkml:trace contextRef="#ctx0" brushRef="#br0" timeOffset="158151.1">25879 2848 1266 0,'-2'0'26'16,"1"0"2"-16,-3-2 13 0,0 0 0 0,0 0 0 16,-3-2 33-16,-2-1-8 0,-1-1-6 0,5 2-4 15,3 4-43-15,0 0-2 0,-2-3-5 0,1-1 2 0,1 4-14 16,-2-4-3-16,0 1-5 0,1-1-2 0,1 2-35 0,0 0-38 15,2 0-4-15,0 0-14 0,2 1-52 0,7-3-215 16</inkml:trace>
  <inkml:trace contextRef="#ctx0" brushRef="#br0" timeOffset="161780.01">26459 2495 213 0,'0'0'10'0,"0"0"4"0,0-2 0 15,0 0-10-15,0 0 4 0,0 0 4 0,-2 0 41 0,0 1-1 16,0-1 14-16,2-2-2 0,0 0-11 0,0 1 1 16,0-12-4-16,0-6-2 0,2-1-9 0,2-4-1 15,5-9-2-15,0-1-5 0,6-4-6 0,4-1 1 16,-3 2-2-16,5 0 0 0,-5 2 1 0,-4 7-5 16,-1 2 4-16,-4 10 2 0,-3 6-9 0,3-2 9 0,-5 8-9 15,0 0 17-15,0 3 2 0,0-1-9 0,0 0 5 16,-2 2-15-16,0 1-6 0,0 1 4 0,-2 1-6 15,-2 3-2-15,-13 17-7 0,-14 14 4 0,1 8-3 16,0-3 10-16,8 7-7 0,2-1 8 0,1-3-4 16,2 0 25-16,2-1-15 0,2 1 6 0,4 3-9 15,0 3-3-15,3 3 2 0,3 5-7 0,1 1 6 0,0 1-9 16,-26 6 4-16,19 0-7 0,9-4 4 0,3-1-5 16,3-12 0-16,3-1 2 0,2-8-2 0,1-2 6 15,1-4-4-15,1-5 1 0,-8-4-3 0,22 0-7 0,0-5 7 16,-2-2-6-16,-4-6 5 0,2-2-18 0,0-2-17 15,8 12-1-15,3-8-8 0,0-7-30 0,4-8-54 16,-3-5-25-16</inkml:trace>
  <inkml:trace contextRef="#ctx0" brushRef="#br0" timeOffset="162026.35">27224 2452 780 0,'0'0'46'0,"-2"-2"-21"0,0 0 48 16,0 0-12-16,0 1-10 0,0-1 2 0,-1 0-3 16,-1 2 3-16,0 0 1 0,0 0-8 0,1 2 6 15,1-2-8-15,-4 9-5 0,1 19-7 0,-1 5 0 0,4 6-1 16,-3 2 4-16,-1 6-7 0,2 5-3 0,-5 0-2 16,4 3-17-16,-3-5-1 0,-3-1 4 0,2 1-2 15,-2-4 4-15,-1 4-10 0,1-3-1 0,0-6 0 16,0-1-3-16,2-6-10 0,-1-1-3 0,5-3-5 15,-3 0-35-15,5-6-101 0,1-2-23 0,-9-7-46 16,5-4-279-16</inkml:trace>
  <inkml:trace contextRef="#ctx0" brushRef="#br0" timeOffset="162207.84">27504 2857 960 0,'0'0'16'0,"0"0"35"0,0-2-27 0,0 0 38 15,0 2 4-15,2-2 10 0,0 0-6 0,3 1-13 16,16-5-12-16,3-1 3 0,2-1-19 0,0 1 7 16,3-1-2-16,5 1 0 0,-1-1-21 0,3 1-1 15,1 0-7-15,2-1 5 0,0 1-9 0,2 1 5 16,-2 1-8-16,0 1 3 0,-2 0-28 0,-4 0-31 0,-1 3-10 16,-8-1-11-16,-6 0-59 0</inkml:trace>
  <inkml:trace contextRef="#ctx0" brushRef="#br0" timeOffset="162436.38">27987 2476 730 0,'-2'0'65'0,"0"0"-55"0,0-2 66 0,0 0-24 16,0 1-15-16,1-1 5 0,-1 2 5 0,0 0 1 0,0 0 34 15,0 2-12-15,0 1 3 0,-7 18-11 16,-2 10-33-16,3 6-2 0,1 2-7 0,0 6 3 0,-1 1-14 15,1 10 2-15,-1 2-1 0,1-3 0 0,-2 7-12 16,-1-9 3-16,1-2-6 0,2-5 5 0,1-7-16 0,2-4-36 16,2-3-13-16,2-4-12 0,0-2-71 0,2-4-209 15</inkml:trace>
  <inkml:trace contextRef="#ctx0" brushRef="#br0" timeOffset="162684.7">28716 2476 974 0,'0'0'20'0,"0"0"-3"0,0-2 48 0,0 0-12 15,0 1 13-15,0-1-33 0,0 2-22 0,0 0 6 16,0 2-12-16,-1-1 9 0,-1 9 14 0,-9 27-9 16,-1 6 10-16,3 7-10 0,-2 7-6 0,0 3 6 0,-2 5-8 15,0 2-1-15,-2-1-2 0,0 3 1 0,-2-4-1 16,-1-4-2-16,-1-5 2 0,1-4-2 0,-1-2 3 15,1 0-8-15,-1-3 2 0,0-1-1 0,3-5 2 16,-1 0-4-16,2-4-12 0,4-2-8 0,2-7-6 16,3-8-62-16,2-3-156 0</inkml:trace>
  <inkml:trace contextRef="#ctx0" brushRef="#br0" timeOffset="163088.5">28612 2402 975 0,'0'0'14'0,"0"0"0"0,2-2 17 16,0 0-3-16,2 0 5 0,9-5 21 0,13-6-8 16,0 2 4-16,9 1-10 0,2 3-21 0,-3 5 8 15,-3 2-11-15,-1 2 10 0,-6 4-11 0,0 1-6 16,-3 2 3-16,-10-1-4 0,-4-6 7 0,-5 20 6 0,11 0-2 15,-7 2 3-15,-6 2-7 0,-10 0-1 0,-6 0 0 16,4 0-1-16,-27-2-5 0,6-1-5 0,0-1-2 16,-3-3 1-16,7-3 3 0,5-5-3 0,1 1 2 15,10-5-3-15,2 2-3 0,7-7-4 0,4 0 3 0,0 0-2 16,-3 2 1-16,1-1-6 0,2 1 3 0,0 0-2 16,2-2 9-16,11 5-3 0,26 6-4 0,-6-4 1 15,2-1 4-15,-5-3 1 0,-6 1 0 0,4 5 1 16,-4 0 0-16,-3 0-2 0,3-7 4 0,-9 16-5 15,-2 3 3-15,1-5 0 0,-6 1 4 0,-6-1 1 16,1 5 11-16,12-1 4 0,-7 0 0 0,-6 2 2 0,-8-5 0 16,-7 3-11-16,-4 0-2 0,-22-3-1 0,0 0 2 15,-5-1-6-15,-1-3 2 0,3 0-5 0,8 0-5 16,8-8 0-16,6 2-11 0,7-5 3 0,3-2-44 0,9-2-94 16,-3 4 1-16,2-1-45 0,0-1-124 0</inkml:trace>
  <inkml:trace contextRef="#ctx0" brushRef="#br0" timeOffset="163315.26">29678 2381 734 0,'0'0'51'0,"0"-1"-3"0,2-1 49 16,0 0-5-16,0 0-30 0,0 0 57 0,-1 0-29 16,1 0 32-16,0 1-75 0,0-1-4 0,-2 0 8 15,0 2-3-15,0 0 24 0,0 2-24 0,-2 0 0 16,-2 7-9-16,-7 19-5 0,0 3-7 0,0 3-1 15,0 1-2-15,-4 4-12 0,0 2-2 0,0 0-5 0,-1 5 3 16,1 1-1-16,-2-7-2 0,0 7 2 0,1-4-3 16,-3-1-1-16,2-1-13 0,1 0-5 0,3-10-7 15,0-5-41-15,0-1-46 0,3-9-20 0,3-3-12 16,1 0-86-16,5-9-209 0</inkml:trace>
  <inkml:trace contextRef="#ctx0" brushRef="#br0" timeOffset="163572.5">29647 2326 744 0,'0'-2'58'0,"1"0"-3"0,1-2 35 16,0-3 2-16,4-10-6 0,-3 2 12 0,1 4-22 15,0 2-4-15,-4 7-7 0,0 0-26 0,4-1-4 16,-1 1 4-16,10-2-5 0,2 2-6 0,2 4-2 16,1 7-4-16,-6-7 3 0,1 28-6 0,-10-1 5 15,5-1-4-15,-1 4 5 0,1-1-3 0,-1 5-12 16,-1-5 3-16,-1 5-4 0,-1-3 5 0,0 0-9 15,-1 3 0-15,20 1-3 0,-12-2 2 0,-4 0 6 0,-1 4-3 16,-4-5 3-16,-1-3-13 0,-1-3-11 0,-1-7-7 16,-3 5-3-16,0-2-53 0,0-4-72 0,-1-1-12 15,3-10-28-15,0-3-122 0</inkml:trace>
  <inkml:trace contextRef="#ctx0" brushRef="#br0" timeOffset="164209.31">29431 2881 891 0,'0'0'23'16,"0"0"1"-16,0 0 31 0,0 0-9 0,0 0 8 16,0 0-16-16,0 0-8 0,0 0 3 0,0-2-5 15,2 0-3-15,2 0-16 0,20-9 4 0,17-7-9 16,0 1-4-16,9-2 4 0,0 1-8 0,2-1 7 0,0 1-1 16,-4 1-6-16,-3 2 9 0,-6 2-9 0,-4 2 9 15,-3 2-5-15,-5 1-3 0,-1 3 1 0,-3 1 5 0,-7 2-3 16,-4 0 2-16,-3 2-3 0,-5 0 5 0,-1 0 2 15,1 2 9-15,-2 0-4 0,0 2 18 0,-2 14-13 16,-4 8 2-16,-5-2-6 0,-6 4 2 0,-2 0-1 16,0-2 1-16,3-2-2 0,1-3-5 0,3-6 2 15,-1 1-4-15,4-1 4 0,1-2 4 0,2 0 8 16,3-4-1-16,1-5 5 0,0 2 12 0,0-3 2 16,0 1 5-16,1 2-3 0,1-3-1 0,2 1-10 15,7 3-2-15,10 1-2 0,-1-4-1 0,2-4-7 16,-1-2 1-16,1-4-3 0,0-1-2 0,-3 1 2 0,-4 1 0 15,-2-3 0-15,-4 1-2 0,-2 1-3 0,-5-9 4 16,11-3-4-16,-5 3 5 0,-3-2-14 16,-3 2 4-16,-2 8-6 0,-4-4 0 0,-3 0-10 0,-1 1-8 15,-19 1-1-15,1 4-16 0,3 1-21 0,3-11 8 16,5 6-16-16,4 3-23 0,5 4-30 0,3 0-5 0,-1 1-4 16,0-1-1-16,2 0 43 0,1-2-6 0,1-3 19 15,1-10 6-15,5 0 27 0,3 1 9 0,-5-1 5 16,24-2 20-16,-2 1 22 0,2 1-8 0,-2-2 16 15,1 5 2-15,1 2 8 0,-4 1 7 0,1 2-2 16,-7 3 18-16,-3 1-5 0,-2 3 1 0,-2 0-1 0,-2-5 5 16,1 1-11-16,-1 2 1 0,-2 3-5 0,3 1 0 15,-7 0 0-15,1 1 1 0,0 1-1 0,-2 2 2 16,5 18-7-16,-1 10-4 0,-4-2-1 0,-2 1-18 0,0 1-2 16,0-1 1-16,-2 1-2 0,0-1-6 0,2-5 3 15,0-1-9-15,0-5 7 0,0-3-3 0,2-1-1 16,1 1 2-16,-1-8-2 0,0-1 3 0,2-1 2 15,-4-5 0-15,7 5 0 0,12 1 6 0,1-3-4 16,3 10 3-16,1-4-4 0,-2-5-1 0,2-6-7 16,2 0 0-16,-2-4-2 0,2-1-10 0,2-5-25 15,-6 1-3-15,1-2-10 0,-1-4-48 0,0 13-92 16,2-22-60-16</inkml:trace>
  <inkml:trace contextRef="#ctx0" brushRef="#br0" timeOffset="164522.35">30801 1932 958 0,'0'0'35'0,"0"-2"-13"0,-1 0 31 0,-1 1-4 15,0-3 3-15,0 0 9 0,2 2-2 0,0-3-1 16,0-1-22-16,0 2-13 0,0 1 7 0,0 1-9 0,2-2 3 15,2 0-4-15,5 1 4 0,11-1-2 0,3 4 12 16,1 6-12-16,0 7-1 0,0 1-2 0,0 24 3 16,0 2 2-16,2 3-4 0,0 0 2 0,-3 5 0 15,-3 0 2-15,-1 3 2 0,-6-5-1 0,-2 0 2 0,-2 1 3 16,-2 1-1-16,19 4 0 0,-13 6-8 0,-9 5-2 16,-8 7-2-16,-5 3 0 0,0 3-5 0,-8-2-4 15,0-3 1-15,-1-5-3 0,-6-4-5 0,0-1 4 16,-1-5-3-16,1-1 4 0,-2-1 4 0,-2 2-1 15,2-4 0-15,25 2-2 0,-29-2-3 0,0-2-14 16,0 6-15-16,-5-8-9 0,-2 4-125 0,-6 5-416 16</inkml:trace>
  <inkml:trace contextRef="#ctx0" brushRef="#br0" timeOffset="165566.29">21295 5178 642 0,'0'0'89'16,"0"0"-32"-16,-2-2 43 0,0 0 5 0,0 0-59 0,1-2-9 15,-1 1-6-15,0-1-8 0,2 0 5 0,0 2-16 16,0 1-2-16,0-1-1 0,0 2 0 0,0 3 3 0,0 44 7 16,-4 14-3-16,-5 10 4 0,0 5-5 0,-3-2 7 15,-2 0 2-15,-3-1-1 0,-4-6-2 0,-1-6 7 16,2-2-5-16,1-3 5 0,3-6-14 0,-1-2-3 15,2-3 5-15,0-6-5 0,4-2-3 0,2-9-1 16,3-2-8-16,2-8 5 0,3-3-4 0,1-7-9 16,0-5 8-16,0 1-9 0,0-2 4 0,0 0-10 15,1 0 0-15,1-2-3 0,0-4-2 0,15-28 11 16,0-8 4-16,-3-1 1 0,-2 0 5 0,-3 2 0 16,-2 0-2-16,-3 0 2 0,-4 0 0 0,0 0 4 0,-4 0 2 15,1 0 0-15,-3-4-3 0,0 2 7 0,1-3-2 16,1-1 5-16,2 3 3 0,2 3-3 0,0 1-3 15,4 9 1-15,3-3-3 0,5 1-4 0,-1 3 5 16,5 2-4-16,-8 0 9 0,23 9-9 0,6 2 7 0,-3 0-7 16,-1 6 6-16,6 4-4 0,-3-3 2 0,-3-12 0 15,-1 9 9-15,-8 5-11 0,2 6-1 0,-8 2-1 16,3 5 6-16,-6 3 4 0,-2 3-1 0,-6 18 1 16,-5 4-5-16,18 3 4 0,-10 1-4 0,-10 1 4 15,-6 1-2-15,-7 2-4 0,-4-4 2 0,1-6-3 16,14-3 6-16,-28-4 6 0,6-2 2 0,-2-3 2 15,-4-3 13-15,4-3-12 0,-4-2 4 0,6-4-8 0,0-1 3 16,7-1-9-16,8-3 1 0,0 0-3 0,7-1-4 16,-2 1-14-16,2-4 2 0,-1 4-7 0,-1-1 3 15,2 1 8-15,0 2-3 0,2 1 3 0,0 2-1 0,4 3 0 16,3-1-2-16,6-2 1 0,15 2-3 0,2 0 2 16,-4 0 2-16,-2-1 0 0,0 1 3 0,-3-2 4 15,1 0 0-15,-2-1 0 0,-1-1-4 0,0 1 4 16,-3 1-2-16,-1 0 3 0,-2-1-3 0,-2-5-1 15,-3 3-1-15,1-4 1 0,0 3 1 0,1-3-13 16,1 8-1-16,-2-5-6 0,2 1-22 0,2-1-28 16,0-1-6-16,2-2-8 0,2-2-37 0,-1 0-79 15,7-4-34-15</inkml:trace>
  <inkml:trace contextRef="#ctx0" brushRef="#br0" timeOffset="165910.88">22175 5854 770 0,'0'0'35'16,"-2"0"0"-16,0 0 22 0,1 0 10 0,-1 0-7 16,-21-4 26-16,1 2-20 0,4 2-4 0,-5 0-3 15,5 2-11-15,-5 3-15 0,5 3 0 0,-1 1-5 16,-1 4-1-16,3-7-10 0,0 23 0 0,3 1-4 16,2 4 0-16,1-1-6 0,2 0 2 0,3 1-3 0,1 1-1 15,3-5-3-15,0-2-1 0,-16-1 1 0,10-4 0 16,6-1 1-16,2-3 0 0,2-6 1 0,4 0 7 15,-4-10 6-15,16 3 3 0,12 12 0 0,-4-8 7 0,4-7 3 16,5-4 1-16,-2-9-1 0,4-6 0 0,-1-5-3 16,-8 6 0-16,-1-20-1 0,-2 2-11 0,-9-1 0 15,1 4-4-15,-6-1 3 0,-3 1 2 0,-5 2 7 16,1 1-2-16,11 4 3 0,-6 1 3 0,-5 2 1 16,-4 3 1-16,0 2-2 0,-2 4-8 0,-2 3-12 15,-1 1 0-15,-6 5-4 0,-12-13-6 0,-6 4-2 16,-1 7-1-16,0 4 0 0,-5 6-9 0,5 3-14 15,0 6-3-15,4-13-4 0,4 26-13 0,7 5-38 16,0 1-5-16,-5-1-14 0,11-1-41 0,7-5 0 0,7-2-4 16,3-12 0-16,5-12-28 0,33 18-154 0</inkml:trace>
  <inkml:trace contextRef="#ctx0" brushRef="#br0" timeOffset="166195.07">22784 5712 254 0,'2'-1'36'15,"2"-1"-2"-15,16-9 46 0,6-19-2 0,-15 4 8 16,-5 4 23-16,-4 3 47 0,9 4-9 0,-6 2 17 15,-1 0-42-15,-4 6-33 0,0 5-2 0,0 0-12 16,0 0-24-16,-17-9-16 0,-3 2 3 0,-6 5-5 16,6 4 9-16,-5 4-8 0,-2 5-2 0,2 4-3 15,3-6-9-15,4 27 6 0,1 3-2 0,2 2 2 0,2 4-14 16,2 3-5-16,3 2-2 0,-18 4 0 0,12 4-4 16,8 4 1-16,6-3-1 0,4 8 2 0,-1-7 1 15,5 3-2-15,-1 4 3 0,-1-8-1 0,-1 1 3 16,-1-6-3-16,0 0 0 0,-2-4-1 0,-2 2 1 0,-2 1 4 15,-4-1-3-15,-1-4 4 0,-2-1-7 0,-3-3 6 16,-1-3-3-16,-3 0 4 0,-1-3 2 0,2-10-10 16,0 0 0-16,4-10-3 0,7-6-4 0,-9-1-47 15,-1-5-7-15,3-3-25 0,-2 9-121 0,0-5-393 16</inkml:trace>
  <inkml:trace contextRef="#ctx0" brushRef="#br0" timeOffset="166396.48">22264 6412 1024 0,'0'0'36'16,"0"-1"86"-16,0-1-133 0,0 0 36 0,0 0 2 15,2-2 17-15,0-1 30 0,7-8 13 0,8 3-5 0,11-3 6 16,5 0-21-16,4 0-20 0,6-1 3 0,5-3-10 16,1 4-11-16,6-2-13 0,1 4-3 0,-6-2-2 15,-2-2-9-15,-7 6-6 0,-2-2-8 0,-3 9 0 16,-5-2-24-16,-3-5-51 0,-6 1-7 0,-1-3-28 15,1-2-137-15</inkml:trace>
  <inkml:trace contextRef="#ctx0" brushRef="#br0" timeOffset="166582.06">23425 5842 1352 0,'0'0'21'0,"0"0"0"0,0 0-2 16,-2 0 10-16,2 0-10 0,0 0 49 0,0 0-35 15,0-1 3-15,2-1-17 0,0 0-21 0,1 0-5 0,5 0-4 16,16-3-3-16,0-1-34 0,-2 2-51 0,1 2-9 16,-7 2-17-16,1 0-72 0</inkml:trace>
  <inkml:trace contextRef="#ctx0" brushRef="#br0" timeOffset="166722.81">23583 6030 667 0,'-2'2'31'0,"0"0"64"16,0 0-65-16,0 1 24 0,2 1 2 0,-4 9 8 16,4-6 21-16,0 1-18 0,0-4 2 0,0 1-10 15,0-1-14-15,2-1 2 0,0 1-8 0,0-4 4 16,15 9-22-16,7-1-16 0,6-6-5 0,1-6-10 16,6-7-92-16</inkml:trace>
  <inkml:trace contextRef="#ctx0" brushRef="#br0" timeOffset="167914.88">25755 4803 1103 0,'-2'-2'19'0,"0"0"-1"0,-2 0 16 0,-1-2-1 16,-6-3-6-16,3 3-2 0,-3-1-1 0,0 3-2 16,0 2-16-16,-4 4 8 0,2 5 2 0,-4 28 4 15,-1 19 8-15,3 9-14 0,-5 9 7 0,-1 8-8 0,3 3 7 16,1 4 3-16,0-3-1 0,2-12 4 0,-1-6 9 16,3-6-22-16,-4-12 7 0,4-2-11 0,4-7 1 15,1-8-4-15,4-3 0 0,1-9-1 0,1-5 6 0,0-6-8 16,-4-3-1-16,5-3 0 0,1-2 4 0,-4 1-1 15,2 1-2-15,0-2-1 0,0 0-2 0,0-2-7 16,1-2 6-16,-3-9-5 0,-2-25 7 0,4-3-3 16,2-3 0-16,4-7-2 0,4-6-5 0,3-5 9 15,0-10-1-15,0-3 3 0,2 1-5 0,0 0 5 16,0 5-2-16,4 4 5 0,-1 1-4 0,3 8 0 16,3 2-1-16,2 4 0 0,-20 4 1 0,33 8-1 15,8 7 2-15,-3 6-2 0,-1 3 6 0,-2 7-5 0,-2 4 2 16,2-12-2-16,2 12 8 0,-9 9 0 0,-4 7-1 15,-8 5 1-15,-1-5-2 0,-4 30 5 0,-10 4 0 16,17 0 1-16,-10 1 1 0,-9 3-5 0,-3 3 4 16,-9 2-4-16,-6 1-3 0,-2 1 9 0,-3-4 1 15,-4 0 6-15,22-1 27 0,-31-8-2 0,7 0-2 0,-2-4-2 16,-4-7-10-16,10-4-14 0,-2-6 3 0,7-5-8 16,6-2-10-16,3 1-3 0,5-5-5 0,-1-1 1 15,-3 5-4-15,3-2-7 0,0 0 10 0,2 2-9 16,2-3 13-16,2 3-3 0,2 0-2 0,1-2 1 15,-1 1 2-15,20-5-26 0,0-3 1 0,8 2-11 0,-6 13-11 16,6-4-21-16,3-4-2 0,-5-7-11 0,5-2-44 16,-2-6-24-16,-1-3-5 0,-2-2-9 0,-1-4-66 15</inkml:trace>
  <inkml:trace contextRef="#ctx0" brushRef="#br0" timeOffset="168188.16">26416 5302 198 0,'2'0'54'0,"0"0"-6"0,-1-2 71 15,1 0 0-15,0 1 5 0,0-1 5 0,0 2-58 16,0 0 5-16,0 2-24 0,-2-1-12 0,0 9-8 15,-6 19 0-15,-1 3-4 0,-1-2-5 0,1-2 10 16,-1-1-7-16,5-1 6 0,-1 4-16 0,2-8 9 16,2 2-5-16,0-1 5 0,2-7-5 0,2-1 20 15,3 0 4-15,-1-6 4 0,5 1 4 0,15-5 2 16,-2-3-10-16,7 17 6 0,1-8-16 0,0-6-5 0,-1-3 5 16,-1-4-6-16,-2-1 8 0,-4-5 4 0,-4 1-3 15,-5-1 3-15,-2 1 0 0,-4 1 13 0,-3 5 0 16,5-16 3-16,-2 0-12 0,-5-3-6 0,-4-3-3 15,-4 7-1-15,-5-3-12 0,7 4-12 0,-33 4 0 0,-8 4-5 16,-1 5-5-16,-6-22-16 0,-2 16-4 0,0 8-6 16,3 10-37-16,5 4-56 0,7 5-15 0,-1-13-19 15,7 27-116-15,3 4-230 0</inkml:trace>
  <inkml:trace contextRef="#ctx0" brushRef="#br0" timeOffset="168501.9">24867 6455 766 0,'-3'0'88'0,"-16"-2"178"0,-5 0-248 0,5 1-6 16,5 1 4-16,4 0 0 0,1 0 29 0,3 0-7 16,5 0-6-16,-1 0-3 0,-2 0-29 0,2 0 22 15,0 0 0-15,2 0 8 0,2 0 6 0,24 1 1 16,28 1 0-16,11 0 0 0,6-2 0 0,6-2 1 15,3-7-4-15,0 0 3 0,4-8-7 0,-1 2-9 16,12-2 5-16,9-3-7 0,2 3 3 0,11 1-2 0,-8 1-5 16,-8 2 3-16,-5-2-7 0,-9 6 8 0,2 1-3 15,4 3 2-15,-7 1-16 0,-5 4 12 0,-4 2-5 16,-24 1 8-16,-1 5-11 0,-16-1-4 0,-12-1 3 16,-6-1-5-16,-5 1-12 0,-5-2-13 0,-6-4-4 15,1 3-6-15,-1 1-51 0,4 20-136 0,-10 4-26 0</inkml:trace>
  <inkml:trace contextRef="#ctx0" brushRef="#br0" timeOffset="168719.24">24619 7021 995 0,'-2'0'202'16,"0"0"-269"-16,-2 0 234 0,0 0-130 0,-7 4-41 0,4 0 34 15,1 0 3-15,1 18 15 0,-1 9 40 0,2 12-28 16,-5-4 0-16,2 2-12 0,-1 4-21 0,-1 1-18 16,0 0 6-16,1-1-10 0,3 1 3 0,-5 1 0 15,5-1-5-15,-1-1 3 0,4 1-7 0,-22-1-9 16,11-4-2-16,8-8-7 0,5 2-47 0,2-3-132 16,3-8-49-16</inkml:trace>
  <inkml:trace contextRef="#ctx0" brushRef="#br0" timeOffset="168904.3">25033 7463 991 0,'0'0'94'0,"1"0"202"16,1-2-284-16,13-1 41 0,19-8-7 0,6-2 22 16,1 0 20-16,-2 0-17 0,-2 0 2 0,1-2-13 15,2-2-36-15,-1 0-13 0,2 3-1 0,-2-1-1 16,-2 0 6-16,-3 2-2 0,1 0-5 0,-1 2 2 15,-5 0-15-15,-3 1-32 0,-2 3-12 0,-5-1-13 16,1 1-95-16,-5 1-206 0</inkml:trace>
  <inkml:trace contextRef="#ctx0" brushRef="#br0" timeOffset="169107.1">25350 7220 992 0,'0'0'19'0,"0"2"-1"0,-2 0-4 15,0 2 9-15,2 1-8 0,-3 17 57 0,1 3 24 16,0-1 0-16,2 2 3 0,0 3-32 0,0 7-33 16,0 1-4-16,0 4-9 0,-2 1-9 0,-2 3-3 15,-1 5 1-15,-3-5-3 0,1 1-3 0,0 0-1 16,1-3-1-16,0 2-2 0,3-6-12 0,-1-4-44 0,2-2-6 16,0-7-15-16,2-2-57 0,0-9-128 0,2-5-72 15</inkml:trace>
  <inkml:trace contextRef="#ctx0" brushRef="#br0" timeOffset="169309.76">25894 7190 725 0,'0'-1'143'0,"0"-1"-122"0,0 0 155 0,0 0-61 16,0 0-27-16,0 0-9 0,0 0 4 0,0 2-5 16,0 0-9-16,0 2-26 0,0 2 3 0,-4 16-10 15,-3 18-2-15,-2 4 1 0,-1 1-8 0,-3 3 5 0,-3 4-10 16,-1 4-5-16,-2 2-1 0,1 2-3 0,1 1-11 15,2-5 0-15,0 2-1 0,4-10 1 0,0-1-2 16,4-3-3-16,3-5-1 0,4-1-5 0,0-5-26 16,2-5-78-16,2 0-8 0,1-5-31 0,4-3-93 15</inkml:trace>
  <inkml:trace contextRef="#ctx0" brushRef="#br0" timeOffset="169669.75">25974 7103 1024 0,'0'0'23'0,"-2"-2"-2"0,0 0 4 0,0-1 6 15,2-1-11-15,0-7 14 0,0 0-3 0,0 1-3 16,2-1-1-16,2 2-23 0,0 3 5 0,-2-1-6 16,20-2 5-16,-4 3-5 0,1-1 3 0,0-6 1 0,-3 5 1 15,3 3 6-15,-6 5 4 0,2 0 3 0,-8 2-1 16,-1-1-1-16,-4 1-2 0,11 19-5 0,-2 3 3 15,-6 6-2-15,-5 3-6 0,-3 4-1 0,-5-2-1 16,-1 1-5-16,-2-5 5 0,-2-1 0 0,0-2 2 16,0-2 0-16,3-4-8 0,1-3 4 0,4-3-5 15,1-3 2-15,0 0-5 0,2-2-2 0,2 1 0 16,0-3 1-16,2 2 9 0,0 0-3 0,4 2 5 0,-1 0 3 16,3 2-4-16,-1 0 11 0,2 2-7 0,1-3 28 15,-3 3 7-15,0 0-4 0,-1 1 5 0,-2 3-12 16,-2-1-16-16,-2 6 3 0,-4-3-7 0,-4 3 5 15,-3 0-16-15,-4 0 5 0,8 0-9 0,-21-4-9 0,4-4-40 16,-4-8-20-16,4-5-13 0,2-1-122 0</inkml:trace>
  <inkml:trace contextRef="#ctx0" brushRef="#br0" timeOffset="170059.25">26609 6875 1342 0,'0'0'19'16,"0"0"38"-16,0 2-38 0,-2-1 28 0,0 1 6 16,0 2 7-16,-5 15 19 0,-4 12-36 0,0 4-1 15,1 6-11-15,-1 2-11 0,4 0-8 0,-2 3 0 0,1-3-2 16,3-6-2-16,-3-2-6 0,1-1 4 0,1-5-5 16,1-1 6-16,1-2-6 0,0-4 0 0,0-3-1 15,3-2-4-15,-1-6-2 0,0-2-6 0,2-5 1 16,0-2-31-16,0 1-1 0,0 1 4 0,0-2-1 15,0 0 15-15,2-2-2 0,0-2 5 0,-1-2-2 16,16-22 12-16,4-11-1 0,1-9 7 0,-4-4-3 16,1-4 9-16,-2-11 3 0,-2 0-3 0,-2 2 5 0,-2 7 9 15,-2 11 8-15,-2 12-3 0,1 5 3 0,-1 6-5 16,-1 9 11-16,-1 2-5 0,-3 5 6 0,0 2-10 16,2 1 14-16,0-1-1 0,-3 4 5 0,7-2-1 0,3 0-9 15,6 4 5-15,-6 4-6 0,0 1 3 0,0 17-14 16,-5 12 1-16,3-5-5 0,2 6-5 0,-3-5 1 15,1 1-5-15,-2 1 4 0,-3-3-12 0,2 3-24 16,-1-3-10-16,3 3-10 0,-5-5-65 0,1-3-66 16,-2-3-13-16,0-3-31 0,11-1-180 0</inkml:trace>
  <inkml:trace contextRef="#ctx0" brushRef="#br0" timeOffset="170517.82">26810 7309 859 0,'-2'0'46'16,"0"0"86"-16,0-2-70 0,0 1 7 0,0-1-4 15,0 0-1-15,1 0-42 0,1 0 1 0,0 0-7 16,0 0 6-16,1 1-12 0,1-1 7 0,0-2-3 0,0-3 3 16,15-10-9-16,1 2 3 0,1 2 2 0,-2-2 0 15,1 4 6-15,-3 0-6 0,0 3 6 0,-2 3-4 16,-4 1 24-16,0 2 11 0,-1-3 4 0,-3 1 1 16,1 2 3-16,-1 0-23 0,-3 2-1 0,0 0-6 15,0 0-3-15,2 2-9 0,-1 2-2 0,1 1-1 16,5 12 0-16,-3-2-1 0,-2-6 5 0,-2 1-3 0,-1-5 2 15,1 1-4-15,-2-3 4 0,0-1-3 0,2 2-1 16,2 0 4-16,-2-4-9 0,9 7 9 0,4-1-7 16,0-4-3-16,-1-4 3 0,-1-2-3 0,2-3 3 0,-7 1-1 15,1 0-2-15,-3-8 0 0,-5-7-3 0,14 1-17 16,-5-3-9-16,-5-1-4 0,-3 6-39 0,-2-3-8 16,-4 3 3-16,1 5-7 0,-3-4-20 0,0 6 2 15,1-2-3-15,-1 0 6 0,1 4 12 0,1-1 10 16,0 1 10-16,2 3 1 0,2 1 46 0,0-4 6 15,0 1-3-15,0 1 4 0,2 1 6 0,0 2 13 16,2 1 8-16,0 1 2 0,1 0 14 0,8-2 0 16,0 4-4-16,-2 2 3 0,2 6-8 0,-3-3 19 15,3 25-5-15,-2 7 11 0,-2-4 11 0,-2 5 16 0,-3-1 2 16,2-6 2-16,-1 6-6 0,-1-7-8 0,-2-2-8 16,3 0 1-16,1-2-17 0,3-2-16 0,8 0 3 15,2 2-9-15,-3-2-9 0,7-5-7 0,4-3 0 16,1-6 0-16,2-5 1 0,7 16-7 0,0-14 3 15,0-9-3-15,8-11 5 0,1-11-35 0,-1 7-14 0,5-29-17 16,0-2-118-16,0-4-246 0</inkml:trace>
  <inkml:trace contextRef="#ctx0" brushRef="#br0" timeOffset="176303.52">1590 2344 360 0,'0'-2'0'0,"0"-1"5"16,0-10 63-16,0-11 6 0,0 1 20 0,0-3-10 15,0 2 4-15,0 4-34 0,0 1 2 0,0 3-8 16,-2-5 6-16,0 10 0 0,-2-8 1 0,2 8-1 0,0 4-2 16,-1-4-16-16,3 7 0 0,0 2-5 0,0 0 2 15,-2-1-10-15,-2 1 1 0,0 0-6 0,1 0-9 16,-1 2 2-16,0 2-7 0,-1 5 4 0,-16 32-7 15,6 6 2-15,4 3 2 0,0-1-2 0,2-3-7 0,0 2 5 16,-1 1-5-16,3 1 4 0,0 2-6 0,1 2 5 16,0 4 1-16,3 5 2 0,-3 2-2 0,2 2-1 15,1-1-3-15,-5-1 1 0,5-6-3 0,1-3 8 16,0-2-2-16,2-7 4 0,0-5-4 0,0 1 8 16,0-7 0-16,-2 1 2 0,2-3 5 0,0-5-9 15,0 1 7-15,-2-5-8 0,2-5 7 0,-2-3 20 16,0-2-3-16,1-4 9 0,-1-3-2 0,0-1-13 15,0-1 3-15,-2 0-7 0,2-4-3 0,-16 11-16 16,-3-2-9-16,-6-3-3 0,8-4-41 0,-9-2-60 0,8-4-30 16,1-2-24-16,1-1-225 0</inkml:trace>
  <inkml:trace contextRef="#ctx0" brushRef="#br0" timeOffset="176506.9">899 3063 1231 0,'0'0'22'0,"-2"0"-3"16,0 0 13-16,0 0-4 0,0 0 0 15,2 0 9-15,0 0 3 0,2-2 7 0,0 0-8 0,2 0-25 16,29-5-3-16,6-14-6 0,10 5 5 0,4-10 2 0,9 0-9 16,5-4-4-16,-6 4-4 0,-2 6-31 15,-1-1-22-15,-6 5 2 0,-4-1-21 0,-3 2-133 0,-6 9-206 16</inkml:trace>
  <inkml:trace contextRef="#ctx0" brushRef="#br0" timeOffset="176726.43">1855 3007 795 0,'0'0'23'0,"0"0"-3"0,0 0 23 0,0 0 0 16,-2 0 0-16,0 2-3 0,1 2 3 0,-7 16 0 15,-5 12 0-15,0 1-4 0,2 2-8 0,0 3 1 0,0 1-5 16,0-2-6-16,-1 2-2 0,-1 0-3 0,0 0 0 16,2 0-16-16,0-2 9 0,2-2-4 0,3-5 6 15,1 0-2-15,1-8-26 0,2-2-7 0,2-3-11 16,0-8-51-16,0-1-23 0,2-5-26 0,0 1-16 16,0-4-260-16</inkml:trace>
  <inkml:trace contextRef="#ctx0" brushRef="#br0" timeOffset="176932.26">2336 2814 652 0,'-2'0'62'0,"0"0"107"0,-1 2-115 0,-14 5 2 16,-5 5-5-16,3-11 3 0,-1 29-8 0,3-2-3 16,-4 2-3-16,1-1-2 0,1 1-25 0,3 2 13 15,5-1 1-15,-1 1 6 0,3-1 12 0,0 1-22 16,5-2 3-16,-3 1-10 0,3-1-11 0,-1 0 2 15,3-1-2-15,-17 3 4 0,8-4 1 0,5-2-3 16,1 2-1-16,1-6-1 0,2-2-12 0,2 3-27 0,0-3-9 16,4-1-7-16,0-1-45 0,-1-9-164 0,1-1-69 15</inkml:trace>
  <inkml:trace contextRef="#ctx0" brushRef="#br0" timeOffset="177136.1">1762 3254 1190 0,'-2'0'17'0,"1"-2"29"15,-3 0-13-15,0 1 22 0,0-1-5 0,1 0 7 16,-1 0-21-16,2 0-29 0,0 0 7 0,0 0-14 0,2-1 3 16,2-1-4-16,2 0-2 0,11 1-1 0,22-10 4 15,9 0-22-15,3 0 0 0,6-2-12 0,-3 4-30 0,6 1-12 16,-2 5-88-16</inkml:trace>
  <inkml:trace contextRef="#ctx0" brushRef="#br0" timeOffset="177324.57">3092 2705 1337 0,'0'0'20'0,"0"0"0"0,-2 0 14 0,0-2-7 16,0 0 2-16,0 0-8 0,0 0-20 0,1 0 1 16,-1 0-11-16,0 2-36 0,0 0-56 0,0 0-45 15,0 2-26-15,0 0-384 0</inkml:trace>
  <inkml:trace contextRef="#ctx0" brushRef="#br0" timeOffset="177463.89">2965 3148 934 0,'0'0'33'15,"0"0"-5"-15,0 0 32 0,0 0 4 0,-1 0-5 0,-1 0-5 16,0 0-2-16,2 0 1 0,0 0-2 0,0 0-6 16,0 0-7-16,0 0-5 0,2 0-1 0,1 0-25 15,10-2-17-15,17-5-5 0,4-4-7 0,3-4-40 16,2-4-88-16,7-3-190 0</inkml:trace>
  <inkml:trace contextRef="#ctx0" brushRef="#br0" timeOffset="178191.21">5097 2164 1049 0,'-2'-2'22'16,"0"-1"62"-16,-3-7-79 0,-6-10 17 0,1-4 12 15,1-2-1-15,5 4 24 0,2-10-25 0,2-1 0 16,6-1-8-16,1-3-12 0,3 5-8 0,1 1 3 0,-2 1-4 15,0 2 13-15,-1 4 1 0,-3 2 4 0,-1 3 1 16,0 4 29-16,-4 8 3 0,0 0 1 0,0 5-3 16,0 0-20-16,0-2-23 0,0 0-8 0,0 3-2 15,-2-1-13-15,0 2 1 0,0 2 4 0,0 1-2 16,-14 36 9-16,-5 6-5 0,1 1 6 0,5 6-5 16,4 2 1-16,0 2 4 0,0-6-6 0,1 2 6 15,1-4 3-15,0-7 2 0,1 2-1 0,3-10-1 0,1-1-7 16,2-3 9-16,-2-1 0 0,-3-4 5 0,-4 1 5 15,0-3-8-15,0-2 8 0,-2-3-9 0,1 0 5 16,-1-4 1-16,-3 2-5 0,1-4 5 0,-2 2-2 0,-1-4-4 16,-1 0 4-16,-1 1-3 0,-1-3 13 0,3-1-22 15,1-3 7-15,0 3-11 0,4-4 11 0,2 0 4 16,2 1 2-16,5-1 1 0,-1 2 9 0,1 0-19 16,0-1 4-16,0 1-8 0,1-2-1 0,1 0 6 15,0 0-6-15,2-1 5 0,0 1-3 0,2 0 3 16,0 0 5-16,11-2-1 0,22-2-4 0,2-5-1 15,6-3 0-15,5-3 0 0,4-1 1 0,4-3-5 0,-1 2 1 16,-1 2-1-16,-4 2 3 0,-5 2-2 0,-2 1-4 16,-8 4 1-16,-7 1-10 0,-6 1-7 0,-9 2-4 15,-2 0-7-15,-3 0-68 0,-5 0-35 0,5 2-25 16,-5 0-8-16,1 1-154 0</inkml:trace>
  <inkml:trace contextRef="#ctx0" brushRef="#br0" timeOffset="178576.06">4078 3109 789 0,'-2'0'23'0,"0"0"-4"15,0-2 13-15,-4 2 6 0,-10-3-8 0,-1-1 3 0,4 2 21 16,0 0-5-16,0 2 9 0,4 0-18 0,1 0-2 15,1 0 0-15,3 0-1 0,-1 0-6 0,1 0 3 16,2 0-9-16,-2 0 6 0,1 0-23 0,-1 0 0 16,2 2 11-16,0 0-5 0,0 0 29 0,2 0-16 15,0 1-2-15,2 1-5 0,17 9-8 0,31 9-8 16,11-3 1-16,17-6-3 0,9-6 0 0,16-1 0 16,-1-6-3-16,-2 0 1 0,2-4-2 0,0-3-4 15,15-1 7-15,4-3-5 0,0-2 1 0,-8 0 9 16,-15-2-3-16,-7 1 7 0,-5 1-2 0,-7 1-3 0,-1-1 2 15,-7 4-2-15,-8 4-2 0,-13-1 6 0,-7 4-7 16,-10 0 6-16,-8 2-9 0,-7 0 5 0,-9 0 6 16,-7 0 0-16,2 0 13 0,0 0-24 0,-3 0-4 0,1 0-10 15,-2 0-33-15,0 0-58 0,-2 0-4 0,1 2-22 16,-1-2-57-16,-19 9-198 0</inkml:trace>
  <inkml:trace contextRef="#ctx0" brushRef="#br0" timeOffset="180177.22">3925 4014 256 0,'0'0'51'16,"-1"-2"-17"-16,-1 0 30 0,-2-2 6 0,0-1-31 15,-1-14-3-15,-3 0 0 0,-3 1-7 0,2-4 6 0,3 5-17 16,1 4-2-16,1-2-6 0,0-2 1 0,2 1-15 16,-11-3 7-16,0-5-2 0,6 3 4 0,1-1 2 15,3 0 6-15,1 0 7 0,2-1-2 0,0 1 11 16,2 0 6-16,0 7-3 0,-1 2 5 0,1 4 6 0,-2 3 10 16,0 0 2-16,0 3 0 0,0-1-4 0,0 0-26 15,0 2 3-15,0 1-12 0,0 1-14 0,-2 1 9 16,1 5-3-16,-22 39 6 0,-1 1 0 0,20 0-3 15,-29 3 0-15,-4-8-1 0,-2-1 4 0,0-4-8 16,0-3 9-16,0-1-8 0,0-6 16 0,9-2-4 16,0-2 3-16,6-1-3 0,4-3 11 0,7-7-8 15,2 2-7-15,5-2 0 0,4-3-10 0,-5 1 2 16,3-1 5-16,2-1-2 0,2-1 4 0,0-1-1 16,0-1-2-16,2-2 1 0,34 18-11 0,8-5 9 0,2-8-2 15,6-5 4-15,2-2-2 0,2-4-4 0,0-3-1 16,-6 1 0-16,-6 1 3 0,-1 1-4 0,-4 1 2 15,0 1-3-15,0 0 7 0,-5 2-9 0,-5 0 1 0,-1 4-4 16,-4-1-9-16,0 1 0 0,0 0-5 0,-7-1 0 16,-2 1-24-16,-8-2-45 0,-5-2 9 0,2 2-23 15,0 0-14-15,-2-1-115 0,-1 1-36 0</inkml:trace>
  <inkml:trace contextRef="#ctx0" brushRef="#br0" timeOffset="180455.91">3842 4045 257 0,'0'-2'42'0,"0"-1"51"0,-2-18-40 0,0-10 5 16,0 1 2-16,0-4 4 0,2 1 22 0,0-4-12 15,0 3 1-15,0 1-5 0,0 1-19 0,0 10 19 16,0 4-5-16,0 10 11 0,0 3 0 0,0 1-46 15,0 0-4-15,0 2-15 0,0 2-18 0,0 2 14 16,-7 28 4-16,-6 31 5 0,-2 4 13 0,0 4-12 16,-1-8 3-16,-5 8-8 0,3 0-2 0,-3 3 1 0,-1 8-2 15,-2 1 2-15,1 1 1 0,3 2 1 0,5-6-5 16,0-11 0-16,6-6-26 0,2-13-38 0,1-5-25 16,6-6-20-16,0-6-225 0</inkml:trace>
  <inkml:trace contextRef="#ctx0" brushRef="#br0" timeOffset="180939.26">4265 3936 90 0,'0'0'34'0,"0"0"-15"15,0 0 38-15,0 0-11 0,0 0-7 0,0 0 28 16,-2 0-5-16,0 0 15 0,1 0 7 0,-1 0 8 15,2 0-13-15,0 0 7 0,0 0-41 0,0 0-15 0,-2 0 8 16,2 0-11-16,0 0 6 0,0 0-5 0,0 0-8 16,-2-2 3-16,0 0-13 0,0 2 7 0,0-2-1 15,1 2 2-15,-1-2-5 0,0 0 16 0,0 0-7 0,0 2 8 16,0 0-26-16,0 0 6 0,1 0-1 0,-1 2 3 16,0 2-11-16,0 9 10 0,-13 15-8 0,-2 2 10 15,6 1-1-15,-4 3 0 0,1-1 0 0,-3 0 0 16,2 1-1-16,4-1-4 0,-2-1 0 0,0 1-2 15,0 1 4-15,2-1-9 0,1 0 3 0,1 1-5 16,2-1 12-16,-1-7-6 0,3 0 0 0,3-7-2 16,0-4 2-16,-9 1-14 0,7-8-1 0,1 1-9 15,1 4-24-15,2-9-20 0,2 0 4 0,-1-3-8 0,3 1 11 16,13-2-131-16,7-5-7 0</inkml:trace>
  <inkml:trace contextRef="#ctx0" brushRef="#br0" timeOffset="181252.37">4414 4058 144 0,'0'0'49'0,"0"0"-42"16,0-2 62-16,0 0-24 0,2 1 19 0,-1-3 44 0,1 0-9 15,-2 0 20-15,0 1-18 0,0-1-21 0,0 2 3 16,0 0-11-16,0-1-18 0,0-1-19 0,-2 0-5 15,1 2-3-15,-1 0-15 0,-2 1-2 0,0 1 2 0,-3 0-2 16,-8 5-4-16,0 4-2 0,-3 6 0 0,1 15 1 16,-4 2 3-16,7-1 0 0,-5 1 0 0,2-1 0 15,8 1 2-15,-2-1-9 0,2-1 4 0,5-4-4 16,2-2 1-16,-13-3-1 0,6-3-2 0,3-1 1 16,4-6 9-16,2-2-14 0,2 2-4 0,2-3-8 15,-2-4-36-15,9 5-13 0,13 2-7 0,-5-7-13 16,12-2-148-16</inkml:trace>
  <inkml:trace contextRef="#ctx0" brushRef="#br0" timeOffset="181501.6">4100 3759 786 0,'0'0'37'0,"0"0"-3"0,-2 0 15 16,0 0 7-16,0 0-11 0,0 0 6 0,1 0-17 0,-1 0 3 15,2 0-7-15,0 0-3 0,0 0-10 0,2 0-1 16,1 0-2-16,16-2-2 0,9-3-9 0,7-5 2 16,2 3-5-16,6-2-11 0,0-1-26 0,-3 1-1 15,3 0-9-15,-8 0-9 0,1 3-106 0,1 2-57 0</inkml:trace>
  <inkml:trace contextRef="#ctx0" brushRef="#br0" timeOffset="182185.44">5203 3750 83 0,'0'-2'45'0,"0"0"18"0,2 0 45 0,0-1 3 16,3-10-14-16,4-10-13 0,-3 7-5 0,0-5-2 15,-3 3-5-15,-1 5 1 0,0-2 1 0,-2 2-2 16,0 2-16-16,0-1 3 0,0 3-9 0,-2 2 6 0,0 1-24 16,2 2-4-16,-2-1-3 0,2 3 1 0,0 0-9 15,-1-2 0-15,-5 3-2 0,-5-3 0 0,0 0-11 16,1 2 8-16,3-3-6 0,-2-3 6 0,5 7-10 0,-2-3 10 16,1 0-6-16,-3 0 7 0,-1 1-8 0,2-1-5 15,-6 0 7-15,5 2-8 0,-1 1 1 0,-2-3 0 16,2 2 0-16,-3 0 0 0,5 2-2 0,0 0-2 15,-1 0 0-15,1 0 0 0,-3 2-7 0,5 0 9 16,-8 5-6-16,2 1 7 0,-2-3-2 0,-6 16 2 16,6 5-3-16,-7 1 2 0,3 7-13 0,-2 5 7 15,1 0 0-15,-1 0 4 0,1 2 6 0,3 0 4 16,0 1 0-16,0 1 2 0,2-4-2 0,0-2 4 0,0-3-3 16,4-5 4-16,-2 3 3 0,3-4 4 0,3 0 2 15,3-1-1-15,-15-3 3 0,6 2-3 0,4-3 2 16,3-3-2-16,2 1 1 0,2-1-6 0,2-3-1 15,2 3-3-15,1-7-8 0,1-2-1 0,1 0 2 16,6-7-2-16,13 2 1 0,6 12-10 0,-1-7-6 0,3-7-1 16,3-4-14-16,6-5-17 0,1-7-18 0,6-2-8 15,8-5-141-15</inkml:trace>
  <inkml:trace contextRef="#ctx0" brushRef="#br0" timeOffset="183164.08">5392 4247 325 0,'0'0'40'0,"0"-1"48"16,0-1 1-16,0 0 11 0,0-2 2 0,0-1 3 0,0-7 1 15,0 5-20-15,0 0-2 0,0 3-7 0,0 0-23 0,-2 0-10 16,0 1-11-16,1-1 2 0,-1 2-33 0,0 0 1 15,0 2-3-15,-2 0 0 0,1 2-2 0,-3 2 2 16,-9 11 7-16,4 16-5 0,-2 1-2 0,4 1 7 16,-2 3-8-16,-4 1 8 0,4-2-3 0,-4 4-6 15,2-2 6-15,4-5-7 0,-4-3 12 0,1-1-5 16,5-7 3-16,-4-3-5 0,5 5-2 0,-5-9 1 16,4-1 1-16,3-3 0 0,2-5 5 0,0 1-2 15,0-2 3-15,1-1-2 0,1 1 10 0,0-2-7 0,0 0 4 16,0 0-5-16,0-1-2 0,1-1-6 0,1-1 2 15,0-1-2-15,0-2 8 0,5-15-6 0,3-3-4 16,-3-4 2-16,1 2 4 0,1-2-10 0,-2 0 6 16,1 0-7-16,1-2 7 0,-2-2 0 0,-1 6 0 15,3-4 0-15,-3 4 3 0,1 2-2 0,3-2-4 0,-5 7 2 16,3 0-9-16,-3 4 6 0,1 2 1 0,-3 4 0 16,1 1-2-16,-4 4-3 0,4-1 5 0,-1-1-4 15,-1 4 8-15,4-2 0 0,-2 2-1 0,-1 0-1 16,-1 0-3-16,0 2 3 0,17 28 3 0,-8-1-1 15,-2 5-1-15,-5-1 5 0,-2 1-7 0,-2-1 8 0,0-1-6 16,0-4 4-16,0-2 0 0,-2-8 1 0,0-1-3 16,-2 0-2-16,2-4 4 0,0-2-3 0,1-2 12 15,-1-2-9-15,2-5 1 0,0 0-2 0,-2 2 11 0,2 0-3 16,0-3 6-16,0 1-6 0,0 0-4 0,0-2-1 16,0 0-3-16,0-2 2 0,2-1-6 0,5-22 2 15,2-2-1-15,1-1 2 0,-1 0-3 0,2-2-1 16,0 2 2-16,0-1 0 0,1-1 2 0,-1 0-1 15,2-1-2-15,0 3 1 0,0 0-3 0,-2 4 2 16,2 0 1-16,-2 5 0 0,0 0 3 0,-3 6-3 16,-3 4 1-16,-1 4-2 0,-2 1 10 0,1 0-4 15,1 0 3-15,0 3-4 0,0-1 4 0,-1 0-7 0,1 2 3 16,0 2-4-16,-1 1 10 0,9 22-5 0,-3 6 7 16,-4 1-5-16,-3-1 5 0,-2 1-2 0,0-1-3 15,-2-1 1-15,1 0-5 0,-1-4 1 0,-2 2 3 16,2-8 0-16,-2 2 1 0,3-7-3 0,-1-4-5 15,0 2 0-15,2-3-23 0,0-3-41 0,0 2-19 16,0-3-9-16,0-2-72 0,2-1-96 0,0 1-9 0</inkml:trace>
  <inkml:trace contextRef="#ctx0" brushRef="#br0" timeOffset="184022.85">6157 3581 554 0,'0'0'20'16,"0"-2"-1"-16,0 0 15 0,-2-2 10 0,0-9-4 15,-1-1 42-15,1 1-8 0,0 3-10 0,2 1-2 16,0 4-40-16,0 3-8 0,0 0 7 0,0-2-7 16,0 0 6-16,0 3 8 0,2-1-5 0,0 2 7 15,0 2-8-15,-1 1-15 0,5 31 2 0,0 16-4 0,-5 5 11 16,-1 3-3-16,-3 7 5 0,-3-6-4 0,-1-1 1 16,-3-6-2-16,1-6-1 0,-2-1 0 0,0 0-2 15,-2-5 5-15,-2 1-11 0,-2 0 9 0,1-2-6 0,1-2-5 16,-2-3 12-16,0-5-11 0,1-1 4 0,3-9 3 15,1 1-9-15,5-5 9 0,3-6-1 0,2-3-1 16,1-2 5-16,-1-1-6 0,0-1-7 0,0 0-14 16,0 0 4-16,0-2-7 0,2-2 15 0,0-11-2 15,2-26 1-15,2-2 0 0,1-3 5 0,3-1-6 16,-1-1 4-16,-1-1-4 16,5 1 7-16,2-1-3 0,0-6 1 0,0-1-1 0,2-8 1 0,0 1 1 15,0 4 4-15,-1-3-2 0,-1 10 2 0,0 5-3 0,2 5 2 16,-2 6 0-16,2 5 15 0,0 3-2 0,-2 5 4 15,-4 1-1-15,17 1 7 0,2 4-5 0,0 4-3 16,0 2 0-16,0 5-15 0,1 2 0 0,3-16-3 16,0 7 2-16,-1 7 0 0,-1 4-4 0,-12 4 2 15,5 5-2-15,-3 2 5 0,-12-9 6 0,3 26-4 0,7 1 4 16,-7 5-2-16,-5 7 3 0,-8-4 4 0,-9 5-4 16,-6-1-2-16,-5 0-3 0,15 2 3 0,-25-4-3 15,2-4 5-15,-1-3-4 0,1-3-4 0,0-8 3 16,2 1 0-16,4-9-3 0,2 0 0 0,0-2-1 15,3-1-1-15,4-3-5 0,0-1 7 0,4-3-6 0,2 1 5 16,2 2 6-16,3-5-1 0,0 1 3 0,2-2 1 16,-1 4-14-16,-1 0-5 0,2-1-2 0,0 1 6 15,0 0 3-15,0 0 5 0,2-3-2 0,0 9-1 16,0-1 7-16,4 2-2 0,0-2 4 0,3 3-3 0,-5-3 7 16,19 0-4-16,-1 0 5 0,4 3-7 0,-3-1 1 15,1 0 2-15,0 0-1 0,-1 0-1 0,3-2-4 16,0 3 1-16,-4-1-2 0,1-2 1 0,-3-2-12 15,5 4-2-15,-3-3-6 0,-5-1-19 0,3 1-100 16,-3-3-12-16,4-1-34 0,3 2-81 0,6-5-139 16</inkml:trace>
  <inkml:trace contextRef="#ctx0" brushRef="#br0" timeOffset="184337.96">7175 3973 689 0,'0'0'58'0,"0"-2"8"0,0 0-19 0,0-2-1 0,-2 1-15 16,2 1 65-16,-6-9-8 0,-3-4 0 0,0 2-7 16,3 0-21-16,-7 9-23 0,-2-7-3 0,2 3-6 15,-2 3-7-15,1 1-10 0,-1 2 4 0,0 2-7 16,-2 2 0-16,2 4 0 0,0 3-2 0,-1-7 1 16,-1 22 2-16,2 4 8 0,-2 3 4 0,1 1 0 15,-1 0 4-15,-2 1 11 0,5 4-7 0,1-3 7 0,3 3-7 16,7-4 1-16,-18 0 0 0,12-3-1 0,5 0 0 15,4-6-4-15,2 0 1 0,4-5-3 0,-1-4-4 16,3-2 7-16,1-4-5 0,13-7 5 0,8 0-6 16,-2 14-5-16,5-8 2 0,2-6-4 0,3-8-9 0,1-5-3 15,5-6-9-15,-1-1 1 0,1-3-36 0,3-1-42 16,-6 0-27-16,-1-1-15 0,3 21-165 0</inkml:trace>
  <inkml:trace contextRef="#ctx1" brushRef="#br0">13462 15851 0,'0'0'0,"0"0"0,0 0 0,0 0 0,0 0 0,0 0 16,0 0-16,0 0 15,0 0-15,0 0 16,0 0-16,0 0 16,0 0-16,0 0 15,0 0-15,0 0 16,0 0-16,0 0 16,0 0-16,0 0 15,0 0-15</inkml:trace>
  <inkml:trace contextRef="#ctx0" brushRef="#br0" timeOffset="185896.32">1864 5731 707 0,'-1'0'0'0,"-1"0"24"0,0 0 5 15,-20 0 9-15,1 0 1 0,3 2-17 0,-1 2-3 0,0-1 0 16,1 3 0-16,3-2 2 0,0-1 15 0,4 1 0 16,-2 0-1-16,2-1-2 0,2-1-15 0,1 0 3 15,4-2 1-15,1 0-1 0,-1 2-9 0,0 0-3 16,1-2-8-16,1 0 4 0,0 0-2 0,0 2 0 15,2 0 3-15,0-1-2 0,2-1 6 0,0 2-8 16,3-2 5-16,23 4-6 0,4-2 2 0,5 0 0 16,7 0 5-16,12-1-3 0,4-1 9 0,8 0 1 15,1-1 1-15,3-3 1 0,3 0 3 0,-3-1 8 16,6-3-9-16,7-1 8 0,5 0-8 0,17-4-7 0,8 0 3 16,4-4-5-16,0-2-1 0,-6 1 6 0,1-5 1 15,12-1 3-15,7-2-6 0,7 4 4 0,-5-4-9 16,-5 0 7-16,0-2-7 0,4-2-1 0,7 3-1 0,-2 1 0 15,-9 0 0-15,-7 2-3 0,-4 1 4 0,1-1-4 16,5 2 5-16,-6 3-6 0,-14 3 1 0,-12-1-3 16,-11 2-1-16,0-2 5 0,-1 2-3 0,-6 4 4 15,-5 2-2-15,-7 2 1 0,-11 1 2 0,-2 0-1 16,-7 3 6-16,-8-1-1 0,-3 2 0 0,-12 0-1 16,-5 2 0-16,-6 0 8 0,-1 0 0 0,-6 0 2 15,0 0-9-15,-1 0 1 0,3 0-6 0,0 0 0 0,-2 0-46 16,0 0-46-16,-2 0-8 0,-2 0-14 0,-6 2-46 15,-33 13-175-15</inkml:trace>
  <inkml:trace contextRef="#ctx0" brushRef="#br0" timeOffset="186302.18">1837 6314 640 0,'-4'0'89'0,"-7"-2"25"0,-38-9-43 0,5 2-59 16,7 1 1-16,1 5-13 0,5-1 2 0,1 2 0 16,-3 0 2-16,9 2 5 0,3 0 31 0,1 0 0 0,9 0 9 15,-6 0-6-15,6 0-1 0,5 0-6 0,4 0 0 16,-1 0-28-16,1 0-3 0,0 0-3 0,0 0 1 15,2 0 4-15,2 0-10 0,0 0 3 0,16-2-5 16,21-1 4-16,4-3-1 0,9 0-1 0,7-3 1 16,14 0-4-16,14 1 7 0,8-1-1 0,18 0 2 15,-3-2-8-15,1-4 17 0,8-6 1 0,11-5 7 0,15-1 2 16,12-7 4-16,1-1-2 0,0-2 3 0,9 0-2 16,10 0 9-16,6 1-5 0,5-3 8 0,5 2-4 15,2-2-5-15,4 2-6 0,1 4 1 0,-5 1-14 0,2 0 11 16,-2 3-2-16,-4 1 3 0,0 0-7 0,-7 4-8 15,-6 2 2-15,-5 1-4 0,-8 3 3 0,-7 5 0 16,-2 0 0-16,-11 3 1 0,-13 1 2 0,-13 4-3 16,-6 5 0-16,-2 1-1 0,3 7 2 0,-9-3-31 15,-8 3-6-15,-12 1-23 0,-8 0-143 0</inkml:trace>
  <inkml:trace contextRef="#ctx0" brushRef="#br0" timeOffset="189810.17">1645 10117 20 0,'0'0'0'0,"0"-2"4"16,0 0 40-16,2 0-14 0,0 0 0 0,0-2-17 15,-2 3-5-15,5-12 8 0,1 0 7 0,0 0-1 16,1-4 22-16,-1 0 1 0,-1 0 2 0,1-1 0 15,-3 1 8-15,1-1-14 0,0 1 6 0,0-2-10 16,-3 1 6-16,1 1 0 0,0 0-5 0,-2 3 4 16,0 1-6-16,0 1-2 0,0 1-1 0,0 6 0 0,0-3-1 15,0 3-1-15,0-1-3 0,0 2-1 0,-2 1-21 16,0-1 0-16,-1 2 0 0,-10-2 0 0,-6 4 7 16,-3 6-6-16,0 5 4 0,-1-9-3 0,-3 30 5 0,-2 5-1 15,1 0-2-15,1 4 1 0,-4-1-1 0,2 7-10 16,4 1 3-16,-4 2-5 0,10-1 10 0,5-5-8 15,5 3 1-15,-1-7-3 0,7 1-5 0,-20 2 5 16,12-10-1-16,9 1 3 0,1-3 3 0,1 1-2 16,3-1 2-16,5 1-3 0,3 1-5 0,-1 3 5 15,0-3 0-15,-2 2 0 0,-1-1 0 0,-1 1 1 16,0-1-1-16,-3-3 2 0,0 1 4 0,0-4 3 0,-3-1 3 16,1 1 1-16,-2 0 8 0,-3-6 18 0,-1-3-7 15,-2-6 10-15,-1 0-10 0,-2-2-2 0,-1 0-3 16,-10-3-1-16,-1-5-16 0,-8 16-5 0,5-8-2 15,-6-2 1-15,2-3 7 0,4-4-11 0,-2-2 4 16,5 0-8-16,1-2-8 0,0-2-31 0,5 1-8 0,2-3-8 16,0-1-36-16,2-1-81 0,-2-1-21 0</inkml:trace>
  <inkml:trace contextRef="#ctx0" brushRef="#br0" timeOffset="190030.98">936 10740 711 0,'0'0'51'0,"0"0"-8"0,0-1 27 15,0-1 6-15,0 0-17 0,0 0-22 0,0 0-4 16,0-2-5-16,2 1 2 0,0-1-9 0,5 0 2 16,28-7 5-16,-1 2-2 0,5-2 4 0,7 0-10 15,3-1-3-15,-3 1-1 0,4 0-12 0,2 4-4 16,-9-1 0-16,1 6 0 0,-6-3 0 0,-11 1-38 15,-1-13-3-15,-5 8-17 0,-3 2-41 0,-1 3-101 16,2 0-74-16</inkml:trace>
  <inkml:trace contextRef="#ctx0" brushRef="#br0" timeOffset="190661.34">1675 11069 568 0,'0'-2'37'0,"-2"-1"47"16,0-1-46-16,0-2-8 0,1 1-5 0,-3-1 2 15,0 1-9-15,2 1 0 0,2 2-3 0,-3-2 3 16,-1 1 1-16,0 1 3 0,0 0 6 0,1 2-2 0,-1 0 2 16,2 0-13-16,-5 7 2 0,-3 25-4 0,3 9 3 15,-2-2-11-15,1-6 2 0,-1 4-5 0,3-2 7 16,-1-3-2-16,-4 1 0 0,2-3-1 0,-1-4-7 0,1-2 6 16,3-1-4-16,1-1 6 0,-1 0-7 0,1 0 10 15,-5 1-4-15,5-5 6 0,1-1-8 0,2-2-5 16,-7-2-1-16,2 0-2 0,1-4 2 0,2-1 8 15,1-1-5-15,3-3 4 0,0-2-26 0,0-1-48 16,0 3-2-16,0 0-16 0,0 0-26 0,2-3-22 16,-1 1 0-16,3-2-15 0,4-2-72 0</inkml:trace>
  <inkml:trace contextRef="#ctx0" brushRef="#br0" timeOffset="190924.98">1850 10969 438 0,'0'0'72'0,"0"0"-26"0,-2-2 69 0,0 0-15 16,0 0-35-16,0 0-21 0,0 1-2 0,0-1-7 16,-1 0-12-16,-1 2-4 0,0 0-2 0,-1 2-1 15,-6 3-5-15,1-3-9 0,-1 28 5 0,2 1-7 16,0 5 1-16,3-5 8 0,-1 3-5 0,1 1 5 16,2-2 5-16,1 1-9 0,-3-3 9 0,2-1-9 15,2 0 1-15,-1-2 3 0,1-1-4 0,0-1 4 0,0 0-1 16,-13-3-9-16,4-1 2 0,4-3-4 0,1-1 6 15,2 1 4-15,3-1-7 0,-1-3 4 0,0-2-9 16,2-2 1-16,0-1-9 0,0-3 0 0,0 0-45 16,0-3-34-16,0-2-2 0,0 2-20 0,0-1-93 0</inkml:trace>
  <inkml:trace contextRef="#ctx0" brushRef="#br0" timeOffset="191379.96">1532 11459 325 0,'0'0'123'0,"0"0"5"0,-2-2-8 15,0 0-26-15,0 0-26 0,1 1-23 0,-1-1-17 16,0 0-3-16,0 0-5 0,0 0-10 0,2 0-10 0,0 0 5 16,2-1-6-16,-2 1-2 0,13-13-9 0,17-4-5 15,-1 5-2-15,3 1-34 0,-2 0-15 0,3 1 0 16,-1 1-2-16,-1-4 10 0,6 4-13 0,1-5-2 16,-3-7-2-16,6 3 15 0,0-6 36 0,-4 4 5 0,2 3 9 15,-4-3 10-15,-7 0 7 0,-2-1 1 16,-6-1 3-16,-7 7-2 0,-5-1 4 0,-5-3 8 0,1 3 0 15,-2 3 34-15,7 2 22 0,-5 6-1 0,0-1 8 16,-3-1-7-16,-1 1 2 0,0 3-5 0,0 1 4 16,-1 0-20-16,-3 1-17 0,-5-5-4 0,-4 3-5 15,-4-1-14-15,-3 4-1 0,-5 2-2 0,1 6-1 16,2 3-13-16,-4 4 4 0,9-11-1 0,-3 22 5 0,3 8-2 16,4-3-3-16,2 3 2 0,5 3-2 0,1-7-1 15,-1 6 7-15,4-3-8 0,-16-1 7 0,7 1-5 0,5-1 0 16,6 2 2-16,0-3-3 0,2-1 0 0,0 2 4 15,2 1 2-15,3 3 0 0,4 1 1 0,-2 2 0 16,1 0-4-16,-1 4 2 0,-3 0-6 0,1 4 5 16,0-1 1-16,-1 1 2 0,-2-6 0 0,-1-2 9 15,1-4 1-15,-4-7 3 0,0 2 6 0,0-6-2 16,0-1 3-16,0-6-1 0,0-2 10 0,-2-4-4 16,0-2-3-16,1-1-1 0,-5 1-17 0,6-5-3 15,-17 0 4-15,4 0-5 0,-5 11-2 0,-1-4-7 16,2-5-10-16,3-2 0 0,1-2-51 0,1-2-47 0,1-4-8 15,4 3-15-15,-4-25-52 0,5-2-52 0</inkml:trace>
  <inkml:trace contextRef="#ctx0" brushRef="#br0" timeOffset="191549.88">1744 11522 758 0,'0'0'32'0,"0"0"56"16,0 0-56-16,0 0 6 0,0 0 1 0,0 0 2 15,0 0 13-15,2 0 0 0,-1 0-2 0,3 0-1 16,30 0-21-16,8-5-8 0,5-3-5 0,8-3 0 0,3 0-18 16,-2-2-22-16,-1 2-18 0,-10 1-4 0,-4 1-83 15,-4 0-54-15,0 1-59 0</inkml:trace>
  <inkml:trace contextRef="#ctx0" brushRef="#br0" timeOffset="191829.53">2687 10744 987 0,'0'0'49'0,"-2"0"0"0,0-2-5 0,-1 0-4 15,-1 1-16-15,0-1-3 0,0 0-15 0,1 0 6 0,1 0-7 16,0 0 14-16,0 0 0 0,2 1-3 0,2-1 2 16,0 0-3-16,9-6-15 0,15-8 8 0,2-1-11 15,2 2-1-15,-10 6-65 0,2 1-5 0,-9 5-29 16,-2-1-95-16</inkml:trace>
  <inkml:trace contextRef="#ctx0" brushRef="#br0" timeOffset="191972.79">2499 11032 818 0,'0'0'104'0,"0"0"-94"0,0-2 105 0,0 0-45 0,0 0-57 0,0 1 18 16,0-1-8-16,2 0 12 0,0 0-16 0,11-7-7 16,24-12 4-16,6 1-5 0,5-1-2 0,6 1-51 15,0 1-21-15,7 1-14 0,4-1-90 0</inkml:trace>
  <inkml:trace contextRef="#ctx0" brushRef="#br0" timeOffset="195453.04">4074 9366 682 0,'0'-1'23'0,"-2"-1"-3"0,0-2 14 0,0-2 1 15,-5-7-6-15,-1 2-12 0,5 6-4 0,1 1 0 16,-11 0-3-16,2 2-8 0,2-5 16 0,-1 1-11 15,-1 1 12-15,0 1-19 0,0 2 7 0,-4 2 2 16,0 4 2-16,-2 3-2 0,3 1-1 0,1 27-2 16,0 2 0-16,1 8-11 0,3-6 6 0,-2 4-2 0,5-1 3 15,1-3-5-15,-17-2 3 0,10-3-4 0,7-4 5 16,1-1 1-16,2 5-5 0,2-1 6 0,2 2-4 16,2 1 13-16,1 3-10 0,1 1-1 0,0 3-1 15,-1 4 3-15,3-1-3 0,-3 4 5 0,1 0-5 16,-1-5 12-16,-1-2-6 0,0-4 6 0,-2-6-6 15,-2-1 3-15,0-5 8 0,-2-4 8 0,0-5 1 16,-2-1 30-16,0-6-17 0,1 2 0 0,-3-2-6 0,1-1-11 16,3-5-17-16,-19 1 0 0,-3-3-5 0,-6 3 10 15,3 0-32-15,-9-1-18 0,1 15-13 0,3-7-123 0</inkml:trace>
  <inkml:trace contextRef="#ctx0" brushRef="#br0" timeOffset="195640.17">3649 10057 630 0,'0'-2'205'0,"0"0"52"0,2 1-100 0,1-5-116 16,20-7-10-16,6 0-17 0,3-2-1 0,5 2 1 16,0 0-4-16,2 0-7 0,-4 2-1 0,-1 4-3 15,-3 1-2-15,-3 2-32 0,-7-11-27 0,-6 8 4 16,-4 3-12-16,0 1 4 0,-4 1-22 0,4 0-11 15,-3 2-9-15,-3 0-88 0</inkml:trace>
  <inkml:trace contextRef="#ctx0" brushRef="#br0" timeOffset="195864.29">4126 10148 747 0,'0'0'17'0,"0"0"45"0,0 0-65 15,0 2 9-15,0 2-2 0,-2 22 4 0,0 5-8 16,-2 6 0-16,3 1 1 0,-3-3 0 0,0 0 5 0,-1-3 8 16,-1-3-7-16,-1-1 7 0,1-4-3 0,0 1 0 15,1-5 7-15,-1-2-6 0,1-1-2 0,1-2-10 16,0-2 3-16,2-4-4 0,1 1 8 0,1-7-13 16,0 3 1-16,0-4-8 0,0 0-17 0,0 1-5 15,1 1-11-15,1-2 5 0,2-2-25 0,0 0 7 16,12-4-9-16,3-5 6 0,3-4-26 0</inkml:trace>
  <inkml:trace contextRef="#ctx0" brushRef="#br0" timeOffset="196022.14">4393 10113 250 0,'0'-2'80'0,"0"0"99"0,0 0-48 0,0 0-50 0,0 1-6 16,0-1-17-16,0 2-40 0,0 2-7 0,-2-1 0 16,-1 14-1-16,-5 17 7 0,1 5-2 0,1-2 6 0,1 6-5 15,-1 0 6-15,-1-4-2 0,-1 0-5 0,1-5 2 16,-1-4-12-16,1 0 8 0,0-2-8 0,-1-6 8 15,3 0-8-15,-1-1-1 0,0-2-2 0,-1-1-6 16,0-1-66-16,-1-2-126 0,3-4-45 0</inkml:trace>
  <inkml:trace contextRef="#ctx0" brushRef="#br0" timeOffset="196178.92">4085 10462 1072 0,'0'0'29'0,"0"0"0"0,0-2-4 15,0 0 1-15,0 0-10 0,2 1 18 0,0-1-15 16,3 0-1-16,29-13-6 0,7 2-11 0,-1-2-3 16,1 2-8-16,2 2-3 0,-10 0-51 0,6 0-28 15,-7 0 0-15,1-1-13 0,5-1-40 0</inkml:trace>
  <inkml:trace contextRef="#ctx0" brushRef="#br0" timeOffset="196479.88">5212 9224 991 0,'0'-2'35'16,"-2"0"-7"-16,0-2 8 0,-1-3 10 0,-16-3-18 16,-1 7-11-16,3-8-13 0,-3 1-3 0,-1 7-1 15,-3 4-2-15,-2 11 3 0,0 4 0 0,0 8 2 16,0 23-1-16,0 7 2 0,2 9 0 0,2 4 0 15,-1-4 5-15,5 4 2 0,-1-8-3 0,4 2 1 0,0-1-7 16,4-1-2-16,2 2 5 0,3 1-5 0,-23 3 3 16,16 1 10-16,11 1-2 0,4-9 4 0,3-1-9 15,3-6 7-15,-1-9-3 0,2-1 5 0,1-6-7 0,-1-3-8 16,2-2-4-16,0-6-1 0,-1-6-11 0,-3-3-35 16,2 0-14-16,-3-6-12 0,-4-1-72 0,11-5-184 15</inkml:trace>
  <inkml:trace contextRef="#ctx0" brushRef="#br0" timeOffset="196714.2">5645 9602 683 0,'0'0'88'16,"-2"0"201"-16,0 0-294 0,0 2 3 0,0 2-4 15,0 29 4-15,-16 6 3 0,-1 2-1 0,1 2-2 0,-1 0-2 16,1-1-1-16,-1 3 5 0,0 1 2 0,1 1 1 16,3-3 4-16,0-1-3 0,2 1 1 0,2-1-3 15,2-4-3-15,-1-4-4 0,-1-5-14 0,4-2 1 16,-4-4-71-16,1-2-158 0</inkml:trace>
  <inkml:trace contextRef="#ctx0" brushRef="#br0" timeOffset="196918.75">5624 9972 1168 0,'0'-2'67'0,"0"0"5"0,2-2-27 16,0 1-9-16,11-3-23 0,19-1 6 0,12-3-5 15,4 1-2-15,4 0 0 0,6-2-12 0,-8 1 1 16,2 1 3-16,-9 2-1 0,-8 3-1 0,-9 0-8 15,-6 1-6-15,-3-9 2 0,-2 3-7 0,-2 4-32 0,0-1-2 16,-6 2-14-16,1 2-35 0,-3 1-82 0,-3 1-124 16</inkml:trace>
  <inkml:trace contextRef="#ctx0" brushRef="#br0" timeOffset="197134.56">6051 9600 1040 0,'0'0'0'16,"-2"2"0"-16,1 0-1 0,-11 15-1 0,5 24 0 15,-15 0-2-15,-8 3 9 0,-3 4 2 0,-1 6 1 0,-3 4-2 16,6 7-6-16,1 2-1 0,4 3 1 0,5 1 6 16,5-8-4-16,5-6 3 0,3-10-5 0,3-4-5 15,-3-8 8-15,6-4-10 0,0-8 7 0,-12-3-19 0,6-5-75 16,3-2-4-16,3-2-33 0,2-4-87 0</inkml:trace>
  <inkml:trace contextRef="#ctx0" brushRef="#br0" timeOffset="197378.07">6462 9597 958 0,'0'0'6'16,"-2"0"18"-16,0 0-22 0,-2 2-6 0,-3 9 3 16,-15 26-5-16,3 4-3 0,4 0 8 0,0 3-3 0,-1 6 6 15,1 4 2-15,0 5 7 0,-2 5-2 0,4 4 2 16,-2 1-7-16,2-2 5 0,0-4 0 0,0-5 0 16,2-6 0-16,0-8-1 0,2-7-2 0,-1-7 1 15,1-2-5-15,2-8 10 0,-1 1-6 0,1-5 6 16,1-3-15-16,1-3-22 0,1-3-8 0,4-5-12 15,-6 2-86-15,-1-1-41 0,3-1-47 0</inkml:trace>
  <inkml:trace contextRef="#ctx0" brushRef="#br0" timeOffset="197743.32">6449 9602 914 0,'0'-2'30'0,"0"-1"53"0,0 1-62 0,2-6-16 16,-1 5-1-16,1 1-4 0,0 0 5 0,0 2 0 16,-2 2 4-16,0 2-3 0,0 14 3 0,-6 14-9 0,-1-4 5 15,-2-4-4-15,-4 2 5 0,3-6 3 0,1-1-7 16,2-3 4-16,1-3-7 0,2-3 3 0,3-3 1 16,-1 1 0-16,0-3-1 0,2 1 2 0,0-3 2 15,0 1 0-15,0 0 5 0,2 0-1 0,0-1-2 16,1-1 1-16,18 7-7 0,1 1-1 0,-2-1 2 0,3 2-2 15,-3 0-1-15,-7-1 3 0,0-7 2 0,-9 19 2 16,-2 1-3-16,14 3 7 0,-6 2-5 0,-7-1 7 16,-3-1-5-16,-3-3 7 0,-5-3 0 0,-1-5 1 15,0 0-7-15,-15 0 5 0,-1-6-9 0,-1-2 7 16,0 1-5-16,6 7-2 0,0-4 0 0,-1-4-3 16,4-3-11-16,6-2-14 0,0-2-16 0,7 0-2 15,-1 0-73-15,1-2-61 0,0 0 6 0,3-2-33 0,-3-7-96 16</inkml:trace>
  <inkml:trace contextRef="#ctx0" brushRef="#br0" timeOffset="198098.13">7041 9595 1021 0,'0'0'13'0,"0"0"5"0,0 0-11 15,-2 2-4-15,0 0-3 0,0 1 3 0,-7 20 0 16,-2 4-3-16,0 1 3 0,0 2 9 0,-2 0-5 15,-2-2 2-15,0-1-3 0,0 1 5 0,4-5 7 0,2-3 1 16,-1-1 1-16,5-5 2 0,-1-3 0 0,3-1-3 16,1-7 1-16,0 3-8 0,0-2 1 0,0-1 2 15,0 1 0-15,0-2 12 0,1 0-19 0,-1 0 8 16,2-2-13-16,0-2 6 0,0 0-5 0,0-4 3 16,7-21-2-16,2-1 2 0,3-2-8 0,1-1 2 15,3-5-4-15,1 1 4 0,0-4 2 0,-1 0-4 0,-1-2 2 16,2-2-3-16,-2 1 3 0,-2-1-1 0,-2 10 3 15,-2 3 6-15,-1 11-9 0,-3 8 7 0,-3 6-8 16,0 1 1-16,2 0 3 0,-1 2-5 0,1 2 3 16,0 2-8-16,0 2 9 0,9 18 0 0,1 21 4 15,-6-2-8-15,-4 1 2 0,-3-1-5 0,-1-5 5 16,0-3 4-16,0-5-2 0,-1 0 5 0,-1-2-6 16,-2 2 5-16,0-4-37 0,1 0-8 0,-1-4-15 0,0-3-70 15,0-2-52-15,1-4-9 0</inkml:trace>
  <inkml:trace contextRef="#ctx0" brushRef="#br0" timeOffset="198224.7">7017 9795 621 0,'0'0'30'0,"0"0"4"0,-2 0-18 16,0 0-3-16,0 2-13 0,0 0 1 0,-1 0-1 16,-1 2-2-16,2-1-1 0,-2 12-27 0,-5-2-79 15,4 0-1-15,-1-3-28 0,2-1-18 0</inkml:trace>
  <inkml:trace contextRef="#ctx0" brushRef="#br0" timeOffset="198256.38">6982 9894 20 0,'1'0'0'0,"1"0"1"0,2-2-7 0</inkml:trace>
  <inkml:trace contextRef="#ctx0" brushRef="#br0" timeOffset="198773.08">7162 9784 511 0,'0'0'28'0,"0"0"-2"0,2 0 37 0,-1 0-4 16,1-2 3-16,2 1-26 0,0-1 5 0,1 0-10 15,6-2 8-15,-1 2-21 0,1 2-3 0,-6 0-3 0,1 0 0 16,-1 2-10-16,-1 0 7 0,-4 0-2 0,13 16 5 16,-4-1 2-16,-3 0 7 0,0 0 1 0,-3-3 4 15,-1 1 24-15,0-5-3 0,0-1 11 0,0-2-8 16,0 1 12-16,-1-5-23 0,1 1-4 0,17-2-5 16,5 15-13-16,13-4-15 0,-7-10 3 0,11-3-6 15,3-3 1-15,-1-7-20 0,5-1 4 0,-11-2-11 16,1-2-21-16,-9 2-38 0,-1 0 4 0,-6 2-17 15,-3 0-19-15,-2 2-138 0</inkml:trace>
  <inkml:trace contextRef="#ctx0" brushRef="#br0" timeOffset="199054.24">7583 9134 937 0,'-2'-1'35'0,"0"-1"-3"0,1 0 9 0,-1-2 2 16,-2 0-13-16,4 3-17 0,-2-3-11 0,2 2-6 15,0 0 0-15,-2-2-4 0,2 1 13 0,2-1-4 16,0 0 7-16,2 2-2 0,16-7 5 0,6 4 6 16,-2 5-4-16,2 1 8 0,2 9-9 0,2 6 7 15,3-3-7-15,1 30 10 0,-1 15-7 0,-1 8 1 0,-3 12-4 16,-3 10-1-16,-9-3 1 0,-6-3-5 0,21-2 4 15,-25-2-6-15,-16 3 4 0,-15 10-9 0,-6-2 3 16,-2 1-32-16,29-3-35 0,-38-11-15 0,-4-2-12 16,-7-9-116-16</inkml:trace>
  <inkml:trace contextRef="#ctx0" brushRef="#br0" timeOffset="199602.64">3868 10984 804 0,'-2'0'22'15,"0"0"0"-15,-2 0 4 0,-1 0-3 0,-14 0-4 16,4 0-5-16,1 2 3 0,4-1 2 0,5 1-1 15,-5 0-1-15,7-2 18 0,-1 2-2 0,0 0 10 16,2 0 16-16,1 0-7 0,1-1 1 0,1 3-4 16,3-2-3-16,26 9-5 0,18-2-7 0,15-7 2 15,10-5-15-15,21-7-11 0,12-1 4 0,20-6-8 0,8 1-2 16,4-5 5-16,4-1-2 0,14 0 2 0,12-1-4 16,4 3-5-16,1 0-1 0,0 1-2 0,-1 2 2 0,5 1 2 15,-5 3 4-15,-5 1-3 0,-3 3 1 0,-6 4-2 16,-10-1 2-16,-16 0-1 0,-15 3 6 0,-4-1-6 15,-9 4-1-15,-7 0 1 0,-10 0 8 0,-13 0-6 16,-14 0 7-16,-18 0-6 0,-6 0 11 0,-16 0-8 16,-7 0-4-16,-9 0 0 0,0 0-5 0,-1 0-18 15,-1 0-7-15,-2 0-6 0,-2 0-35 0,-16 2-2 16,-42 5-5-16,-16 1-1 0,-6-1-37 0,-7 2-58 16,-4 3-46-16</inkml:trace>
  <inkml:trace contextRef="#ctx0" brushRef="#br0" timeOffset="199929.2">3968 11182 642 0,'-2'-2'35'0,"-11"-1"69"15,-13-3-91-15,2 3-6 0,-2 3 3 0,0 1-4 16,0 7-4-16,-4 3 3 0,4 0-4 0,4 0 6 15,4 0 16-15,10-7-2 0,-1 3 15 0,5-3-9 0,2 0 36 16,-3 9 6-16,5-2-4 0,3-2 3 0,10-3-15 16,34-4-11-16,10 26-5 0,14-14-3 0,9-12-16 0,18-2 0 15,15-9-4-15,17-6 1 0,4-3-13 0,2-5 9 16,10-5 3-16,12-3-1 0,11 1-4 0,4-5 7 16,-1 2-7-16,1 1 7 0,0 2-8 0,-4 8 2 15,-4 2-4-15,-13 7 2 0,-7 1-2 0,-4 3-1 16,-7 5 0-16,-21 1-2 0,-7 1 1 0,-19 0-1 15,-11-2 3-15,-7 2-2 0,-8 2 7 0,-11 0 2 16,-7 0 0-16,-19 0-1 0,-7 0-11 0,-8 0-10 16,-5 0-12-16,0 0-2 0,-1 0-61 0,-1-1-99 0,0-1-77 15</inkml:trace>
  <inkml:trace contextRef="#ctx0" brushRef="#br0" timeOffset="208979.28">5565 1830 639 0,'-19'-4'0'0,"-16"-1"0"0,-39-6 12 15,-8 1 22-15,-5 3 4 0,-10 3 10 0,4 2-9 0,6 2-11 16,9 0 4-16,9 4-4 0,4 0-3 0,2 1-5 15,-3 3-1-15,-1 3 1 0,-8 2 5 0,-1 2-5 16,0 3 0-16,2 5-2 0,1 3-6 0,3-19-3 16,-1 39-4-16,1 10 1 0,-4 4-6 0,-4-1 6 15,-12-1-4-15,-4-5 4 0,-1-3-9 0,4 1 6 16,8 2-4-16,6 7 4 0,5 5-5 0,5 11-2 16,4 6 4-16,0 9-2 0,5 0 2 0,3 0 0 0,1-12 0 15,11-4-3-15,2-8-5 0,8 3 5 0,9 8-3 16,1 11 4-16,9 15-4 0,2 11 1 0,5-1-4 15,5-7 4-15,-29-12-1 0,27-4-4 0,13 2 7 0,15 7-4 16,13 11 23-16,-22 5-13 0,45-1 4 0,12-6-7 16,2-14 9-16,8-2-3 0,3-4 2 0,8 6-4 15,9 10-3-15,28 3 4 0,6-6 0 0,7-11 2 16,2-17 14-16,3-16-7 0,6-10 5 0,17-7-6 16,0-4-2-16,0-7 13 0,9-4-6 0,0-9 9 15,2-4-8-15,-2-8 4 0,-4-1 2 0,6 37 1 16,-1-36 8-16,-9-12-8 0,-1-10 3 0,-4-5-5 0,2-4-1 15,-2-6-4-15,-7-3 2 0,-10-2-4 0,-3 31 0 16,1-55-3-16,-5-8-5 0,-13-16 3 0,-7-8-6 16,-8-5-1-16,-2-2 3 0,2 1-2 0,-5 4 1 0,-13-7 0 15,-10-9-1-15,-17-17 3 0,-3-8 1 0,-11 1-5 16,-4 5-4-16,-9 11 1 0,-8-5 0 0,-7-14-3 16,-12-7 1-16,-12-3-1 0,33 10 2 0,-37 12 3 15,-13-2 1-15,-15-11-1 0,-5-6 1 0,29 4-1 16,-48 11 0-16,-9 17-1 0,-2 5 2 0,-11-7-3 15,-14-8 7-15,-10-3-5 0,-10 5 11 0,-5 17-6 16,0 17 3-16,-6 16-5 0,-7 5 1 0,-21 4 0 16,-11 7-8-16,-11 10 4 0,-13 4-10 0,-13 19-4 15,-11 13 4-15,-15-28-4 0,-13 50 4 0,-3 24-4 16,-5-28-3-16,-14 52-1 0,-2 6-11 0,4 15-64 0,-18 12-3 16,7 31-33-16,11 27-134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18T06:58:10.1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26845 1726 442 0,'0'-2'0'16,"-2"0"12"-16,0 0 122 0,0 1-37 0,0-1 4 15,1-2-53-15,-1 0-11 0,0 1-7 0,-2-1-6 0,0 0 1 16,1 0-14-16,1 3-7 0,0-1 2 0,0 0-5 16,0 0 1-16,0 0-2 0,1 0 3 0,-1 2-4 15,0 2-4-15,0 0 11 0,-5 11-6 0,-10 19 8 16,2 1-8-16,2 0 11 0,-2 6 6 0,2 0 0 16,-2-1 7-16,-3 6 4 0,3-7-7 0,0-3 7 15,0 3 0-15,4-13-1 0,-2 0 3 0,2-5-4 16,3-6-8-16,1 0 2 0,1-2-6 0,3-6 4 0,-1 1-15 15,0 0 2-15,2-3 0 0,1 1 1 0,-1 0-2 16,0-1 8-16,0 1-4 0,0 0 6 0,0-2 5 0,0 0-13 16,1-1 8-16,1-1-10 0,0 0 1 0,0 0 2 15,0-1-2-15,0-1 1 0,11-22-7 0,2-10 8 16,0 3-4-16,2-5 7 0,1-3-12 0,1 4 4 16,0 2-3-16,-2 1 3 0,1 0-1 0,-3 5 6 15,0-1-2-15,-3 4 3 0,-3 3-6 0,0 4 0 16,-1 3 3-16,-2 4-2 0,-1 3-8 0,-1 3 8 15,-2 2-4-15,0 0 4 0,2-1-8 0,0-1 4 16,0 2 1-16,0 0 2 0,0 0 5 0,1 2-2 16,-1 2-7-16,0 0 3 0,2 6-4 0,7 19 2 15,-2 3 3-15,-3 2-2 0,-3-4 0 0,1-1 3 0,0-2-3 16,0-1 2-16,1 0-2 0,1 0 0 0,-1-4-1 16,1-3 0-16,-2-4-3 0,1-2 4 0,1 0 5 15,-4-5-2-15,-1-2-1 0,1-1-3 0,6 3 1 0,3 1-3 16,-2-1 1-16,2 0 2 0,-2-3 0 0,4-1 2 15,0 0 7-15,-1-2-11 0,1-4 6 0,0 1-6 16,0-3 7-16,0-1-2 0,-2 1-4 0,0-13 1 16,-2-3 4-16,0-2-2 0,1 4 5 0,-3-10-6 15,-1 4 3-15,-3-4 12 0,3-1-5 0,-4-3 7 16,2 3-2-16,14-1 2 0,-5 4 7 0,-5 2-5 0,-3 2 2 16,-1 4-5-16,-2 3-7 0,-2 2 4 0,0 4-7 15,0 5-4-15,0 1 2 0,0 1-3 0,0 0 0 16,0 1-2-16,0-1-4 0,0 0 0 0,0 2-8 0,0 1-21 15,0-1-2-15,0 0-12 0,0 2-56 0,2 0-93 16,-1 2-86-16</inkml:trace>
  <inkml:trace contextRef="#ctx0" brushRef="#br0" timeOffset="354.79">27537 1921 635 0,'0'0'28'0,"-1"0"0"0,-1 2-3 0,0 0 1 16,-2 0-9-16,0-1 18 0,3-1 35 0,-9 8-3 16,7-4 11-16,-1-1-29 0,0 1-23 0,2 0 1 15,0-2-7-15,1-1-3 0,-1 1 12 0,2 0-10 16,2-2 12-16,-1 0-12 0,3-2-2 0,4-1-1 0,6-3 0 16,9-13-3-16,-7-5-2 0,3 2 1 0,-2-2-1 15,-3 3 0-15,-2 3-9 0,-5 1 6 0,-1 0-7 16,-3 1 0-16,1 1 15 0,5 2-5 0,-1 2 8 15,-3 0-4-15,-1 1 8 0,-2 3-4 0,0-1 6 16,-2 5-4-16,0-3 1 0,0 2-2 0,-2 1 2 0,0 1-3 16,-2 0-5-16,-3 0 2 0,-12 2-4 15,-1 4-4-15,1 3 0 0,-3 4-4 0,5 1 3 0,1-5-4 16,-1 12 2-16,4 1 2 0,4-3-1 0,-1-2-4 16,5-2 3-16,1 1-5 0,2 1 3 0,-9 0-9 0,4 2 0 15,3 0 1-15,4-4 1 0,0 0 10 0,4 0-3 16,-1-4 1-16,-1 0-2 0,22-3-2 0,1 3-12 15,0-3-3-15,3-1-5 0,-2 12-15 0,2-6-54 16,2-7-10-16,0-4-19 0,1-4-80 0</inkml:trace>
  <inkml:trace contextRef="#ctx0" brushRef="#br0" timeOffset="646.23">28176 1635 885 0,'0'0'85'0,"-2"0"-72"0,0 0 85 0,0 0-33 16,-1 0-28-16,-10 0 25 0,-6-2-3 0,10 2 8 16,-8 0-14-16,8 0-32 0,5 0 1 0,-1 0-12 15,1 0-10-15,0 2 0 0,1 0-1 0,-1 2 0 16,2-1 6-16,-4 12-8 0,3 2 4 0,3 0-4 16,3 1 9-16,3 1-3 0,1-1 1 0,3 1-4 15,1-2-6-15,0-1 10 0,2 3-6 0,0-1 6 16,-2-1-4-16,0 2 0 0,0-1-3 0,-1-1 1 15,-3-2-6-15,-1-4-1 0,-1-2-4 0,1 2-1 0,-1-1-22 16,1-3-47-16,-1 1-2 0,-1-7-19 0,2 3-28 16,-1 0-75-16,1-2 0 0,3 0-25 0,-1-2 17 15</inkml:trace>
  <inkml:trace contextRef="#ctx0" brushRef="#br0" timeOffset="790.88">28356 1804 133 0,'0'-2'88'0,"0"0"-51"16,0-3 94-16,0-19-27 0,0 5-9 0,0 2 14 15,0 2-4-15,-2 6 5 0,0 2-10 0,1-1-39 16,-1 3 3-16,2 3-17 0,0 0-11 0,-11-7-10 15,-1 3 3-15,-2 1-6 0,-5 3-8 0,2 2-3 16,-7 3 0-16,2 5 0 0,3 1 0 0,-1-7-7 16,-2 20-4-16,9 1 1 0,-10 1-2 0,5-2-6 15,5-2 3-15,-2 1-4 0,9-4 3 0,3-3-13 0,-8 3-6 16,3-2-3-16,3-2-36 0,3 0-37 0,2-4-3 16,2-5-20-16,1 0-99 0</inkml:trace>
  <inkml:trace contextRef="#ctx0" brushRef="#br0" timeOffset="1135.13">29043 1368 521 0,'2'-2'37'16,"0"0"-1"-16,3-11 20 0,14-20 6 0,-4 7-6 16,-2 0 38-16,-4 7-4 0,-1 4-4 0,-5 4-2 0,-1 4-20 15,0 1 1-15,0 0-5 0,-2 5 0 0,0-1-30 16,0-2-6-16,0 0-1 0,0 2-2 0,-2 1-14 15,0-1 10-15,-2 2-13 0,-5 2 13 0,-11 9-5 0,1-9-7 16,1 25 8-16,-5 5-9 0,5 0-2 0,-6 1-1 16,3 0-1-16,1 1 0 0,5 1 9 0,2 0-9 15,0 1 3-15,0-5-4 0,-2-1 8 0,9-2-7 16,1 0 0-16,-12-2-3 0,8-2 1 0,3 0 7 16,3 0-4-16,3-4 4 0,0 3-15 0,1-7 15 15,7 3-3-15,1-2 8 0,0-4 1 0,-3-4-3 16,13-2 2-16,-1-1-4 0,10 0-1 0,0-5-3 15,-6 14-2-15,8-2-2 0,-10-7-9 0,3-4-5 16,3-2-5-16,-2-4-1 0,0-2-21 0,-2-1-29 0,-3-2-7 16,-3-1-12-16,-1 1-54 0,0 5-183 0</inkml:trace>
  <inkml:trace contextRef="#ctx0" brushRef="#br0" timeOffset="1340.26">28661 1579 1168 0,'0'0'45'16,"-2"0"-11"-16,0 0 3 0,0 0 13 0,0-1-28 15,0 1-26-15,1 0 7 0,-1 0-2 0,2 0 5 0,0 0 5 16,2 0 0-16,1 0-1 0,27-2 0 0,16 0-6 16,8-2-2-16,0-1-1 0,4-3-1 0,1-1-6 15,2 0-57-15,-5-1-20 0,-4 3-23 0,-7 1-160 0</inkml:trace>
  <inkml:trace contextRef="#ctx0" brushRef="#br0" timeOffset="2011.98">27376 2714 359 0,'0'-2'76'0,"0"-2"144"0,0-7-184 16,2-11-12-16,1 0 8 0,5-1-7 0,1 1 12 15,0 3-12-15,1 3-5 0,-1 1 1 0,-2 4-5 0,-1 1 13 16,-2 5 2-16,-2 1 3 0,-2 2 15 0,3-1 2 16,-1-1-7-16,0 0 2 0,0 2-18 0,0 0-2 15,0 1 0-15,-1 1-2 0,-1 0-5 0,0 1-3 16,-1 3 4-16,-14 26-4 0,-4 7-1 0,-3 2-4 15,20 4-7-15,-22-2 4 0,2 1-4 0,1 3 0 16,4-6-1-16,3-4-1 0,2-1-1 0,5-7-1 16,5-1 7-16,-13-5-4 0,6-1 4 0,3-5-15 15,5-4 8-15,1-3-6 0,0-3 22 0,1-1 0 0,3 0-1 16,18 7 1-16,8-6 8 0,5-7-10 0,1-9 6 16,5-7-7-16,-4 14 1 0,-4-29-2 0,-5 1-5 15,-4 2 3-15,-4 3 1 0,-7 8-9 0,0 0 5 16,-7 8-5-16,0 2 11 0,-5 3-6 0,1 5 0 0,2-3-2 15,0 0 0-15,-1 2 2 0,1 0 0 0,-2 1 0 16,0 1-2-16,0 1-7 0,0 1 2 0,-1 2-3 16,3 3 2-16,4 8 4 0,-1 0-4 0,-1-2 4 15,1 2-2-15,0-4-2 0,-1-2 1 0,-4-1-1 16,13 3 3-16,-2-4 0 0,3 1-2 0,1-5 1 16,0-1 1-16,3-2 2 0,-1-3 5 0,-2-3-3 15,-3-3 12-15,1-2-6 0,-4 1 2 0,-1-10-4 16,-1 0-2-16,-7-6 3 0,2 3 2 0,12-1 1 0,-6-2 7 15,-5 4-3-15,-3-4 0 0,-2 5-2 0,0-1-11 16,-2 2 1-16,-2 3-2 0,1 4 0 0,-1 2-4 0,2 3-4 16,-2 1-8-16,3 3-2 0,-1 1-67 0,0-1-61 15,0 2-20-15,0 0-29 0,0 2-238 0</inkml:trace>
  <inkml:trace contextRef="#ctx0" brushRef="#br0" timeOffset="2602.39">28284 2812 925 0,'0'0'113'0,"-2"0"21"0,0-2-33 0,0 1-48 15,0-1-9-15,0 0 12 0,1-2 12 0,-1 0-2 16,0 1 1-16,-2-5-28 0,2-1-25 0,0-4-3 16,2 0-5-16,2-2-3 0,2 2-3 0,2-2 2 0,1 0-2 15,2 1-3-15,1-1 3 0,12 0 3 0,-2 2-2 16,-7 0 1-16,2 2 4 0,-4 1-7 0,-3 3 5 15,-3 0-9-15,-1 3 7 0,-2 0 7 0,0 0-1 16,-2 3 3-16,0-1-2 0,0 0-7 0,0 0 5 16,2-2 0-16,-2 1 0 0,-2 1 3 0,0 0-3 15,-6 0 7-15,-16 2-9 0,-4 4 1 0,1 3-3 0,-1 4 6 16,-2 4-8-16,8-2 6 0,3-9-7 16,2 16 3-16,4 1-3 0,0-3 0 0,4 1-2 0,2-1-3 15,-6 1 5-15,4 0-3 0,3-5 3 0,4-2-13 0,2 2 14 16,0 1-5-16,0-7 6 0,4 3-11 0,1-4 8 15,12-1-5-15,16 1 6 0,-1-3-1 0,-2 15-2 16,-1-10 4-16,5-4-3 0,-1-5 2 0,1-1 3 16,-1-5-5-16,1-3 5 0,-3-2-6 0,1-2 3 15,-1 0 3-15,1-2 1 0,-2-2 1 0,1-2-5 16,-3 1 3-16,0 16-3 0,-2-17-2 0,2-3 2 16,0 5 0-16,-2-3 3 0,-4 0 4 0,-6 3-4 15,-4 0-1-15,-7 2 0 0,-3 4 1 0,5 0 2 16,-3 4 2-16,0-1-1 0,-2 3-8 0,-2-1 8 0,0 2-5 15,0 2 9-15,-2-1 0 0,-2-1-3 0,-3 0-1 16,-16-7-1-16,1 6-4 0,2 5 2 0,-6 0 4 16,4 3-2-16,-1 5 2 0,5 1-3 0,1 2 0 15,2 0 0-15,0-3-1 0,6 10-7 0,2-1 3 0,-1 0-3 16,6-1 9-16,-9 1-10 0,4-2 4 0,3-4-6 16,2 0 6-16,2 0-7 0,0-3 4 0,2 1-5 15,0-5-7-15,20 11-7 0,17 0-8 0,11-12 3 16,2-6-6-16,9-10-23 0,3-6 1 0,1-1-12 15,-2-5-26-15,-6 1-1 0,-1-2-2 0,-10 2-11 16,-1 20-130-16,-4-23-42 0,0-1 12 0</inkml:trace>
  <inkml:trace contextRef="#ctx0" brushRef="#br0" timeOffset="3054">29565 2261 433 0,'2'0'89'0,"0"-2"-9"16,-1 0 58-16,1-7 5 0,0-8-16 0,-2 4 1 16,0 4-21-16,0 3-9 0,-2 1-6 0,2 3-42 0,-2-2-26 15,1 0 4-15,-3 3-12 0,0-1-7 0,0 2 7 16,3 0-6-16,-11 5 6 0,1-1-10 0,0 29 12 15,-4 1-8-15,0-1 8 0,-1 2-4 0,1-3 3 16,0 3 2-16,0 1-3 0,2-3-3 0,0 0 1 16,-2 1-3-16,2-3 3 0,0 1-3 0,0-2-9 15,0 1 7-15,0-1-9 0,2 0 3 0,2-2-8 16,0-8 0-16,3-1-2 0,1-3 2 0,3-5-19 16,-8 2-10-16,5-3-5 0,3-7-43 0,0 1 15 0,2 0-1 15,0-2 6-15,0-2 8 0,2 0 27 0,2-2-5 16,7-13 13-16,13-18-2 0,0-5 19 0,2 1-5 15,0 0 8-15,-2 0-2 0,0 4 1 0,2 1 5 0,-3 2 0 16,1 4 13-16,-2 4 14 0,-5 0-2 0,3 3 8 16,-7 4 16-16,-2 4-5 0,-1 2 3 0,-7 3-3 15,-3 4 0-15,2-1-17 0,0 1-2 0,-2 0-6 16,0 2-7-16,-2 0 0 0,-5 4-1 0,-21 14-1 16,-2-8-13-16,0 19 17 0,4 1 6 0,4-2 3 15,4-2 10-15,1 0-11 0,4-2-8 0,4-2 2 16,1-1-15-16,5-3 5 0,1 1-2 0,-9-2 2 15,3-3-8-15,4-1 4 0,4-1 1 0,0-3 1 0,2-2 8 16,0-1-3-16,6-2 4 0,23 14-4 0,2-5-2 16,12-9-1-16,1-6-10 0,1-7 4 0,7-10-20 15,0-3-16-15,-2-2-4 0,3-4-6 0,-1 2-42 0,-4 22-91 16,0-24-68-16,-5 6-30 0,0 0-428 0</inkml:trace>
  <inkml:trace contextRef="#ctx0" brushRef="#br0" timeOffset="3241.42">30244 2575 2055 0,'0'0'14'0,"0"0"-1"0,-1 0 51 0,-1 0-8 16,0-2 18-16,0 0-3 0,0 0-40 0,-2 0 4 0,1 0-18 15,-1 0-20-15,0 1-27 0,2-1-15 0,1 0-12 16,-1 0-138-16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7-21T04:06:44.9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18766 8267 22 0,'0'0'0'0,"-2"0"5"0,0 0 64 0,1 0-12 16,-1 0 12-16,0-2-23 0,0 1-6 0,0-1-14 16,0 0-4-16,0 0 1 0,1 0-6 0,-1 0 4 15,0 0-3-15,0 2 2 0,-2-1-12 0,1 1 3 16,1-2 2-16,0 2 2 0,0 0 2 0,0 0-4 15,0 0 0-15,0-2 0 0,1 2 5 0,-1 0-1 16,0 0-1-16,0 0-2 0,0 0-18 0,0 0 4 16,2-2-2-16,0 2 5 0,0-2 16 0,2 0-12 0,0 0-1 15,2 1-4-15,12-3 1 0,10-2 4 0,6 1 3 16,-4-1-5-16,7 1-12 0,2 1 7 0,4 0 3 16,-6 2 4-16,1 0 3 0,-1 2-10 0,-3 0 1 15,3 0-2-15,-4 0-4 0,-3 0 7 0,-5 2-2 0,-3 0 4 16,0 0-5-16,-3 0 2 0,0 0-1 0,-4 0 1 15,-2-1 0-15,-2 1-1 0,-1 0 3 0,-5-2-3 16,3 0-1-16,-4 0 2 0,0 0-3 0,1 2 4 16,1 0-5-16,0 0 11 0,-2 0-4 0,-1-1 7 15,1 1-7-15,0 0 3 0,0 0-2 0,-2 0 1 16,0 0-11-16,-2 0 8 0,0-2-3 0,-1 1 5 0,-7 1-10 16,-6 0 9-16,-7 0 0 0,1 0 3 0,-4-2 1 15,-4 0-8-15,3 0 1 0,-12 0-2 0,1 0 9 16,-4-2-9-16,3 0 7 0,3 0-7 0,-6-1 6 0,3-1 3 15,0 0-3-15,5-1 1 0,6 1-9 0,6 0 5 16,0 0 0-16,3 1 4 0,3-1 0 0,3 0-3 16,3 2 0-16,1 1-1 0,2-1 7 0,3 2-7 15,-2-2 4-15,4 2-5 0,1 0 14 0,-3-2-16 16,0 0 6-16,0 0-9 0,3 0-1 0,-1 1 11 16,0 1-6-16,0 0 7 0,2 0-7 0,0 0 0 15,2 0 8-15,2 0-4 0,25 1 1 0,8 1-2 16,-1 0-4-16,5 0 2 0,7 0-4 0,0-2 6 15,8 2-1-15,0-2 5 0,-4 0-5 0,3 0-4 0,-3 0 2 16,-3 0-1-16,-5 0 5 0,-1 0-6 0,-1 0 1 16,-3 0-3-16,0 2 6 0,0-1-3 0,-3 1 0 15,-3 0-1-15,-5 2 7 0,0 0-8 0,-6-1 6 16,-7-1-7-16,5 2 4 0,-10-2 1 0,1 0 0 0,-6-2 1 16,-1 1-5-16,0 1 6 0,-2-2-1 0,0 0 5 15,-1 0 5-15,-1 0-13 0,0 0 0 0,-1 0-5 16,-18 0 5-16,-18 0 4 0,-2-2-3 0,0 1 3 15,-4-1-10-15,0 0 7 0,-1 0 2 0,-4-2 1 16,-1 2-2-16,-6-1 6 0,-7-1-11 0,-1 0 9 16,0 1-13-16,2 1 10 0,3-2 1 0,4 2 2 0,4 0-6 15,6-1 1-15,7 1 3 0,5 0 1 0,4 0-2 16,6 0-2-16,3 2 0 0,4 0-1 0,4 0 6 16,2 0-4-16,4 0 2 0,1 0-3 0,2 0 1 0,-2 0-8 15,1 0 3-15,1 0-3 0,0 0 12 0,2 0 0 16,2 0 4-16,27 0-4 0,34 0 0 0,14-4-6 15,10-1-1-15,11-1-1 0,-3-1 3 0,2 1-3 16,-5 1-1-16,-3 3-2 0,4 0-11 0,11 2-191 16</inkml:trace>
  <inkml:trace contextRef="#ctx0" brushRef="#br0" timeOffset="11297.18">19915 7370 10 0,'0'0'-1'15,"0"0"1"-15,0 0 2 0,2 0 6 0,0 0 9 16,0 0 3-16,0 0 5 0,0-1 7 0,-2-1-5 16,0 0 18-16,0 0-18 0,0 0-1 0,0 0-6 0,0 0-18 15,0 1 12-15,0-1-13 0,0 0 10 0,0 0-13 16,0 0 2-16,0 0 5 0,0 1-3 0,0-1-6 15,0 0 5-15,0 0 2 0,0 0 2 0,0 0 10 0,0 0-14 16,0 1 4-16,0-1-6 0,-2 0 6 0,0 0 3 16,0 0-1-16,0 0 1 0,0 0-8 0,1 1 1 15,-1-1 2-15,-2 0 0 0,0 0-3 0,3 0 0 16,-3 0 4-16,0-1 1 0,0-1 5 0,1 0-3 16,1 4 2-16,-2-7 0 0,-3-1 11 0,3 1-14 15,2-1 0-15,-2 1-3 0,1 0 3 0,-5-3 10 16,1 3-7-16,-1 1 7 0,1-1-16 0,0-1 9 15,-6-3-2-15,7 6 3 0,-5-5-2 0,0 1-5 0,3 4 1 16,-5-7-2-16,0-1 7 0,-2 2 2 0,-1 0-4 16,5 6 2-16,-1-3-12 0,-1 3 4 0,0-1 6 15,-9-5-2-15,5 5 0 0,1 3-5 0,-3-1 0 16,4-7-1-16,-3 0 12 0,1 1-10 0,-2 3 2 16,-1-1-4-16,1 1 1 0,1 1 6 0,-1 3-2 0,1-1 4 15,-1 2-6-15,2 2 9 0,-1-2-7 0,-1 2 5 16,1 0-4-16,-1 0-1 0,2 0 5 0,-5 0-5 15,4 0 0-15,-1 2-5 0,-3 2 2 0,1-2-1 16,-3 1 14-16,-4 1-11 0,1 0 6 0,-1 1-8 16,0-1-3-16,2 0 3 0,2 0-1 0,0-1 3 0,1 1 8 15,1 0-11-15,0-1 5 0,7-1-7 0,-4 2 0 16,3 0 8-16,1-1-6 0,-4 5 8 0,4-3-8 16,-1 3-4-16,-1 1 2 0,4-1-3 0,0 1 6 15,0 0-1-15,0 0 0 0,0-5 0 0,0 11 4 16,2 0 0-16,-2 0-4 0,3-2 1 0,-1 0-4 0,4-2 2 15,-2 4 3-15,-1-2-2 0,5 2-2 0,-4 1 5 16,1-1-3-16,1 2 3 0,-1 1-5 0,-3 1 2 16,2 1-1-16,0 1 1 0,-3-1-1 0,7 1 1 15,-3-1 6-15,5 0-4 0,-3 1-10 0,1 1 12 16,1 0-10-16,0 1 11 0,2 3-12 0,-14 0 9 16,3 0 2-16,3 2 2 0,5 1-5 0,1 1 0 15,2 0-3-15,2 1 1 0,0-5 1 0,0 2 0 0,2 4-1 16,2-3 1-16,-2-3 2 0,3 4-2 0,-1-8 2 15,0-1-3-15,3 3-5 0,-1-6 2 0,1 3 7 16,0-3-3-16,1-1 9 0,-1 2-7 0,3-1-2 16,-1 1 0-16,0 1 0 0,0-1 0 0,1-1 0 15,-3-1-1-15,2 0-9 0,1 0 9 0,-1-3 1 0,0 1 3 16,0 0 1-16,1 0-3 0,-1-2-5 0,2 2 4 16,-2-2 2-16,-5-2-7 0,9-2 8 0,0-1-7 15,2-1 4-15,2 1 0 0,-1-1 1 0,7 2 1 16,-3-3 1-16,2-2-3 0,1-1 1 0,-1-1 0 15,2 2 12-15,-3-2-16 0,5 14 3 0,0-6-6 16,-2-7 16-16,7 1-8 0,-1-4 1 0,-4 0-3 0,0-2 0 16,-4-1-5-16,1-3 8 0,-1-1-6 0,0-1 8 15,-1 1-2-15,-3-1 1 0,1 1-3 0,1-2-9 16,-3-1 9-16,1-1-2 0,3 0 5 0,-1 0-5 16,2-2 4-16,1 0-9 0,-3 0 8 0,4 0-10 0,-3 2 12 15,3-2 0-15,0 0 3 0,-5 2-16 0,1-1 12 16,-7 5-3-16,4-4 9 0,3 0-5 0,-3 1-2 15,3-1-2-15,-7 4-1 0,0-1 0 0,0-1 4 16,0 7-6-16,0-11 4 0,4-3-13 0,-6-1 12 16,2 0 3-16,2-1 2 0,-4-5-4 0,4 3 5 15,-6-2-2-15,-1-1 3 0,1-1-5 0,-3 2-6 16,-3-4 0-16,-1-2-2 0,0 6 6 0,15-4 1 0,-6 2 1 16,-4 0 1-16,-1-1 3 0,-2-1-6 0,-3 2 2 15,-1 0-3-15,0-2 11 0,0 2-1 0,0 2-4 16,-1 1-1-16,-3 3-5 0,0 1 6 0,-1 0 1 15,-1 2 2-15,-1-1-11 0,-3-1 4 0,1 2 3 0,0 0 1 16,-1 0 9-16,-1 1-14 0,6-1 11 0,-14-2-11 16,-1 2 12-16,-1-2 2 0,-3 1-10 0,2-3 9 15,1 4-4-15,1 2-8 0,-2 0 10 0,3 4-10 16,-5 0 9-16,0 0-10 0,2 3-6 0,-1 0-1 16,1 5-9-16,-2-14 8 0,0 4-1 0,-2 5 1 15,-2 4-12-15,4 2-134 0,-4 6-44 0</inkml:trace>
  <inkml:trace contextRef="#ctx0" brushRef="#br0" timeOffset="35392.11">20558 7248 256 0,'0'0'-58'0,"-2"0"41"0,0 0-5 16,0 0 0-16,0 0 57 0,1 0-6 0,-3 0 13 16,0 0-2-16,1-2 1 0,1 2-18 0,-8-2-3 15,-1-1 2-15,2-1-3 0,-2 0-2 0,3 2-3 0,1 0-1 16,0 1 0-16,1-1-4 0,0 0-4 16,1 0 6-16,-1 0-6 0,3 2-5 0,-1 0 11 0,-2-2-7 15,4 2 10-15,-1-2-2 0,-1 1 9 0,0-1-2 16,2 0 2-16,1 0-4 0,-1 0-10 0,0 0 4 15,0 2-4-15,2-2 11 0,0 2-8 0,0-1 4 0,2-1-7 16,2 2-7-16,-3 0 9 0,22-4-11 0,-3 2 10 16,4 0-8-16,10 0-4 0,-7 2 7 0,9 0-5 15,3 0-3-15,2-1 1 0,1-1 0 0,-1 0 2 16,4 0 3-16,1 2-4 0,-1 0-3 0,3 0 0 16,0 0 6-16,4-2-1 0,10 0 3 0,-5 0-2 15,4 1 0-15,2 1 5 0,-5 0-8 0,1 0 6 16,-1 0-9-16,-6 0 11 0,2 0-1 0,-4 3 4 0,2 1-13 15,-4 2 5-15,6 1 0 0,-6 0 5 0,2-1-3 16,6 1-2-16,-9-1-1 0,6 0 1 0,-4-1 0 16,-3 1 1-16,-1-3 1 0,-6 1 1 0,-4 0 4 0,-3 0 0 15,-1-1-2-15,-3 1 0 0,-2-2-5 0,-4 0 6 16,-3 0 5-16,-1-1 0 0,-1 1-2 0,-4 0 4 16,0 0-6-16,-2 0 6 0,-3-2-5 0,-3 0-5 15,1 0-3-15,-1 0 0 0,-3 0 0 0,2 2 6 16,0 0 7-16,-1-2-2 0,-1 0 8 0,0 0-7 15,0 0 0-15,-2 0-2 0,0 0 2 0,-2 0-6 16,0 0 0-16,0 0-1 0,-22-6 4 0,0 0 2 16,-6 1-6-16,-1-1 4 0,-6 1-10 0,-2 1-1 0,-11 0 6 15,-1 2-4-15,-1 1 1 0,-7-3 5 0,5 2-5 16,-7-2 4-16,0 1-12 0,-1-1 5 0,-1 2-4 16,-2 0 6-16,2 0 0 0,-2 0 6 0,-7 1 0 15,-1-1 2-15,-1-2-3 0,0 0-1 0,7 1 4 16,6-3-2-16,3 2 3 0,12-1 2 0,1-1-7 0,8 2 7 15,2 1-5-15,3 1-4 0,1 0 2 0,1 0-4 16,0-2 6-16,6 3-8 0,0-3 4 0,5 2-4 16,4 2 9-16,2 0-7 0,4 0 6 0,4 0-6 15,1 0 0-15,0 0-1 0,0 0-10 0,1 0 7 16,1 0-12-16,0 0 12 0,0 0-6 0,2 2 8 16,0 0-2-16,2 0-9 0,2-1 9 0,11 7-10 0,11 3 10 15,3-2-8-15,7 1 7 0,1-3-6 0,4-1 5 16,1-1 3-16,7-1-8 0,3 0 7 0,11 1-2 15,4-3 10-15,7 0-1 0,6 0 3 0,-6-2-14 0,2 0 12 16,-5-2-7-16,1 2 8 0,-3 0-6 0,-1 0-2 16,7 2 5-16,-1-2-4 0,2 2-2 0,0-1 11 15,-11-1-8-15,-4 0 8 0,-5 2-7 0,-9-2 0 16,-5 0 2-16,-6 0-2 0,-5 0-1 0,-5 2 6 16,-4 0-2-16,-3 0 3 0,-4-2-10 0,-4 0 2 15,-6 0 2-15,-3 0 1 0,2 0 1 0,0 2 19 16,-2 0-11-16,-1-1 14 0,1 1-12 0,-2 0-6 15,-2-2 1-15,-7 2-3 0,-28 4-3 0,-4-3 4 0,-5 1 3 16,-8 0 0-16,-5-2 2 0,-3-1-6 0,-6-1 3 16,-5 0-4-16,3 0 3 0,-5 0-6 0,3 0-5 15,-4 0 2-15,-4 0 1 0,-7 0-1 0,-4 0 5 16,-10 0-4-16,-1 0-5 0,6 0 9 0,1-1 0 0,15-3 6 16,8 0 2-16,7 0-1 0,0 1-3 0,5 1 4 15,-1 0 4-15,5 2-10 0,1-2 6 0,6 2-9 16,9 0-1-16,8 0 4 0,4 0-4 0,10 0 6 15,5 0-4-15,5 0-2 0,5 0-7 0,-1 0 2 16,0 0-19-16,2 0 10 0,0 0 3 0,2 0 1 16,2 0-9-16,2 0 14 0,24 2-10 0,16-2 12 15,8-2-16-15,8-2 7 0,3 1 3 0,-2-1 1 16,4-2-1-16,0 3 4 0,6-3-1 0,5 2 4 0,13-1 6 16,8 3-6-16,3-4-1 0,0 1-2 0,-5-1 5 0,-8 3 0 15,0 1 0-15,-1 0 0 0,1 2-2 16,-2 0 2-16,4 0-1 0,-1 2 1 0,-10 0-1 0,-6-1-2 15,-7-1 2-15,-9 2-2 0,-6 2 1 0,-5 0 5 16,-7-1-1-16,-2-1 3 0,-7 0 1 0,-3 0-11 16,-7 0 13-16,-4 0-13 0,2 0 6 0,-12-2 12 15,3 0-11-15,-5 0 13 0,1 0-1 0,-2 0 7 16,0 0-4-16,0 0 3 0,-2 0-11 0,-2 0-4 0,-2 0 0 16,-31 0-1-16,-6 0 2 0,-4 0-11 15,-7 0 6-15,-1 0-7 0,-7 0 6 0,-12 0-11 0,-4-2-4 16,-14 0-2-16,-4 0-6 0,1-2 15 0,0 1-6 15,2-3 8-15,4 0-8 0,-12 3 8 0,-8-1 5 16,-5 0 0-16,-3-1 9 0,8 1-8 0,8-2 2 16,6 1-2-16,4-1 8 0,-4 1 2 0,2 3 3 0,4-4-3 15,7 3-1-15,12-3 12 0,8 2-9 0,16 2 8 16,8 1-18-16,12-1 6 0,7 2 0 0,10 0 0 16,1 0-13-16,3 0-10 0,-1 0 0 0,2 0-1 15,0 0 10-15,2 2 3 0,0-1-5 0,2 1 3 16,15 4-6-16,26 3 8 0,9-3 3 0,7-4 0 15,10-2-4-15,11 0 0 0,-3 0-1 0,1-2 2 16,-3 0 4-16,-5 2-1 0,3 0 2 0,1 0-1 0,0 2 1 16,10 0-6-16,5-1-5 0,4 1 0 0,-2 2 4 15,-6-2 5-15,-3 2 0 0,-2-3 1 0,5 1-4 16,8 0-1-16,5 2 0 0,10-2 0 0,-2-2-1 0,-8 0-2 16,-3-2 5-16,-10 0-4 0,1 0 9 0,-5 2 1 15,1 0-6-15,-6-2 2 0,-5 0-8 0,-10 2 11 16,-9 0-2-16,-9 0 4 0,-10 0-5 0,-9 0 6 15,-5 0-1-15,-6 0 5 0,-4 0 7 0,-1 0 2 16,-7 0 7-16,3 0-3 0,0 0 9 0,0-1-3 16,-3-1-10-16,1 0 4 0,0 0-14 0,-2 0-15 15,0 0 6-15,-2 0-14 0,-1 1-17 0,-14-5-51 16,-16-1-18-16,-3 1-18 0,-5 2-142 0</inkml:trace>
  <inkml:trace contextRef="#ctx0" brushRef="#br0" timeOffset="44683.22">29617 10228 14 0,'0'0'0'0,"-2"0"4"16,0 0 55-16,0 0 0 0,0-2 6 0,1 0-20 15,-1 0-7-15,0 1-13 0,0-1-5 0,-2 0 2 0,1 0-18 16,-1 2 9-16,-5 0-10 0,-1 0 10 0,-3 0-13 16,2 0 2-16,-2 0 5 0,0 0-3 0,2 0 4 15,-2 0 14-15,0 0-9 0,0 0 11 0,2 0-6 16,0 0 7-16,1 0 4 0,1 0 0 0,0 0 13 0,0 0 1 16,-1 0-2-16,-1 0 1 0,2 0-11 0,2 0-3 15,-3 0-6-15,1 0 2 0,2 0-21 0,-3 0 6 16,1 0-5-16,0 0 6 0,-1 0-2 0,1 0-3 15,2 0 4-15,-1 0-5 0,3 0-1 0,-1 0 8 16,1 0-7-16,1 0 8 0,2 0-8 0,0 0 6 16,0 0 4-16,-1 0-3 0,1 0 2 0,0 0-6 0,-2 0 4 15,2 0-5-15,0 0-3 0,1 0 7 0,-3 0-9 16,0 0 9-16,0 0-3 0,3 0-7 0,-1 0 4 16,0 0-6-16,0 0 7 0,0 0 6 0,0 0-4 15,0 0 4-15,1 0-1 0,-1 0 6 0,0 0 0 16,0 0 1-16,0 0-5 0,0 0 6 0,0 0 2 15,1 0 0-15,1 0 1 0,0 0-4 0,0 0-4 0,0 0 1 16,0 0-1-16,0 0-8 0,0 0 8 0,0 0-8 16,0 0 8-16,0 0-6 0,0 0 1 0,0 0-3 15,0 0-8-15,1 0 10 0,1 0-9 0,0 0 9 16,2 0-6-16,1 0 2 0,10 0 4 0,4 0-3 16,1 0 2-16,3 0-2 0,4 0-1 0,5 0-1 15,7-2 0-15,5-2-1 0,14-1 2 0,5-1 0 16,0-1 4-16,13-1-5 0,-3 1-1 0,7 0-1 0,1-1-7 15,-6 4 4-15,1-3 0 0,0 1 2 0,2 3-1 16,7-1 4-16,1 2-2 0,1 0 3 0,-3 0-9 0,-10 2 6 16,-4 0-4-16,-8 0 4 0,-5 0-4 0,-1 0 8 15,1 2-2-15,-3 0 5 0,-2 2-3 0,4 1 0 16,-6-1-1-16,-7 0-1 0,1 1-9 0,-12-1 9 16,-2 0 0-16,-2-2 3 0,-3 0-9 0,-4-1 7 15,-6 1-4-15,-4 0 5 0,-4-2 3 0,-1 0 5 16,-1 0 1-16,-1 0 0 0,0 0 2 0,0 0 3 15,-3 0-1-15,1 0 1 0,0 0-8 0,0 0-7 16,0 0 2-16,-2 0-4 0,-2 0 1 0,0 0 1 0,0 0-4 16,-22 0 1-16,-2-2-7 0,-4 0 9 0,3 2-5 15,-3 0 6-15,-3 0-6 0,-3 0-6 0,-3 0 9 16,-2 0-7-16,1 0 10 0,-1 2-4 0,0 0-3 16,-2-2-1-16,4 2-1 0,-4 0 2 0,-1 0 1 15,-3 1 0-15,-6 1 4 0,-7 0-1 0,-7 1 0 0,-3-3-1 16,1 0-6-16,2-2 9 0,2-2-2 0,4 2 5 15,2-3-9-15,1-1 5 0,-1 2 0 0,-1-2 4 16,1 1-2-16,-6-1 2 0,0 0-5 0,2 0 5 16,1 1-5-16,7-1 7 0,1 0-4 0,4 1 3 15,3-1-7-15,6 2 3 0,4-2 0 0,2 2 2 16,0-1 0-16,7 1-4 0,0 0 2 0,4 0-2 0,2 0 8 16,1-1-1-16,5 1-1 0,3 0-1 0,5 0-2 15,1 0 3-15,-1 0-4 0,3 0 4 0,1 2 2 16,0-1-5-16,1-1 6 0,-1 0-8 0,2 0-4 0,0 0 2 15,0 2-1-15,0-2 2 0,1 2 1 0,-1 0 4 16,2 0-5-16,0 0 2 0,2 0-6 0,-1 0 3 16,1 0 6-16,4 0-1 0,16-3 5 0,4-1-8 15,0 2 2-15,4-2-3 0,3 2 1 0,6 1 4 16,6 1-5-16,9 0 2 0,1-2-6 0,10 2 6 16,6 0-2-16,-1-2 2 0,8 2-8 0,2 0 8 15,-4 0-5-15,4 0 5 0,2 0-12 0,7 0 11 16,2 0-4-16,2 2 4 0,2 0-3 0,-6-1-2 0,-4 3 6 15,-7 0-5-15,-4 0-1 0,-7 1 4 0,2 1 0 16,0 1 3-16,-4 1 2 0,-12-3-2 0,-1 3-4 16,-11-3 1-16,-4 1-5 0,1-1 5 0,-13-1 3 15,-4 0 1-15,-1-1 6 0,-9-1-10 0,1 0 3 0,-1 2-4 16,-6-2 3-16,-1-2 3 0,-2 0-9 0,0 0 4 16,1 2-28-16,1-1-60 0,0 1-39 0,0 0-39 15,-1 0-435-15</inkml:trace>
  <inkml:trace contextRef="#ctx0" brushRef="#br0" timeOffset="46607.43">3231 11463 511 0,'0'0'12'0,"0"0"18"0,-2-2 24 0,0 0 2 16,0 0 0-16,1 0-20 0,-3 0-25 0,0 1 7 15,0 1-11-15,-3-2 7 0,3 2-4 0,-1-2 2 16,-1 0-3-16,-1 0 2 0,1 2 5 0,-1-2-1 15,1 2 3-15,-1-2 13 0,3 2-16 0,-2-1 10 0,1-1-11 16,1 2 8-16,2 0 2 0,-1-2 0 0,-1 0 0 16,0 0 0-16,0 0-6 0,1 0-4 0,-1 1 1 15,2-1 4-15,0 0-15 0,0 0 7 0,1 0-9 16,-1 0 15-16,0 0-11 0,2 1 6 0,0-1-8 16,0 0-1-16,0 0 7 0,2 0-7 0,0 0 7 0,1 0-8 15,5 1 1-15,10-7-1 0,1 3 1 0,1-1 0 16,1 2-6-16,5 1 5 0,0 1-5 0,0 0 12 15,5 0-5-15,1 2 3 0,5 0-4 0,7 0 4 16,3 0 0-16,7 0 1 0,7-2 2 0,0-2 17 0,2 1-18 16,1-3 8-16,-5 1-12 0,2-1 1 0,2 0 2 15,2 3-2-15,4-1 2 0,5 2-2 0,4 2-9 16,-2 0 3-16,1 0-5 0,-12 2 8 0,-6-2-3 16,-3 0 0-16,-10 0 0 0,1 0 8 0,-7 0-4 15,3 0-2-15,-6 0-2 0,-2 0-3 0,1 0 4 16,-3 0 0-16,-5 0 2 0,-4 0 2 0,-2 0-5 15,-5 0 6-15,4 0-6 0,-5 0 6 0,-6 0-5 16,-1 0 0-16,-7 0 0 0,1 0 9 0,1 0 1 0,-2 0 5 16,0 0-4-16,0 0-3 0,0-2-2 0,-1 0-1 15,-1 0 1-15,-1 1-10 0,-1-1 7 0,-2 0-9 16,-11-4 8-16,-11-1-7 0,-5 1 6 0,-3 3-2 16,-3-1 4-16,4 2-5 0,-1 0 2 0,-3 2 3 0,0 0-2 15,-2 0-8-15,2 0 6 0,-4 2 0 0,-2 2 5 16,-1-1 1-16,-8-1-2 0,0 2-3 0,0-2 2 15,2 0-3-15,-1-2-5 0,3 0 4 0,4 0-3 16,-1 0 7-16,4 0-3 0,0 2 0 0,0-2 0 16,3 1 5-16,2 1-6 0,1 0 4 0,3 2-5 0,-3-2-1 15,4 0 4-15,-1-1-2 0,0 1 4 0,6-2-1 16,4 2 0-16,5-2-2 0,-1 2 1 0,3 0-2 16,2-2 1-16,2 0 4 0,5 0-2 0,3 0-1 15,-1 0-2-15,0 2-8 0,2 0 5 0,0-1 2 0,1 1 7 16,-1 0-3-16,2 0 5 0,0 0 3 0,2 0-9 15,7 1 12-15,32 9-12 0,0-7 2 0,3-1-4 16,-1-2 0-16,3-2 0 0,4 0 6 0,2 0-4 16,6-2-1-16,7 0 0 0,-2 0-6 0,6 0 3 15,1-1 1-15,-1-1 2 0,2 0 3 0,-5 0-8 16,-2-1 1-16,-7-3-2 0,-3 3 12 0,-4-1-7 16,2 1 1-16,-4-1-4 0,-1 2 3 0,1 1 4 15,-3-1-1-15,-5 2 2 0,-1 2-7 0,-13 0 2 16,-3 0-1-16,-7 0 2 0,-4 0 0 0,-3 0 2 0,0 0 3 15,-5 0-1-15,0 0 4 0,-1 0 7 0,1 0-8 16,-2 0 6-16,0 0-13 0,-2 0-4 0,0 0 5 16,-2 0-3-16,0 0 1 0,-33-4-2 0,-10 1-3 15,1 1 3-15,-1 0 9 0,0 0-2 0,3 0-2 0,-3-1 0 16,1 1-2-16,-1 0-2 0,-1 0 3 0,-4 2-1 16,-4 0 6-16,-8 0-13 0,-1 0 9 0,-4 0-9 15,-1 0 9-15,1 0 1 0,2 0-6 0,5 0 4 16,7 0 1-16,6 2-4 0,3 0 2 0,5 0-4 15,5-1 8-15,5 1-8 0,-1 2 7 0,6-2-8 16,0 0 12-16,3 0-6 0,3 1-1 0,-5 1-3 0,5 0-1 16,5-2 3-16,2-1-1 0,7-1 1 0,0 2-16 15,0-2 4-15,3 2 5 0,-1 0 0 0,0 0 15 16,2 0-5-16,2 0 0 0,1-1-1 0,25 5-1 0,11 0 2 16,4-5-5-16,3-1 4 0,6 0 1 0,0 0-6 15,6 0 2-15,5 0-4 0,0 0 4 0,6 0 1 16,0-1 4-16,-3-1-2 0,3 0 3 0,-6 0-3 15,-5 0 1-15,-4 0-2 0,-4 0-1 0,-6 1-15 16,3-1-6-16,-3 2-3 0,-3 0-40 0,0 0-42 16,-4 2-42-16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66A34-496B-42E3-AD90-504AB2C072BD}" type="datetimeFigureOut">
              <a:rPr lang="en-AU" smtClean="0"/>
              <a:t>18/07/2023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CAED-4298-4B71-ADC5-3446C00CC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60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6CAED-4298-4B71-ADC5-3446C00CCBE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8000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CAED-4298-4B71-ADC5-3446C00CCBE9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803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18/07/2023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494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18/07/2023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73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18/07/2023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02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18/07/2023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442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18/07/2023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91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18/07/2023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72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18/07/2023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09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18/07/2023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64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18/07/2023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84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18/07/2023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7473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18/07/2023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18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4E306-1497-4200-B70B-62CF4F7328F2}" type="datetimeFigureOut">
              <a:rPr lang="en-AU" smtClean="0"/>
              <a:t>18/07/2023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21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customXml" Target="../ink/ink3.xml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6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4.emf"/><Relationship Id="rId7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customXml" Target="../ink/ink10.xml"/><Relationship Id="rId4" Type="http://schemas.openxmlformats.org/officeDocument/2006/relationships/image" Target="../media/image2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3" Type="http://schemas.openxmlformats.org/officeDocument/2006/relationships/image" Target="../media/image29.png"/><Relationship Id="rId7" Type="http://schemas.openxmlformats.org/officeDocument/2006/relationships/image" Target="../media/image30.emf"/><Relationship Id="rId12" Type="http://schemas.openxmlformats.org/officeDocument/2006/relationships/customXml" Target="../ink/ink1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1.emf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customXml" Target="../ink/ink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customXml" Target="../ink/ink13.xml"/><Relationship Id="rId4" Type="http://schemas.openxmlformats.org/officeDocument/2006/relationships/image" Target="../media/image34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36.png"/><Relationship Id="rId7" Type="http://schemas.openxmlformats.org/officeDocument/2006/relationships/image" Target="../media/image44.png"/><Relationship Id="rId12" Type="http://schemas.openxmlformats.org/officeDocument/2006/relationships/customXml" Target="../ink/ink1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11" Type="http://schemas.openxmlformats.org/officeDocument/2006/relationships/image" Target="../media/image49.emf"/><Relationship Id="rId5" Type="http://schemas.openxmlformats.org/officeDocument/2006/relationships/image" Target="../media/image41.emf"/><Relationship Id="rId10" Type="http://schemas.openxmlformats.org/officeDocument/2006/relationships/image" Target="../media/image48.png"/><Relationship Id="rId4" Type="http://schemas.openxmlformats.org/officeDocument/2006/relationships/image" Target="../media/image40.png"/><Relationship Id="rId9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customXml" Target="../ink/ink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customXml" Target="../ink/ink16.xml"/><Relationship Id="rId4" Type="http://schemas.openxmlformats.org/officeDocument/2006/relationships/image" Target="../media/image53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1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customXml" Target="../ink/ink1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56.emf"/><Relationship Id="rId5" Type="http://schemas.openxmlformats.org/officeDocument/2006/relationships/image" Target="../media/image64.png"/><Relationship Id="rId10" Type="http://schemas.openxmlformats.org/officeDocument/2006/relationships/image" Target="../media/image55.emf"/><Relationship Id="rId4" Type="http://schemas.openxmlformats.org/officeDocument/2006/relationships/image" Target="../media/image63.png"/><Relationship Id="rId9" Type="http://schemas.openxmlformats.org/officeDocument/2006/relationships/image" Target="../media/image5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customXml" Target="../ink/ink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customXml" Target="../ink/ink19.xml"/><Relationship Id="rId4" Type="http://schemas.openxmlformats.org/officeDocument/2006/relationships/image" Target="../media/image59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customXml" Target="../ink/ink20.xml"/><Relationship Id="rId3" Type="http://schemas.openxmlformats.org/officeDocument/2006/relationships/image" Target="../media/image3.png"/><Relationship Id="rId7" Type="http://schemas.openxmlformats.org/officeDocument/2006/relationships/image" Target="../media/image80.png"/><Relationship Id="rId12" Type="http://schemas.openxmlformats.org/officeDocument/2006/relationships/image" Target="../media/image6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61.emf"/><Relationship Id="rId5" Type="http://schemas.openxmlformats.org/officeDocument/2006/relationships/image" Target="../media/image78.png"/><Relationship Id="rId10" Type="http://schemas.openxmlformats.org/officeDocument/2006/relationships/image" Target="../media/image60.emf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68.png"/><Relationship Id="rId7" Type="http://schemas.openxmlformats.org/officeDocument/2006/relationships/image" Target="../media/image9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../media/image92.png"/><Relationship Id="rId5" Type="http://schemas.openxmlformats.org/officeDocument/2006/relationships/image" Target="../media/image89.png"/><Relationship Id="rId10" Type="http://schemas.openxmlformats.org/officeDocument/2006/relationships/customXml" Target="../ink/ink25.xml"/><Relationship Id="rId4" Type="http://schemas.openxmlformats.org/officeDocument/2006/relationships/customXml" Target="../ink/ink22.xml"/><Relationship Id="rId9" Type="http://schemas.openxmlformats.org/officeDocument/2006/relationships/image" Target="../media/image9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9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5" Type="http://schemas.openxmlformats.org/officeDocument/2006/relationships/image" Target="../media/image94.png"/><Relationship Id="rId4" Type="http://schemas.openxmlformats.org/officeDocument/2006/relationships/customXml" Target="../ink/ink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customXml" Target="../ink/ink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6.xml"/><Relationship Id="rId21" Type="http://schemas.openxmlformats.org/officeDocument/2006/relationships/customXml" Target="../ink/ink38.xml"/><Relationship Id="rId42" Type="http://schemas.openxmlformats.org/officeDocument/2006/relationships/image" Target="../media/image118.png"/><Relationship Id="rId63" Type="http://schemas.openxmlformats.org/officeDocument/2006/relationships/customXml" Target="../ink/ink59.xml"/><Relationship Id="rId84" Type="http://schemas.openxmlformats.org/officeDocument/2006/relationships/image" Target="../media/image139.png"/><Relationship Id="rId138" Type="http://schemas.openxmlformats.org/officeDocument/2006/relationships/image" Target="../media/image166.png"/><Relationship Id="rId159" Type="http://schemas.openxmlformats.org/officeDocument/2006/relationships/customXml" Target="../ink/ink107.xml"/><Relationship Id="rId170" Type="http://schemas.openxmlformats.org/officeDocument/2006/relationships/image" Target="../media/image182.png"/><Relationship Id="rId107" Type="http://schemas.openxmlformats.org/officeDocument/2006/relationships/customXml" Target="../ink/ink81.xml"/><Relationship Id="rId11" Type="http://schemas.openxmlformats.org/officeDocument/2006/relationships/customXml" Target="../ink/ink33.xml"/><Relationship Id="rId32" Type="http://schemas.openxmlformats.org/officeDocument/2006/relationships/image" Target="../media/image113.png"/><Relationship Id="rId53" Type="http://schemas.openxmlformats.org/officeDocument/2006/relationships/customXml" Target="../ink/ink54.xml"/><Relationship Id="rId74" Type="http://schemas.openxmlformats.org/officeDocument/2006/relationships/image" Target="../media/image134.png"/><Relationship Id="rId128" Type="http://schemas.openxmlformats.org/officeDocument/2006/relationships/image" Target="../media/image161.png"/><Relationship Id="rId149" Type="http://schemas.openxmlformats.org/officeDocument/2006/relationships/customXml" Target="../ink/ink102.xml"/><Relationship Id="rId5" Type="http://schemas.openxmlformats.org/officeDocument/2006/relationships/customXml" Target="../ink/ink30.xml"/><Relationship Id="rId95" Type="http://schemas.openxmlformats.org/officeDocument/2006/relationships/customXml" Target="../ink/ink75.xml"/><Relationship Id="rId160" Type="http://schemas.openxmlformats.org/officeDocument/2006/relationships/image" Target="../media/image177.png"/><Relationship Id="rId181" Type="http://schemas.openxmlformats.org/officeDocument/2006/relationships/customXml" Target="../ink/ink118.xml"/><Relationship Id="rId22" Type="http://schemas.openxmlformats.org/officeDocument/2006/relationships/image" Target="../media/image108.png"/><Relationship Id="rId43" Type="http://schemas.openxmlformats.org/officeDocument/2006/relationships/customXml" Target="../ink/ink49.xml"/><Relationship Id="rId64" Type="http://schemas.openxmlformats.org/officeDocument/2006/relationships/image" Target="../media/image129.png"/><Relationship Id="rId118" Type="http://schemas.openxmlformats.org/officeDocument/2006/relationships/image" Target="../media/image156.png"/><Relationship Id="rId139" Type="http://schemas.openxmlformats.org/officeDocument/2006/relationships/customXml" Target="../ink/ink97.xml"/><Relationship Id="rId85" Type="http://schemas.openxmlformats.org/officeDocument/2006/relationships/customXml" Target="../ink/ink70.xml"/><Relationship Id="rId150" Type="http://schemas.openxmlformats.org/officeDocument/2006/relationships/image" Target="../media/image172.png"/><Relationship Id="rId171" Type="http://schemas.openxmlformats.org/officeDocument/2006/relationships/customXml" Target="../ink/ink113.xml"/><Relationship Id="rId12" Type="http://schemas.openxmlformats.org/officeDocument/2006/relationships/image" Target="../media/image103.png"/><Relationship Id="rId33" Type="http://schemas.openxmlformats.org/officeDocument/2006/relationships/customXml" Target="../ink/ink44.xml"/><Relationship Id="rId108" Type="http://schemas.openxmlformats.org/officeDocument/2006/relationships/image" Target="../media/image151.png"/><Relationship Id="rId129" Type="http://schemas.openxmlformats.org/officeDocument/2006/relationships/customXml" Target="../ink/ink92.xml"/><Relationship Id="rId54" Type="http://schemas.openxmlformats.org/officeDocument/2006/relationships/image" Target="../media/image124.png"/><Relationship Id="rId75" Type="http://schemas.openxmlformats.org/officeDocument/2006/relationships/customXml" Target="../ink/ink65.xml"/><Relationship Id="rId96" Type="http://schemas.openxmlformats.org/officeDocument/2006/relationships/image" Target="../media/image145.png"/><Relationship Id="rId140" Type="http://schemas.openxmlformats.org/officeDocument/2006/relationships/image" Target="../media/image167.png"/><Relationship Id="rId161" Type="http://schemas.openxmlformats.org/officeDocument/2006/relationships/customXml" Target="../ink/ink108.xml"/><Relationship Id="rId182" Type="http://schemas.openxmlformats.org/officeDocument/2006/relationships/image" Target="../media/image188.png"/><Relationship Id="rId6" Type="http://schemas.openxmlformats.org/officeDocument/2006/relationships/image" Target="../media/image100.png"/><Relationship Id="rId23" Type="http://schemas.openxmlformats.org/officeDocument/2006/relationships/customXml" Target="../ink/ink39.xml"/><Relationship Id="rId119" Type="http://schemas.openxmlformats.org/officeDocument/2006/relationships/customXml" Target="../ink/ink87.xml"/><Relationship Id="rId44" Type="http://schemas.openxmlformats.org/officeDocument/2006/relationships/image" Target="../media/image119.png"/><Relationship Id="rId60" Type="http://schemas.openxmlformats.org/officeDocument/2006/relationships/image" Target="../media/image127.png"/><Relationship Id="rId65" Type="http://schemas.openxmlformats.org/officeDocument/2006/relationships/customXml" Target="../ink/ink60.xml"/><Relationship Id="rId81" Type="http://schemas.openxmlformats.org/officeDocument/2006/relationships/customXml" Target="../ink/ink68.xml"/><Relationship Id="rId86" Type="http://schemas.openxmlformats.org/officeDocument/2006/relationships/image" Target="../media/image140.png"/><Relationship Id="rId130" Type="http://schemas.openxmlformats.org/officeDocument/2006/relationships/image" Target="../media/image162.png"/><Relationship Id="rId135" Type="http://schemas.openxmlformats.org/officeDocument/2006/relationships/customXml" Target="../ink/ink95.xml"/><Relationship Id="rId151" Type="http://schemas.openxmlformats.org/officeDocument/2006/relationships/customXml" Target="../ink/ink103.xml"/><Relationship Id="rId156" Type="http://schemas.openxmlformats.org/officeDocument/2006/relationships/image" Target="../media/image175.png"/><Relationship Id="rId177" Type="http://schemas.openxmlformats.org/officeDocument/2006/relationships/customXml" Target="../ink/ink116.xml"/><Relationship Id="rId172" Type="http://schemas.openxmlformats.org/officeDocument/2006/relationships/image" Target="../media/image183.png"/><Relationship Id="rId13" Type="http://schemas.openxmlformats.org/officeDocument/2006/relationships/customXml" Target="../ink/ink34.xml"/><Relationship Id="rId18" Type="http://schemas.openxmlformats.org/officeDocument/2006/relationships/image" Target="../media/image106.png"/><Relationship Id="rId39" Type="http://schemas.openxmlformats.org/officeDocument/2006/relationships/customXml" Target="../ink/ink47.xml"/><Relationship Id="rId109" Type="http://schemas.openxmlformats.org/officeDocument/2006/relationships/customXml" Target="../ink/ink82.xml"/><Relationship Id="rId34" Type="http://schemas.openxmlformats.org/officeDocument/2006/relationships/image" Target="../media/image114.png"/><Relationship Id="rId50" Type="http://schemas.openxmlformats.org/officeDocument/2006/relationships/image" Target="../media/image122.png"/><Relationship Id="rId55" Type="http://schemas.openxmlformats.org/officeDocument/2006/relationships/customXml" Target="../ink/ink55.xml"/><Relationship Id="rId76" Type="http://schemas.openxmlformats.org/officeDocument/2006/relationships/image" Target="../media/image135.png"/><Relationship Id="rId97" Type="http://schemas.openxmlformats.org/officeDocument/2006/relationships/customXml" Target="../ink/ink76.xml"/><Relationship Id="rId104" Type="http://schemas.openxmlformats.org/officeDocument/2006/relationships/image" Target="../media/image149.png"/><Relationship Id="rId120" Type="http://schemas.openxmlformats.org/officeDocument/2006/relationships/image" Target="../media/image157.png"/><Relationship Id="rId125" Type="http://schemas.openxmlformats.org/officeDocument/2006/relationships/customXml" Target="../ink/ink90.xml"/><Relationship Id="rId141" Type="http://schemas.openxmlformats.org/officeDocument/2006/relationships/customXml" Target="../ink/ink98.xml"/><Relationship Id="rId146" Type="http://schemas.openxmlformats.org/officeDocument/2006/relationships/image" Target="../media/image170.png"/><Relationship Id="rId167" Type="http://schemas.openxmlformats.org/officeDocument/2006/relationships/customXml" Target="../ink/ink111.xml"/><Relationship Id="rId7" Type="http://schemas.openxmlformats.org/officeDocument/2006/relationships/customXml" Target="../ink/ink31.xml"/><Relationship Id="rId71" Type="http://schemas.openxmlformats.org/officeDocument/2006/relationships/customXml" Target="../ink/ink63.xml"/><Relationship Id="rId92" Type="http://schemas.openxmlformats.org/officeDocument/2006/relationships/image" Target="../media/image143.png"/><Relationship Id="rId162" Type="http://schemas.openxmlformats.org/officeDocument/2006/relationships/image" Target="../media/image178.png"/><Relationship Id="rId183" Type="http://schemas.openxmlformats.org/officeDocument/2006/relationships/customXml" Target="../ink/ink119.xml"/><Relationship Id="rId2" Type="http://schemas.openxmlformats.org/officeDocument/2006/relationships/image" Target="../media/image3.png"/><Relationship Id="rId29" Type="http://schemas.openxmlformats.org/officeDocument/2006/relationships/customXml" Target="../ink/ink42.xml"/><Relationship Id="rId24" Type="http://schemas.openxmlformats.org/officeDocument/2006/relationships/image" Target="../media/image109.png"/><Relationship Id="rId40" Type="http://schemas.openxmlformats.org/officeDocument/2006/relationships/image" Target="../media/image117.png"/><Relationship Id="rId45" Type="http://schemas.openxmlformats.org/officeDocument/2006/relationships/customXml" Target="../ink/ink50.xml"/><Relationship Id="rId66" Type="http://schemas.openxmlformats.org/officeDocument/2006/relationships/image" Target="../media/image130.png"/><Relationship Id="rId87" Type="http://schemas.openxmlformats.org/officeDocument/2006/relationships/customXml" Target="../ink/ink71.xml"/><Relationship Id="rId110" Type="http://schemas.openxmlformats.org/officeDocument/2006/relationships/image" Target="../media/image152.png"/><Relationship Id="rId115" Type="http://schemas.openxmlformats.org/officeDocument/2006/relationships/customXml" Target="../ink/ink85.xml"/><Relationship Id="rId131" Type="http://schemas.openxmlformats.org/officeDocument/2006/relationships/customXml" Target="../ink/ink93.xml"/><Relationship Id="rId136" Type="http://schemas.openxmlformats.org/officeDocument/2006/relationships/image" Target="../media/image165.png"/><Relationship Id="rId157" Type="http://schemas.openxmlformats.org/officeDocument/2006/relationships/customXml" Target="../ink/ink106.xml"/><Relationship Id="rId178" Type="http://schemas.openxmlformats.org/officeDocument/2006/relationships/image" Target="../media/image186.png"/><Relationship Id="rId61" Type="http://schemas.openxmlformats.org/officeDocument/2006/relationships/customXml" Target="../ink/ink58.xml"/><Relationship Id="rId82" Type="http://schemas.openxmlformats.org/officeDocument/2006/relationships/image" Target="../media/image138.png"/><Relationship Id="rId152" Type="http://schemas.openxmlformats.org/officeDocument/2006/relationships/image" Target="../media/image173.png"/><Relationship Id="rId173" Type="http://schemas.openxmlformats.org/officeDocument/2006/relationships/customXml" Target="../ink/ink114.xml"/><Relationship Id="rId19" Type="http://schemas.openxmlformats.org/officeDocument/2006/relationships/customXml" Target="../ink/ink37.xml"/><Relationship Id="rId14" Type="http://schemas.openxmlformats.org/officeDocument/2006/relationships/image" Target="../media/image104.png"/><Relationship Id="rId30" Type="http://schemas.openxmlformats.org/officeDocument/2006/relationships/image" Target="../media/image112.png"/><Relationship Id="rId35" Type="http://schemas.openxmlformats.org/officeDocument/2006/relationships/customXml" Target="../ink/ink45.xml"/><Relationship Id="rId56" Type="http://schemas.openxmlformats.org/officeDocument/2006/relationships/image" Target="../media/image125.png"/><Relationship Id="rId77" Type="http://schemas.openxmlformats.org/officeDocument/2006/relationships/customXml" Target="../ink/ink66.xml"/><Relationship Id="rId100" Type="http://schemas.openxmlformats.org/officeDocument/2006/relationships/image" Target="../media/image147.png"/><Relationship Id="rId105" Type="http://schemas.openxmlformats.org/officeDocument/2006/relationships/customXml" Target="../ink/ink80.xml"/><Relationship Id="rId126" Type="http://schemas.openxmlformats.org/officeDocument/2006/relationships/image" Target="../media/image160.png"/><Relationship Id="rId147" Type="http://schemas.openxmlformats.org/officeDocument/2006/relationships/customXml" Target="../ink/ink101.xml"/><Relationship Id="rId168" Type="http://schemas.openxmlformats.org/officeDocument/2006/relationships/image" Target="../media/image181.png"/><Relationship Id="rId8" Type="http://schemas.openxmlformats.org/officeDocument/2006/relationships/image" Target="../media/image101.png"/><Relationship Id="rId51" Type="http://schemas.openxmlformats.org/officeDocument/2006/relationships/customXml" Target="../ink/ink53.xml"/><Relationship Id="rId72" Type="http://schemas.openxmlformats.org/officeDocument/2006/relationships/image" Target="../media/image133.png"/><Relationship Id="rId93" Type="http://schemas.openxmlformats.org/officeDocument/2006/relationships/customXml" Target="../ink/ink74.xml"/><Relationship Id="rId98" Type="http://schemas.openxmlformats.org/officeDocument/2006/relationships/image" Target="../media/image146.png"/><Relationship Id="rId121" Type="http://schemas.openxmlformats.org/officeDocument/2006/relationships/customXml" Target="../ink/ink88.xml"/><Relationship Id="rId142" Type="http://schemas.openxmlformats.org/officeDocument/2006/relationships/image" Target="../media/image168.png"/><Relationship Id="rId163" Type="http://schemas.openxmlformats.org/officeDocument/2006/relationships/customXml" Target="../ink/ink109.xml"/><Relationship Id="rId184" Type="http://schemas.openxmlformats.org/officeDocument/2006/relationships/image" Target="../media/image189.png"/><Relationship Id="rId3" Type="http://schemas.openxmlformats.org/officeDocument/2006/relationships/customXml" Target="../ink/ink29.xml"/><Relationship Id="rId25" Type="http://schemas.openxmlformats.org/officeDocument/2006/relationships/customXml" Target="../ink/ink40.xml"/><Relationship Id="rId46" Type="http://schemas.openxmlformats.org/officeDocument/2006/relationships/image" Target="../media/image120.png"/><Relationship Id="rId67" Type="http://schemas.openxmlformats.org/officeDocument/2006/relationships/customXml" Target="../ink/ink61.xml"/><Relationship Id="rId116" Type="http://schemas.openxmlformats.org/officeDocument/2006/relationships/image" Target="../media/image155.png"/><Relationship Id="rId137" Type="http://schemas.openxmlformats.org/officeDocument/2006/relationships/customXml" Target="../ink/ink96.xml"/><Relationship Id="rId158" Type="http://schemas.openxmlformats.org/officeDocument/2006/relationships/image" Target="../media/image176.png"/><Relationship Id="rId20" Type="http://schemas.openxmlformats.org/officeDocument/2006/relationships/image" Target="../media/image107.png"/><Relationship Id="rId41" Type="http://schemas.openxmlformats.org/officeDocument/2006/relationships/customXml" Target="../ink/ink48.xml"/><Relationship Id="rId62" Type="http://schemas.openxmlformats.org/officeDocument/2006/relationships/image" Target="../media/image128.png"/><Relationship Id="rId83" Type="http://schemas.openxmlformats.org/officeDocument/2006/relationships/customXml" Target="../ink/ink69.xml"/><Relationship Id="rId88" Type="http://schemas.openxmlformats.org/officeDocument/2006/relationships/image" Target="../media/image141.png"/><Relationship Id="rId111" Type="http://schemas.openxmlformats.org/officeDocument/2006/relationships/customXml" Target="../ink/ink83.xml"/><Relationship Id="rId132" Type="http://schemas.openxmlformats.org/officeDocument/2006/relationships/image" Target="../media/image163.png"/><Relationship Id="rId153" Type="http://schemas.openxmlformats.org/officeDocument/2006/relationships/customXml" Target="../ink/ink104.xml"/><Relationship Id="rId174" Type="http://schemas.openxmlformats.org/officeDocument/2006/relationships/image" Target="../media/image184.png"/><Relationship Id="rId179" Type="http://schemas.openxmlformats.org/officeDocument/2006/relationships/customXml" Target="../ink/ink117.xml"/><Relationship Id="rId15" Type="http://schemas.openxmlformats.org/officeDocument/2006/relationships/customXml" Target="../ink/ink35.xml"/><Relationship Id="rId36" Type="http://schemas.openxmlformats.org/officeDocument/2006/relationships/image" Target="../media/image115.png"/><Relationship Id="rId57" Type="http://schemas.openxmlformats.org/officeDocument/2006/relationships/customXml" Target="../ink/ink56.xml"/><Relationship Id="rId106" Type="http://schemas.openxmlformats.org/officeDocument/2006/relationships/image" Target="../media/image150.png"/><Relationship Id="rId127" Type="http://schemas.openxmlformats.org/officeDocument/2006/relationships/customXml" Target="../ink/ink91.xml"/><Relationship Id="rId10" Type="http://schemas.openxmlformats.org/officeDocument/2006/relationships/image" Target="../media/image102.png"/><Relationship Id="rId31" Type="http://schemas.openxmlformats.org/officeDocument/2006/relationships/customXml" Target="../ink/ink43.xml"/><Relationship Id="rId52" Type="http://schemas.openxmlformats.org/officeDocument/2006/relationships/image" Target="../media/image123.png"/><Relationship Id="rId73" Type="http://schemas.openxmlformats.org/officeDocument/2006/relationships/customXml" Target="../ink/ink64.xml"/><Relationship Id="rId78" Type="http://schemas.openxmlformats.org/officeDocument/2006/relationships/image" Target="../media/image136.png"/><Relationship Id="rId94" Type="http://schemas.openxmlformats.org/officeDocument/2006/relationships/image" Target="../media/image144.png"/><Relationship Id="rId99" Type="http://schemas.openxmlformats.org/officeDocument/2006/relationships/customXml" Target="../ink/ink77.xml"/><Relationship Id="rId101" Type="http://schemas.openxmlformats.org/officeDocument/2006/relationships/customXml" Target="../ink/ink78.xml"/><Relationship Id="rId122" Type="http://schemas.openxmlformats.org/officeDocument/2006/relationships/image" Target="../media/image158.png"/><Relationship Id="rId143" Type="http://schemas.openxmlformats.org/officeDocument/2006/relationships/customXml" Target="../ink/ink99.xml"/><Relationship Id="rId148" Type="http://schemas.openxmlformats.org/officeDocument/2006/relationships/image" Target="../media/image171.png"/><Relationship Id="rId164" Type="http://schemas.openxmlformats.org/officeDocument/2006/relationships/image" Target="../media/image179.png"/><Relationship Id="rId169" Type="http://schemas.openxmlformats.org/officeDocument/2006/relationships/customXml" Target="../ink/ink112.xml"/><Relationship Id="rId4" Type="http://schemas.openxmlformats.org/officeDocument/2006/relationships/image" Target="../media/image99.png"/><Relationship Id="rId9" Type="http://schemas.openxmlformats.org/officeDocument/2006/relationships/customXml" Target="../ink/ink32.xml"/><Relationship Id="rId180" Type="http://schemas.openxmlformats.org/officeDocument/2006/relationships/image" Target="../media/image187.png"/><Relationship Id="rId26" Type="http://schemas.openxmlformats.org/officeDocument/2006/relationships/image" Target="../media/image110.png"/><Relationship Id="rId47" Type="http://schemas.openxmlformats.org/officeDocument/2006/relationships/customXml" Target="../ink/ink51.xml"/><Relationship Id="rId68" Type="http://schemas.openxmlformats.org/officeDocument/2006/relationships/image" Target="../media/image131.png"/><Relationship Id="rId89" Type="http://schemas.openxmlformats.org/officeDocument/2006/relationships/customXml" Target="../ink/ink72.xml"/><Relationship Id="rId112" Type="http://schemas.openxmlformats.org/officeDocument/2006/relationships/image" Target="../media/image153.png"/><Relationship Id="rId133" Type="http://schemas.openxmlformats.org/officeDocument/2006/relationships/customXml" Target="../ink/ink94.xml"/><Relationship Id="rId154" Type="http://schemas.openxmlformats.org/officeDocument/2006/relationships/image" Target="../media/image174.png"/><Relationship Id="rId175" Type="http://schemas.openxmlformats.org/officeDocument/2006/relationships/customXml" Target="../ink/ink115.xml"/><Relationship Id="rId16" Type="http://schemas.openxmlformats.org/officeDocument/2006/relationships/image" Target="../media/image105.png"/><Relationship Id="rId37" Type="http://schemas.openxmlformats.org/officeDocument/2006/relationships/customXml" Target="../ink/ink46.xml"/><Relationship Id="rId58" Type="http://schemas.openxmlformats.org/officeDocument/2006/relationships/image" Target="../media/image126.png"/><Relationship Id="rId79" Type="http://schemas.openxmlformats.org/officeDocument/2006/relationships/customXml" Target="../ink/ink67.xml"/><Relationship Id="rId102" Type="http://schemas.openxmlformats.org/officeDocument/2006/relationships/image" Target="../media/image148.png"/><Relationship Id="rId123" Type="http://schemas.openxmlformats.org/officeDocument/2006/relationships/customXml" Target="../ink/ink89.xml"/><Relationship Id="rId144" Type="http://schemas.openxmlformats.org/officeDocument/2006/relationships/image" Target="../media/image169.png"/><Relationship Id="rId90" Type="http://schemas.openxmlformats.org/officeDocument/2006/relationships/image" Target="../media/image142.png"/><Relationship Id="rId165" Type="http://schemas.openxmlformats.org/officeDocument/2006/relationships/customXml" Target="../ink/ink110.xml"/><Relationship Id="rId27" Type="http://schemas.openxmlformats.org/officeDocument/2006/relationships/customXml" Target="../ink/ink41.xml"/><Relationship Id="rId48" Type="http://schemas.openxmlformats.org/officeDocument/2006/relationships/image" Target="../media/image121.png"/><Relationship Id="rId69" Type="http://schemas.openxmlformats.org/officeDocument/2006/relationships/customXml" Target="../ink/ink62.xml"/><Relationship Id="rId113" Type="http://schemas.openxmlformats.org/officeDocument/2006/relationships/customXml" Target="../ink/ink84.xml"/><Relationship Id="rId134" Type="http://schemas.openxmlformats.org/officeDocument/2006/relationships/image" Target="../media/image164.png"/><Relationship Id="rId80" Type="http://schemas.openxmlformats.org/officeDocument/2006/relationships/image" Target="../media/image137.png"/><Relationship Id="rId155" Type="http://schemas.openxmlformats.org/officeDocument/2006/relationships/customXml" Target="../ink/ink105.xml"/><Relationship Id="rId176" Type="http://schemas.openxmlformats.org/officeDocument/2006/relationships/image" Target="../media/image185.png"/><Relationship Id="rId17" Type="http://schemas.openxmlformats.org/officeDocument/2006/relationships/customXml" Target="../ink/ink36.xml"/><Relationship Id="rId38" Type="http://schemas.openxmlformats.org/officeDocument/2006/relationships/image" Target="../media/image116.png"/><Relationship Id="rId59" Type="http://schemas.openxmlformats.org/officeDocument/2006/relationships/customXml" Target="../ink/ink57.xml"/><Relationship Id="rId103" Type="http://schemas.openxmlformats.org/officeDocument/2006/relationships/customXml" Target="../ink/ink79.xml"/><Relationship Id="rId124" Type="http://schemas.openxmlformats.org/officeDocument/2006/relationships/image" Target="../media/image159.png"/><Relationship Id="rId70" Type="http://schemas.openxmlformats.org/officeDocument/2006/relationships/image" Target="../media/image132.png"/><Relationship Id="rId91" Type="http://schemas.openxmlformats.org/officeDocument/2006/relationships/customXml" Target="../ink/ink73.xml"/><Relationship Id="rId145" Type="http://schemas.openxmlformats.org/officeDocument/2006/relationships/customXml" Target="../ink/ink100.xml"/><Relationship Id="rId166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111.png"/><Relationship Id="rId49" Type="http://schemas.openxmlformats.org/officeDocument/2006/relationships/customXml" Target="../ink/ink52.xml"/><Relationship Id="rId114" Type="http://schemas.openxmlformats.org/officeDocument/2006/relationships/image" Target="../media/image154.png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7.xml"/><Relationship Id="rId21" Type="http://schemas.openxmlformats.org/officeDocument/2006/relationships/customXml" Target="../ink/ink129.xml"/><Relationship Id="rId42" Type="http://schemas.openxmlformats.org/officeDocument/2006/relationships/image" Target="../media/image209.png"/><Relationship Id="rId63" Type="http://schemas.openxmlformats.org/officeDocument/2006/relationships/customXml" Target="../ink/ink150.xml"/><Relationship Id="rId84" Type="http://schemas.openxmlformats.org/officeDocument/2006/relationships/image" Target="../media/image230.png"/><Relationship Id="rId138" Type="http://schemas.openxmlformats.org/officeDocument/2006/relationships/image" Target="../media/image257.png"/><Relationship Id="rId159" Type="http://schemas.openxmlformats.org/officeDocument/2006/relationships/customXml" Target="../ink/ink198.xml"/><Relationship Id="rId170" Type="http://schemas.openxmlformats.org/officeDocument/2006/relationships/image" Target="../media/image273.png"/><Relationship Id="rId191" Type="http://schemas.openxmlformats.org/officeDocument/2006/relationships/customXml" Target="../ink/ink214.xml"/><Relationship Id="rId205" Type="http://schemas.openxmlformats.org/officeDocument/2006/relationships/customXml" Target="../ink/ink221.xml"/><Relationship Id="rId226" Type="http://schemas.openxmlformats.org/officeDocument/2006/relationships/image" Target="../media/image301.png"/><Relationship Id="rId107" Type="http://schemas.openxmlformats.org/officeDocument/2006/relationships/customXml" Target="../ink/ink172.xml"/><Relationship Id="rId11" Type="http://schemas.openxmlformats.org/officeDocument/2006/relationships/customXml" Target="../ink/ink124.xml"/><Relationship Id="rId32" Type="http://schemas.openxmlformats.org/officeDocument/2006/relationships/image" Target="../media/image204.png"/><Relationship Id="rId53" Type="http://schemas.openxmlformats.org/officeDocument/2006/relationships/customXml" Target="../ink/ink145.xml"/><Relationship Id="rId74" Type="http://schemas.openxmlformats.org/officeDocument/2006/relationships/image" Target="../media/image225.png"/><Relationship Id="rId128" Type="http://schemas.openxmlformats.org/officeDocument/2006/relationships/image" Target="../media/image252.png"/><Relationship Id="rId149" Type="http://schemas.openxmlformats.org/officeDocument/2006/relationships/customXml" Target="../ink/ink193.xml"/><Relationship Id="rId5" Type="http://schemas.openxmlformats.org/officeDocument/2006/relationships/customXml" Target="../ink/ink121.xml"/><Relationship Id="rId95" Type="http://schemas.openxmlformats.org/officeDocument/2006/relationships/customXml" Target="../ink/ink166.xml"/><Relationship Id="rId160" Type="http://schemas.openxmlformats.org/officeDocument/2006/relationships/image" Target="../media/image268.png"/><Relationship Id="rId181" Type="http://schemas.openxmlformats.org/officeDocument/2006/relationships/customXml" Target="../ink/ink209.xml"/><Relationship Id="rId216" Type="http://schemas.openxmlformats.org/officeDocument/2006/relationships/image" Target="../media/image296.png"/><Relationship Id="rId237" Type="http://schemas.openxmlformats.org/officeDocument/2006/relationships/customXml" Target="../ink/ink237.xml"/><Relationship Id="rId22" Type="http://schemas.openxmlformats.org/officeDocument/2006/relationships/image" Target="../media/image199.png"/><Relationship Id="rId43" Type="http://schemas.openxmlformats.org/officeDocument/2006/relationships/customXml" Target="../ink/ink140.xml"/><Relationship Id="rId64" Type="http://schemas.openxmlformats.org/officeDocument/2006/relationships/image" Target="../media/image220.png"/><Relationship Id="rId118" Type="http://schemas.openxmlformats.org/officeDocument/2006/relationships/image" Target="../media/image247.png"/><Relationship Id="rId139" Type="http://schemas.openxmlformats.org/officeDocument/2006/relationships/customXml" Target="../ink/ink188.xml"/><Relationship Id="rId85" Type="http://schemas.openxmlformats.org/officeDocument/2006/relationships/customXml" Target="../ink/ink161.xml"/><Relationship Id="rId150" Type="http://schemas.openxmlformats.org/officeDocument/2006/relationships/image" Target="../media/image263.png"/><Relationship Id="rId171" Type="http://schemas.openxmlformats.org/officeDocument/2006/relationships/customXml" Target="../ink/ink204.xml"/><Relationship Id="rId192" Type="http://schemas.openxmlformats.org/officeDocument/2006/relationships/image" Target="../media/image284.png"/><Relationship Id="rId206" Type="http://schemas.openxmlformats.org/officeDocument/2006/relationships/image" Target="../media/image291.png"/><Relationship Id="rId227" Type="http://schemas.openxmlformats.org/officeDocument/2006/relationships/customXml" Target="../ink/ink232.xml"/><Relationship Id="rId12" Type="http://schemas.openxmlformats.org/officeDocument/2006/relationships/image" Target="../media/image194.png"/><Relationship Id="rId33" Type="http://schemas.openxmlformats.org/officeDocument/2006/relationships/customXml" Target="../ink/ink135.xml"/><Relationship Id="rId108" Type="http://schemas.openxmlformats.org/officeDocument/2006/relationships/image" Target="../media/image242.png"/><Relationship Id="rId129" Type="http://schemas.openxmlformats.org/officeDocument/2006/relationships/customXml" Target="../ink/ink183.xml"/><Relationship Id="rId54" Type="http://schemas.openxmlformats.org/officeDocument/2006/relationships/image" Target="../media/image215.png"/><Relationship Id="rId75" Type="http://schemas.openxmlformats.org/officeDocument/2006/relationships/customXml" Target="../ink/ink156.xml"/><Relationship Id="rId96" Type="http://schemas.openxmlformats.org/officeDocument/2006/relationships/image" Target="../media/image236.png"/><Relationship Id="rId140" Type="http://schemas.openxmlformats.org/officeDocument/2006/relationships/image" Target="../media/image258.png"/><Relationship Id="rId161" Type="http://schemas.openxmlformats.org/officeDocument/2006/relationships/customXml" Target="../ink/ink199.xml"/><Relationship Id="rId182" Type="http://schemas.openxmlformats.org/officeDocument/2006/relationships/image" Target="../media/image279.png"/><Relationship Id="rId217" Type="http://schemas.openxmlformats.org/officeDocument/2006/relationships/customXml" Target="../ink/ink227.xml"/><Relationship Id="rId6" Type="http://schemas.openxmlformats.org/officeDocument/2006/relationships/image" Target="../media/image191.png"/><Relationship Id="rId238" Type="http://schemas.openxmlformats.org/officeDocument/2006/relationships/image" Target="../media/image307.png"/><Relationship Id="rId23" Type="http://schemas.openxmlformats.org/officeDocument/2006/relationships/customXml" Target="../ink/ink130.xml"/><Relationship Id="rId119" Type="http://schemas.openxmlformats.org/officeDocument/2006/relationships/customXml" Target="../ink/ink178.xml"/><Relationship Id="rId44" Type="http://schemas.openxmlformats.org/officeDocument/2006/relationships/image" Target="../media/image210.png"/><Relationship Id="rId65" Type="http://schemas.openxmlformats.org/officeDocument/2006/relationships/customXml" Target="../ink/ink151.xml"/><Relationship Id="rId86" Type="http://schemas.openxmlformats.org/officeDocument/2006/relationships/image" Target="../media/image231.png"/><Relationship Id="rId130" Type="http://schemas.openxmlformats.org/officeDocument/2006/relationships/image" Target="../media/image253.png"/><Relationship Id="rId151" Type="http://schemas.openxmlformats.org/officeDocument/2006/relationships/customXml" Target="../ink/ink194.xml"/><Relationship Id="rId172" Type="http://schemas.openxmlformats.org/officeDocument/2006/relationships/image" Target="../media/image274.png"/><Relationship Id="rId193" Type="http://schemas.openxmlformats.org/officeDocument/2006/relationships/customXml" Target="../ink/ink215.xml"/><Relationship Id="rId207" Type="http://schemas.openxmlformats.org/officeDocument/2006/relationships/customXml" Target="../ink/ink222.xml"/><Relationship Id="rId228" Type="http://schemas.openxmlformats.org/officeDocument/2006/relationships/image" Target="../media/image302.png"/><Relationship Id="rId13" Type="http://schemas.openxmlformats.org/officeDocument/2006/relationships/customXml" Target="../ink/ink125.xml"/><Relationship Id="rId109" Type="http://schemas.openxmlformats.org/officeDocument/2006/relationships/customXml" Target="../ink/ink173.xml"/><Relationship Id="rId34" Type="http://schemas.openxmlformats.org/officeDocument/2006/relationships/image" Target="../media/image205.png"/><Relationship Id="rId55" Type="http://schemas.openxmlformats.org/officeDocument/2006/relationships/customXml" Target="../ink/ink146.xml"/><Relationship Id="rId76" Type="http://schemas.openxmlformats.org/officeDocument/2006/relationships/image" Target="../media/image226.png"/><Relationship Id="rId97" Type="http://schemas.openxmlformats.org/officeDocument/2006/relationships/customXml" Target="../ink/ink167.xml"/><Relationship Id="rId120" Type="http://schemas.openxmlformats.org/officeDocument/2006/relationships/image" Target="../media/image248.png"/><Relationship Id="rId141" Type="http://schemas.openxmlformats.org/officeDocument/2006/relationships/customXml" Target="../ink/ink189.xml"/><Relationship Id="rId7" Type="http://schemas.openxmlformats.org/officeDocument/2006/relationships/customXml" Target="../ink/ink122.xml"/><Relationship Id="rId162" Type="http://schemas.openxmlformats.org/officeDocument/2006/relationships/image" Target="../media/image269.png"/><Relationship Id="rId183" Type="http://schemas.openxmlformats.org/officeDocument/2006/relationships/customXml" Target="../ink/ink210.xml"/><Relationship Id="rId218" Type="http://schemas.openxmlformats.org/officeDocument/2006/relationships/image" Target="../media/image297.png"/><Relationship Id="rId239" Type="http://schemas.openxmlformats.org/officeDocument/2006/relationships/customXml" Target="../ink/ink238.xml"/><Relationship Id="rId24" Type="http://schemas.openxmlformats.org/officeDocument/2006/relationships/image" Target="../media/image200.png"/><Relationship Id="rId45" Type="http://schemas.openxmlformats.org/officeDocument/2006/relationships/customXml" Target="../ink/ink141.xml"/><Relationship Id="rId66" Type="http://schemas.openxmlformats.org/officeDocument/2006/relationships/image" Target="../media/image221.png"/><Relationship Id="rId87" Type="http://schemas.openxmlformats.org/officeDocument/2006/relationships/customXml" Target="../ink/ink162.xml"/><Relationship Id="rId110" Type="http://schemas.openxmlformats.org/officeDocument/2006/relationships/image" Target="../media/image243.png"/><Relationship Id="rId131" Type="http://schemas.openxmlformats.org/officeDocument/2006/relationships/customXml" Target="../ink/ink184.xml"/><Relationship Id="rId152" Type="http://schemas.openxmlformats.org/officeDocument/2006/relationships/image" Target="../media/image264.png"/><Relationship Id="rId173" Type="http://schemas.openxmlformats.org/officeDocument/2006/relationships/customXml" Target="../ink/ink205.xml"/><Relationship Id="rId194" Type="http://schemas.openxmlformats.org/officeDocument/2006/relationships/image" Target="../media/image285.png"/><Relationship Id="rId208" Type="http://schemas.openxmlformats.org/officeDocument/2006/relationships/image" Target="../media/image292.png"/><Relationship Id="rId229" Type="http://schemas.openxmlformats.org/officeDocument/2006/relationships/customXml" Target="../ink/ink233.xml"/><Relationship Id="rId240" Type="http://schemas.openxmlformats.org/officeDocument/2006/relationships/image" Target="../media/image308.png"/><Relationship Id="rId14" Type="http://schemas.openxmlformats.org/officeDocument/2006/relationships/image" Target="../media/image195.png"/><Relationship Id="rId35" Type="http://schemas.openxmlformats.org/officeDocument/2006/relationships/customXml" Target="../ink/ink136.xml"/><Relationship Id="rId56" Type="http://schemas.openxmlformats.org/officeDocument/2006/relationships/image" Target="../media/image216.png"/><Relationship Id="rId77" Type="http://schemas.openxmlformats.org/officeDocument/2006/relationships/customXml" Target="../ink/ink157.xml"/><Relationship Id="rId100" Type="http://schemas.openxmlformats.org/officeDocument/2006/relationships/image" Target="../media/image238.png"/><Relationship Id="rId8" Type="http://schemas.openxmlformats.org/officeDocument/2006/relationships/image" Target="../media/image192.png"/><Relationship Id="rId98" Type="http://schemas.openxmlformats.org/officeDocument/2006/relationships/image" Target="../media/image237.png"/><Relationship Id="rId121" Type="http://schemas.openxmlformats.org/officeDocument/2006/relationships/customXml" Target="../ink/ink179.xml"/><Relationship Id="rId142" Type="http://schemas.openxmlformats.org/officeDocument/2006/relationships/image" Target="../media/image259.png"/><Relationship Id="rId163" Type="http://schemas.openxmlformats.org/officeDocument/2006/relationships/customXml" Target="../ink/ink200.xml"/><Relationship Id="rId184" Type="http://schemas.openxmlformats.org/officeDocument/2006/relationships/image" Target="../media/image280.png"/><Relationship Id="rId219" Type="http://schemas.openxmlformats.org/officeDocument/2006/relationships/customXml" Target="../ink/ink228.xml"/><Relationship Id="rId230" Type="http://schemas.openxmlformats.org/officeDocument/2006/relationships/image" Target="../media/image303.png"/><Relationship Id="rId25" Type="http://schemas.openxmlformats.org/officeDocument/2006/relationships/customXml" Target="../ink/ink131.xml"/><Relationship Id="rId46" Type="http://schemas.openxmlformats.org/officeDocument/2006/relationships/image" Target="../media/image211.png"/><Relationship Id="rId67" Type="http://schemas.openxmlformats.org/officeDocument/2006/relationships/customXml" Target="../ink/ink152.xml"/><Relationship Id="rId88" Type="http://schemas.openxmlformats.org/officeDocument/2006/relationships/image" Target="../media/image232.png"/><Relationship Id="rId111" Type="http://schemas.openxmlformats.org/officeDocument/2006/relationships/customXml" Target="../ink/ink174.xml"/><Relationship Id="rId132" Type="http://schemas.openxmlformats.org/officeDocument/2006/relationships/image" Target="../media/image254.png"/><Relationship Id="rId153" Type="http://schemas.openxmlformats.org/officeDocument/2006/relationships/customXml" Target="../ink/ink195.xml"/><Relationship Id="rId174" Type="http://schemas.openxmlformats.org/officeDocument/2006/relationships/image" Target="../media/image275.png"/><Relationship Id="rId195" Type="http://schemas.openxmlformats.org/officeDocument/2006/relationships/customXml" Target="../ink/ink216.xml"/><Relationship Id="rId209" Type="http://schemas.openxmlformats.org/officeDocument/2006/relationships/customXml" Target="../ink/ink223.xml"/><Relationship Id="rId220" Type="http://schemas.openxmlformats.org/officeDocument/2006/relationships/image" Target="../media/image298.png"/><Relationship Id="rId241" Type="http://schemas.openxmlformats.org/officeDocument/2006/relationships/customXml" Target="../ink/ink239.xml"/><Relationship Id="rId15" Type="http://schemas.openxmlformats.org/officeDocument/2006/relationships/customXml" Target="../ink/ink126.xml"/><Relationship Id="rId36" Type="http://schemas.openxmlformats.org/officeDocument/2006/relationships/image" Target="../media/image206.png"/><Relationship Id="rId57" Type="http://schemas.openxmlformats.org/officeDocument/2006/relationships/customXml" Target="../ink/ink147.xml"/><Relationship Id="rId106" Type="http://schemas.openxmlformats.org/officeDocument/2006/relationships/image" Target="../media/image241.png"/><Relationship Id="rId127" Type="http://schemas.openxmlformats.org/officeDocument/2006/relationships/customXml" Target="../ink/ink182.xml"/><Relationship Id="rId10" Type="http://schemas.openxmlformats.org/officeDocument/2006/relationships/image" Target="../media/image193.png"/><Relationship Id="rId31" Type="http://schemas.openxmlformats.org/officeDocument/2006/relationships/customXml" Target="../ink/ink134.xml"/><Relationship Id="rId52" Type="http://schemas.openxmlformats.org/officeDocument/2006/relationships/image" Target="../media/image214.png"/><Relationship Id="rId73" Type="http://schemas.openxmlformats.org/officeDocument/2006/relationships/customXml" Target="../ink/ink155.xml"/><Relationship Id="rId78" Type="http://schemas.openxmlformats.org/officeDocument/2006/relationships/image" Target="../media/image227.png"/><Relationship Id="rId94" Type="http://schemas.openxmlformats.org/officeDocument/2006/relationships/image" Target="../media/image235.png"/><Relationship Id="rId99" Type="http://schemas.openxmlformats.org/officeDocument/2006/relationships/customXml" Target="../ink/ink168.xml"/><Relationship Id="rId101" Type="http://schemas.openxmlformats.org/officeDocument/2006/relationships/customXml" Target="../ink/ink169.xml"/><Relationship Id="rId122" Type="http://schemas.openxmlformats.org/officeDocument/2006/relationships/image" Target="../media/image249.png"/><Relationship Id="rId143" Type="http://schemas.openxmlformats.org/officeDocument/2006/relationships/customXml" Target="../ink/ink190.xml"/><Relationship Id="rId148" Type="http://schemas.openxmlformats.org/officeDocument/2006/relationships/image" Target="../media/image262.png"/><Relationship Id="rId164" Type="http://schemas.openxmlformats.org/officeDocument/2006/relationships/image" Target="../media/image270.png"/><Relationship Id="rId169" Type="http://schemas.openxmlformats.org/officeDocument/2006/relationships/customXml" Target="../ink/ink203.xml"/><Relationship Id="rId185" Type="http://schemas.openxmlformats.org/officeDocument/2006/relationships/customXml" Target="../ink/ink211.xml"/><Relationship Id="rId4" Type="http://schemas.openxmlformats.org/officeDocument/2006/relationships/image" Target="../media/image190.png"/><Relationship Id="rId9" Type="http://schemas.openxmlformats.org/officeDocument/2006/relationships/customXml" Target="../ink/ink123.xml"/><Relationship Id="rId180" Type="http://schemas.openxmlformats.org/officeDocument/2006/relationships/image" Target="../media/image278.png"/><Relationship Id="rId210" Type="http://schemas.openxmlformats.org/officeDocument/2006/relationships/image" Target="../media/image293.png"/><Relationship Id="rId215" Type="http://schemas.openxmlformats.org/officeDocument/2006/relationships/customXml" Target="../ink/ink226.xml"/><Relationship Id="rId236" Type="http://schemas.openxmlformats.org/officeDocument/2006/relationships/image" Target="../media/image306.png"/><Relationship Id="rId26" Type="http://schemas.openxmlformats.org/officeDocument/2006/relationships/image" Target="../media/image201.png"/><Relationship Id="rId231" Type="http://schemas.openxmlformats.org/officeDocument/2006/relationships/customXml" Target="../ink/ink234.xml"/><Relationship Id="rId47" Type="http://schemas.openxmlformats.org/officeDocument/2006/relationships/customXml" Target="../ink/ink142.xml"/><Relationship Id="rId68" Type="http://schemas.openxmlformats.org/officeDocument/2006/relationships/image" Target="../media/image222.png"/><Relationship Id="rId89" Type="http://schemas.openxmlformats.org/officeDocument/2006/relationships/customXml" Target="../ink/ink163.xml"/><Relationship Id="rId112" Type="http://schemas.openxmlformats.org/officeDocument/2006/relationships/image" Target="../media/image244.png"/><Relationship Id="rId133" Type="http://schemas.openxmlformats.org/officeDocument/2006/relationships/customXml" Target="../ink/ink185.xml"/><Relationship Id="rId154" Type="http://schemas.openxmlformats.org/officeDocument/2006/relationships/image" Target="../media/image265.png"/><Relationship Id="rId175" Type="http://schemas.openxmlformats.org/officeDocument/2006/relationships/customXml" Target="../ink/ink206.xml"/><Relationship Id="rId196" Type="http://schemas.openxmlformats.org/officeDocument/2006/relationships/image" Target="../media/image286.png"/><Relationship Id="rId200" Type="http://schemas.openxmlformats.org/officeDocument/2006/relationships/image" Target="../media/image288.png"/><Relationship Id="rId16" Type="http://schemas.openxmlformats.org/officeDocument/2006/relationships/image" Target="../media/image196.png"/><Relationship Id="rId221" Type="http://schemas.openxmlformats.org/officeDocument/2006/relationships/customXml" Target="../ink/ink229.xml"/><Relationship Id="rId242" Type="http://schemas.openxmlformats.org/officeDocument/2006/relationships/image" Target="../media/image309.png"/><Relationship Id="rId37" Type="http://schemas.openxmlformats.org/officeDocument/2006/relationships/customXml" Target="../ink/ink137.xml"/><Relationship Id="rId58" Type="http://schemas.openxmlformats.org/officeDocument/2006/relationships/image" Target="../media/image217.png"/><Relationship Id="rId79" Type="http://schemas.openxmlformats.org/officeDocument/2006/relationships/customXml" Target="../ink/ink158.xml"/><Relationship Id="rId102" Type="http://schemas.openxmlformats.org/officeDocument/2006/relationships/image" Target="../media/image239.png"/><Relationship Id="rId123" Type="http://schemas.openxmlformats.org/officeDocument/2006/relationships/customXml" Target="../ink/ink180.xml"/><Relationship Id="rId144" Type="http://schemas.openxmlformats.org/officeDocument/2006/relationships/image" Target="../media/image260.png"/><Relationship Id="rId90" Type="http://schemas.openxmlformats.org/officeDocument/2006/relationships/image" Target="../media/image233.png"/><Relationship Id="rId165" Type="http://schemas.openxmlformats.org/officeDocument/2006/relationships/customXml" Target="../ink/ink201.xml"/><Relationship Id="rId186" Type="http://schemas.openxmlformats.org/officeDocument/2006/relationships/image" Target="../media/image281.png"/><Relationship Id="rId211" Type="http://schemas.openxmlformats.org/officeDocument/2006/relationships/customXml" Target="../ink/ink224.xml"/><Relationship Id="rId232" Type="http://schemas.openxmlformats.org/officeDocument/2006/relationships/image" Target="../media/image304.png"/><Relationship Id="rId27" Type="http://schemas.openxmlformats.org/officeDocument/2006/relationships/customXml" Target="../ink/ink132.xml"/><Relationship Id="rId48" Type="http://schemas.openxmlformats.org/officeDocument/2006/relationships/image" Target="../media/image212.png"/><Relationship Id="rId69" Type="http://schemas.openxmlformats.org/officeDocument/2006/relationships/customXml" Target="../ink/ink153.xml"/><Relationship Id="rId113" Type="http://schemas.openxmlformats.org/officeDocument/2006/relationships/customXml" Target="../ink/ink175.xml"/><Relationship Id="rId134" Type="http://schemas.openxmlformats.org/officeDocument/2006/relationships/image" Target="../media/image255.png"/><Relationship Id="rId80" Type="http://schemas.openxmlformats.org/officeDocument/2006/relationships/image" Target="../media/image228.png"/><Relationship Id="rId155" Type="http://schemas.openxmlformats.org/officeDocument/2006/relationships/customXml" Target="../ink/ink196.xml"/><Relationship Id="rId176" Type="http://schemas.openxmlformats.org/officeDocument/2006/relationships/image" Target="../media/image276.png"/><Relationship Id="rId197" Type="http://schemas.openxmlformats.org/officeDocument/2006/relationships/customXml" Target="../ink/ink217.xml"/><Relationship Id="rId201" Type="http://schemas.openxmlformats.org/officeDocument/2006/relationships/customXml" Target="../ink/ink219.xml"/><Relationship Id="rId222" Type="http://schemas.openxmlformats.org/officeDocument/2006/relationships/image" Target="../media/image299.png"/><Relationship Id="rId243" Type="http://schemas.openxmlformats.org/officeDocument/2006/relationships/customXml" Target="../ink/ink240.xml"/><Relationship Id="rId17" Type="http://schemas.openxmlformats.org/officeDocument/2006/relationships/customXml" Target="../ink/ink127.xml"/><Relationship Id="rId38" Type="http://schemas.openxmlformats.org/officeDocument/2006/relationships/image" Target="../media/image207.png"/><Relationship Id="rId59" Type="http://schemas.openxmlformats.org/officeDocument/2006/relationships/customXml" Target="../ink/ink148.xml"/><Relationship Id="rId103" Type="http://schemas.openxmlformats.org/officeDocument/2006/relationships/customXml" Target="../ink/ink170.xml"/><Relationship Id="rId124" Type="http://schemas.openxmlformats.org/officeDocument/2006/relationships/image" Target="../media/image250.png"/><Relationship Id="rId70" Type="http://schemas.openxmlformats.org/officeDocument/2006/relationships/image" Target="../media/image223.png"/><Relationship Id="rId91" Type="http://schemas.openxmlformats.org/officeDocument/2006/relationships/customXml" Target="../ink/ink164.xml"/><Relationship Id="rId145" Type="http://schemas.openxmlformats.org/officeDocument/2006/relationships/customXml" Target="../ink/ink191.xml"/><Relationship Id="rId166" Type="http://schemas.openxmlformats.org/officeDocument/2006/relationships/image" Target="../media/image271.png"/><Relationship Id="rId187" Type="http://schemas.openxmlformats.org/officeDocument/2006/relationships/customXml" Target="../ink/ink212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94.png"/><Relationship Id="rId233" Type="http://schemas.openxmlformats.org/officeDocument/2006/relationships/customXml" Target="../ink/ink235.xml"/><Relationship Id="rId28" Type="http://schemas.openxmlformats.org/officeDocument/2006/relationships/image" Target="../media/image202.png"/><Relationship Id="rId49" Type="http://schemas.openxmlformats.org/officeDocument/2006/relationships/customXml" Target="../ink/ink143.xml"/><Relationship Id="rId114" Type="http://schemas.openxmlformats.org/officeDocument/2006/relationships/image" Target="../media/image245.png"/><Relationship Id="rId60" Type="http://schemas.openxmlformats.org/officeDocument/2006/relationships/image" Target="../media/image218.png"/><Relationship Id="rId81" Type="http://schemas.openxmlformats.org/officeDocument/2006/relationships/customXml" Target="../ink/ink159.xml"/><Relationship Id="rId135" Type="http://schemas.openxmlformats.org/officeDocument/2006/relationships/customXml" Target="../ink/ink186.xml"/><Relationship Id="rId156" Type="http://schemas.openxmlformats.org/officeDocument/2006/relationships/image" Target="../media/image266.png"/><Relationship Id="rId177" Type="http://schemas.openxmlformats.org/officeDocument/2006/relationships/customXml" Target="../ink/ink207.xml"/><Relationship Id="rId198" Type="http://schemas.openxmlformats.org/officeDocument/2006/relationships/image" Target="../media/image287.png"/><Relationship Id="rId202" Type="http://schemas.openxmlformats.org/officeDocument/2006/relationships/image" Target="../media/image289.png"/><Relationship Id="rId223" Type="http://schemas.openxmlformats.org/officeDocument/2006/relationships/customXml" Target="../ink/ink230.xml"/><Relationship Id="rId244" Type="http://schemas.openxmlformats.org/officeDocument/2006/relationships/image" Target="../media/image310.png"/><Relationship Id="rId18" Type="http://schemas.openxmlformats.org/officeDocument/2006/relationships/image" Target="../media/image197.png"/><Relationship Id="rId39" Type="http://schemas.openxmlformats.org/officeDocument/2006/relationships/customXml" Target="../ink/ink138.xml"/><Relationship Id="rId50" Type="http://schemas.openxmlformats.org/officeDocument/2006/relationships/image" Target="../media/image213.png"/><Relationship Id="rId104" Type="http://schemas.openxmlformats.org/officeDocument/2006/relationships/image" Target="../media/image240.png"/><Relationship Id="rId125" Type="http://schemas.openxmlformats.org/officeDocument/2006/relationships/customXml" Target="../ink/ink181.xml"/><Relationship Id="rId146" Type="http://schemas.openxmlformats.org/officeDocument/2006/relationships/image" Target="../media/image261.png"/><Relationship Id="rId167" Type="http://schemas.openxmlformats.org/officeDocument/2006/relationships/customXml" Target="../ink/ink202.xml"/><Relationship Id="rId188" Type="http://schemas.openxmlformats.org/officeDocument/2006/relationships/image" Target="../media/image282.png"/><Relationship Id="rId71" Type="http://schemas.openxmlformats.org/officeDocument/2006/relationships/customXml" Target="../ink/ink154.xml"/><Relationship Id="rId92" Type="http://schemas.openxmlformats.org/officeDocument/2006/relationships/image" Target="../media/image234.png"/><Relationship Id="rId213" Type="http://schemas.openxmlformats.org/officeDocument/2006/relationships/customXml" Target="../ink/ink225.xml"/><Relationship Id="rId234" Type="http://schemas.openxmlformats.org/officeDocument/2006/relationships/image" Target="../media/image305.png"/><Relationship Id="rId2" Type="http://schemas.openxmlformats.org/officeDocument/2006/relationships/image" Target="../media/image3.png"/><Relationship Id="rId29" Type="http://schemas.openxmlformats.org/officeDocument/2006/relationships/customXml" Target="../ink/ink133.xml"/><Relationship Id="rId40" Type="http://schemas.openxmlformats.org/officeDocument/2006/relationships/image" Target="../media/image208.png"/><Relationship Id="rId115" Type="http://schemas.openxmlformats.org/officeDocument/2006/relationships/customXml" Target="../ink/ink176.xml"/><Relationship Id="rId136" Type="http://schemas.openxmlformats.org/officeDocument/2006/relationships/image" Target="../media/image256.png"/><Relationship Id="rId157" Type="http://schemas.openxmlformats.org/officeDocument/2006/relationships/customXml" Target="../ink/ink197.xml"/><Relationship Id="rId178" Type="http://schemas.openxmlformats.org/officeDocument/2006/relationships/image" Target="../media/image277.png"/><Relationship Id="rId61" Type="http://schemas.openxmlformats.org/officeDocument/2006/relationships/customXml" Target="../ink/ink149.xml"/><Relationship Id="rId82" Type="http://schemas.openxmlformats.org/officeDocument/2006/relationships/image" Target="../media/image229.png"/><Relationship Id="rId199" Type="http://schemas.openxmlformats.org/officeDocument/2006/relationships/customXml" Target="../ink/ink218.xml"/><Relationship Id="rId203" Type="http://schemas.openxmlformats.org/officeDocument/2006/relationships/customXml" Target="../ink/ink220.xml"/><Relationship Id="rId19" Type="http://schemas.openxmlformats.org/officeDocument/2006/relationships/customXml" Target="../ink/ink128.xml"/><Relationship Id="rId224" Type="http://schemas.openxmlformats.org/officeDocument/2006/relationships/image" Target="../media/image300.png"/><Relationship Id="rId30" Type="http://schemas.openxmlformats.org/officeDocument/2006/relationships/image" Target="../media/image203.png"/><Relationship Id="rId105" Type="http://schemas.openxmlformats.org/officeDocument/2006/relationships/customXml" Target="../ink/ink171.xml"/><Relationship Id="rId126" Type="http://schemas.openxmlformats.org/officeDocument/2006/relationships/image" Target="../media/image251.png"/><Relationship Id="rId147" Type="http://schemas.openxmlformats.org/officeDocument/2006/relationships/customXml" Target="../ink/ink192.xml"/><Relationship Id="rId168" Type="http://schemas.openxmlformats.org/officeDocument/2006/relationships/image" Target="../media/image272.png"/><Relationship Id="rId51" Type="http://schemas.openxmlformats.org/officeDocument/2006/relationships/customXml" Target="../ink/ink144.xml"/><Relationship Id="rId72" Type="http://schemas.openxmlformats.org/officeDocument/2006/relationships/image" Target="../media/image224.png"/><Relationship Id="rId93" Type="http://schemas.openxmlformats.org/officeDocument/2006/relationships/customXml" Target="../ink/ink165.xml"/><Relationship Id="rId189" Type="http://schemas.openxmlformats.org/officeDocument/2006/relationships/customXml" Target="../ink/ink213.xml"/><Relationship Id="rId3" Type="http://schemas.openxmlformats.org/officeDocument/2006/relationships/customXml" Target="../ink/ink120.xml"/><Relationship Id="rId214" Type="http://schemas.openxmlformats.org/officeDocument/2006/relationships/image" Target="../media/image295.png"/><Relationship Id="rId235" Type="http://schemas.openxmlformats.org/officeDocument/2006/relationships/customXml" Target="../ink/ink236.xml"/><Relationship Id="rId116" Type="http://schemas.openxmlformats.org/officeDocument/2006/relationships/image" Target="../media/image246.png"/><Relationship Id="rId137" Type="http://schemas.openxmlformats.org/officeDocument/2006/relationships/customXml" Target="../ink/ink187.xml"/><Relationship Id="rId158" Type="http://schemas.openxmlformats.org/officeDocument/2006/relationships/image" Target="../media/image267.png"/><Relationship Id="rId20" Type="http://schemas.openxmlformats.org/officeDocument/2006/relationships/image" Target="../media/image198.png"/><Relationship Id="rId41" Type="http://schemas.openxmlformats.org/officeDocument/2006/relationships/customXml" Target="../ink/ink139.xml"/><Relationship Id="rId62" Type="http://schemas.openxmlformats.org/officeDocument/2006/relationships/image" Target="../media/image219.png"/><Relationship Id="rId83" Type="http://schemas.openxmlformats.org/officeDocument/2006/relationships/customXml" Target="../ink/ink160.xml"/><Relationship Id="rId179" Type="http://schemas.openxmlformats.org/officeDocument/2006/relationships/customXml" Target="../ink/ink208.xml"/><Relationship Id="rId190" Type="http://schemas.openxmlformats.org/officeDocument/2006/relationships/image" Target="../media/image283.png"/><Relationship Id="rId204" Type="http://schemas.openxmlformats.org/officeDocument/2006/relationships/image" Target="../media/image290.png"/><Relationship Id="rId225" Type="http://schemas.openxmlformats.org/officeDocument/2006/relationships/customXml" Target="../ink/ink2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2.png"/><Relationship Id="rId4" Type="http://schemas.openxmlformats.org/officeDocument/2006/relationships/customXml" Target="../ink/ink24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88.png"/><Relationship Id="rId4" Type="http://schemas.openxmlformats.org/officeDocument/2006/relationships/image" Target="../media/image8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1.png"/><Relationship Id="rId4" Type="http://schemas.openxmlformats.org/officeDocument/2006/relationships/image" Target="../media/image9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5.png"/><Relationship Id="rId5" Type="http://schemas.openxmlformats.org/officeDocument/2006/relationships/image" Target="../media/image314.png"/><Relationship Id="rId4" Type="http://schemas.openxmlformats.org/officeDocument/2006/relationships/image" Target="../media/image3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8.png"/><Relationship Id="rId4" Type="http://schemas.openxmlformats.org/officeDocument/2006/relationships/image" Target="../media/image3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1.png"/><Relationship Id="rId4" Type="http://schemas.openxmlformats.org/officeDocument/2006/relationships/image" Target="../media/image32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2.xml"/><Relationship Id="rId3" Type="http://schemas.openxmlformats.org/officeDocument/2006/relationships/image" Target="../media/image323.png"/><Relationship Id="rId7" Type="http://schemas.openxmlformats.org/officeDocument/2006/relationships/image" Target="../media/image3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6.png"/><Relationship Id="rId11" Type="http://schemas.openxmlformats.org/officeDocument/2006/relationships/image" Target="../media/image329.png"/><Relationship Id="rId5" Type="http://schemas.openxmlformats.org/officeDocument/2006/relationships/image" Target="../media/image325.png"/><Relationship Id="rId10" Type="http://schemas.openxmlformats.org/officeDocument/2006/relationships/customXml" Target="../ink/ink243.xml"/><Relationship Id="rId4" Type="http://schemas.openxmlformats.org/officeDocument/2006/relationships/image" Target="../media/image324.png"/><Relationship Id="rId9" Type="http://schemas.openxmlformats.org/officeDocument/2006/relationships/image" Target="../media/image32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png"/><Relationship Id="rId13" Type="http://schemas.openxmlformats.org/officeDocument/2006/relationships/image" Target="../media/image345.png"/><Relationship Id="rId18" Type="http://schemas.openxmlformats.org/officeDocument/2006/relationships/customXml" Target="../ink/ink248.xml"/><Relationship Id="rId3" Type="http://schemas.openxmlformats.org/officeDocument/2006/relationships/image" Target="../media/image324.png"/><Relationship Id="rId7" Type="http://schemas.openxmlformats.org/officeDocument/2006/relationships/image" Target="../media/image332.png"/><Relationship Id="rId12" Type="http://schemas.openxmlformats.org/officeDocument/2006/relationships/customXml" Target="../ink/ink245.xml"/><Relationship Id="rId17" Type="http://schemas.openxmlformats.org/officeDocument/2006/relationships/image" Target="../media/image347.png"/><Relationship Id="rId2" Type="http://schemas.openxmlformats.org/officeDocument/2006/relationships/image" Target="../media/image3.png"/><Relationship Id="rId16" Type="http://schemas.openxmlformats.org/officeDocument/2006/relationships/customXml" Target="../ink/ink2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1.png"/><Relationship Id="rId11" Type="http://schemas.openxmlformats.org/officeDocument/2006/relationships/image" Target="../media/image344.png"/><Relationship Id="rId5" Type="http://schemas.openxmlformats.org/officeDocument/2006/relationships/image" Target="../media/image330.png"/><Relationship Id="rId15" Type="http://schemas.openxmlformats.org/officeDocument/2006/relationships/image" Target="../media/image346.png"/><Relationship Id="rId10" Type="http://schemas.openxmlformats.org/officeDocument/2006/relationships/customXml" Target="../ink/ink244.xml"/><Relationship Id="rId19" Type="http://schemas.openxmlformats.org/officeDocument/2006/relationships/image" Target="../media/image348.png"/><Relationship Id="rId4" Type="http://schemas.openxmlformats.org/officeDocument/2006/relationships/image" Target="../media/image326.png"/><Relationship Id="rId9" Type="http://schemas.openxmlformats.org/officeDocument/2006/relationships/image" Target="../media/image334.png"/><Relationship Id="rId14" Type="http://schemas.openxmlformats.org/officeDocument/2006/relationships/customXml" Target="../ink/ink24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5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6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8.png"/><Relationship Id="rId5" Type="http://schemas.openxmlformats.org/officeDocument/2006/relationships/customXml" Target="../ink/ink250.xml"/><Relationship Id="rId4" Type="http://schemas.openxmlformats.org/officeDocument/2006/relationships/image" Target="../media/image337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4.png"/><Relationship Id="rId5" Type="http://schemas.openxmlformats.org/officeDocument/2006/relationships/customXml" Target="../ink/ink251.xml"/><Relationship Id="rId4" Type="http://schemas.openxmlformats.org/officeDocument/2006/relationships/image" Target="../media/image339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6.png"/><Relationship Id="rId4" Type="http://schemas.openxmlformats.org/officeDocument/2006/relationships/customXml" Target="../ink/ink25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png"/><Relationship Id="rId3" Type="http://schemas.openxmlformats.org/officeDocument/2006/relationships/image" Target="../media/image340.png"/><Relationship Id="rId7" Type="http://schemas.openxmlformats.org/officeDocument/2006/relationships/customXml" Target="../ink/ink25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2.png"/><Relationship Id="rId5" Type="http://schemas.openxmlformats.org/officeDocument/2006/relationships/customXml" Target="../ink/ink253.xml"/><Relationship Id="rId4" Type="http://schemas.openxmlformats.org/officeDocument/2006/relationships/image" Target="../media/image3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1.png"/><Relationship Id="rId4" Type="http://schemas.openxmlformats.org/officeDocument/2006/relationships/customXml" Target="../ink/ink255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png"/><Relationship Id="rId13" Type="http://schemas.openxmlformats.org/officeDocument/2006/relationships/customXml" Target="../ink/ink260.xml"/><Relationship Id="rId18" Type="http://schemas.openxmlformats.org/officeDocument/2006/relationships/image" Target="../media/image370.png"/><Relationship Id="rId3" Type="http://schemas.openxmlformats.org/officeDocument/2006/relationships/image" Target="../media/image350.png"/><Relationship Id="rId7" Type="http://schemas.openxmlformats.org/officeDocument/2006/relationships/customXml" Target="../ink/ink257.xml"/><Relationship Id="rId12" Type="http://schemas.openxmlformats.org/officeDocument/2006/relationships/image" Target="../media/image367.png"/><Relationship Id="rId17" Type="http://schemas.openxmlformats.org/officeDocument/2006/relationships/customXml" Target="../ink/ink262.xml"/><Relationship Id="rId2" Type="http://schemas.openxmlformats.org/officeDocument/2006/relationships/image" Target="../media/image3.png"/><Relationship Id="rId16" Type="http://schemas.openxmlformats.org/officeDocument/2006/relationships/image" Target="../media/image369.png"/><Relationship Id="rId20" Type="http://schemas.openxmlformats.org/officeDocument/2006/relationships/image" Target="../media/image3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4.png"/><Relationship Id="rId11" Type="http://schemas.openxmlformats.org/officeDocument/2006/relationships/customXml" Target="../ink/ink259.xml"/><Relationship Id="rId5" Type="http://schemas.openxmlformats.org/officeDocument/2006/relationships/customXml" Target="../ink/ink256.xml"/><Relationship Id="rId15" Type="http://schemas.openxmlformats.org/officeDocument/2006/relationships/customXml" Target="../ink/ink261.xml"/><Relationship Id="rId10" Type="http://schemas.openxmlformats.org/officeDocument/2006/relationships/image" Target="../media/image366.png"/><Relationship Id="rId19" Type="http://schemas.openxmlformats.org/officeDocument/2006/relationships/customXml" Target="../ink/ink263.xml"/><Relationship Id="rId4" Type="http://schemas.openxmlformats.org/officeDocument/2006/relationships/image" Target="../media/image351.png"/><Relationship Id="rId9" Type="http://schemas.openxmlformats.org/officeDocument/2006/relationships/customXml" Target="../ink/ink258.xml"/><Relationship Id="rId14" Type="http://schemas.openxmlformats.org/officeDocument/2006/relationships/image" Target="../media/image36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357.png"/><Relationship Id="rId7" Type="http://schemas.openxmlformats.org/officeDocument/2006/relationships/customXml" Target="../ink/ink26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9.png"/><Relationship Id="rId5" Type="http://schemas.openxmlformats.org/officeDocument/2006/relationships/image" Target="../media/image358.png"/><Relationship Id="rId4" Type="http://schemas.openxmlformats.org/officeDocument/2006/relationships/image" Target="../media/image37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png"/><Relationship Id="rId3" Type="http://schemas.openxmlformats.org/officeDocument/2006/relationships/image" Target="../media/image362.png"/><Relationship Id="rId7" Type="http://schemas.openxmlformats.org/officeDocument/2006/relationships/customXml" Target="../ink/ink26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5" Type="http://schemas.openxmlformats.org/officeDocument/2006/relationships/image" Target="../media/image357.png"/><Relationship Id="rId10" Type="http://schemas.openxmlformats.org/officeDocument/2006/relationships/image" Target="../media/image374.png"/><Relationship Id="rId4" Type="http://schemas.openxmlformats.org/officeDocument/2006/relationships/image" Target="../media/image363.png"/><Relationship Id="rId9" Type="http://schemas.openxmlformats.org/officeDocument/2006/relationships/customXml" Target="../ink/ink267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9.png"/><Relationship Id="rId3" Type="http://schemas.openxmlformats.org/officeDocument/2006/relationships/image" Target="../media/image357.png"/><Relationship Id="rId7" Type="http://schemas.openxmlformats.org/officeDocument/2006/relationships/image" Target="../media/image378.png"/><Relationship Id="rId12" Type="http://schemas.openxmlformats.org/officeDocument/2006/relationships/image" Target="../media/image38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7.png"/><Relationship Id="rId11" Type="http://schemas.openxmlformats.org/officeDocument/2006/relationships/customXml" Target="../ink/ink269.xml"/><Relationship Id="rId5" Type="http://schemas.openxmlformats.org/officeDocument/2006/relationships/image" Target="../media/image376.png"/><Relationship Id="rId10" Type="http://schemas.openxmlformats.org/officeDocument/2006/relationships/image" Target="../media/image380.png"/><Relationship Id="rId4" Type="http://schemas.openxmlformats.org/officeDocument/2006/relationships/image" Target="../media/image375.png"/><Relationship Id="rId9" Type="http://schemas.openxmlformats.org/officeDocument/2006/relationships/customXml" Target="../ink/ink268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5.png"/><Relationship Id="rId13" Type="http://schemas.openxmlformats.org/officeDocument/2006/relationships/customXml" Target="../ink/ink274.xml"/><Relationship Id="rId3" Type="http://schemas.openxmlformats.org/officeDocument/2006/relationships/image" Target="../media/image382.png"/><Relationship Id="rId7" Type="http://schemas.openxmlformats.org/officeDocument/2006/relationships/customXml" Target="../ink/ink271.xml"/><Relationship Id="rId12" Type="http://schemas.openxmlformats.org/officeDocument/2006/relationships/image" Target="../media/image38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4.png"/><Relationship Id="rId11" Type="http://schemas.openxmlformats.org/officeDocument/2006/relationships/customXml" Target="../ink/ink273.xml"/><Relationship Id="rId5" Type="http://schemas.openxmlformats.org/officeDocument/2006/relationships/customXml" Target="../ink/ink270.xml"/><Relationship Id="rId10" Type="http://schemas.openxmlformats.org/officeDocument/2006/relationships/image" Target="../media/image386.png"/><Relationship Id="rId4" Type="http://schemas.openxmlformats.org/officeDocument/2006/relationships/image" Target="../media/image383.png"/><Relationship Id="rId9" Type="http://schemas.openxmlformats.org/officeDocument/2006/relationships/customXml" Target="../ink/ink272.xml"/><Relationship Id="rId14" Type="http://schemas.openxmlformats.org/officeDocument/2006/relationships/image" Target="../media/image388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3.png"/><Relationship Id="rId3" Type="http://schemas.openxmlformats.org/officeDocument/2006/relationships/image" Target="../media/image389.png"/><Relationship Id="rId7" Type="http://schemas.openxmlformats.org/officeDocument/2006/relationships/customXml" Target="../ink/ink27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2.png"/><Relationship Id="rId5" Type="http://schemas.openxmlformats.org/officeDocument/2006/relationships/image" Target="../media/image391.png"/><Relationship Id="rId4" Type="http://schemas.openxmlformats.org/officeDocument/2006/relationships/image" Target="../media/image39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6.png"/><Relationship Id="rId3" Type="http://schemas.openxmlformats.org/officeDocument/2006/relationships/customXml" Target="../ink/ink276.xml"/><Relationship Id="rId7" Type="http://schemas.openxmlformats.org/officeDocument/2006/relationships/customXml" Target="../ink/ink27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5.png"/><Relationship Id="rId5" Type="http://schemas.openxmlformats.org/officeDocument/2006/relationships/customXml" Target="../ink/ink277.xml"/><Relationship Id="rId4" Type="http://schemas.openxmlformats.org/officeDocument/2006/relationships/image" Target="../media/image39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png"/><Relationship Id="rId3" Type="http://schemas.openxmlformats.org/officeDocument/2006/relationships/image" Target="../media/image373.png"/><Relationship Id="rId7" Type="http://schemas.openxmlformats.org/officeDocument/2006/relationships/customXml" Target="../ink/ink27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398.png"/><Relationship Id="rId4" Type="http://schemas.openxmlformats.org/officeDocument/2006/relationships/image" Target="../media/image39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3.png"/><Relationship Id="rId3" Type="http://schemas.openxmlformats.org/officeDocument/2006/relationships/image" Target="../media/image362.png"/><Relationship Id="rId7" Type="http://schemas.openxmlformats.org/officeDocument/2006/relationships/image" Target="../media/image40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1.png"/><Relationship Id="rId5" Type="http://schemas.openxmlformats.org/officeDocument/2006/relationships/image" Target="../media/image397.png"/><Relationship Id="rId10" Type="http://schemas.openxmlformats.org/officeDocument/2006/relationships/image" Target="../media/image404.png"/><Relationship Id="rId4" Type="http://schemas.openxmlformats.org/officeDocument/2006/relationships/image" Target="../media/image400.png"/><Relationship Id="rId9" Type="http://schemas.openxmlformats.org/officeDocument/2006/relationships/customXml" Target="../ink/ink28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7.png"/><Relationship Id="rId7" Type="http://schemas.openxmlformats.org/officeDocument/2006/relationships/image" Target="../media/image40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1.xml"/><Relationship Id="rId5" Type="http://schemas.openxmlformats.org/officeDocument/2006/relationships/image" Target="../media/image406.png"/><Relationship Id="rId4" Type="http://schemas.openxmlformats.org/officeDocument/2006/relationships/image" Target="../media/image40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png"/><Relationship Id="rId3" Type="http://schemas.openxmlformats.org/officeDocument/2006/relationships/image" Target="../media/image408.png"/><Relationship Id="rId7" Type="http://schemas.openxmlformats.org/officeDocument/2006/relationships/image" Target="../media/image412.png"/><Relationship Id="rId12" Type="http://schemas.openxmlformats.org/officeDocument/2006/relationships/image" Target="../media/image4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1.png"/><Relationship Id="rId11" Type="http://schemas.openxmlformats.org/officeDocument/2006/relationships/customXml" Target="../ink/ink282.xml"/><Relationship Id="rId5" Type="http://schemas.openxmlformats.org/officeDocument/2006/relationships/image" Target="../media/image410.png"/><Relationship Id="rId10" Type="http://schemas.openxmlformats.org/officeDocument/2006/relationships/image" Target="../media/image415.png"/><Relationship Id="rId4" Type="http://schemas.openxmlformats.org/officeDocument/2006/relationships/image" Target="../media/image409.png"/><Relationship Id="rId9" Type="http://schemas.openxmlformats.org/officeDocument/2006/relationships/image" Target="../media/image414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9.png"/><Relationship Id="rId3" Type="http://schemas.openxmlformats.org/officeDocument/2006/relationships/image" Target="../media/image417.png"/><Relationship Id="rId7" Type="http://schemas.openxmlformats.org/officeDocument/2006/relationships/customXml" Target="../ink/ink284.xml"/><Relationship Id="rId12" Type="http://schemas.openxmlformats.org/officeDocument/2006/relationships/image" Target="../media/image4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4.png"/><Relationship Id="rId11" Type="http://schemas.openxmlformats.org/officeDocument/2006/relationships/customXml" Target="../ink/ink286.xml"/><Relationship Id="rId5" Type="http://schemas.openxmlformats.org/officeDocument/2006/relationships/customXml" Target="../ink/ink283.xml"/><Relationship Id="rId10" Type="http://schemas.openxmlformats.org/officeDocument/2006/relationships/image" Target="../media/image420.png"/><Relationship Id="rId4" Type="http://schemas.openxmlformats.org/officeDocument/2006/relationships/image" Target="../media/image418.png"/><Relationship Id="rId9" Type="http://schemas.openxmlformats.org/officeDocument/2006/relationships/customXml" Target="../ink/ink285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5.png"/><Relationship Id="rId3" Type="http://schemas.openxmlformats.org/officeDocument/2006/relationships/image" Target="../media/image418.png"/><Relationship Id="rId7" Type="http://schemas.openxmlformats.org/officeDocument/2006/relationships/customXml" Target="../ink/ink28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4.png"/><Relationship Id="rId5" Type="http://schemas.openxmlformats.org/officeDocument/2006/relationships/image" Target="../media/image423.png"/><Relationship Id="rId4" Type="http://schemas.openxmlformats.org/officeDocument/2006/relationships/image" Target="../media/image42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6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png"/><Relationship Id="rId3" Type="http://schemas.openxmlformats.org/officeDocument/2006/relationships/image" Target="../media/image373.png"/><Relationship Id="rId7" Type="http://schemas.openxmlformats.org/officeDocument/2006/relationships/customXml" Target="../ink/ink28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8.png"/><Relationship Id="rId5" Type="http://schemas.openxmlformats.org/officeDocument/2006/relationships/image" Target="../media/image427.png"/><Relationship Id="rId4" Type="http://schemas.openxmlformats.org/officeDocument/2006/relationships/image" Target="../media/image422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2.png"/><Relationship Id="rId3" Type="http://schemas.openxmlformats.org/officeDocument/2006/relationships/image" Target="../media/image362.png"/><Relationship Id="rId7" Type="http://schemas.openxmlformats.org/officeDocument/2006/relationships/customXml" Target="../ink/ink29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7.png"/><Relationship Id="rId5" Type="http://schemas.openxmlformats.org/officeDocument/2006/relationships/image" Target="../media/image431.png"/><Relationship Id="rId4" Type="http://schemas.openxmlformats.org/officeDocument/2006/relationships/image" Target="../media/image43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7.png"/><Relationship Id="rId7" Type="http://schemas.openxmlformats.org/officeDocument/2006/relationships/image" Target="../media/image4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1.xml"/><Relationship Id="rId5" Type="http://schemas.openxmlformats.org/officeDocument/2006/relationships/image" Target="../media/image434.png"/><Relationship Id="rId4" Type="http://schemas.openxmlformats.org/officeDocument/2006/relationships/image" Target="../media/image433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2.xml"/><Relationship Id="rId3" Type="http://schemas.openxmlformats.org/officeDocument/2006/relationships/image" Target="../media/image436.png"/><Relationship Id="rId7" Type="http://schemas.openxmlformats.org/officeDocument/2006/relationships/image" Target="../media/image4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9.png"/><Relationship Id="rId5" Type="http://schemas.openxmlformats.org/officeDocument/2006/relationships/image" Target="../media/image438.png"/><Relationship Id="rId4" Type="http://schemas.openxmlformats.org/officeDocument/2006/relationships/image" Target="../media/image437.png"/><Relationship Id="rId9" Type="http://schemas.openxmlformats.org/officeDocument/2006/relationships/image" Target="../media/image441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5.xml"/><Relationship Id="rId3" Type="http://schemas.openxmlformats.org/officeDocument/2006/relationships/image" Target="../media/image442.png"/><Relationship Id="rId7" Type="http://schemas.openxmlformats.org/officeDocument/2006/relationships/image" Target="../media/image4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4.xml"/><Relationship Id="rId11" Type="http://schemas.openxmlformats.org/officeDocument/2006/relationships/image" Target="../media/image445.png"/><Relationship Id="rId5" Type="http://schemas.openxmlformats.org/officeDocument/2006/relationships/image" Target="../media/image443.png"/><Relationship Id="rId10" Type="http://schemas.openxmlformats.org/officeDocument/2006/relationships/customXml" Target="../ink/ink296.xml"/><Relationship Id="rId4" Type="http://schemas.openxmlformats.org/officeDocument/2006/relationships/customXml" Target="../ink/ink293.xml"/><Relationship Id="rId9" Type="http://schemas.openxmlformats.org/officeDocument/2006/relationships/image" Target="../media/image384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8.png"/><Relationship Id="rId3" Type="http://schemas.openxmlformats.org/officeDocument/2006/relationships/customXml" Target="../ink/ink297.xml"/><Relationship Id="rId7" Type="http://schemas.openxmlformats.org/officeDocument/2006/relationships/customXml" Target="../ink/ink29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7.png"/><Relationship Id="rId5" Type="http://schemas.openxmlformats.org/officeDocument/2006/relationships/customXml" Target="../ink/ink298.xml"/><Relationship Id="rId4" Type="http://schemas.openxmlformats.org/officeDocument/2006/relationships/image" Target="../media/image446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3.png"/><Relationship Id="rId3" Type="http://schemas.openxmlformats.org/officeDocument/2006/relationships/image" Target="../media/image449.png"/><Relationship Id="rId7" Type="http://schemas.openxmlformats.org/officeDocument/2006/relationships/customXml" Target="../ink/ink30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2.png"/><Relationship Id="rId5" Type="http://schemas.openxmlformats.org/officeDocument/2006/relationships/image" Target="../media/image451.png"/><Relationship Id="rId4" Type="http://schemas.openxmlformats.org/officeDocument/2006/relationships/image" Target="../media/image45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4.png"/><Relationship Id="rId5" Type="http://schemas.openxmlformats.org/officeDocument/2006/relationships/customXml" Target="../ink/ink302.xml"/><Relationship Id="rId4" Type="http://schemas.openxmlformats.org/officeDocument/2006/relationships/image" Target="../media/image446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0.png"/><Relationship Id="rId3" Type="http://schemas.openxmlformats.org/officeDocument/2006/relationships/image" Target="../media/image373.png"/><Relationship Id="rId7" Type="http://schemas.openxmlformats.org/officeDocument/2006/relationships/customXml" Target="../ink/ink30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6.png"/><Relationship Id="rId5" Type="http://schemas.openxmlformats.org/officeDocument/2006/relationships/image" Target="../media/image450.png"/><Relationship Id="rId10" Type="http://schemas.openxmlformats.org/officeDocument/2006/relationships/image" Target="../media/image457.png"/><Relationship Id="rId4" Type="http://schemas.openxmlformats.org/officeDocument/2006/relationships/image" Target="../media/image455.png"/><Relationship Id="rId9" Type="http://schemas.openxmlformats.org/officeDocument/2006/relationships/customXml" Target="../ink/ink304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1.png"/><Relationship Id="rId3" Type="http://schemas.openxmlformats.org/officeDocument/2006/relationships/image" Target="../media/image3760.png"/><Relationship Id="rId7" Type="http://schemas.openxmlformats.org/officeDocument/2006/relationships/image" Target="../media/image4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9.png"/><Relationship Id="rId5" Type="http://schemas.openxmlformats.org/officeDocument/2006/relationships/image" Target="../media/image455.png"/><Relationship Id="rId10" Type="http://schemas.openxmlformats.org/officeDocument/2006/relationships/image" Target="../media/image462.png"/><Relationship Id="rId4" Type="http://schemas.openxmlformats.org/officeDocument/2006/relationships/image" Target="../media/image458.png"/><Relationship Id="rId9" Type="http://schemas.openxmlformats.org/officeDocument/2006/relationships/customXml" Target="../ink/ink30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3.png"/><Relationship Id="rId5" Type="http://schemas.openxmlformats.org/officeDocument/2006/relationships/customXml" Target="../ink/ink307.xml"/><Relationship Id="rId4" Type="http://schemas.openxmlformats.org/officeDocument/2006/relationships/image" Target="../media/image44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7.png"/><Relationship Id="rId5" Type="http://schemas.openxmlformats.org/officeDocument/2006/relationships/image" Target="../media/image466.png"/><Relationship Id="rId4" Type="http://schemas.openxmlformats.org/officeDocument/2006/relationships/image" Target="../media/image465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2.png"/><Relationship Id="rId3" Type="http://schemas.openxmlformats.org/officeDocument/2006/relationships/image" Target="../media/image468.png"/><Relationship Id="rId7" Type="http://schemas.openxmlformats.org/officeDocument/2006/relationships/image" Target="../media/image47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5.png"/><Relationship Id="rId5" Type="http://schemas.openxmlformats.org/officeDocument/2006/relationships/image" Target="../media/image470.png"/><Relationship Id="rId10" Type="http://schemas.openxmlformats.org/officeDocument/2006/relationships/image" Target="../media/image473.png"/><Relationship Id="rId4" Type="http://schemas.openxmlformats.org/officeDocument/2006/relationships/image" Target="../media/image469.png"/><Relationship Id="rId9" Type="http://schemas.openxmlformats.org/officeDocument/2006/relationships/customXml" Target="../ink/ink308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0.xml"/><Relationship Id="rId3" Type="http://schemas.openxmlformats.org/officeDocument/2006/relationships/image" Target="../media/image474.png"/><Relationship Id="rId7" Type="http://schemas.openxmlformats.org/officeDocument/2006/relationships/image" Target="../media/image457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9.xml"/><Relationship Id="rId5" Type="http://schemas.openxmlformats.org/officeDocument/2006/relationships/image" Target="../media/image4560.png"/><Relationship Id="rId4" Type="http://schemas.openxmlformats.org/officeDocument/2006/relationships/image" Target="../media/image4550.png"/><Relationship Id="rId9" Type="http://schemas.openxmlformats.org/officeDocument/2006/relationships/image" Target="../media/image47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1.xml"/><Relationship Id="rId7" Type="http://schemas.openxmlformats.org/officeDocument/2006/relationships/image" Target="../media/image47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2.xml"/><Relationship Id="rId5" Type="http://schemas.openxmlformats.org/officeDocument/2006/relationships/image" Target="../media/image476.jpeg"/><Relationship Id="rId4" Type="http://schemas.openxmlformats.org/officeDocument/2006/relationships/image" Target="../media/image44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8.png"/><Relationship Id="rId5" Type="http://schemas.openxmlformats.org/officeDocument/2006/relationships/customXml" Target="../ink/ink314.xml"/><Relationship Id="rId4" Type="http://schemas.openxmlformats.org/officeDocument/2006/relationships/image" Target="../media/image44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9.png"/><Relationship Id="rId5" Type="http://schemas.openxmlformats.org/officeDocument/2006/relationships/customXml" Target="../ink/ink316.xml"/><Relationship Id="rId4" Type="http://schemas.openxmlformats.org/officeDocument/2006/relationships/image" Target="../media/image44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1.png"/><Relationship Id="rId5" Type="http://schemas.openxmlformats.org/officeDocument/2006/relationships/customXml" Target="../ink/ink318.xml"/><Relationship Id="rId4" Type="http://schemas.openxmlformats.org/officeDocument/2006/relationships/image" Target="../media/image480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40.png"/><Relationship Id="rId3" Type="http://schemas.openxmlformats.org/officeDocument/2006/relationships/image" Target="../media/image482.png"/><Relationship Id="rId7" Type="http://schemas.openxmlformats.org/officeDocument/2006/relationships/image" Target="../media/image46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20.png"/><Relationship Id="rId11" Type="http://schemas.openxmlformats.org/officeDocument/2006/relationships/image" Target="../media/image4670.png"/><Relationship Id="rId5" Type="http://schemas.openxmlformats.org/officeDocument/2006/relationships/image" Target="../media/image4610.png"/><Relationship Id="rId10" Type="http://schemas.openxmlformats.org/officeDocument/2006/relationships/image" Target="../media/image4660.png"/><Relationship Id="rId4" Type="http://schemas.openxmlformats.org/officeDocument/2006/relationships/image" Target="../media/image4600.png"/><Relationship Id="rId9" Type="http://schemas.openxmlformats.org/officeDocument/2006/relationships/image" Target="../media/image46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8161" y="3519186"/>
            <a:ext cx="9144000" cy="1375844"/>
          </a:xfrm>
        </p:spPr>
        <p:txBody>
          <a:bodyPr>
            <a:noAutofit/>
          </a:bodyPr>
          <a:lstStyle/>
          <a:p>
            <a:r>
              <a:rPr lang="en-US" sz="2800" b="1">
                <a:latin typeface="Arial Black" panose="020B0A04020102020204" pitchFamily="34" charset="0"/>
              </a:rPr>
              <a:t>WEEK 7 </a:t>
            </a:r>
            <a:br>
              <a:rPr lang="en-US" sz="2800" b="1">
                <a:latin typeface="Arial Black" panose="020B0A04020102020204" pitchFamily="34" charset="0"/>
              </a:rPr>
            </a:br>
            <a:br>
              <a:rPr lang="en-US" sz="2800" b="1">
                <a:latin typeface="Arial Black" panose="020B0A04020102020204" pitchFamily="34" charset="0"/>
              </a:rPr>
            </a:br>
            <a:r>
              <a:rPr lang="en-US" sz="2800" b="1">
                <a:latin typeface="Arial Black" panose="020B0A04020102020204" pitchFamily="34" charset="0"/>
              </a:rPr>
              <a:t>Feedback in Amplifiers</a:t>
            </a:r>
            <a:endParaRPr lang="en-AU" sz="2800" b="1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6389999"/>
            <a:ext cx="4089862" cy="468001"/>
          </a:xfrm>
        </p:spPr>
        <p:txBody>
          <a:bodyPr>
            <a:normAutofit/>
          </a:bodyPr>
          <a:lstStyle/>
          <a:p>
            <a:pPr algn="l"/>
            <a:r>
              <a:rPr lang="en-AU" b="1">
                <a:latin typeface="Arial Black" panose="020B0A04020102020204" pitchFamily="34" charset="0"/>
              </a:rPr>
              <a:t>Dr. </a:t>
            </a:r>
            <a:r>
              <a:rPr lang="en-AU" b="1">
                <a:latin typeface="Arial Black" panose="020B0A04020102020204" pitchFamily="34" charset="0"/>
                <a:cs typeface="Times New Roman" panose="02020603050405020304" pitchFamily="18" charset="0"/>
              </a:rPr>
              <a:t>Aron Michael 2023</a:t>
            </a:r>
          </a:p>
          <a:p>
            <a:endParaRPr lang="en-AU"/>
          </a:p>
          <a:p>
            <a:endParaRPr lang="en-AU" sz="1600"/>
          </a:p>
          <a:p>
            <a:endParaRPr lang="en-AU"/>
          </a:p>
        </p:txBody>
      </p:sp>
      <p:grpSp>
        <p:nvGrpSpPr>
          <p:cNvPr id="13" name="Group 12"/>
          <p:cNvGrpSpPr/>
          <p:nvPr/>
        </p:nvGrpSpPr>
        <p:grpSpPr>
          <a:xfrm>
            <a:off x="0" y="-57150"/>
            <a:ext cx="12192000" cy="2456913"/>
            <a:chOff x="0" y="0"/>
            <a:chExt cx="12192000" cy="2456913"/>
          </a:xfrm>
        </p:grpSpPr>
        <p:grpSp>
          <p:nvGrpSpPr>
            <p:cNvPr id="12" name="Group 11"/>
            <p:cNvGrpSpPr/>
            <p:nvPr/>
          </p:nvGrpSpPr>
          <p:grpSpPr>
            <a:xfrm>
              <a:off x="0" y="0"/>
              <a:ext cx="12192000" cy="2456913"/>
              <a:chOff x="0" y="0"/>
              <a:chExt cx="12192000" cy="2456913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0" y="0"/>
                <a:ext cx="12192000" cy="2456912"/>
                <a:chOff x="0" y="6120087"/>
                <a:chExt cx="12192000" cy="2456912"/>
              </a:xfrm>
            </p:grpSpPr>
            <p:sp>
              <p:nvSpPr>
                <p:cNvPr id="6" name="Rectangle 5"/>
                <p:cNvSpPr/>
                <p:nvPr/>
              </p:nvSpPr>
              <p:spPr>
                <a:xfrm>
                  <a:off x="0" y="6120087"/>
                  <a:ext cx="12192000" cy="1980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0" y="8108999"/>
                  <a:ext cx="12192000" cy="468000"/>
                </a:xfrm>
                <a:prstGeom prst="rect">
                  <a:avLst/>
                </a:prstGeom>
                <a:solidFill>
                  <a:srgbClr val="960000"/>
                </a:solidFill>
                <a:ln>
                  <a:solidFill>
                    <a:srgbClr val="96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</p:grpSp>
          <p:sp>
            <p:nvSpPr>
              <p:cNvPr id="9" name="Pentagon 8"/>
              <p:cNvSpPr/>
              <p:nvPr/>
            </p:nvSpPr>
            <p:spPr>
              <a:xfrm>
                <a:off x="0" y="1988913"/>
                <a:ext cx="5000368" cy="468000"/>
              </a:xfrm>
              <a:prstGeom prst="homePlat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1858" y="2022857"/>
                <a:ext cx="49015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>
                    <a:solidFill>
                      <a:schemeClr val="bg1"/>
                    </a:solidFill>
                  </a:rPr>
                  <a:t>Electrical Engineering &amp; Telecommunications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668161" y="2019702"/>
                <a:ext cx="15116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>
                    <a:solidFill>
                      <a:schemeClr val="bg1"/>
                    </a:solidFill>
                  </a:rPr>
                  <a:t>Engineering</a:t>
                </a:r>
              </a:p>
            </p:txBody>
          </p:sp>
        </p:grp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90" y="156972"/>
              <a:ext cx="1714500" cy="171450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69B3F8-1B8F-957F-54EA-152CCE66F7E9}"/>
                  </a:ext>
                </a:extLst>
              </p14:cNvPr>
              <p14:cNvContentPartPr/>
              <p14:nvPr/>
            </p14:nvContentPartPr>
            <p14:xfrm>
              <a:off x="2940120" y="4014720"/>
              <a:ext cx="340200" cy="222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69B3F8-1B8F-957F-54EA-152CCE66F7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0760" y="4005360"/>
                <a:ext cx="358920" cy="24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5187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EE1F6BA-1F23-031A-C257-40F71568A262}"/>
              </a:ext>
            </a:extLst>
          </p:cNvPr>
          <p:cNvGrpSpPr/>
          <p:nvPr/>
        </p:nvGrpSpPr>
        <p:grpSpPr>
          <a:xfrm>
            <a:off x="0" y="6181363"/>
            <a:ext cx="12192000" cy="731495"/>
            <a:chOff x="0" y="6120089"/>
            <a:chExt cx="12192000" cy="73149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10799BB-A9C3-80C4-388C-36253DE0F675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5AA7C1-847D-5E58-A6D3-5570EF084189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0" y="6110662"/>
            <a:ext cx="12192000" cy="731495"/>
            <a:chOff x="0" y="6120089"/>
            <a:chExt cx="12192000" cy="731495"/>
          </a:xfrm>
        </p:grpSpPr>
        <p:sp>
          <p:nvSpPr>
            <p:cNvPr id="6" name="Rectangle 5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44831"/>
            <a:ext cx="1194487" cy="5067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BFE155-C13D-E2D2-A45B-DC16D4DBA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802340"/>
            <a:ext cx="6286500" cy="4640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CA3498-3279-1C94-1591-524EB34AA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12" y="837691"/>
            <a:ext cx="5935980" cy="46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1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3C9CB79-87C8-099A-196B-0C6CFD95DE1E}"/>
              </a:ext>
            </a:extLst>
          </p:cNvPr>
          <p:cNvGrpSpPr/>
          <p:nvPr/>
        </p:nvGrpSpPr>
        <p:grpSpPr>
          <a:xfrm>
            <a:off x="0" y="6230200"/>
            <a:ext cx="12192000" cy="731495"/>
            <a:chOff x="0" y="6120089"/>
            <a:chExt cx="12192000" cy="7314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B12B80-4B01-D492-2FC4-3B6D45E91336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1821EE-0966-C311-38EA-A80EFB62D97E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Concept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98112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4C261815-C425-0B57-321C-6659DBC5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023" y="1429588"/>
            <a:ext cx="8825185" cy="3200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672" y="659888"/>
                <a:ext cx="11960469" cy="5460201"/>
              </a:xfrm>
            </p:spPr>
            <p:txBody>
              <a:bodyPr>
                <a:normAutofit fontScale="92500" lnSpcReduction="10000"/>
              </a:bodyPr>
              <a:lstStyle/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>
                    <a:latin typeface="Arial"/>
                    <a:cs typeface="Arial"/>
                  </a:rPr>
                  <a:t>Feedback refers to the process whereby a portion of the output is returned to the input to form part of the system excitation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AU" i="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i="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i="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AU">
                    <a:latin typeface="Arial"/>
                    <a:cs typeface="Arial"/>
                  </a:rPr>
                  <a:t> are voltage or current signals,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>
                    <a:latin typeface="Arial"/>
                    <a:cs typeface="Arial"/>
                  </a:rPr>
                  <a:t> is open loop amplifier gain and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AU">
                    <a:latin typeface="Arial"/>
                    <a:cs typeface="Arial"/>
                  </a:rPr>
                  <a:t> is feedback factor.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12700" marR="673100" indent="0">
                  <a:buNone/>
                </a:pPr>
                <a:endParaRPr lang="en-AU" sz="3000">
                  <a:latin typeface="Arial"/>
                  <a:cs typeface="Arial"/>
                </a:endParaRPr>
              </a:p>
              <a:p>
                <a:pPr marL="12700" marR="673100" indent="0">
                  <a:buNone/>
                </a:pPr>
                <a:endParaRPr lang="en-AU" sz="300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672" y="659888"/>
                <a:ext cx="11960469" cy="5460201"/>
              </a:xfrm>
              <a:blipFill>
                <a:blip r:embed="rId4"/>
                <a:stretch>
                  <a:fillRect l="-714" t="-2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50B5806-A03C-4C8C-1FF3-11D98C1480BA}"/>
                  </a:ext>
                </a:extLst>
              </p14:cNvPr>
              <p14:cNvContentPartPr/>
              <p14:nvPr/>
            </p14:nvContentPartPr>
            <p14:xfrm>
              <a:off x="3871440" y="1680840"/>
              <a:ext cx="6089040" cy="3274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50B5806-A03C-4C8C-1FF3-11D98C1480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62080" y="1671480"/>
                <a:ext cx="6107760" cy="329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762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Concept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4C261815-C425-0B57-321C-6659DBC5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98" y="716781"/>
            <a:ext cx="7677937" cy="2784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269" y="3429000"/>
            <a:ext cx="5938731" cy="5460201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>
                <a:latin typeface="Arial"/>
                <a:cs typeface="Arial"/>
              </a:rPr>
              <a:t>Feedback signal 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>
                <a:latin typeface="Arial"/>
                <a:cs typeface="Arial"/>
              </a:rPr>
              <a:t>Assuming negative feedback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C2D0FCDB-ABE0-CD9E-9957-8DD574F78FB3}"/>
                  </a:ext>
                </a:extLst>
              </p:cNvPr>
              <p:cNvSpPr txBox="1"/>
              <p:nvPr/>
            </p:nvSpPr>
            <p:spPr>
              <a:xfrm>
                <a:off x="6269760" y="4705641"/>
                <a:ext cx="4957606" cy="465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80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i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AU" sz="28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80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AU" sz="280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C2D0FCDB-ABE0-CD9E-9957-8DD574F78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760" y="4705641"/>
                <a:ext cx="4957606" cy="4653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46AD1CB4-6378-BD6D-CC39-6395B4B10A77}"/>
                  </a:ext>
                </a:extLst>
              </p:cNvPr>
              <p:cNvSpPr txBox="1"/>
              <p:nvPr/>
            </p:nvSpPr>
            <p:spPr>
              <a:xfrm>
                <a:off x="1346702" y="3904968"/>
                <a:ext cx="3269237" cy="465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46AD1CB4-6378-BD6D-CC39-6395B4B10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02" y="3904968"/>
                <a:ext cx="3269237" cy="4653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19FCEC7C-9B86-1332-9921-EABDC5285BB8}"/>
                  </a:ext>
                </a:extLst>
              </p:cNvPr>
              <p:cNvSpPr txBox="1"/>
              <p:nvPr/>
            </p:nvSpPr>
            <p:spPr>
              <a:xfrm>
                <a:off x="2282527" y="5007160"/>
                <a:ext cx="1872779" cy="465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19FCEC7C-9B86-1332-9921-EABDC5285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527" y="5007160"/>
                <a:ext cx="1872779" cy="4653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57BD287-74A4-0E9C-3A3F-BCFF3038709F}"/>
                  </a:ext>
                </a:extLst>
              </p:cNvPr>
              <p:cNvSpPr txBox="1"/>
              <p:nvPr/>
            </p:nvSpPr>
            <p:spPr>
              <a:xfrm>
                <a:off x="1653198" y="5579897"/>
                <a:ext cx="313143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1+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8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57BD287-74A4-0E9C-3A3F-BCFF30387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198" y="5579897"/>
                <a:ext cx="313143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D16834C4-3A6F-A086-22A3-FAFA1F936158}"/>
                  </a:ext>
                </a:extLst>
              </p:cNvPr>
              <p:cNvSpPr txBox="1"/>
              <p:nvPr/>
            </p:nvSpPr>
            <p:spPr>
              <a:xfrm>
                <a:off x="6663254" y="4132904"/>
                <a:ext cx="3312738" cy="465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8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sz="28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AU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80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2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AU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AU" sz="280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D16834C4-3A6F-A086-22A3-FAFA1F936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254" y="4132904"/>
                <a:ext cx="3312738" cy="4653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816F5178-AAC4-F5E0-C024-6509385A6D3D}"/>
                  </a:ext>
                </a:extLst>
              </p:cNvPr>
              <p:cNvSpPr txBox="1"/>
              <p:nvPr/>
            </p:nvSpPr>
            <p:spPr>
              <a:xfrm>
                <a:off x="6955780" y="5186841"/>
                <a:ext cx="2183611" cy="882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816F5178-AAC4-F5E0-C024-6509385A6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780" y="5186841"/>
                <a:ext cx="2183611" cy="8826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4" name="Content Placeholder 2">
            <a:extLst>
              <a:ext uri="{FF2B5EF4-FFF2-40B4-BE49-F238E27FC236}">
                <a16:creationId xmlns:a16="http://schemas.microsoft.com/office/drawing/2014/main" id="{1DC57475-60D9-C5AB-BEB5-BF946F39346B}"/>
              </a:ext>
            </a:extLst>
          </p:cNvPr>
          <p:cNvSpPr txBox="1">
            <a:spLocks/>
          </p:cNvSpPr>
          <p:nvPr/>
        </p:nvSpPr>
        <p:spPr>
          <a:xfrm>
            <a:off x="6009348" y="3052750"/>
            <a:ext cx="4818187" cy="1162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84300" marR="673100" lvl="3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>
                <a:latin typeface="Arial"/>
                <a:cs typeface="Arial"/>
              </a:rPr>
              <a:t>Output signal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Font typeface="Arial" panose="020B0604020202020204" pitchFamily="34" charset="0"/>
              <a:buNone/>
            </a:pPr>
            <a:endParaRPr lang="en-AU" sz="30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2C7F4A7-51CB-1F16-01CB-D79EA056D573}"/>
                  </a:ext>
                </a:extLst>
              </p14:cNvPr>
              <p14:cNvContentPartPr/>
              <p14:nvPr/>
            </p14:nvContentPartPr>
            <p14:xfrm>
              <a:off x="1619280" y="500760"/>
              <a:ext cx="10299960" cy="5706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2C7F4A7-51CB-1F16-01CB-D79EA056D57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09920" y="491400"/>
                <a:ext cx="10318680" cy="572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333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Concept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45477" y="2024191"/>
                <a:ext cx="12680822" cy="3701600"/>
              </a:xfrm>
            </p:spPr>
            <p:txBody>
              <a:bodyPr>
                <a:normAutofit/>
              </a:bodyPr>
              <a:lstStyle/>
              <a:p>
                <a:pPr marL="12700" marR="673100" indent="0">
                  <a:buNone/>
                </a:pPr>
                <a:r>
                  <a:rPr lang="en-AU">
                    <a:latin typeface="Arial"/>
                    <a:cs typeface="Arial"/>
                  </a:rPr>
                  <a:t>                for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A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i="0" dirty="0" smtClean="0">
                        <a:latin typeface="Cambria Math" panose="02040503050406030204" pitchFamily="18" charset="0"/>
                      </a:rPr>
                      <m:t>&gt;&gt;1</m:t>
                    </m:r>
                  </m:oMath>
                </a14:m>
                <a:r>
                  <a:rPr lang="en-AU">
                    <a:latin typeface="Arial"/>
                    <a:cs typeface="Arial"/>
                  </a:rPr>
                  <a:t> 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b="1">
                    <a:latin typeface="Arial"/>
                    <a:cs typeface="Arial"/>
                  </a:rPr>
                  <a:t>The gain of the feedback amplifier is almost entirely  determined by feedback network </a:t>
                </a:r>
              </a:p>
              <a:p>
                <a:pPr marL="469900" marR="673100" indent="-457200" algn="just">
                  <a:buFont typeface="Wingdings" panose="05000000000000000000" pitchFamily="2" charset="2"/>
                  <a:buChar char="q"/>
                </a:pPr>
                <a:r>
                  <a:rPr lang="en-AU">
                    <a:latin typeface="Arial"/>
                    <a:cs typeface="Arial"/>
                  </a:rPr>
                  <a:t>Since the feedback network usually consists of passive components, gain can be set through the </a:t>
                </a:r>
                <a:r>
                  <a:rPr lang="en-AU" b="1">
                    <a:latin typeface="Arial"/>
                    <a:cs typeface="Arial"/>
                  </a:rPr>
                  <a:t>selection of components in the feedback network and be virtually independent of the basic amplifier</a:t>
                </a:r>
                <a:r>
                  <a:rPr lang="en-AU">
                    <a:latin typeface="Arial"/>
                    <a:cs typeface="Arial"/>
                  </a:rPr>
                  <a:t>.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12700" marR="673100" indent="0">
                  <a:buNone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45477" y="2024191"/>
                <a:ext cx="12680822" cy="3701600"/>
              </a:xfrm>
              <a:blipFill>
                <a:blip r:embed="rId3"/>
                <a:stretch>
                  <a:fillRect l="-769" t="-2801" b="-3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816F5178-AAC4-F5E0-C024-6509385A6D3D}"/>
                  </a:ext>
                </a:extLst>
              </p:cNvPr>
              <p:cNvSpPr txBox="1"/>
              <p:nvPr/>
            </p:nvSpPr>
            <p:spPr>
              <a:xfrm>
                <a:off x="4013074" y="894985"/>
                <a:ext cx="2183611" cy="882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816F5178-AAC4-F5E0-C024-6509385A6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074" y="894985"/>
                <a:ext cx="2183611" cy="882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DB97BE-305C-1D94-CAF2-DA956189EA90}"/>
                  </a:ext>
                </a:extLst>
              </p:cNvPr>
              <p:cNvSpPr txBox="1"/>
              <p:nvPr/>
            </p:nvSpPr>
            <p:spPr>
              <a:xfrm>
                <a:off x="3785955" y="2214272"/>
                <a:ext cx="2183611" cy="882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DB97BE-305C-1D94-CAF2-DA956189E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955" y="2214272"/>
                <a:ext cx="2183611" cy="8826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43B4415-EA33-A6B0-BADB-1EEBD6893EFC}"/>
                  </a:ext>
                </a:extLst>
              </p14:cNvPr>
              <p14:cNvContentPartPr/>
              <p14:nvPr/>
            </p14:nvContentPartPr>
            <p14:xfrm>
              <a:off x="4207680" y="863280"/>
              <a:ext cx="7361280" cy="2788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43B4415-EA33-A6B0-BADB-1EEBD6893EF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98320" y="853920"/>
                <a:ext cx="7380000" cy="28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D62FDE7-3A2B-573A-A36E-0F86B1A21F50}"/>
                  </a:ext>
                </a:extLst>
              </p14:cNvPr>
              <p14:cNvContentPartPr/>
              <p14:nvPr/>
            </p14:nvContentPartPr>
            <p14:xfrm>
              <a:off x="3638880" y="348120"/>
              <a:ext cx="3022920" cy="1756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D62FDE7-3A2B-573A-A36E-0F86B1A21F5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29520" y="338760"/>
                <a:ext cx="3041640" cy="177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820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Type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77423"/>
                <a:ext cx="12680822" cy="3701600"/>
              </a:xfrm>
            </p:spPr>
            <p:txBody>
              <a:bodyPr>
                <a:normAutofit/>
              </a:bodyPr>
              <a:lstStyle/>
              <a:p>
                <a:pPr marL="12700" marR="673100" indent="0">
                  <a:buNone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b="1">
                    <a:latin typeface="Arial"/>
                    <a:cs typeface="Arial"/>
                  </a:rPr>
                  <a:t>Two types of feedback possible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q"/>
                </a:pPr>
                <a:r>
                  <a:rPr lang="en-AU" b="1">
                    <a:latin typeface="Arial"/>
                    <a:cs typeface="Arial"/>
                  </a:rPr>
                  <a:t>Negative feedback</a:t>
                </a: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AU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AU">
                    <a:latin typeface="Arial"/>
                    <a:cs typeface="Arial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AU" b="0" i="0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A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r>
                  <a:rPr lang="en-AU">
                    <a:latin typeface="Arial"/>
                    <a:cs typeface="Arial"/>
                  </a:rPr>
                  <a:t>The system is stable provided there is enough of a phase margin. When designing amplifiers, negative feedback will be used.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q"/>
                </a:pPr>
                <a:r>
                  <a:rPr lang="en-AU" b="1">
                    <a:latin typeface="Arial"/>
                    <a:cs typeface="Arial"/>
                  </a:rPr>
                  <a:t>Positive feedback</a:t>
                </a: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AU" b="1" i="1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AU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AU" b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AU" b="1">
                    <a:latin typeface="Arial"/>
                    <a:cs typeface="Arial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AU" b="1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b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b="1"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r>
                  <a:rPr lang="en-AU" b="1">
                    <a:latin typeface="Arial"/>
                    <a:cs typeface="Arial"/>
                  </a:rPr>
                  <a:t>For the case of </a:t>
                </a:r>
                <a14:m>
                  <m:oMath xmlns:m="http://schemas.openxmlformats.org/officeDocument/2006/math">
                    <m:r>
                      <a:rPr lang="en-AU" b="1" i="1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AU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b="1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b="1" dirty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AU" b="1">
                    <a:latin typeface="Arial"/>
                    <a:cs typeface="Arial"/>
                  </a:rPr>
                  <a:t> </a:t>
                </a:r>
                <a:r>
                  <a:rPr lang="en-AU">
                    <a:latin typeface="Arial"/>
                    <a:cs typeface="Arial"/>
                  </a:rPr>
                  <a:t>causes oscillations and instability.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12700" marR="673100" indent="0">
                  <a:buNone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7423"/>
                <a:ext cx="12680822" cy="3701600"/>
              </a:xfrm>
              <a:blipFill>
                <a:blip r:embed="rId3"/>
                <a:stretch>
                  <a:fillRect l="-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id="{AD1641A7-E781-A457-A09A-6DE4228A1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602" y="3790765"/>
            <a:ext cx="3593477" cy="217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CA4568-8F59-47F6-E884-F8A417A7DDCB}"/>
                  </a:ext>
                </a:extLst>
              </p14:cNvPr>
              <p14:cNvContentPartPr/>
              <p14:nvPr/>
            </p14:nvContentPartPr>
            <p14:xfrm>
              <a:off x="350280" y="126000"/>
              <a:ext cx="11779200" cy="5527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CA4568-8F59-47F6-E884-F8A417A7DD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0920" y="116640"/>
                <a:ext cx="11797920" cy="554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400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EE1F6BA-1F23-031A-C257-40F71568A262}"/>
              </a:ext>
            </a:extLst>
          </p:cNvPr>
          <p:cNvGrpSpPr/>
          <p:nvPr/>
        </p:nvGrpSpPr>
        <p:grpSpPr>
          <a:xfrm>
            <a:off x="0" y="6181363"/>
            <a:ext cx="12192000" cy="731495"/>
            <a:chOff x="0" y="6120089"/>
            <a:chExt cx="12192000" cy="73149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10799BB-A9C3-80C4-388C-36253DE0F675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5AA7C1-847D-5E58-A6D3-5570EF084189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0" y="6110662"/>
            <a:ext cx="12192000" cy="731495"/>
            <a:chOff x="0" y="6120089"/>
            <a:chExt cx="12192000" cy="731495"/>
          </a:xfrm>
        </p:grpSpPr>
        <p:sp>
          <p:nvSpPr>
            <p:cNvPr id="6" name="Rectangle 5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44831"/>
            <a:ext cx="1194487" cy="5067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BFE155-C13D-E2D2-A45B-DC16D4DBA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68" y="864481"/>
            <a:ext cx="5128677" cy="3785896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5B08023-D794-D1A3-74BA-741331C3A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608" y="1114698"/>
            <a:ext cx="6536840" cy="2741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66DCB4-BDC7-F5A3-358E-7AE346A49D5A}"/>
                  </a:ext>
                </a:extLst>
              </p:cNvPr>
              <p:cNvSpPr txBox="1"/>
              <p:nvPr/>
            </p:nvSpPr>
            <p:spPr>
              <a:xfrm>
                <a:off x="5275817" y="4732119"/>
                <a:ext cx="2183611" cy="882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66DCB4-BDC7-F5A3-358E-7AE346A49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817" y="4732119"/>
                <a:ext cx="2183611" cy="8826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87392E-6281-42E7-FF6C-74557757DB6F}"/>
                  </a:ext>
                </a:extLst>
              </p14:cNvPr>
              <p14:cNvContentPartPr/>
              <p14:nvPr/>
            </p14:nvContentPartPr>
            <p14:xfrm>
              <a:off x="2616840" y="1973520"/>
              <a:ext cx="2239200" cy="1477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87392E-6281-42E7-FF6C-74557757DB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01000" y="1910160"/>
                <a:ext cx="2270520" cy="160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F446B26-01E6-FFBA-3D7B-D70DE7E18B64}"/>
                  </a:ext>
                </a:extLst>
              </p14:cNvPr>
              <p14:cNvContentPartPr/>
              <p14:nvPr/>
            </p14:nvContentPartPr>
            <p14:xfrm>
              <a:off x="416520" y="293760"/>
              <a:ext cx="11385000" cy="5712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F446B26-01E6-FFBA-3D7B-D70DE7E18B6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7160" y="284400"/>
                <a:ext cx="11403720" cy="573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590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3000" b="1">
                <a:latin typeface="Arial"/>
                <a:cs typeface="Arial"/>
              </a:rPr>
              <a:t>Four feedback topologies are possible </a:t>
            </a:r>
          </a:p>
          <a:p>
            <a:pPr marL="927100" marR="673100" lvl="1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Series-Shunt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Voltage sampled (output) and voltage summed (input)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basic amplifier is voltage amplifier and the output voltage is sampled (</a:t>
            </a:r>
            <a:r>
              <a:rPr lang="en-AU" sz="2400" b="1">
                <a:latin typeface="Arial"/>
                <a:cs typeface="Arial"/>
              </a:rPr>
              <a:t>shunt at output</a:t>
            </a:r>
            <a:r>
              <a:rPr lang="en-AU" sz="2400">
                <a:latin typeface="Arial"/>
                <a:cs typeface="Arial"/>
              </a:rPr>
              <a:t>) and fed by the feedback network to the input.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signal is voltage which is added to the source (</a:t>
            </a:r>
            <a:r>
              <a:rPr lang="en-AU" sz="2400" b="1">
                <a:latin typeface="Arial"/>
                <a:cs typeface="Arial"/>
              </a:rPr>
              <a:t>series at input</a:t>
            </a:r>
            <a:r>
              <a:rPr lang="en-AU" sz="2400">
                <a:latin typeface="Arial"/>
                <a:cs typeface="Arial"/>
              </a:rPr>
              <a:t>) 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922CAA-1201-17F9-22D6-0F556A935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705" y="3276174"/>
            <a:ext cx="5224895" cy="28388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2D439D0-9517-9AB1-F463-AD23088613D3}"/>
                  </a:ext>
                </a:extLst>
              </p14:cNvPr>
              <p14:cNvContentPartPr/>
              <p14:nvPr/>
            </p14:nvContentPartPr>
            <p14:xfrm>
              <a:off x="226080" y="922680"/>
              <a:ext cx="11414880" cy="5222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2D439D0-9517-9AB1-F463-AD23088613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720" y="913320"/>
                <a:ext cx="11433600" cy="524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9649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0" marR="673100" lvl="1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Series-Shunt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network is a two-port network and can be replaced by one of the two-port network parameters. (</a:t>
            </a:r>
            <a:r>
              <a:rPr lang="en-AU" sz="2400" b="1">
                <a:latin typeface="Arial"/>
                <a:cs typeface="Arial"/>
              </a:rPr>
              <a:t>which one is appropriate?)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Since series at the input (port 1) and parallel at output (port 2), h-parameter (hybrid parameter) is appropriate.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703CB1-F8B2-9268-1AA2-3A2A96C53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411" y="2744133"/>
            <a:ext cx="5539740" cy="30175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52187B-55D7-8566-13FC-795FD6883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49" y="2744133"/>
            <a:ext cx="5539740" cy="33832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70C5059-5DC6-ED16-24FA-CEC1A428B0EA}"/>
                  </a:ext>
                </a:extLst>
              </p14:cNvPr>
              <p14:cNvContentPartPr/>
              <p14:nvPr/>
            </p14:nvContentPartPr>
            <p14:xfrm>
              <a:off x="5186520" y="2333160"/>
              <a:ext cx="6044040" cy="3814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70C5059-5DC6-ED16-24FA-CEC1A428B0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77160" y="2323800"/>
                <a:ext cx="6062760" cy="383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1129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986C52E-AD9D-80AB-6561-D46D4AE65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723" y="952215"/>
            <a:ext cx="3020619" cy="1672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9D9115-36DD-76DA-7542-1A43159F86C5}"/>
              </a:ext>
            </a:extLst>
          </p:cNvPr>
          <p:cNvCxnSpPr/>
          <p:nvPr/>
        </p:nvCxnSpPr>
        <p:spPr>
          <a:xfrm>
            <a:off x="4427107" y="2336992"/>
            <a:ext cx="820495" cy="0"/>
          </a:xfrm>
          <a:prstGeom prst="straightConnector1">
            <a:avLst/>
          </a:prstGeom>
          <a:ln w="28575">
            <a:solidFill>
              <a:srgbClr val="0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CCCA0B-3D23-C784-B588-C167A3FEB634}"/>
              </a:ext>
            </a:extLst>
          </p:cNvPr>
          <p:cNvSpPr txBox="1"/>
          <p:nvPr/>
        </p:nvSpPr>
        <p:spPr>
          <a:xfrm>
            <a:off x="4628835" y="2376463"/>
            <a:ext cx="9448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series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539E04-A60A-3B00-2696-BD67618B497F}"/>
              </a:ext>
            </a:extLst>
          </p:cNvPr>
          <p:cNvCxnSpPr/>
          <p:nvPr/>
        </p:nvCxnSpPr>
        <p:spPr>
          <a:xfrm>
            <a:off x="5507227" y="2336992"/>
            <a:ext cx="1083739" cy="0"/>
          </a:xfrm>
          <a:prstGeom prst="straightConnector1">
            <a:avLst/>
          </a:prstGeom>
          <a:ln w="28575">
            <a:solidFill>
              <a:srgbClr val="0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BFBDC7-B0F4-4DA9-BE93-1030CB57670F}"/>
              </a:ext>
            </a:extLst>
          </p:cNvPr>
          <p:cNvSpPr txBox="1"/>
          <p:nvPr/>
        </p:nvSpPr>
        <p:spPr>
          <a:xfrm>
            <a:off x="5599748" y="2380312"/>
            <a:ext cx="102013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shunt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8C4A24-D91E-D74D-EAAE-F8079E4DF8CC}"/>
              </a:ext>
            </a:extLst>
          </p:cNvPr>
          <p:cNvSpPr/>
          <p:nvPr/>
        </p:nvSpPr>
        <p:spPr>
          <a:xfrm>
            <a:off x="3700989" y="542135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Hybrid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E8416B-63B7-DF0B-2289-C57D94E7FC24}"/>
                  </a:ext>
                </a:extLst>
              </p:cNvPr>
              <p:cNvSpPr txBox="1"/>
              <p:nvPr/>
            </p:nvSpPr>
            <p:spPr>
              <a:xfrm>
                <a:off x="821863" y="1398405"/>
                <a:ext cx="2790316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𝐼</m:t>
                    </m:r>
                    <m:r>
                      <a:rPr lang="en-AU" sz="2400" b="0" i="1" baseline="-250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𝑓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AU" sz="2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AU" sz="2400" i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14:m>
                  <m:oMath xmlns:m="http://schemas.openxmlformats.org/officeDocument/2006/math">
                    <m:r>
                      <a:rPr lang="en-AU" sz="2400" b="0" i="1" baseline="-25000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  <a:ea typeface="Cambria Math" panose="02040503050406030204" pitchFamily="18" charset="0"/>
                      </a:rPr>
                      <m:t>𝑜</m:t>
                    </m:r>
                  </m:oMath>
                </a14:m>
                <a:endParaRPr lang="en-AU" sz="2400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E8416B-63B7-DF0B-2289-C57D94E7F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63" y="1398405"/>
                <a:ext cx="2790316" cy="491288"/>
              </a:xfrm>
              <a:prstGeom prst="rect">
                <a:avLst/>
              </a:prstGeom>
              <a:blipFill>
                <a:blip r:embed="rId4"/>
                <a:stretch>
                  <a:fillRect l="-873" t="-11111" b="-27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78E5A69-F103-BF8E-7C76-2A7B7AE90F60}"/>
                  </a:ext>
                </a:extLst>
              </p:cNvPr>
              <p:cNvSpPr txBox="1"/>
              <p:nvPr/>
            </p:nvSpPr>
            <p:spPr>
              <a:xfrm>
                <a:off x="758948" y="1860070"/>
                <a:ext cx="283398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𝐼</m:t>
                      </m:r>
                      <m:r>
                        <a:rPr lang="en-AU" sz="2400" b="0" i="1" baseline="-250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𝑓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22</m:t>
                          </m:r>
                        </m:sub>
                      </m:sSub>
                      <m:r>
                        <a:rPr lang="en-AU" sz="2400" b="0" i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𝑉</m:t>
                      </m:r>
                      <m:r>
                        <a:rPr lang="en-AU" sz="2400" b="0" i="1" baseline="-250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𝑜</m:t>
                      </m:r>
                    </m:oMath>
                  </m:oMathPara>
                </a14:m>
                <a:endParaRPr lang="en-AU" sz="2400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78E5A69-F103-BF8E-7C76-2A7B7AE90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48" y="1860070"/>
                <a:ext cx="2833981" cy="453137"/>
              </a:xfrm>
              <a:prstGeom prst="rect">
                <a:avLst/>
              </a:prstGeom>
              <a:blipFill>
                <a:blip r:embed="rId5"/>
                <a:stretch>
                  <a:fillRect b="-28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2833CC-3CD7-3338-F94A-690FF13F20A4}"/>
                  </a:ext>
                </a:extLst>
              </p:cNvPr>
              <p:cNvSpPr txBox="1"/>
              <p:nvPr/>
            </p:nvSpPr>
            <p:spPr>
              <a:xfrm>
                <a:off x="7108597" y="1874514"/>
                <a:ext cx="2520281" cy="66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𝛽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=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𝑉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400" b="0" i="1" baseline="-2500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2833CC-3CD7-3338-F94A-690FF13F2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597" y="1874514"/>
                <a:ext cx="2520281" cy="661912"/>
              </a:xfrm>
              <a:prstGeom prst="rect">
                <a:avLst/>
              </a:prstGeom>
              <a:blipFill>
                <a:blip r:embed="rId6"/>
                <a:stretch>
                  <a:fillRect b="-9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5CAC153-2C5B-3919-A5A8-65595613E3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863" y="2662502"/>
            <a:ext cx="5529061" cy="32288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F6CE14C-97B9-3E23-8B8B-A566CD4C66BA}"/>
                  </a:ext>
                </a:extLst>
              </p:cNvPr>
              <p:cNvSpPr txBox="1"/>
              <p:nvPr/>
            </p:nvSpPr>
            <p:spPr>
              <a:xfrm>
                <a:off x="7356425" y="1047507"/>
                <a:ext cx="2520281" cy="701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𝑉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F6CE14C-97B9-3E23-8B8B-A566CD4C6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425" y="1047507"/>
                <a:ext cx="2520281" cy="7017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80A580D-CC0C-36BE-861F-9CD2F6E1CE84}"/>
                  </a:ext>
                </a:extLst>
              </p:cNvPr>
              <p:cNvSpPr txBox="1"/>
              <p:nvPr/>
            </p:nvSpPr>
            <p:spPr>
              <a:xfrm>
                <a:off x="9592144" y="1018350"/>
                <a:ext cx="2520281" cy="673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80A580D-CC0C-36BE-861F-9CD2F6E1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144" y="1018350"/>
                <a:ext cx="2520281" cy="673454"/>
              </a:xfrm>
              <a:prstGeom prst="rect">
                <a:avLst/>
              </a:prstGeom>
              <a:blipFill>
                <a:blip r:embed="rId9"/>
                <a:stretch>
                  <a:fillRect b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EEC0140-2540-5102-C05A-D787FB5BEF09}"/>
                  </a:ext>
                </a:extLst>
              </p:cNvPr>
              <p:cNvSpPr txBox="1"/>
              <p:nvPr/>
            </p:nvSpPr>
            <p:spPr>
              <a:xfrm>
                <a:off x="9570803" y="1873952"/>
                <a:ext cx="2520281" cy="714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  <a:r>
                  <a:rPr lang="en-AU" sz="2400" baseline="30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</a:t>
                </a:r>
                <a:r>
                  <a:rPr lang="en-AU" sz="2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≈</a:t>
                </a:r>
                <a:r>
                  <a:rPr lang="en-AU" sz="24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EEC0140-2540-5102-C05A-D787FB5BE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0803" y="1873952"/>
                <a:ext cx="2520281" cy="7146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7BAA707A-D0E0-840C-CA69-23A4316A4F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1003" y="2801689"/>
            <a:ext cx="5864783" cy="28625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89B7D9-837A-ABDE-AA88-485DD4355633}"/>
                  </a:ext>
                </a:extLst>
              </p14:cNvPr>
              <p14:cNvContentPartPr/>
              <p14:nvPr/>
            </p14:nvContentPartPr>
            <p14:xfrm>
              <a:off x="897840" y="2563920"/>
              <a:ext cx="10094040" cy="3435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89B7D9-837A-ABDE-AA88-485DD435563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8480" y="2554560"/>
                <a:ext cx="10112760" cy="345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4187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3000" b="1">
                <a:latin typeface="Arial"/>
                <a:cs typeface="Arial"/>
              </a:rPr>
              <a:t>Shunt-Series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Current sampled (output) and current summed (input)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basic amplifier is current amplifier and the output current is sampled (</a:t>
            </a:r>
            <a:r>
              <a:rPr lang="en-AU" sz="2400" b="1">
                <a:latin typeface="Arial"/>
                <a:cs typeface="Arial"/>
              </a:rPr>
              <a:t>series at output</a:t>
            </a:r>
            <a:r>
              <a:rPr lang="en-AU" sz="2400">
                <a:latin typeface="Arial"/>
                <a:cs typeface="Arial"/>
              </a:rPr>
              <a:t>) and fed by the feedback network.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signal is current which is summed to the source in parallel (</a:t>
            </a:r>
            <a:r>
              <a:rPr lang="en-AU" sz="2400" b="1">
                <a:latin typeface="Arial"/>
                <a:cs typeface="Arial"/>
              </a:rPr>
              <a:t>shunt at input</a:t>
            </a:r>
            <a:r>
              <a:rPr lang="en-AU" sz="2400">
                <a:latin typeface="Arial"/>
                <a:cs typeface="Arial"/>
              </a:rPr>
              <a:t>) 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12AD33-1BE9-2221-B4C9-D81576F2A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041" y="2964205"/>
            <a:ext cx="6446520" cy="3162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8FE9CCE-BB81-8987-106C-594516AE95F0}"/>
                  </a:ext>
                </a:extLst>
              </p14:cNvPr>
              <p14:cNvContentPartPr/>
              <p14:nvPr/>
            </p14:nvContentPartPr>
            <p14:xfrm>
              <a:off x="730800" y="898200"/>
              <a:ext cx="11235600" cy="5001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8FE9CCE-BB81-8987-106C-594516AE95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1440" y="888840"/>
                <a:ext cx="11254320" cy="502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822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0" marR="673100" lvl="1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Shunt-Series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network is a two-port network and can be replaced by one of the two-port network parameters. (</a:t>
            </a:r>
            <a:r>
              <a:rPr lang="en-AU" sz="2400" b="1">
                <a:latin typeface="Arial"/>
                <a:cs typeface="Arial"/>
              </a:rPr>
              <a:t>which one is appropriate?)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Since shunt (parallel) at the input (port 1) and series at output (port 2), g-parameter is more appropriate.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FC0AC5-1533-07E5-E472-EFD6D58E1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9" y="2414125"/>
            <a:ext cx="6096389" cy="35958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7B7148E-5629-0C61-0869-338E089FB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14125"/>
            <a:ext cx="5537151" cy="33997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278BFB0-D63C-0841-EEB0-7049A8A273CB}"/>
                  </a:ext>
                </a:extLst>
              </p14:cNvPr>
              <p14:cNvContentPartPr/>
              <p14:nvPr/>
            </p14:nvContentPartPr>
            <p14:xfrm>
              <a:off x="387000" y="859320"/>
              <a:ext cx="9820080" cy="5365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278BFB0-D63C-0841-EEB0-7049A8A273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7640" y="849960"/>
                <a:ext cx="9838800" cy="538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7055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0F40E6-4859-4CD5-DADA-2643E16FCCD2}"/>
                  </a:ext>
                </a:extLst>
              </p:cNvPr>
              <p:cNvSpPr txBox="1"/>
              <p:nvPr/>
            </p:nvSpPr>
            <p:spPr>
              <a:xfrm>
                <a:off x="294947" y="1000016"/>
                <a:ext cx="2620204" cy="8606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4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11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𝑉</m:t>
                      </m:r>
                      <m:r>
                        <a:rPr lang="en-AU" sz="2400" b="0" i="1" baseline="-250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𝑓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AU" sz="24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g</m:t>
                      </m:r>
                      <m:r>
                        <a:rPr lang="en-AU" sz="2400" b="0" i="1" baseline="-250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12</m:t>
                      </m:r>
                      <m:r>
                        <a:rPr lang="en-AU" sz="24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𝐼</m:t>
                      </m:r>
                      <m:r>
                        <a:rPr lang="en-AU" sz="2400" i="1" baseline="-250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𝑜</m:t>
                      </m:r>
                    </m:oMath>
                  </m:oMathPara>
                </a14:m>
                <a:endParaRPr lang="en-AU" sz="2400" baseline="-25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  <a:p>
                <a:endParaRPr lang="en-AU"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0F40E6-4859-4CD5-DADA-2643E16FC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47" y="1000016"/>
                <a:ext cx="2620204" cy="8606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63A916-B3F9-2987-ADED-C331D996F97B}"/>
                  </a:ext>
                </a:extLst>
              </p:cNvPr>
              <p:cNvSpPr txBox="1"/>
              <p:nvPr/>
            </p:nvSpPr>
            <p:spPr>
              <a:xfrm>
                <a:off x="273595" y="1461681"/>
                <a:ext cx="2808526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4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𝑉</m:t>
                      </m:r>
                      <m:r>
                        <a:rPr lang="en-AU" sz="2400" b="0" i="1" baseline="-250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𝑓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4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22</m:t>
                          </m:r>
                        </m:sub>
                      </m:sSub>
                      <m:r>
                        <a:rPr lang="en-AU" sz="2400" b="0" i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𝐼</m:t>
                      </m:r>
                      <m:r>
                        <a:rPr lang="en-AU" sz="2400" b="0" i="1" baseline="-250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𝑜</m:t>
                      </m:r>
                    </m:oMath>
                  </m:oMathPara>
                </a14:m>
                <a:endParaRPr lang="en-AU" sz="2400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63A916-B3F9-2987-ADED-C331D996F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95" y="1461681"/>
                <a:ext cx="2808526" cy="453137"/>
              </a:xfrm>
              <a:prstGeom prst="rect">
                <a:avLst/>
              </a:prstGeom>
              <a:blipFill>
                <a:blip r:embed="rId4"/>
                <a:stretch>
                  <a:fillRect b="-283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B9C70C8-A440-2AE7-0C60-38E881E61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10" y="2525571"/>
            <a:ext cx="5864783" cy="36009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4C4E5FC-F00E-E9CA-9600-C97769A78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748" y="2846355"/>
            <a:ext cx="5348947" cy="26550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49C486-B022-6ADE-EA3B-9C961E03555E}"/>
                  </a:ext>
                </a:extLst>
              </p:cNvPr>
              <p:cNvSpPr txBox="1"/>
              <p:nvPr/>
            </p:nvSpPr>
            <p:spPr>
              <a:xfrm>
                <a:off x="6893225" y="1438170"/>
                <a:ext cx="2520281" cy="674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𝛽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=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baseline="-2500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49C486-B022-6ADE-EA3B-9C961E035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225" y="1438170"/>
                <a:ext cx="2520281" cy="674736"/>
              </a:xfrm>
              <a:prstGeom prst="rect">
                <a:avLst/>
              </a:prstGeom>
              <a:blipFill>
                <a:blip r:embed="rId7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E06A15-949F-9551-D464-7F6BD20FDD01}"/>
                  </a:ext>
                </a:extLst>
              </p:cNvPr>
              <p:cNvSpPr txBox="1"/>
              <p:nvPr/>
            </p:nvSpPr>
            <p:spPr>
              <a:xfrm>
                <a:off x="7141053" y="611163"/>
                <a:ext cx="2520281" cy="714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E06A15-949F-9551-D464-7F6BD20FD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053" y="611163"/>
                <a:ext cx="2520281" cy="7146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56A3E7-A577-0FB6-9692-F73A8E5A4942}"/>
                  </a:ext>
                </a:extLst>
              </p:cNvPr>
              <p:cNvSpPr txBox="1"/>
              <p:nvPr/>
            </p:nvSpPr>
            <p:spPr>
              <a:xfrm>
                <a:off x="9376772" y="582006"/>
                <a:ext cx="2520281" cy="632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56A3E7-A577-0FB6-9692-F73A8E5A4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772" y="582006"/>
                <a:ext cx="2520281" cy="632289"/>
              </a:xfrm>
              <a:prstGeom prst="rect">
                <a:avLst/>
              </a:prstGeom>
              <a:blipFill>
                <a:blip r:embed="rId9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1871C4-BADF-9540-968A-6A79891D07D9}"/>
                  </a:ext>
                </a:extLst>
              </p:cNvPr>
              <p:cNvSpPr txBox="1"/>
              <p:nvPr/>
            </p:nvSpPr>
            <p:spPr>
              <a:xfrm>
                <a:off x="9355431" y="1437608"/>
                <a:ext cx="2520281" cy="671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  <a:r>
                  <a:rPr lang="en-AU" sz="2400" baseline="30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</a:t>
                </a:r>
                <a:r>
                  <a:rPr lang="en-AU" sz="2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≈</a:t>
                </a:r>
                <a:r>
                  <a:rPr lang="en-AU" sz="24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0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1871C4-BADF-9540-968A-6A79891D0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431" y="1437608"/>
                <a:ext cx="2520281" cy="671530"/>
              </a:xfrm>
              <a:prstGeom prst="rect">
                <a:avLst/>
              </a:prstGeom>
              <a:blipFill>
                <a:blip r:embed="rId10"/>
                <a:stretch>
                  <a:fillRect t="-27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AAAD65A3-16C8-A93A-1DE8-E5AED57B09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0075" y="665784"/>
            <a:ext cx="3726180" cy="185928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98B4F35-5185-E529-D7AF-2479C6D4FA0F}"/>
              </a:ext>
            </a:extLst>
          </p:cNvPr>
          <p:cNvSpPr/>
          <p:nvPr/>
        </p:nvSpPr>
        <p:spPr>
          <a:xfrm>
            <a:off x="4058263" y="551495"/>
            <a:ext cx="20377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g- Parameters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69AE106-2425-1438-5B7D-D03E83B832C5}"/>
                  </a:ext>
                </a:extLst>
              </p14:cNvPr>
              <p14:cNvContentPartPr/>
              <p14:nvPr/>
            </p14:nvContentPartPr>
            <p14:xfrm>
              <a:off x="368280" y="425520"/>
              <a:ext cx="11527560" cy="5556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69AE106-2425-1438-5B7D-D03E83B832C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8920" y="416160"/>
                <a:ext cx="11546280" cy="557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4381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3000" b="1">
                <a:latin typeface="Arial"/>
                <a:cs typeface="Arial"/>
              </a:rPr>
              <a:t>Series-Series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Current sampled (output) and voltage summed (input)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basic amplifier is transconductance amplifier and the output current is sampled (</a:t>
            </a:r>
            <a:r>
              <a:rPr lang="en-AU" sz="2400" b="1">
                <a:latin typeface="Arial"/>
                <a:cs typeface="Arial"/>
              </a:rPr>
              <a:t>series at output</a:t>
            </a:r>
            <a:r>
              <a:rPr lang="en-AU" sz="2400">
                <a:latin typeface="Arial"/>
                <a:cs typeface="Arial"/>
              </a:rPr>
              <a:t>) and fed by the feedback network at the input.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signal is voltage which is summed to the source in series (</a:t>
            </a:r>
            <a:r>
              <a:rPr lang="en-AU" sz="2400" b="1">
                <a:latin typeface="Arial"/>
                <a:cs typeface="Arial"/>
              </a:rPr>
              <a:t>Series at input</a:t>
            </a:r>
            <a:r>
              <a:rPr lang="en-AU" sz="2400">
                <a:latin typeface="Arial"/>
                <a:cs typeface="Arial"/>
              </a:rPr>
              <a:t>) 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E49F6A-5B60-36EF-C8BE-DFFF48A95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40" y="2910865"/>
            <a:ext cx="5760720" cy="32156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F2B33FA-7253-099A-E7D0-2E809C48BDFC}"/>
                  </a:ext>
                </a:extLst>
              </p14:cNvPr>
              <p14:cNvContentPartPr/>
              <p14:nvPr/>
            </p14:nvContentPartPr>
            <p14:xfrm>
              <a:off x="320400" y="1279800"/>
              <a:ext cx="11739600" cy="4686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F2B33FA-7253-099A-E7D0-2E809C48BD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1040" y="1270440"/>
                <a:ext cx="11758320" cy="470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8094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0" marR="673100" lvl="1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Series-Series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network is a two-port network and can be replaced by one of the two-port network parameters. (</a:t>
            </a:r>
            <a:r>
              <a:rPr lang="en-AU" sz="2400" b="1">
                <a:latin typeface="Arial"/>
                <a:cs typeface="Arial"/>
              </a:rPr>
              <a:t>which one is appropriate?)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Since series (parallel) at the input (port 1) and series at output (port 2), z-parameter is more appropriate.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90A742-AB93-52D3-04A8-9346CEC74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4" y="2738524"/>
            <a:ext cx="6879555" cy="30388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642EB7-0C69-B502-D2AE-F2841E50D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177" y="2621627"/>
            <a:ext cx="5418513" cy="30083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B9149C-3C5C-6F19-9183-23E1D096E3D4}"/>
                  </a:ext>
                </a:extLst>
              </p14:cNvPr>
              <p14:cNvContentPartPr/>
              <p14:nvPr/>
            </p14:nvContentPartPr>
            <p14:xfrm>
              <a:off x="520920" y="2366640"/>
              <a:ext cx="8520480" cy="2845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B9149C-3C5C-6F19-9183-23E1D096E3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1560" y="2357280"/>
                <a:ext cx="8539200" cy="286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2685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49C486-B022-6ADE-EA3B-9C961E03555E}"/>
                  </a:ext>
                </a:extLst>
              </p:cNvPr>
              <p:cNvSpPr txBox="1"/>
              <p:nvPr/>
            </p:nvSpPr>
            <p:spPr>
              <a:xfrm>
                <a:off x="6893225" y="1438170"/>
                <a:ext cx="2520281" cy="631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𝛽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=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AU" sz="2400" b="0" i="1" baseline="-2500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49C486-B022-6ADE-EA3B-9C961E035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225" y="1438170"/>
                <a:ext cx="2520281" cy="631648"/>
              </a:xfrm>
              <a:prstGeom prst="rect">
                <a:avLst/>
              </a:prstGeom>
              <a:blipFill>
                <a:blip r:embed="rId3"/>
                <a:stretch>
                  <a:fillRect b="-8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E06A15-949F-9551-D464-7F6BD20FDD01}"/>
                  </a:ext>
                </a:extLst>
              </p:cNvPr>
              <p:cNvSpPr txBox="1"/>
              <p:nvPr/>
            </p:nvSpPr>
            <p:spPr>
              <a:xfrm>
                <a:off x="7149091" y="735264"/>
                <a:ext cx="2520281" cy="669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E06A15-949F-9551-D464-7F6BD20FD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091" y="735264"/>
                <a:ext cx="2520281" cy="6692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56A3E7-A577-0FB6-9692-F73A8E5A4942}"/>
                  </a:ext>
                </a:extLst>
              </p:cNvPr>
              <p:cNvSpPr txBox="1"/>
              <p:nvPr/>
            </p:nvSpPr>
            <p:spPr>
              <a:xfrm>
                <a:off x="9376772" y="582006"/>
                <a:ext cx="2520281" cy="632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56A3E7-A577-0FB6-9692-F73A8E5A4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772" y="582006"/>
                <a:ext cx="2520281" cy="632289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1871C4-BADF-9540-968A-6A79891D07D9}"/>
                  </a:ext>
                </a:extLst>
              </p:cNvPr>
              <p:cNvSpPr txBox="1"/>
              <p:nvPr/>
            </p:nvSpPr>
            <p:spPr>
              <a:xfrm>
                <a:off x="9355431" y="1437608"/>
                <a:ext cx="2520281" cy="671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  <a:r>
                  <a:rPr lang="en-AU" sz="2400" baseline="30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</a:t>
                </a:r>
                <a:r>
                  <a:rPr lang="en-AU" sz="2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≈</a:t>
                </a:r>
                <a:r>
                  <a:rPr lang="en-AU" sz="24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1871C4-BADF-9540-968A-6A79891D0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431" y="1437608"/>
                <a:ext cx="2520281" cy="671530"/>
              </a:xfrm>
              <a:prstGeom prst="rect">
                <a:avLst/>
              </a:prstGeom>
              <a:blipFill>
                <a:blip r:embed="rId6"/>
                <a:stretch>
                  <a:fillRect t="-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E71320-6C1A-ED2A-DC15-7BED0152A5EF}"/>
                  </a:ext>
                </a:extLst>
              </p:cNvPr>
              <p:cNvSpPr txBox="1"/>
              <p:nvPr/>
            </p:nvSpPr>
            <p:spPr>
              <a:xfrm>
                <a:off x="218239" y="1214295"/>
                <a:ext cx="2601290" cy="7375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11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𝐼</m:t>
                      </m:r>
                      <m:r>
                        <a:rPr lang="en-AU" sz="2400" b="0" i="1" baseline="-250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𝑓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12</m:t>
                          </m:r>
                        </m:sub>
                      </m:sSub>
                      <m:r>
                        <a:rPr lang="en-AU" sz="24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𝐼</m:t>
                      </m:r>
                      <m:r>
                        <a:rPr lang="en-AU" sz="2400" i="1" baseline="-250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𝑜</m:t>
                      </m:r>
                    </m:oMath>
                  </m:oMathPara>
                </a14:m>
                <a:endParaRPr lang="en-AU" sz="2400" baseline="-25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  <a:p>
                <a:endParaRPr lang="en-AU" sz="2400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E71320-6C1A-ED2A-DC15-7BED0152A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39" y="1214295"/>
                <a:ext cx="2601290" cy="7375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03BE2C-CB2C-612F-2AC7-0FA008A38702}"/>
                  </a:ext>
                </a:extLst>
              </p:cNvPr>
              <p:cNvSpPr txBox="1"/>
              <p:nvPr/>
            </p:nvSpPr>
            <p:spPr>
              <a:xfrm>
                <a:off x="211159" y="1659436"/>
                <a:ext cx="27059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21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𝐼</m:t>
                    </m:r>
                    <m:r>
                      <a:rPr lang="en-AU" sz="2400" b="0" i="1" baseline="-250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𝑓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AU" sz="2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𝐼</m:t>
                    </m:r>
                    <m:r>
                      <a:rPr lang="en-AU" sz="2400" b="0" i="1" baseline="-2500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𝑜</m:t>
                    </m:r>
                  </m:oMath>
                </a14:m>
                <a:endParaRPr lang="en-AU" sz="2400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03BE2C-CB2C-612F-2AC7-0FA008A38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9" y="1659436"/>
                <a:ext cx="2705997" cy="461665"/>
              </a:xfrm>
              <a:prstGeom prst="rect">
                <a:avLst/>
              </a:prstGeom>
              <a:blipFill>
                <a:blip r:embed="rId8"/>
                <a:stretch>
                  <a:fillRect l="-901" b="-2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FFF0885-67E7-F8FC-203A-33BA5E5A1A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8502" y="808461"/>
            <a:ext cx="4450080" cy="23926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4D9D96-7105-5E6A-70E0-DDB490A5DE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059" y="2876533"/>
            <a:ext cx="5910561" cy="32815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4EB103-D4FE-D347-76D7-1BDF13C96F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99" y="2876533"/>
            <a:ext cx="5746092" cy="283843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5F5B923A-46A3-F17C-3DA1-D6124A03F6A7}"/>
              </a:ext>
            </a:extLst>
          </p:cNvPr>
          <p:cNvSpPr/>
          <p:nvPr/>
        </p:nvSpPr>
        <p:spPr>
          <a:xfrm>
            <a:off x="3575618" y="491790"/>
            <a:ext cx="32351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Impedance Parameters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24FF66A-3234-C3C7-B934-E1E12372BEBF}"/>
                  </a:ext>
                </a:extLst>
              </p14:cNvPr>
              <p14:cNvContentPartPr/>
              <p14:nvPr/>
            </p14:nvContentPartPr>
            <p14:xfrm>
              <a:off x="472680" y="2245680"/>
              <a:ext cx="757080" cy="110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24FF66A-3234-C3C7-B934-E1E12372BEB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3320" y="2236320"/>
                <a:ext cx="775800" cy="12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4501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3000" b="1">
                <a:latin typeface="Arial"/>
                <a:cs typeface="Arial"/>
              </a:rPr>
              <a:t>Shunt-Shunt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Voltage sampled (output) and current summed (input)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basic amplifier is transimpedance amplifier and the output voltage is sampled (</a:t>
            </a:r>
            <a:r>
              <a:rPr lang="en-AU" sz="2400" b="1">
                <a:latin typeface="Arial"/>
                <a:cs typeface="Arial"/>
              </a:rPr>
              <a:t>shunt at output</a:t>
            </a:r>
            <a:r>
              <a:rPr lang="en-AU" sz="2400">
                <a:latin typeface="Arial"/>
                <a:cs typeface="Arial"/>
              </a:rPr>
              <a:t>) and fed by the feedback network at the input.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signal is current which is summed to the source in parallel (</a:t>
            </a:r>
            <a:r>
              <a:rPr lang="en-AU" sz="2400" b="1">
                <a:latin typeface="Arial"/>
                <a:cs typeface="Arial"/>
              </a:rPr>
              <a:t>Shunt at input</a:t>
            </a:r>
            <a:r>
              <a:rPr lang="en-AU" sz="2400">
                <a:latin typeface="Arial"/>
                <a:cs typeface="Arial"/>
              </a:rPr>
              <a:t>) 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9E7467-43DC-2456-8801-932AC9357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344" y="2991805"/>
            <a:ext cx="5726655" cy="30678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2D3732-3C3E-3335-FB91-89A475168350}"/>
                  </a:ext>
                </a:extLst>
              </p14:cNvPr>
              <p14:cNvContentPartPr/>
              <p14:nvPr/>
            </p14:nvContentPartPr>
            <p14:xfrm>
              <a:off x="5275800" y="2833920"/>
              <a:ext cx="6549840" cy="3395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2D3732-3C3E-3335-FB91-89A4751683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66440" y="2824560"/>
                <a:ext cx="6568560" cy="341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9236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0" marR="673100" lvl="1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Shunt-Shunt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network is a two-port network and can be replaced by one of the two-port network parameters. (</a:t>
            </a:r>
            <a:r>
              <a:rPr lang="en-AU" sz="2400" b="1">
                <a:latin typeface="Arial"/>
                <a:cs typeface="Arial"/>
              </a:rPr>
              <a:t>which one is appropriate?)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Since shunt (parallel) at the input (port 1) and shunt at output (port 2), y-parameter ( admittance parameter) is more appropriate.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206BD4-EA88-C1C9-9B83-49648B6A0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1" y="2519446"/>
            <a:ext cx="6030182" cy="35170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4ED8FE-7B0B-1696-6612-EF1CF618A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64720"/>
            <a:ext cx="5774091" cy="31654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6FDF14-DA1A-7F4F-2445-EC391E40B70C}"/>
                  </a:ext>
                </a:extLst>
              </p14:cNvPr>
              <p14:cNvContentPartPr/>
              <p14:nvPr/>
            </p14:nvContentPartPr>
            <p14:xfrm>
              <a:off x="79560" y="192240"/>
              <a:ext cx="11259360" cy="5988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6FDF14-DA1A-7F4F-2445-EC391E40B7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200" y="182880"/>
                <a:ext cx="11278080" cy="600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0296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49C486-B022-6ADE-EA3B-9C961E03555E}"/>
                  </a:ext>
                </a:extLst>
              </p:cNvPr>
              <p:cNvSpPr txBox="1"/>
              <p:nvPr/>
            </p:nvSpPr>
            <p:spPr>
              <a:xfrm>
                <a:off x="6893225" y="1438170"/>
                <a:ext cx="2520281" cy="674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𝛽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=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baseline="-2500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49C486-B022-6ADE-EA3B-9C961E035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225" y="1438170"/>
                <a:ext cx="2520281" cy="674736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E06A15-949F-9551-D464-7F6BD20FDD01}"/>
                  </a:ext>
                </a:extLst>
              </p:cNvPr>
              <p:cNvSpPr txBox="1"/>
              <p:nvPr/>
            </p:nvSpPr>
            <p:spPr>
              <a:xfrm>
                <a:off x="7149091" y="735264"/>
                <a:ext cx="2520281" cy="714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E06A15-949F-9551-D464-7F6BD20FD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091" y="735264"/>
                <a:ext cx="2520281" cy="7146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56A3E7-A577-0FB6-9692-F73A8E5A4942}"/>
                  </a:ext>
                </a:extLst>
              </p:cNvPr>
              <p:cNvSpPr txBox="1"/>
              <p:nvPr/>
            </p:nvSpPr>
            <p:spPr>
              <a:xfrm>
                <a:off x="9376772" y="582006"/>
                <a:ext cx="2520281" cy="675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56A3E7-A577-0FB6-9692-F73A8E5A4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772" y="582006"/>
                <a:ext cx="2520281" cy="675378"/>
              </a:xfrm>
              <a:prstGeom prst="rect">
                <a:avLst/>
              </a:prstGeom>
              <a:blipFill>
                <a:blip r:embed="rId6"/>
                <a:stretch>
                  <a:fillRect b="-4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1871C4-BADF-9540-968A-6A79891D07D9}"/>
                  </a:ext>
                </a:extLst>
              </p:cNvPr>
              <p:cNvSpPr txBox="1"/>
              <p:nvPr/>
            </p:nvSpPr>
            <p:spPr>
              <a:xfrm>
                <a:off x="9355431" y="1437608"/>
                <a:ext cx="2520281" cy="714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  <a:r>
                  <a:rPr lang="en-AU" sz="2400" baseline="30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</a:t>
                </a:r>
                <a:r>
                  <a:rPr lang="en-AU" sz="2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≈</a:t>
                </a:r>
                <a:r>
                  <a:rPr lang="en-AU" sz="24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1871C4-BADF-9540-968A-6A79891D0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431" y="1437608"/>
                <a:ext cx="2520281" cy="7146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834902-2103-3E95-0842-07212AA2910A}"/>
                  </a:ext>
                </a:extLst>
              </p:cNvPr>
              <p:cNvSpPr txBox="1"/>
              <p:nvPr/>
            </p:nvSpPr>
            <p:spPr>
              <a:xfrm>
                <a:off x="193133" y="1049990"/>
                <a:ext cx="2685030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𝑉</m:t>
                    </m:r>
                    <m:r>
                      <a:rPr lang="en-AU" sz="2400" b="0" i="1" baseline="-250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𝑓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AU" sz="24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V</a:t>
                </a:r>
                <a:r>
                  <a:rPr lang="en-AU" sz="2400" baseline="-250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o</a:t>
                </a:r>
                <a:endParaRPr lang="en-AU" sz="2400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834902-2103-3E95-0842-07212AA29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33" y="1049990"/>
                <a:ext cx="2685030" cy="491288"/>
              </a:xfrm>
              <a:prstGeom prst="rect">
                <a:avLst/>
              </a:prstGeom>
              <a:blipFill>
                <a:blip r:embed="rId8"/>
                <a:stretch>
                  <a:fillRect l="-909" t="-12346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2C093C-A19D-D12F-EB5B-CC81C42BC3EE}"/>
                  </a:ext>
                </a:extLst>
              </p:cNvPr>
              <p:cNvSpPr txBox="1"/>
              <p:nvPr/>
            </p:nvSpPr>
            <p:spPr>
              <a:xfrm>
                <a:off x="171781" y="1511655"/>
                <a:ext cx="26575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21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𝑉</m:t>
                    </m:r>
                    <m:r>
                      <a:rPr lang="en-AU" sz="2400" b="0" i="1" baseline="-250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𝑓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AU" sz="24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V</a:t>
                </a:r>
                <a:r>
                  <a:rPr lang="en-AU" sz="2400" baseline="-250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o</a:t>
                </a:r>
                <a:endParaRPr lang="en-AU" sz="2400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2C093C-A19D-D12F-EB5B-CC81C42BC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81" y="1511655"/>
                <a:ext cx="2657522" cy="461665"/>
              </a:xfrm>
              <a:prstGeom prst="rect">
                <a:avLst/>
              </a:prstGeom>
              <a:blipFill>
                <a:blip r:embed="rId9"/>
                <a:stretch>
                  <a:fillRect l="-688" t="-11842" r="-1606" b="-35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9EB2044-EC14-5B59-2B50-89358D8F0E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3133" y="2384545"/>
            <a:ext cx="6112972" cy="37419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D6C05C-58B4-03F3-3867-BC92B696A0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5929" y="3096708"/>
            <a:ext cx="5249141" cy="258361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0E7ED00-0B8C-FADD-29DB-CE2EFA9CD8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96265" y="814604"/>
            <a:ext cx="3848100" cy="184404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83B8466-220E-4C55-EED9-C67331A6C9F8}"/>
              </a:ext>
            </a:extLst>
          </p:cNvPr>
          <p:cNvSpPr/>
          <p:nvPr/>
        </p:nvSpPr>
        <p:spPr>
          <a:xfrm>
            <a:off x="3916110" y="532238"/>
            <a:ext cx="3320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Admittance Parameters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3ADE33-FCB7-11B9-98C9-E1995E27B18B}"/>
                  </a:ext>
                </a:extLst>
              </p14:cNvPr>
              <p14:cNvContentPartPr/>
              <p14:nvPr/>
            </p14:nvContentPartPr>
            <p14:xfrm>
              <a:off x="288360" y="799920"/>
              <a:ext cx="11547720" cy="5074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3ADE33-FCB7-11B9-98C9-E1995E27B18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79000" y="790560"/>
                <a:ext cx="11566440" cy="509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9081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3000" b="1">
                <a:latin typeface="Arial"/>
                <a:cs typeface="Arial"/>
              </a:rPr>
              <a:t>Assumptions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basic amplifier is unilateral.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network is unilateral – that is feed-forward transmission through the network is negligible ( Z</a:t>
            </a:r>
            <a:r>
              <a:rPr lang="en-AU" sz="2400" baseline="-25000">
                <a:latin typeface="Arial"/>
                <a:cs typeface="Arial"/>
              </a:rPr>
              <a:t>21</a:t>
            </a:r>
            <a:r>
              <a:rPr lang="en-AU" sz="2400">
                <a:latin typeface="Arial"/>
                <a:cs typeface="Arial"/>
              </a:rPr>
              <a:t>,Y</a:t>
            </a:r>
            <a:r>
              <a:rPr lang="en-AU" sz="2400" baseline="-25000">
                <a:latin typeface="Arial"/>
                <a:cs typeface="Arial"/>
              </a:rPr>
              <a:t>21</a:t>
            </a:r>
            <a:r>
              <a:rPr lang="en-AU" sz="2400">
                <a:latin typeface="Arial"/>
                <a:cs typeface="Arial"/>
              </a:rPr>
              <a:t>, h</a:t>
            </a:r>
            <a:r>
              <a:rPr lang="en-AU" sz="2400" baseline="-25000">
                <a:latin typeface="Arial"/>
                <a:cs typeface="Arial"/>
              </a:rPr>
              <a:t>21</a:t>
            </a:r>
            <a:r>
              <a:rPr lang="en-AU" sz="2400">
                <a:latin typeface="Arial"/>
                <a:cs typeface="Arial"/>
              </a:rPr>
              <a:t>, and g</a:t>
            </a:r>
            <a:r>
              <a:rPr lang="en-AU" sz="2400" baseline="-25000">
                <a:latin typeface="Arial"/>
                <a:cs typeface="Arial"/>
              </a:rPr>
              <a:t>21</a:t>
            </a:r>
            <a:r>
              <a:rPr lang="en-AU" sz="2400">
                <a:latin typeface="Arial"/>
                <a:cs typeface="Arial"/>
              </a:rPr>
              <a:t> are zero). 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For input side, define INPUT NODE</a:t>
            </a:r>
            <a:r>
              <a:rPr lang="en-AU" sz="2400">
                <a:latin typeface="Arial"/>
                <a:cs typeface="Arial"/>
              </a:rPr>
              <a:t>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 b="1">
                <a:solidFill>
                  <a:srgbClr val="FF2121"/>
                </a:solidFill>
                <a:latin typeface="Arial"/>
                <a:cs typeface="Arial"/>
              </a:rPr>
              <a:t>INPUT NODE 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is either the base of the BJT or the gate of the MOSFET or inverting terminal of a differential or an operational amplifier to which the current source send a current.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If there exists a connection between the input node and output circuit, then the topology is identified as </a:t>
            </a: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SHUNT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. Otherwise, the topology at the input side is </a:t>
            </a: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SERIES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lang="en-AU" sz="2400">
                <a:latin typeface="Arial"/>
                <a:cs typeface="Arial"/>
              </a:rPr>
              <a:t>  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Alternatively define INPUT LOOP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 b="1">
                <a:solidFill>
                  <a:srgbClr val="FF2121"/>
                </a:solidFill>
                <a:latin typeface="Arial"/>
                <a:cs typeface="Arial"/>
              </a:rPr>
              <a:t>INPUT LOOP is a loop that contains the applied voltage source, the base-to-emitter of a BJT or two inputs of a differential or an operational amplifier or gate source of a MOSFET.</a:t>
            </a:r>
            <a:r>
              <a:rPr lang="en-AU" sz="2400" b="1">
                <a:latin typeface="Arial"/>
                <a:cs typeface="Arial"/>
              </a:rPr>
              <a:t> </a:t>
            </a: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CE408D6-6009-E595-0F33-EDDE9C73EAB1}"/>
                  </a:ext>
                </a:extLst>
              </p14:cNvPr>
              <p14:cNvContentPartPr/>
              <p14:nvPr/>
            </p14:nvContentPartPr>
            <p14:xfrm>
              <a:off x="5372280" y="601200"/>
              <a:ext cx="3668400" cy="223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CE408D6-6009-E595-0F33-EDDE9C73EA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2920" y="591840"/>
                <a:ext cx="3687120" cy="24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025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If the INPUT LOOP also contains a section of the feedback network or a section which is connected to the output), the feedback network is connected in SERIES at the input side. Otherwise, it is a SHUNT topology.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For output side, define OUTPUT NODE</a:t>
            </a:r>
            <a:r>
              <a:rPr lang="en-AU" sz="2400">
                <a:latin typeface="Arial"/>
                <a:cs typeface="Arial"/>
              </a:rPr>
              <a:t>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 b="1">
                <a:solidFill>
                  <a:srgbClr val="FF2121"/>
                </a:solidFill>
                <a:latin typeface="Arial"/>
                <a:cs typeface="Arial"/>
              </a:rPr>
              <a:t>OUTPUT NODE 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is the node to which the load of the amplifier is connected to (often defined as V</a:t>
            </a:r>
            <a:r>
              <a:rPr lang="en-AU" sz="2400" baseline="-25000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).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If there exists a connection between the output node and feedback network, then the topology is identified as </a:t>
            </a: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SHUNT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. Otherwise, the topology at the input side is </a:t>
            </a: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SERIES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lang="en-AU" sz="2400">
                <a:latin typeface="Arial"/>
                <a:cs typeface="Arial"/>
              </a:rPr>
              <a:t> 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In other words, if the feedback signal becomes zero when Vo is set to zero, then the topology is </a:t>
            </a:r>
            <a:r>
              <a:rPr lang="en-AU" sz="2400" b="1">
                <a:latin typeface="Arial"/>
                <a:cs typeface="Arial"/>
              </a:rPr>
              <a:t>SHUNT.</a:t>
            </a: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7871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Alternatively define OUTPUT LOOP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 b="1">
                <a:solidFill>
                  <a:srgbClr val="FF2121"/>
                </a:solidFill>
                <a:latin typeface="Arial"/>
                <a:cs typeface="Arial"/>
              </a:rPr>
              <a:t>OUTPUT LOOP </a:t>
            </a:r>
            <a:r>
              <a:rPr lang="en-AU" sz="2400">
                <a:latin typeface="Arial"/>
                <a:cs typeface="Arial"/>
              </a:rPr>
              <a:t>is a loop in which the output current I</a:t>
            </a:r>
            <a:r>
              <a:rPr lang="en-AU" sz="2400" baseline="-25000">
                <a:latin typeface="Arial"/>
                <a:cs typeface="Arial"/>
              </a:rPr>
              <a:t>o</a:t>
            </a:r>
            <a:r>
              <a:rPr lang="en-AU" sz="2400">
                <a:latin typeface="Arial"/>
                <a:cs typeface="Arial"/>
              </a:rPr>
              <a:t> flows. It contains the load. 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If the OUTPUT LOOP also contains a section of the feedback network, then the topology is identified as SERIES at the output. Otherwise, it is a SHUNT topology.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In other words, If the feedback signal becomes zero when I</a:t>
            </a:r>
            <a:r>
              <a:rPr lang="en-AU" sz="2400" baseline="-25000">
                <a:latin typeface="Arial"/>
                <a:cs typeface="Arial"/>
              </a:rPr>
              <a:t>o</a:t>
            </a:r>
            <a:r>
              <a:rPr lang="en-AU" sz="2400">
                <a:latin typeface="Arial"/>
                <a:cs typeface="Arial"/>
              </a:rPr>
              <a:t> is set to zero, then the topology is identified as SERIES at the output. </a:t>
            </a: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2108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 </a:t>
            </a:r>
            <a:endParaRPr lang="en-AU" sz="2400"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ACE9858-6EEB-AEF6-B30E-4E0BD46FC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665" y="1666967"/>
            <a:ext cx="4741515" cy="3096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B984D31-7E54-1898-1D8D-DC15690303D4}"/>
                  </a:ext>
                </a:extLst>
              </p14:cNvPr>
              <p14:cNvContentPartPr/>
              <p14:nvPr/>
            </p14:nvContentPartPr>
            <p14:xfrm>
              <a:off x="4631760" y="2097360"/>
              <a:ext cx="1806120" cy="771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B984D31-7E54-1898-1D8D-DC15690303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5920" y="2034000"/>
                <a:ext cx="1837440" cy="8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A1BE17-E2AA-EB97-7918-94E357591F4E}"/>
                  </a:ext>
                </a:extLst>
              </p14:cNvPr>
              <p14:cNvContentPartPr/>
              <p14:nvPr/>
            </p14:nvContentPartPr>
            <p14:xfrm>
              <a:off x="3189960" y="2681280"/>
              <a:ext cx="1812960" cy="1731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A1BE17-E2AA-EB97-7918-94E357591F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74120" y="2617920"/>
                <a:ext cx="1844280" cy="18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F137A48-301B-4E52-61AD-3681C4C79F02}"/>
                  </a:ext>
                </a:extLst>
              </p14:cNvPr>
              <p14:cNvContentPartPr/>
              <p14:nvPr/>
            </p14:nvContentPartPr>
            <p14:xfrm>
              <a:off x="3899520" y="2112480"/>
              <a:ext cx="652320" cy="821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F137A48-301B-4E52-61AD-3681C4C79F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83680" y="2049120"/>
                <a:ext cx="683640" cy="9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8D89882-43C6-9FA0-ABED-FA92D0968709}"/>
                  </a:ext>
                </a:extLst>
              </p14:cNvPr>
              <p14:cNvContentPartPr/>
              <p14:nvPr/>
            </p14:nvContentPartPr>
            <p14:xfrm>
              <a:off x="2250720" y="1620000"/>
              <a:ext cx="6577560" cy="4275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8D89882-43C6-9FA0-ABED-FA92D096870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41360" y="1610640"/>
                <a:ext cx="6596280" cy="429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3799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 </a:t>
            </a:r>
            <a:endParaRPr lang="en-AU" sz="2400"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10B595E-861C-A06F-5627-3E02A2739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513" y="1528763"/>
            <a:ext cx="6276975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480C36-C84F-228C-52F1-F31F0E5FE939}"/>
                  </a:ext>
                </a:extLst>
              </p14:cNvPr>
              <p14:cNvContentPartPr/>
              <p14:nvPr/>
            </p14:nvContentPartPr>
            <p14:xfrm>
              <a:off x="4447080" y="3074400"/>
              <a:ext cx="1662120" cy="670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480C36-C84F-228C-52F1-F31F0E5FE9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31240" y="3011040"/>
                <a:ext cx="1693440" cy="79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DD9424F-2D36-7D2A-B4F8-BEE4EA423E9F}"/>
                  </a:ext>
                </a:extLst>
              </p14:cNvPr>
              <p14:cNvContentPartPr/>
              <p14:nvPr/>
            </p14:nvContentPartPr>
            <p14:xfrm>
              <a:off x="1980720" y="2580480"/>
              <a:ext cx="7260120" cy="3087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DD9424F-2D36-7D2A-B4F8-BEE4EA423E9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71360" y="2571120"/>
                <a:ext cx="7278840" cy="310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1843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 </a:t>
            </a:r>
            <a:endParaRPr lang="en-AU" sz="2400"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C70BD0B-2836-B512-D3A5-6442A6ED8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1209675"/>
            <a:ext cx="6153150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AD432D-49F4-2288-019D-6A47AC2040ED}"/>
                  </a:ext>
                </a:extLst>
              </p14:cNvPr>
              <p14:cNvContentPartPr/>
              <p14:nvPr/>
            </p14:nvContentPartPr>
            <p14:xfrm>
              <a:off x="3056760" y="2443320"/>
              <a:ext cx="5469480" cy="3323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AD432D-49F4-2288-019D-6A47AC2040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47400" y="2433960"/>
                <a:ext cx="5488200" cy="334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9815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 </a:t>
            </a:r>
            <a:endParaRPr lang="en-AU" sz="2400"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46B8E52-0A0F-C791-6F34-7A69C9F1B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1385888"/>
            <a:ext cx="607695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8829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 </a:t>
            </a:r>
            <a:endParaRPr lang="en-AU" sz="2400"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C1DDA2-4ABE-A457-5D18-43E2C79E5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028" y="934706"/>
            <a:ext cx="6286500" cy="46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19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 </a:t>
            </a:r>
            <a:endParaRPr lang="en-AU" sz="2400"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C432EB2-D7EB-31A6-9063-00ED0B859D56}"/>
                  </a:ext>
                </a:extLst>
              </p14:cNvPr>
              <p14:cNvContentPartPr/>
              <p14:nvPr/>
            </p14:nvContentPartPr>
            <p14:xfrm>
              <a:off x="4596806" y="2803594"/>
              <a:ext cx="608400" cy="900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C432EB2-D7EB-31A6-9063-00ED0B859D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87811" y="2794594"/>
                <a:ext cx="62603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3DC0012-18B7-AF74-E01F-8A61F877F916}"/>
                  </a:ext>
                </a:extLst>
              </p14:cNvPr>
              <p14:cNvContentPartPr/>
              <p14:nvPr/>
            </p14:nvContentPartPr>
            <p14:xfrm>
              <a:off x="6277286" y="2209954"/>
              <a:ext cx="200520" cy="8902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3DC0012-18B7-AF74-E01F-8A61F877F9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68302" y="2200954"/>
                <a:ext cx="218128" cy="90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DCC08B-EB93-D906-549C-52C1AD56F36E}"/>
                  </a:ext>
                </a:extLst>
              </p14:cNvPr>
              <p14:cNvContentPartPr/>
              <p14:nvPr/>
            </p14:nvContentPartPr>
            <p14:xfrm>
              <a:off x="4453526" y="1067674"/>
              <a:ext cx="52920" cy="1165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DCC08B-EB93-D906-549C-52C1AD56F36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44526" y="1058674"/>
                <a:ext cx="70560" cy="11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7CE0454-6B9B-4F75-D68C-EF03AC8C826D}"/>
                  </a:ext>
                </a:extLst>
              </p14:cNvPr>
              <p14:cNvContentPartPr/>
              <p14:nvPr/>
            </p14:nvContentPartPr>
            <p14:xfrm>
              <a:off x="4358846" y="1014394"/>
              <a:ext cx="172080" cy="174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7CE0454-6B9B-4F75-D68C-EF03AC8C826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49846" y="1005394"/>
                <a:ext cx="18972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548EE0B-CBF0-BDF6-0E88-696BF8F32B53}"/>
                  </a:ext>
                </a:extLst>
              </p14:cNvPr>
              <p14:cNvContentPartPr/>
              <p14:nvPr/>
            </p14:nvContentPartPr>
            <p14:xfrm>
              <a:off x="4321766" y="2253514"/>
              <a:ext cx="521640" cy="470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548EE0B-CBF0-BDF6-0E88-696BF8F32B5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12772" y="2244514"/>
                <a:ext cx="539268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F738DFB-CA5F-62EB-489C-824D359E2E38}"/>
                  </a:ext>
                </a:extLst>
              </p14:cNvPr>
              <p14:cNvContentPartPr/>
              <p14:nvPr/>
            </p14:nvContentPartPr>
            <p14:xfrm>
              <a:off x="4537766" y="2377714"/>
              <a:ext cx="21240" cy="227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F738DFB-CA5F-62EB-489C-824D359E2E3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28766" y="2368714"/>
                <a:ext cx="388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DBB7A7B-7D6F-8C78-6334-638AE9BDF639}"/>
                  </a:ext>
                </a:extLst>
              </p14:cNvPr>
              <p14:cNvContentPartPr/>
              <p14:nvPr/>
            </p14:nvContentPartPr>
            <p14:xfrm>
              <a:off x="4490966" y="2488594"/>
              <a:ext cx="126000" cy="149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DBB7A7B-7D6F-8C78-6334-638AE9BDF63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81966" y="2479616"/>
                <a:ext cx="143640" cy="1669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F240859-607F-1803-85BE-78D858139372}"/>
                  </a:ext>
                </a:extLst>
              </p14:cNvPr>
              <p14:cNvContentPartPr/>
              <p14:nvPr/>
            </p14:nvContentPartPr>
            <p14:xfrm>
              <a:off x="4400246" y="2698114"/>
              <a:ext cx="238680" cy="956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F240859-607F-1803-85BE-78D85813937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91246" y="2689114"/>
                <a:ext cx="256320" cy="9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C42C7DC-D3AB-E30E-8078-A47CCC4BB46C}"/>
                  </a:ext>
                </a:extLst>
              </p14:cNvPr>
              <p14:cNvContentPartPr/>
              <p14:nvPr/>
            </p14:nvContentPartPr>
            <p14:xfrm>
              <a:off x="4274246" y="3395794"/>
              <a:ext cx="7200" cy="307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C42C7DC-D3AB-E30E-8078-A47CCC4BB46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265246" y="3386794"/>
                <a:ext cx="2484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6041310-E2E7-83FA-A2F7-BDA48C9E6B33}"/>
                  </a:ext>
                </a:extLst>
              </p14:cNvPr>
              <p14:cNvContentPartPr/>
              <p14:nvPr/>
            </p14:nvContentPartPr>
            <p14:xfrm>
              <a:off x="4467566" y="3612514"/>
              <a:ext cx="207000" cy="399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6041310-E2E7-83FA-A2F7-BDA48C9E6B3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458566" y="3603522"/>
                <a:ext cx="224640" cy="4172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5A22977-7100-EDFF-18D5-5B962E87B35A}"/>
                  </a:ext>
                </a:extLst>
              </p14:cNvPr>
              <p14:cNvContentPartPr/>
              <p14:nvPr/>
            </p14:nvContentPartPr>
            <p14:xfrm>
              <a:off x="3201806" y="2725834"/>
              <a:ext cx="1423080" cy="2358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5A22977-7100-EDFF-18D5-5B962E87B35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192806" y="2716848"/>
                <a:ext cx="1440720" cy="253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F07576F-4590-CD6D-B7B0-0CF3C31563BC}"/>
                  </a:ext>
                </a:extLst>
              </p14:cNvPr>
              <p14:cNvContentPartPr/>
              <p14:nvPr/>
            </p14:nvContentPartPr>
            <p14:xfrm>
              <a:off x="3584846" y="2306794"/>
              <a:ext cx="187200" cy="334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F07576F-4590-CD6D-B7B0-0CF3C31563B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575829" y="2297784"/>
                <a:ext cx="204874" cy="351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C40D286-660F-CB23-8643-1A56F436D4B5}"/>
                  </a:ext>
                </a:extLst>
              </p14:cNvPr>
              <p14:cNvContentPartPr/>
              <p14:nvPr/>
            </p14:nvContentPartPr>
            <p14:xfrm>
              <a:off x="3837566" y="2458714"/>
              <a:ext cx="110160" cy="203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C40D286-660F-CB23-8643-1A56F436D4B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828566" y="2449714"/>
                <a:ext cx="1278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2734C5A-5E88-18AA-A0D0-2FE05608E62F}"/>
                  </a:ext>
                </a:extLst>
              </p14:cNvPr>
              <p14:cNvContentPartPr/>
              <p14:nvPr/>
            </p14:nvContentPartPr>
            <p14:xfrm>
              <a:off x="3863126" y="2552314"/>
              <a:ext cx="110160" cy="19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2734C5A-5E88-18AA-A0D0-2FE05608E62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854126" y="2543314"/>
                <a:ext cx="1278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09C1989-CC16-E6D2-3069-D10C0F1EC810}"/>
                  </a:ext>
                </a:extLst>
              </p14:cNvPr>
              <p14:cNvContentPartPr/>
              <p14:nvPr/>
            </p14:nvContentPartPr>
            <p14:xfrm>
              <a:off x="4992446" y="2371954"/>
              <a:ext cx="140400" cy="2098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09C1989-CC16-E6D2-3069-D10C0F1EC81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983446" y="2362939"/>
                <a:ext cx="158040" cy="227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36BEB90-6B20-F7F9-F6A3-7DFA24BA8712}"/>
                  </a:ext>
                </a:extLst>
              </p14:cNvPr>
              <p14:cNvContentPartPr/>
              <p14:nvPr/>
            </p14:nvContentPartPr>
            <p14:xfrm>
              <a:off x="4949606" y="2301394"/>
              <a:ext cx="197280" cy="68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36BEB90-6B20-F7F9-F6A3-7DFA24BA871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940606" y="2292394"/>
                <a:ext cx="2149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A1529F0-A196-38A3-06DB-AA4CA54782FD}"/>
                  </a:ext>
                </a:extLst>
              </p14:cNvPr>
              <p14:cNvContentPartPr/>
              <p14:nvPr/>
            </p14:nvContentPartPr>
            <p14:xfrm>
              <a:off x="3234566" y="2892874"/>
              <a:ext cx="51480" cy="5742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A1529F0-A196-38A3-06DB-AA4CA54782F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225566" y="2883874"/>
                <a:ext cx="69120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934F516-8A7A-C6FA-9A94-219369079A83}"/>
                  </a:ext>
                </a:extLst>
              </p14:cNvPr>
              <p14:cNvContentPartPr/>
              <p14:nvPr/>
            </p14:nvContentPartPr>
            <p14:xfrm>
              <a:off x="1401806" y="3975394"/>
              <a:ext cx="18360" cy="4258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934F516-8A7A-C6FA-9A94-219369079A8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392806" y="3966394"/>
                <a:ext cx="3600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3936DCA-57FE-E7FF-FC87-DABF8CB4AF2D}"/>
                  </a:ext>
                </a:extLst>
              </p14:cNvPr>
              <p14:cNvContentPartPr/>
              <p14:nvPr/>
            </p14:nvContentPartPr>
            <p14:xfrm>
              <a:off x="1193366" y="4444114"/>
              <a:ext cx="414360" cy="498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3936DCA-57FE-E7FF-FC87-DABF8CB4AF2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84366" y="4435114"/>
                <a:ext cx="432000" cy="5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4099B5E-86EF-DAB0-DDF9-7DEC5B90B699}"/>
                  </a:ext>
                </a:extLst>
              </p14:cNvPr>
              <p14:cNvContentPartPr/>
              <p14:nvPr/>
            </p14:nvContentPartPr>
            <p14:xfrm>
              <a:off x="1360406" y="4657234"/>
              <a:ext cx="17640" cy="189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4099B5E-86EF-DAB0-DDF9-7DEC5B90B69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351406" y="4648234"/>
                <a:ext cx="3528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BC5BC23-675A-3737-957F-491E318BAD3E}"/>
                  </a:ext>
                </a:extLst>
              </p14:cNvPr>
              <p14:cNvContentPartPr/>
              <p14:nvPr/>
            </p14:nvContentPartPr>
            <p14:xfrm>
              <a:off x="1345286" y="4607554"/>
              <a:ext cx="49320" cy="1270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BC5BC23-675A-3737-957F-491E318BAD3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336286" y="4598554"/>
                <a:ext cx="6696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7B46692-7F33-E818-A32F-DBA8EF681E4D}"/>
                  </a:ext>
                </a:extLst>
              </p14:cNvPr>
              <p14:cNvContentPartPr/>
              <p14:nvPr/>
            </p14:nvContentPartPr>
            <p14:xfrm>
              <a:off x="1689086" y="4498114"/>
              <a:ext cx="122400" cy="267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7B46692-7F33-E818-A32F-DBA8EF681E4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680059" y="4489126"/>
                <a:ext cx="140092" cy="285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200264F-234B-CDF3-A0AF-EA31EF7241EF}"/>
                  </a:ext>
                </a:extLst>
              </p14:cNvPr>
              <p14:cNvContentPartPr/>
              <p14:nvPr/>
            </p14:nvContentPartPr>
            <p14:xfrm>
              <a:off x="1673966" y="4488034"/>
              <a:ext cx="125280" cy="406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200264F-234B-CDF3-A0AF-EA31EF7241E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664940" y="4479034"/>
                <a:ext cx="142971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B0B3FD2-CEFF-D18D-3D13-CA569751D94E}"/>
                  </a:ext>
                </a:extLst>
              </p14:cNvPr>
              <p14:cNvContentPartPr/>
              <p14:nvPr/>
            </p14:nvContentPartPr>
            <p14:xfrm>
              <a:off x="1832366" y="4612594"/>
              <a:ext cx="102600" cy="198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B0B3FD2-CEFF-D18D-3D13-CA569751D94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823366" y="4603594"/>
                <a:ext cx="120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B7062FB-89A5-386E-38F7-88AE44D5F519}"/>
                  </a:ext>
                </a:extLst>
              </p14:cNvPr>
              <p14:cNvContentPartPr/>
              <p14:nvPr/>
            </p14:nvContentPartPr>
            <p14:xfrm>
              <a:off x="1467326" y="4926154"/>
              <a:ext cx="41040" cy="483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B7062FB-89A5-386E-38F7-88AE44D5F51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458246" y="4917154"/>
                <a:ext cx="58836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FCCAB14-6EB6-375F-7CC1-1C2120437001}"/>
                  </a:ext>
                </a:extLst>
              </p14:cNvPr>
              <p14:cNvContentPartPr/>
              <p14:nvPr/>
            </p14:nvContentPartPr>
            <p14:xfrm>
              <a:off x="1308926" y="5457514"/>
              <a:ext cx="257400" cy="7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FCCAB14-6EB6-375F-7CC1-1C212043700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299913" y="5448514"/>
                <a:ext cx="275065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5682E19-55AD-3524-7390-9EC587B42599}"/>
                  </a:ext>
                </a:extLst>
              </p14:cNvPr>
              <p14:cNvContentPartPr/>
              <p14:nvPr/>
            </p14:nvContentPartPr>
            <p14:xfrm>
              <a:off x="1427006" y="5514394"/>
              <a:ext cx="60480" cy="133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5682E19-55AD-3524-7390-9EC587B4259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417952" y="5505394"/>
                <a:ext cx="78226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058AC70-BF94-58A5-3887-CD348C610066}"/>
                  </a:ext>
                </a:extLst>
              </p14:cNvPr>
              <p14:cNvContentPartPr/>
              <p14:nvPr/>
            </p14:nvContentPartPr>
            <p14:xfrm>
              <a:off x="1426286" y="3918874"/>
              <a:ext cx="63000" cy="374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058AC70-BF94-58A5-3887-CD348C61006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417286" y="3909874"/>
                <a:ext cx="806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2372F9A-F02A-59E2-346E-339FAD443FD5}"/>
                  </a:ext>
                </a:extLst>
              </p14:cNvPr>
              <p14:cNvContentPartPr/>
              <p14:nvPr/>
            </p14:nvContentPartPr>
            <p14:xfrm>
              <a:off x="1402526" y="3686674"/>
              <a:ext cx="683640" cy="4068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2372F9A-F02A-59E2-346E-339FAD443FD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393526" y="3677666"/>
                <a:ext cx="701280" cy="424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8A849FC-D5FA-9232-588B-6504207608F9}"/>
                  </a:ext>
                </a:extLst>
              </p14:cNvPr>
              <p14:cNvContentPartPr/>
              <p14:nvPr/>
            </p14:nvContentPartPr>
            <p14:xfrm>
              <a:off x="2013446" y="3697834"/>
              <a:ext cx="191160" cy="370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8A849FC-D5FA-9232-588B-6504207608F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004446" y="3688834"/>
                <a:ext cx="2088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811C340-0FA2-200A-B549-0DE464DDA888}"/>
                  </a:ext>
                </a:extLst>
              </p14:cNvPr>
              <p14:cNvContentPartPr/>
              <p14:nvPr/>
            </p14:nvContentPartPr>
            <p14:xfrm>
              <a:off x="2042966" y="3648874"/>
              <a:ext cx="323280" cy="48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811C340-0FA2-200A-B549-0DE464DDA88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033966" y="3639874"/>
                <a:ext cx="3409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A12D4DD-A4C1-8DD8-CB85-11C8E3F418BA}"/>
                  </a:ext>
                </a:extLst>
              </p14:cNvPr>
              <p14:cNvContentPartPr/>
              <p14:nvPr/>
            </p14:nvContentPartPr>
            <p14:xfrm>
              <a:off x="2163926" y="3682714"/>
              <a:ext cx="196920" cy="1630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A12D4DD-A4C1-8DD8-CB85-11C8E3F418B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154942" y="3673714"/>
                <a:ext cx="214528" cy="164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AA1E1B2-1BDC-AAD5-94B3-7A62346A1670}"/>
                  </a:ext>
                </a:extLst>
              </p14:cNvPr>
              <p14:cNvContentPartPr/>
              <p14:nvPr/>
            </p14:nvContentPartPr>
            <p14:xfrm>
              <a:off x="2109566" y="5332954"/>
              <a:ext cx="205920" cy="446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AA1E1B2-1BDC-AAD5-94B3-7A62346A167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100566" y="5323881"/>
                <a:ext cx="223560" cy="624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9718BFE-C344-A859-4D78-A3FBDA913D90}"/>
                  </a:ext>
                </a:extLst>
              </p14:cNvPr>
              <p14:cNvContentPartPr/>
              <p14:nvPr/>
            </p14:nvContentPartPr>
            <p14:xfrm>
              <a:off x="2182646" y="5439514"/>
              <a:ext cx="42120" cy="129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9718BFE-C344-A859-4D78-A3FBDA913D9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173646" y="5430757"/>
                <a:ext cx="59760" cy="301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763ED7F-05BE-B903-C6DC-554F6BF868FC}"/>
                  </a:ext>
                </a:extLst>
              </p14:cNvPr>
              <p14:cNvContentPartPr/>
              <p14:nvPr/>
            </p14:nvContentPartPr>
            <p14:xfrm>
              <a:off x="2470646" y="4221274"/>
              <a:ext cx="131760" cy="2833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763ED7F-05BE-B903-C6DC-554F6BF868FC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461646" y="4212263"/>
                <a:ext cx="149400" cy="3009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3DF9059-4738-708A-91AE-EDB8E5FA0B1F}"/>
                  </a:ext>
                </a:extLst>
              </p14:cNvPr>
              <p14:cNvContentPartPr/>
              <p14:nvPr/>
            </p14:nvContentPartPr>
            <p14:xfrm>
              <a:off x="2631206" y="4343674"/>
              <a:ext cx="130320" cy="1972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3DF9059-4738-708A-91AE-EDB8E5FA0B1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622206" y="4334690"/>
                <a:ext cx="147960" cy="2148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05D72F6-5336-FFCD-968F-744A33730A0F}"/>
                  </a:ext>
                </a:extLst>
              </p14:cNvPr>
              <p14:cNvContentPartPr/>
              <p14:nvPr/>
            </p14:nvContentPartPr>
            <p14:xfrm>
              <a:off x="2216126" y="3632674"/>
              <a:ext cx="1112760" cy="374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05D72F6-5336-FFCD-968F-744A33730A0F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207123" y="3623674"/>
                <a:ext cx="1130406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69022BA-C675-EB99-05D2-E68087976EE0}"/>
                  </a:ext>
                </a:extLst>
              </p14:cNvPr>
              <p14:cNvContentPartPr/>
              <p14:nvPr/>
            </p14:nvContentPartPr>
            <p14:xfrm>
              <a:off x="3254006" y="3367354"/>
              <a:ext cx="17640" cy="3031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69022BA-C675-EB99-05D2-E68087976EE0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245006" y="3358354"/>
                <a:ext cx="3528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FF82F00-DC67-A0F5-3EEB-92EDCDCD7326}"/>
                  </a:ext>
                </a:extLst>
              </p14:cNvPr>
              <p14:cNvContentPartPr/>
              <p14:nvPr/>
            </p14:nvContentPartPr>
            <p14:xfrm>
              <a:off x="3081206" y="3581554"/>
              <a:ext cx="1173600" cy="1116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FF82F00-DC67-A0F5-3EEB-92EDCDCD732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072206" y="3572554"/>
                <a:ext cx="119124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6D5E9F0-1169-4DC7-DDFC-928394E7F4EA}"/>
                  </a:ext>
                </a:extLst>
              </p14:cNvPr>
              <p14:cNvContentPartPr/>
              <p14:nvPr/>
            </p14:nvContentPartPr>
            <p14:xfrm>
              <a:off x="4488446" y="3566434"/>
              <a:ext cx="95040" cy="110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B6D5E9F0-1169-4DC7-DDFC-928394E7F4E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479446" y="3557434"/>
                <a:ext cx="11268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EAECB6A-ACE1-E8E5-98C1-7C350800C41B}"/>
                  </a:ext>
                </a:extLst>
              </p14:cNvPr>
              <p14:cNvContentPartPr/>
              <p14:nvPr/>
            </p14:nvContentPartPr>
            <p14:xfrm>
              <a:off x="4643246" y="3966034"/>
              <a:ext cx="56880" cy="7376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EAECB6A-ACE1-E8E5-98C1-7C350800C41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634246" y="3957034"/>
                <a:ext cx="74520" cy="7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0839A16-917E-9365-37B4-FFB1E461D109}"/>
                  </a:ext>
                </a:extLst>
              </p14:cNvPr>
              <p14:cNvContentPartPr/>
              <p14:nvPr/>
            </p14:nvContentPartPr>
            <p14:xfrm>
              <a:off x="4296926" y="4695754"/>
              <a:ext cx="498240" cy="392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0839A16-917E-9365-37B4-FFB1E461D10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287926" y="4686754"/>
                <a:ext cx="5158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80D4FD0-1139-0FBB-4C44-36134605F982}"/>
                  </a:ext>
                </a:extLst>
              </p14:cNvPr>
              <p14:cNvContentPartPr/>
              <p14:nvPr/>
            </p14:nvContentPartPr>
            <p14:xfrm>
              <a:off x="4528046" y="4841914"/>
              <a:ext cx="141840" cy="72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80D4FD0-1139-0FBB-4C44-36134605F98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519069" y="4832914"/>
                <a:ext cx="159435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5A0C13B-9921-B59D-2F80-ABC3B9467D79}"/>
                  </a:ext>
                </a:extLst>
              </p14:cNvPr>
              <p14:cNvContentPartPr/>
              <p14:nvPr/>
            </p14:nvContentPartPr>
            <p14:xfrm>
              <a:off x="4540286" y="4893754"/>
              <a:ext cx="137520" cy="248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5A0C13B-9921-B59D-2F80-ABC3B9467D7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531286" y="4884754"/>
                <a:ext cx="1551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C3CCE8B-A0D4-605F-2E42-612A8BEF2AEF}"/>
                  </a:ext>
                </a:extLst>
              </p14:cNvPr>
              <p14:cNvContentPartPr/>
              <p14:nvPr/>
            </p14:nvContentPartPr>
            <p14:xfrm>
              <a:off x="4764206" y="3295714"/>
              <a:ext cx="212400" cy="2840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C3CCE8B-A0D4-605F-2E42-612A8BEF2AE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4755206" y="3286725"/>
                <a:ext cx="230040" cy="3016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73A5068-31AB-893A-593A-5297723AD4F5}"/>
                  </a:ext>
                </a:extLst>
              </p14:cNvPr>
              <p14:cNvContentPartPr/>
              <p14:nvPr/>
            </p14:nvContentPartPr>
            <p14:xfrm>
              <a:off x="8957486" y="2266474"/>
              <a:ext cx="273960" cy="22690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73A5068-31AB-893A-593A-5297723AD4F5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948498" y="2257475"/>
                <a:ext cx="291577" cy="22867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61E264B-7635-0BEF-C792-6DE935A6D9DC}"/>
                  </a:ext>
                </a:extLst>
              </p14:cNvPr>
              <p14:cNvContentPartPr/>
              <p14:nvPr/>
            </p14:nvContentPartPr>
            <p14:xfrm>
              <a:off x="8903846" y="4559674"/>
              <a:ext cx="301320" cy="158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61E264B-7635-0BEF-C792-6DE935A6D9DC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894846" y="4550674"/>
                <a:ext cx="3189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4D6C201-CFC4-8028-159B-15C216E036F4}"/>
                  </a:ext>
                </a:extLst>
              </p14:cNvPr>
              <p14:cNvContentPartPr/>
              <p14:nvPr/>
            </p14:nvContentPartPr>
            <p14:xfrm>
              <a:off x="9118046" y="4613674"/>
              <a:ext cx="64440" cy="172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4D6C201-CFC4-8028-159B-15C216E036F4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109046" y="4604674"/>
                <a:ext cx="820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37212FF-5B16-B3B2-7BA6-791AC25D9861}"/>
                  </a:ext>
                </a:extLst>
              </p14:cNvPr>
              <p14:cNvContentPartPr/>
              <p14:nvPr/>
            </p14:nvContentPartPr>
            <p14:xfrm>
              <a:off x="9359246" y="3446194"/>
              <a:ext cx="133560" cy="3308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37212FF-5B16-B3B2-7BA6-791AC25D986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350246" y="3437184"/>
                <a:ext cx="151200" cy="3484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C7C690FD-5CB4-88E6-DC23-6E62A80BE8F6}"/>
                  </a:ext>
                </a:extLst>
              </p14:cNvPr>
              <p14:cNvContentPartPr/>
              <p14:nvPr/>
            </p14:nvContentPartPr>
            <p14:xfrm>
              <a:off x="9595046" y="3612514"/>
              <a:ext cx="14760" cy="2487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7C690FD-5CB4-88E6-DC23-6E62A80BE8F6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9586046" y="3603514"/>
                <a:ext cx="324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95CE213-4BE5-3D81-F099-39E9AF09A7FE}"/>
                  </a:ext>
                </a:extLst>
              </p14:cNvPr>
              <p14:cNvContentPartPr/>
              <p14:nvPr/>
            </p14:nvContentPartPr>
            <p14:xfrm>
              <a:off x="6438926" y="1744834"/>
              <a:ext cx="87840" cy="7423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95CE213-4BE5-3D81-F099-39E9AF09A7FE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429926" y="1735834"/>
                <a:ext cx="105480" cy="75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3381773-3C32-A503-7CDE-EB2D91B2916E}"/>
                  </a:ext>
                </a:extLst>
              </p14:cNvPr>
              <p14:cNvContentPartPr/>
              <p14:nvPr/>
            </p14:nvContentPartPr>
            <p14:xfrm>
              <a:off x="6402926" y="1633594"/>
              <a:ext cx="750960" cy="8564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3381773-3C32-A503-7CDE-EB2D91B2916E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393926" y="1624590"/>
                <a:ext cx="768600" cy="874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A64EB9E-E7BF-B00D-1F9E-7EFBDDD60F36}"/>
                  </a:ext>
                </a:extLst>
              </p14:cNvPr>
              <p14:cNvContentPartPr/>
              <p14:nvPr/>
            </p14:nvContentPartPr>
            <p14:xfrm>
              <a:off x="5993966" y="1821874"/>
              <a:ext cx="446760" cy="3596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A64EB9E-E7BF-B00D-1F9E-7EFBDDD60F36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984966" y="1812874"/>
                <a:ext cx="46440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63CCEA77-3F1C-2187-430C-4E734FEB25B3}"/>
                  </a:ext>
                </a:extLst>
              </p14:cNvPr>
              <p14:cNvContentPartPr/>
              <p14:nvPr/>
            </p14:nvContentPartPr>
            <p14:xfrm>
              <a:off x="5857886" y="2217514"/>
              <a:ext cx="243720" cy="190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63CCEA77-3F1C-2187-430C-4E734FEB25B3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848886" y="2208514"/>
                <a:ext cx="26136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B66609C-D42B-53F9-4014-FE1A7CDD549B}"/>
                  </a:ext>
                </a:extLst>
              </p14:cNvPr>
              <p14:cNvContentPartPr/>
              <p14:nvPr/>
            </p14:nvContentPartPr>
            <p14:xfrm>
              <a:off x="5953286" y="2302474"/>
              <a:ext cx="64800" cy="295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B66609C-D42B-53F9-4014-FE1A7CDD549B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944286" y="2293474"/>
                <a:ext cx="824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4D9574E-A969-759E-CDDC-C03D79AAF9CB}"/>
                  </a:ext>
                </a:extLst>
              </p14:cNvPr>
              <p14:cNvContentPartPr/>
              <p14:nvPr/>
            </p14:nvContentPartPr>
            <p14:xfrm>
              <a:off x="6535406" y="1931674"/>
              <a:ext cx="71640" cy="10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4D9574E-A969-759E-CDDC-C03D79AAF9CB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526406" y="1918174"/>
                <a:ext cx="8928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12D64A4-6FE7-8C06-E48D-6BC2E7842C86}"/>
                  </a:ext>
                </a:extLst>
              </p14:cNvPr>
              <p14:cNvContentPartPr/>
              <p14:nvPr/>
            </p14:nvContentPartPr>
            <p14:xfrm>
              <a:off x="6556646" y="1868674"/>
              <a:ext cx="18360" cy="1080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12D64A4-6FE7-8C06-E48D-6BC2E7842C8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547646" y="1859704"/>
                <a:ext cx="36000" cy="125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1C20CABE-3398-FC7E-DB31-EE3AD900C6D3}"/>
                  </a:ext>
                </a:extLst>
              </p14:cNvPr>
              <p14:cNvContentPartPr/>
              <p14:nvPr/>
            </p14:nvContentPartPr>
            <p14:xfrm>
              <a:off x="6567446" y="2203474"/>
              <a:ext cx="95400" cy="190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1C20CABE-3398-FC7E-DB31-EE3AD900C6D3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6558446" y="2194474"/>
                <a:ext cx="1130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440FE9CD-0F54-96E6-296F-3955BC3EC823}"/>
                  </a:ext>
                </a:extLst>
              </p14:cNvPr>
              <p14:cNvContentPartPr/>
              <p14:nvPr/>
            </p14:nvContentPartPr>
            <p14:xfrm>
              <a:off x="7118606" y="2013754"/>
              <a:ext cx="1428840" cy="806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440FE9CD-0F54-96E6-296F-3955BC3EC823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7109608" y="2004754"/>
                <a:ext cx="1446476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F1ECA2E-84B4-6395-B1FA-6185B0AE9546}"/>
                  </a:ext>
                </a:extLst>
              </p14:cNvPr>
              <p14:cNvContentPartPr/>
              <p14:nvPr/>
            </p14:nvContentPartPr>
            <p14:xfrm>
              <a:off x="7592726" y="2461594"/>
              <a:ext cx="225360" cy="307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F1ECA2E-84B4-6395-B1FA-6185B0AE9546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7583726" y="2452594"/>
                <a:ext cx="24300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E040FC0F-3852-932A-8754-42C8B9A3B7BB}"/>
                  </a:ext>
                </a:extLst>
              </p14:cNvPr>
              <p14:cNvContentPartPr/>
              <p14:nvPr/>
            </p14:nvContentPartPr>
            <p14:xfrm>
              <a:off x="7843646" y="2623234"/>
              <a:ext cx="96840" cy="138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E040FC0F-3852-932A-8754-42C8B9A3B7BB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7834646" y="2614234"/>
                <a:ext cx="1144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F37EC7C3-D49F-9C59-A12A-00453FE98442}"/>
                  </a:ext>
                </a:extLst>
              </p14:cNvPr>
              <p14:cNvContentPartPr/>
              <p14:nvPr/>
            </p14:nvContentPartPr>
            <p14:xfrm>
              <a:off x="6363326" y="2891434"/>
              <a:ext cx="2703600" cy="2264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F37EC7C3-D49F-9C59-A12A-00453FE98442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354326" y="2882434"/>
                <a:ext cx="272124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C3F4771D-9413-60D3-2CFD-F781ACF00264}"/>
                  </a:ext>
                </a:extLst>
              </p14:cNvPr>
              <p14:cNvContentPartPr/>
              <p14:nvPr/>
            </p14:nvContentPartPr>
            <p14:xfrm>
              <a:off x="6284846" y="3027874"/>
              <a:ext cx="1080" cy="3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C3F4771D-9413-60D3-2CFD-F781ACF00264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275846" y="3018874"/>
                <a:ext cx="187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5C9D870-30B5-3448-0249-BE05F3632A90}"/>
                  </a:ext>
                </a:extLst>
              </p14:cNvPr>
              <p14:cNvContentPartPr/>
              <p14:nvPr/>
            </p14:nvContentPartPr>
            <p14:xfrm>
              <a:off x="6306086" y="3016714"/>
              <a:ext cx="360" cy="3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5C9D870-30B5-3448-0249-BE05F3632A90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297086" y="300771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8840AA0-E2F5-AB97-0946-B5570680AEA9}"/>
                  </a:ext>
                </a:extLst>
              </p14:cNvPr>
              <p14:cNvContentPartPr/>
              <p14:nvPr/>
            </p14:nvContentPartPr>
            <p14:xfrm>
              <a:off x="5498966" y="3154234"/>
              <a:ext cx="627840" cy="8344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8840AA0-E2F5-AB97-0946-B5570680AEA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489971" y="3145234"/>
                <a:ext cx="645470" cy="85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B41D1BF0-FBBB-378C-EEAE-97EFCC716518}"/>
                  </a:ext>
                </a:extLst>
              </p14:cNvPr>
              <p14:cNvContentPartPr/>
              <p14:nvPr/>
            </p14:nvContentPartPr>
            <p14:xfrm>
              <a:off x="5637566" y="3683434"/>
              <a:ext cx="29880" cy="2419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B41D1BF0-FBBB-378C-EEAE-97EFCC716518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628566" y="3674434"/>
                <a:ext cx="475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AD41A861-0FCE-DC8B-E376-23ECADA386E7}"/>
                  </a:ext>
                </a:extLst>
              </p14:cNvPr>
              <p14:cNvContentPartPr/>
              <p14:nvPr/>
            </p14:nvContentPartPr>
            <p14:xfrm>
              <a:off x="5531006" y="3661114"/>
              <a:ext cx="181080" cy="867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AD41A861-0FCE-DC8B-E376-23ECADA386E7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5522006" y="3652114"/>
                <a:ext cx="1987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E2A3B066-042E-D888-2E51-C243AA19C545}"/>
                  </a:ext>
                </a:extLst>
              </p14:cNvPr>
              <p14:cNvContentPartPr/>
              <p14:nvPr/>
            </p14:nvContentPartPr>
            <p14:xfrm>
              <a:off x="5617046" y="3983314"/>
              <a:ext cx="66600" cy="4770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E2A3B066-042E-D888-2E51-C243AA19C545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608046" y="3974314"/>
                <a:ext cx="8424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26053E5B-18CA-38D8-DD0B-764683E49577}"/>
                  </a:ext>
                </a:extLst>
              </p14:cNvPr>
              <p14:cNvContentPartPr/>
              <p14:nvPr/>
            </p14:nvContentPartPr>
            <p14:xfrm>
              <a:off x="5437046" y="4452394"/>
              <a:ext cx="266760" cy="288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26053E5B-18CA-38D8-DD0B-764683E49577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428046" y="4443394"/>
                <a:ext cx="2844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5DC5559-A22D-AA89-E410-C7797E1FC84E}"/>
                  </a:ext>
                </a:extLst>
              </p14:cNvPr>
              <p14:cNvContentPartPr/>
              <p14:nvPr/>
            </p14:nvContentPartPr>
            <p14:xfrm>
              <a:off x="5526686" y="4545994"/>
              <a:ext cx="22320" cy="478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5DC5559-A22D-AA89-E410-C7797E1FC84E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5517686" y="4536994"/>
                <a:ext cx="399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736A3EA8-A59A-AD93-98DE-109BB136D440}"/>
                  </a:ext>
                </a:extLst>
              </p14:cNvPr>
              <p14:cNvContentPartPr/>
              <p14:nvPr/>
            </p14:nvContentPartPr>
            <p14:xfrm>
              <a:off x="6006926" y="3094114"/>
              <a:ext cx="506520" cy="910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736A3EA8-A59A-AD93-98DE-109BB136D440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5997926" y="3085114"/>
                <a:ext cx="52416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A4AFEEFE-3956-C378-DA5F-F41A14E88D00}"/>
                  </a:ext>
                </a:extLst>
              </p14:cNvPr>
              <p14:cNvContentPartPr/>
              <p14:nvPr/>
            </p14:nvContentPartPr>
            <p14:xfrm>
              <a:off x="6137966" y="3143074"/>
              <a:ext cx="203040" cy="12106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A4AFEEFE-3956-C378-DA5F-F41A14E88D00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128950" y="3134074"/>
                <a:ext cx="220711" cy="12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A5ABA4B-CD3F-69FA-B342-8DA499AB19DA}"/>
                  </a:ext>
                </a:extLst>
              </p14:cNvPr>
              <p14:cNvContentPartPr/>
              <p14:nvPr/>
            </p14:nvContentPartPr>
            <p14:xfrm>
              <a:off x="6051566" y="4395154"/>
              <a:ext cx="311040" cy="637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A5ABA4B-CD3F-69FA-B342-8DA499AB19DA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042576" y="4386154"/>
                <a:ext cx="3286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EA03057-B71C-7E59-9D59-F2DDEE174573}"/>
                  </a:ext>
                </a:extLst>
              </p14:cNvPr>
              <p14:cNvContentPartPr/>
              <p14:nvPr/>
            </p14:nvContentPartPr>
            <p14:xfrm>
              <a:off x="6155246" y="4501354"/>
              <a:ext cx="111240" cy="180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EA03057-B71C-7E59-9D59-F2DDEE174573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6146275" y="4492354"/>
                <a:ext cx="128823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28660149-5304-E3AA-9143-09BE7A5F662B}"/>
                  </a:ext>
                </a:extLst>
              </p14:cNvPr>
              <p14:cNvContentPartPr/>
              <p14:nvPr/>
            </p14:nvContentPartPr>
            <p14:xfrm>
              <a:off x="6389246" y="3673354"/>
              <a:ext cx="203040" cy="2901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28660149-5304-E3AA-9143-09BE7A5F662B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6380246" y="3664354"/>
                <a:ext cx="22068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4136007-2AE4-12B4-0703-FA09CC00791A}"/>
                  </a:ext>
                </a:extLst>
              </p14:cNvPr>
              <p14:cNvContentPartPr/>
              <p14:nvPr/>
            </p14:nvContentPartPr>
            <p14:xfrm>
              <a:off x="6605966" y="3783154"/>
              <a:ext cx="157680" cy="2221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4136007-2AE4-12B4-0703-FA09CC00791A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596966" y="3774154"/>
                <a:ext cx="1753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69DBB91-DE28-B1A7-643A-9DBBB95BE648}"/>
                  </a:ext>
                </a:extLst>
              </p14:cNvPr>
              <p14:cNvContentPartPr/>
              <p14:nvPr/>
            </p14:nvContentPartPr>
            <p14:xfrm>
              <a:off x="5116286" y="3789994"/>
              <a:ext cx="138240" cy="2214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69DBB91-DE28-B1A7-643A-9DBBB95BE648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5107286" y="3780994"/>
                <a:ext cx="1558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7FC678EC-56EB-3B9C-6100-DD6A306B2FE0}"/>
                  </a:ext>
                </a:extLst>
              </p14:cNvPr>
              <p14:cNvContentPartPr/>
              <p14:nvPr/>
            </p14:nvContentPartPr>
            <p14:xfrm>
              <a:off x="5179286" y="3761914"/>
              <a:ext cx="58320" cy="248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7FC678EC-56EB-3B9C-6100-DD6A306B2FE0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5170286" y="3752914"/>
                <a:ext cx="75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D8410B79-55B0-3A2D-FAA8-D1EC0CAE835C}"/>
                  </a:ext>
                </a:extLst>
              </p14:cNvPr>
              <p14:cNvContentPartPr/>
              <p14:nvPr/>
            </p14:nvContentPartPr>
            <p14:xfrm>
              <a:off x="5230406" y="3911314"/>
              <a:ext cx="149760" cy="2070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D8410B79-55B0-3A2D-FAA8-D1EC0CAE835C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5221384" y="3902314"/>
                <a:ext cx="167443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5F3B05A-10A7-4C17-8300-E3DEC1C0E3DC}"/>
              </a:ext>
            </a:extLst>
          </p:cNvPr>
          <p:cNvGrpSpPr/>
          <p:nvPr/>
        </p:nvGrpSpPr>
        <p:grpSpPr>
          <a:xfrm>
            <a:off x="8542046" y="789034"/>
            <a:ext cx="1020600" cy="1824120"/>
            <a:chOff x="8542046" y="789034"/>
            <a:chExt cx="1020600" cy="182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BD05F6A-EB5C-F4DF-C3A2-0DF354260EF4}"/>
                    </a:ext>
                  </a:extLst>
                </p14:cNvPr>
                <p14:cNvContentPartPr/>
                <p14:nvPr/>
              </p14:nvContentPartPr>
              <p14:xfrm>
                <a:off x="8647526" y="1761034"/>
                <a:ext cx="92880" cy="599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BD05F6A-EB5C-F4DF-C3A2-0DF354260EF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638526" y="1752029"/>
                  <a:ext cx="110520" cy="6166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E1BDFC0-5BF4-1C1B-50F5-30491DD3FFBC}"/>
                    </a:ext>
                  </a:extLst>
                </p14:cNvPr>
                <p14:cNvContentPartPr/>
                <p14:nvPr/>
              </p14:nvContentPartPr>
              <p14:xfrm>
                <a:off x="8714126" y="2227954"/>
                <a:ext cx="224640" cy="18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E1BDFC0-5BF4-1C1B-50F5-30491DD3FFB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705126" y="2218954"/>
                  <a:ext cx="2422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C5D204E-E48A-39AD-8240-5DB56C295A96}"/>
                    </a:ext>
                  </a:extLst>
                </p14:cNvPr>
                <p14:cNvContentPartPr/>
                <p14:nvPr/>
              </p14:nvContentPartPr>
              <p14:xfrm>
                <a:off x="8827526" y="2167474"/>
                <a:ext cx="112320" cy="129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C5D204E-E48A-39AD-8240-5DB56C295A9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818526" y="2158474"/>
                  <a:ext cx="1299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7A93BD7-88AE-8BD9-40D9-6E1DC9902001}"/>
                    </a:ext>
                  </a:extLst>
                </p14:cNvPr>
                <p14:cNvContentPartPr/>
                <p14:nvPr/>
              </p14:nvContentPartPr>
              <p14:xfrm>
                <a:off x="8987006" y="2225794"/>
                <a:ext cx="53640" cy="387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7A93BD7-88AE-8BD9-40D9-6E1DC990200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978006" y="2216794"/>
                  <a:ext cx="7128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BD5FA4B-6C90-6419-F0B6-6372DE1EF5BB}"/>
                    </a:ext>
                  </a:extLst>
                </p14:cNvPr>
                <p14:cNvContentPartPr/>
                <p14:nvPr/>
              </p14:nvContentPartPr>
              <p14:xfrm>
                <a:off x="8542046" y="1916554"/>
                <a:ext cx="45720" cy="317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BD5FA4B-6C90-6419-F0B6-6372DE1EF5B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533046" y="1907564"/>
                  <a:ext cx="63360" cy="3347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CD32636-E734-A18A-82AD-C41EBF031E55}"/>
                    </a:ext>
                  </a:extLst>
                </p14:cNvPr>
                <p14:cNvContentPartPr/>
                <p14:nvPr/>
              </p14:nvContentPartPr>
              <p14:xfrm>
                <a:off x="8649326" y="1842034"/>
                <a:ext cx="286200" cy="540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CD32636-E734-A18A-82AD-C41EBF031E5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640326" y="1833034"/>
                  <a:ext cx="303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1F7B323-E48B-8900-3242-5EF23CE35856}"/>
                    </a:ext>
                  </a:extLst>
                </p14:cNvPr>
                <p14:cNvContentPartPr/>
                <p14:nvPr/>
              </p14:nvContentPartPr>
              <p14:xfrm>
                <a:off x="8798006" y="965074"/>
                <a:ext cx="91440" cy="904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1F7B323-E48B-8900-3242-5EF23CE3585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789041" y="956078"/>
                  <a:ext cx="109011" cy="9223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E9301BC-10D0-18E6-A827-2E597B2CDFEF}"/>
                    </a:ext>
                  </a:extLst>
                </p14:cNvPr>
                <p14:cNvContentPartPr/>
                <p14:nvPr/>
              </p14:nvContentPartPr>
              <p14:xfrm>
                <a:off x="8705846" y="789034"/>
                <a:ext cx="184320" cy="238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E9301BC-10D0-18E6-A827-2E597B2CDFE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696828" y="780034"/>
                  <a:ext cx="201995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588B9D9-4709-9C46-5A17-199572F3BAA9}"/>
                    </a:ext>
                  </a:extLst>
                </p14:cNvPr>
                <p14:cNvContentPartPr/>
                <p14:nvPr/>
              </p14:nvContentPartPr>
              <p14:xfrm>
                <a:off x="8955686" y="1250194"/>
                <a:ext cx="99720" cy="268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588B9D9-4709-9C46-5A17-199572F3BAA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946686" y="1241194"/>
                  <a:ext cx="1173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CE8850A-E157-658E-CAA8-8663EFAF7A45}"/>
                    </a:ext>
                  </a:extLst>
                </p14:cNvPr>
                <p14:cNvContentPartPr/>
                <p14:nvPr/>
              </p14:nvContentPartPr>
              <p14:xfrm>
                <a:off x="9215966" y="1261354"/>
                <a:ext cx="107640" cy="2023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CE8850A-E157-658E-CAA8-8663EFAF7A4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206996" y="1252338"/>
                  <a:ext cx="125221" cy="2199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5DA98CC-32A3-E9A4-6130-D98D80D4211A}"/>
                    </a:ext>
                  </a:extLst>
                </p14:cNvPr>
                <p14:cNvContentPartPr/>
                <p14:nvPr/>
              </p14:nvContentPartPr>
              <p14:xfrm>
                <a:off x="9171686" y="1158394"/>
                <a:ext cx="189720" cy="464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5DA98CC-32A3-E9A4-6130-D98D80D4211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162686" y="1149394"/>
                  <a:ext cx="2073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D5759E0-CE61-91CF-E4DC-46AB7A41B0DB}"/>
                    </a:ext>
                  </a:extLst>
                </p14:cNvPr>
                <p14:cNvContentPartPr/>
                <p14:nvPr/>
              </p14:nvContentPartPr>
              <p14:xfrm>
                <a:off x="9422246" y="1368634"/>
                <a:ext cx="140400" cy="1216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D5759E0-CE61-91CF-E4DC-46AB7A41B0D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413269" y="1359634"/>
                  <a:ext cx="157995" cy="139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96195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 </a:t>
            </a:r>
            <a:endParaRPr lang="en-AU" sz="2400"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CC6774D1-4C69-9973-7C96-8312D86484B4}"/>
                  </a:ext>
                </a:extLst>
              </p14:cNvPr>
              <p14:cNvContentPartPr/>
              <p14:nvPr/>
            </p14:nvContentPartPr>
            <p14:xfrm>
              <a:off x="1114526" y="3559234"/>
              <a:ext cx="1148400" cy="1904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CC6774D1-4C69-9973-7C96-8312D86484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5526" y="3550234"/>
                <a:ext cx="116604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DC1680C8-BD82-49B6-7E82-90C53C947114}"/>
                  </a:ext>
                </a:extLst>
              </p14:cNvPr>
              <p14:cNvContentPartPr/>
              <p14:nvPr/>
            </p14:nvContentPartPr>
            <p14:xfrm>
              <a:off x="1348166" y="3140194"/>
              <a:ext cx="360360" cy="3027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DC1680C8-BD82-49B6-7E82-90C53C9471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9175" y="3131194"/>
                <a:ext cx="377982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8B8BDCE6-0E41-A907-F8DC-430581543221}"/>
                  </a:ext>
                </a:extLst>
              </p14:cNvPr>
              <p14:cNvContentPartPr/>
              <p14:nvPr/>
            </p14:nvContentPartPr>
            <p14:xfrm>
              <a:off x="1083566" y="3757954"/>
              <a:ext cx="358560" cy="8949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8B8BDCE6-0E41-A907-F8DC-4305815432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4566" y="3748954"/>
                <a:ext cx="376200" cy="9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E4570331-5A37-8E2A-AB2C-0E3ABD9C4A80}"/>
                  </a:ext>
                </a:extLst>
              </p14:cNvPr>
              <p14:cNvContentPartPr/>
              <p14:nvPr/>
            </p14:nvContentPartPr>
            <p14:xfrm>
              <a:off x="731486" y="4319554"/>
              <a:ext cx="110880" cy="2448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E4570331-5A37-8E2A-AB2C-0E3ABD9C4A8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2515" y="4310554"/>
                <a:ext cx="128463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99DF069-EBE6-5D02-6D9C-10853A6438E8}"/>
                  </a:ext>
                </a:extLst>
              </p14:cNvPr>
              <p14:cNvContentPartPr/>
              <p14:nvPr/>
            </p14:nvContentPartPr>
            <p14:xfrm>
              <a:off x="808886" y="4475074"/>
              <a:ext cx="115200" cy="2505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99DF069-EBE6-5D02-6D9C-10853A6438E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9886" y="4466087"/>
                <a:ext cx="132840" cy="2681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163CF960-3496-F9DF-6790-F4785C3DB45E}"/>
                  </a:ext>
                </a:extLst>
              </p14:cNvPr>
              <p14:cNvContentPartPr/>
              <p14:nvPr/>
            </p14:nvContentPartPr>
            <p14:xfrm>
              <a:off x="1304246" y="4661554"/>
              <a:ext cx="23760" cy="4060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163CF960-3496-F9DF-6790-F4785C3DB45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95246" y="4652554"/>
                <a:ext cx="4140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29AC1311-D3B0-D36D-B39D-487944D1FDE9}"/>
                  </a:ext>
                </a:extLst>
              </p14:cNvPr>
              <p14:cNvContentPartPr/>
              <p14:nvPr/>
            </p14:nvContentPartPr>
            <p14:xfrm>
              <a:off x="1134326" y="5088874"/>
              <a:ext cx="195480" cy="709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29AC1311-D3B0-D36D-B39D-487944D1FDE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25343" y="5079874"/>
                <a:ext cx="213088" cy="8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oup 220">
            <a:extLst>
              <a:ext uri="{FF2B5EF4-FFF2-40B4-BE49-F238E27FC236}">
                <a16:creationId xmlns:a16="http://schemas.microsoft.com/office/drawing/2014/main" id="{05835261-D2CB-1766-9729-3553AF8F4EC1}"/>
              </a:ext>
            </a:extLst>
          </p:cNvPr>
          <p:cNvGrpSpPr/>
          <p:nvPr/>
        </p:nvGrpSpPr>
        <p:grpSpPr>
          <a:xfrm>
            <a:off x="7200326" y="3744994"/>
            <a:ext cx="361440" cy="1456920"/>
            <a:chOff x="7200326" y="3744994"/>
            <a:chExt cx="361440" cy="145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E695D48-7AEC-5C1B-A60C-F3D008008FF7}"/>
                    </a:ext>
                  </a:extLst>
                </p14:cNvPr>
                <p14:cNvContentPartPr/>
                <p14:nvPr/>
              </p14:nvContentPartPr>
              <p14:xfrm>
                <a:off x="7238846" y="3744994"/>
                <a:ext cx="257400" cy="12520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E695D48-7AEC-5C1B-A60C-F3D008008FF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29846" y="3735994"/>
                  <a:ext cx="275040" cy="12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6CAA33A-A928-FEC0-EF47-56541DEF442F}"/>
                    </a:ext>
                  </a:extLst>
                </p14:cNvPr>
                <p14:cNvContentPartPr/>
                <p14:nvPr/>
              </p14:nvContentPartPr>
              <p14:xfrm>
                <a:off x="7200326" y="5037034"/>
                <a:ext cx="361440" cy="442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6CAA33A-A928-FEC0-EF47-56541DEF442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91326" y="5028107"/>
                  <a:ext cx="379080" cy="61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8FA5256-4769-38C1-79A1-085D318AEA4E}"/>
                    </a:ext>
                  </a:extLst>
                </p14:cNvPr>
                <p14:cNvContentPartPr/>
                <p14:nvPr/>
              </p14:nvContentPartPr>
              <p14:xfrm>
                <a:off x="7352966" y="5156554"/>
                <a:ext cx="105120" cy="453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8FA5256-4769-38C1-79A1-085D318AEA4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343997" y="5147554"/>
                  <a:ext cx="12270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C8FF80C-4FC9-96F1-E9CD-7E64990CF1E5}"/>
              </a:ext>
            </a:extLst>
          </p:cNvPr>
          <p:cNvGrpSpPr/>
          <p:nvPr/>
        </p:nvGrpSpPr>
        <p:grpSpPr>
          <a:xfrm>
            <a:off x="6133286" y="769954"/>
            <a:ext cx="4468320" cy="4078800"/>
            <a:chOff x="6133286" y="769954"/>
            <a:chExt cx="4468320" cy="407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D57B7BA-AFCD-8725-01DA-C2253D83BEB2}"/>
                    </a:ext>
                  </a:extLst>
                </p14:cNvPr>
                <p14:cNvContentPartPr/>
                <p14:nvPr/>
              </p14:nvContentPartPr>
              <p14:xfrm>
                <a:off x="6782726" y="4272394"/>
                <a:ext cx="130320" cy="2757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D57B7BA-AFCD-8725-01DA-C2253D83BEB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773726" y="4263394"/>
                  <a:ext cx="1479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7881C32-9421-D4A3-CD35-0B0AD992E1D6}"/>
                    </a:ext>
                  </a:extLst>
                </p14:cNvPr>
                <p14:cNvContentPartPr/>
                <p14:nvPr/>
              </p14:nvContentPartPr>
              <p14:xfrm>
                <a:off x="6944006" y="4444474"/>
                <a:ext cx="129240" cy="1404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7881C32-9421-D4A3-CD35-0B0AD992E1D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935006" y="4435474"/>
                  <a:ext cx="146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BDE3EFC-C11A-CF7A-79B8-78B4F7190E16}"/>
                    </a:ext>
                  </a:extLst>
                </p14:cNvPr>
                <p14:cNvContentPartPr/>
                <p14:nvPr/>
              </p14:nvContentPartPr>
              <p14:xfrm>
                <a:off x="6918086" y="4479394"/>
                <a:ext cx="167040" cy="244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BDE3EFC-C11A-CF7A-79B8-78B4F7190E1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09067" y="4470524"/>
                  <a:ext cx="184718" cy="418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1D32E9E-ECFB-773D-67CE-23C925F90767}"/>
                    </a:ext>
                  </a:extLst>
                </p14:cNvPr>
                <p14:cNvContentPartPr/>
                <p14:nvPr/>
              </p14:nvContentPartPr>
              <p14:xfrm>
                <a:off x="6961286" y="4421074"/>
                <a:ext cx="153360" cy="208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1D32E9E-ECFB-773D-67CE-23C925F9076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52307" y="4412074"/>
                  <a:ext cx="170959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A709934-5660-6196-81A6-907CC3396F1C}"/>
                    </a:ext>
                  </a:extLst>
                </p14:cNvPr>
                <p14:cNvContentPartPr/>
                <p14:nvPr/>
              </p14:nvContentPartPr>
              <p14:xfrm>
                <a:off x="7139486" y="938434"/>
                <a:ext cx="210240" cy="1558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A709934-5660-6196-81A6-907CC3396F1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130471" y="929434"/>
                  <a:ext cx="227910" cy="15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D370EB1-116C-4CA3-6335-EA12D4500C61}"/>
                    </a:ext>
                  </a:extLst>
                </p14:cNvPr>
                <p14:cNvContentPartPr/>
                <p14:nvPr/>
              </p14:nvContentPartPr>
              <p14:xfrm>
                <a:off x="7021766" y="2472394"/>
                <a:ext cx="296280" cy="2419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D370EB1-116C-4CA3-6335-EA12D4500C6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012766" y="2463394"/>
                  <a:ext cx="3139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4D0763C-F1F5-60F3-8325-260F64BDEFED}"/>
                    </a:ext>
                  </a:extLst>
                </p14:cNvPr>
                <p14:cNvContentPartPr/>
                <p14:nvPr/>
              </p14:nvContentPartPr>
              <p14:xfrm>
                <a:off x="6925646" y="2511274"/>
                <a:ext cx="72720" cy="6051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4D0763C-F1F5-60F3-8325-260F64BDEFE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16646" y="2502274"/>
                  <a:ext cx="9036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F07BCF6-12A2-E5CA-4D42-D3FD94B699AD}"/>
                    </a:ext>
                  </a:extLst>
                </p14:cNvPr>
                <p14:cNvContentPartPr/>
                <p14:nvPr/>
              </p14:nvContentPartPr>
              <p14:xfrm>
                <a:off x="6940766" y="2955154"/>
                <a:ext cx="359280" cy="172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F07BCF6-12A2-E5CA-4D42-D3FD94B699A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31757" y="2946154"/>
                  <a:ext cx="376938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E0309E3-6F35-122F-9786-5850FFDA460E}"/>
                    </a:ext>
                  </a:extLst>
                </p14:cNvPr>
                <p14:cNvContentPartPr/>
                <p14:nvPr/>
              </p14:nvContentPartPr>
              <p14:xfrm>
                <a:off x="7138046" y="2972794"/>
                <a:ext cx="89280" cy="1587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E0309E3-6F35-122F-9786-5850FFDA460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129010" y="2963794"/>
                  <a:ext cx="106991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C8D11E6-96CB-55F6-FDBA-802630968CC5}"/>
                    </a:ext>
                  </a:extLst>
                </p14:cNvPr>
                <p14:cNvContentPartPr/>
                <p14:nvPr/>
              </p14:nvContentPartPr>
              <p14:xfrm>
                <a:off x="7307606" y="3134794"/>
                <a:ext cx="68760" cy="6793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C8D11E6-96CB-55F6-FDBA-802630968CC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298606" y="3125794"/>
                  <a:ext cx="8640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26D8ED4-00A9-7ADA-6783-00BD86705A49}"/>
                    </a:ext>
                  </a:extLst>
                </p14:cNvPr>
                <p14:cNvContentPartPr/>
                <p14:nvPr/>
              </p14:nvContentPartPr>
              <p14:xfrm>
                <a:off x="6582206" y="2854714"/>
                <a:ext cx="356400" cy="51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26D8ED4-00A9-7ADA-6783-00BD86705A4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73197" y="2845776"/>
                  <a:ext cx="374058" cy="68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F95A1E7-4855-8188-A8D9-FBCC2369C55B}"/>
                    </a:ext>
                  </a:extLst>
                </p14:cNvPr>
                <p14:cNvContentPartPr/>
                <p14:nvPr/>
              </p14:nvContentPartPr>
              <p14:xfrm>
                <a:off x="6472766" y="2859394"/>
                <a:ext cx="132840" cy="946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F95A1E7-4855-8188-A8D9-FBCC2369C55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463766" y="2850394"/>
                  <a:ext cx="1504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23607CF-888B-17E2-BF7D-0477396712E3}"/>
                    </a:ext>
                  </a:extLst>
                </p14:cNvPr>
                <p14:cNvContentPartPr/>
                <p14:nvPr/>
              </p14:nvContentPartPr>
              <p14:xfrm>
                <a:off x="6133286" y="2508034"/>
                <a:ext cx="91800" cy="222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23607CF-888B-17E2-BF7D-0477396712E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124286" y="2499034"/>
                  <a:ext cx="1094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D59CC46-D6B6-1C96-B4B5-ECBC10E25F46}"/>
                    </a:ext>
                  </a:extLst>
                </p14:cNvPr>
                <p14:cNvContentPartPr/>
                <p14:nvPr/>
              </p14:nvContentPartPr>
              <p14:xfrm>
                <a:off x="6227966" y="2663914"/>
                <a:ext cx="91440" cy="1332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D59CC46-D6B6-1C96-B4B5-ECBC10E25F4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218966" y="2654890"/>
                  <a:ext cx="109080" cy="1508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3FD930A-0DB9-44F2-C011-110EF22C5893}"/>
                    </a:ext>
                  </a:extLst>
                </p14:cNvPr>
                <p14:cNvContentPartPr/>
                <p14:nvPr/>
              </p14:nvContentPartPr>
              <p14:xfrm>
                <a:off x="7441886" y="1571674"/>
                <a:ext cx="158400" cy="224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3FD930A-0DB9-44F2-C011-110EF22C589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432886" y="1562674"/>
                  <a:ext cx="176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8290F2D-2098-A497-59FB-3E4D71BA2572}"/>
                    </a:ext>
                  </a:extLst>
                </p14:cNvPr>
                <p14:cNvContentPartPr/>
                <p14:nvPr/>
              </p14:nvContentPartPr>
              <p14:xfrm>
                <a:off x="7632686" y="1673194"/>
                <a:ext cx="89640" cy="1134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8290F2D-2098-A497-59FB-3E4D71BA257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623686" y="1664194"/>
                  <a:ext cx="1072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22C7DFD-38B6-A7CB-CDBF-6AB534D67D7A}"/>
                    </a:ext>
                  </a:extLst>
                </p14:cNvPr>
                <p14:cNvContentPartPr/>
                <p14:nvPr/>
              </p14:nvContentPartPr>
              <p14:xfrm>
                <a:off x="7780646" y="1695514"/>
                <a:ext cx="8640" cy="166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22C7DFD-38B6-A7CB-CDBF-6AB534D67D7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771646" y="1686533"/>
                  <a:ext cx="26280" cy="1839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DADF3C1-15F7-E6FB-1C3E-1950BE3D5879}"/>
                    </a:ext>
                  </a:extLst>
                </p14:cNvPr>
                <p14:cNvContentPartPr/>
                <p14:nvPr/>
              </p14:nvContentPartPr>
              <p14:xfrm>
                <a:off x="7124366" y="862114"/>
                <a:ext cx="248400" cy="2073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DADF3C1-15F7-E6FB-1C3E-1950BE3D587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115366" y="853114"/>
                  <a:ext cx="2660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F667842-6397-554D-CED8-C655CC0E905F}"/>
                    </a:ext>
                  </a:extLst>
                </p14:cNvPr>
                <p14:cNvContentPartPr/>
                <p14:nvPr/>
              </p14:nvContentPartPr>
              <p14:xfrm>
                <a:off x="7305446" y="2197354"/>
                <a:ext cx="788760" cy="122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F667842-6397-554D-CED8-C655CC0E905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296446" y="2188354"/>
                  <a:ext cx="8064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41CDE58-901D-5A50-36AE-326705853E73}"/>
                    </a:ext>
                  </a:extLst>
                </p14:cNvPr>
                <p14:cNvContentPartPr/>
                <p14:nvPr/>
              </p14:nvContentPartPr>
              <p14:xfrm>
                <a:off x="8084846" y="1971274"/>
                <a:ext cx="29160" cy="455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41CDE58-901D-5A50-36AE-326705853E7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075846" y="1962281"/>
                  <a:ext cx="46800" cy="473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B96630F-9EDA-B431-5068-D2C8E9A059C8}"/>
                    </a:ext>
                  </a:extLst>
                </p14:cNvPr>
                <p14:cNvContentPartPr/>
                <p14:nvPr/>
              </p14:nvContentPartPr>
              <p14:xfrm>
                <a:off x="8088086" y="2264314"/>
                <a:ext cx="247680" cy="1454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B96630F-9EDA-B431-5068-D2C8E9A059C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79086" y="2255314"/>
                  <a:ext cx="265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5F468B2-8289-4000-379E-0F57D109A649}"/>
                    </a:ext>
                  </a:extLst>
                </p14:cNvPr>
                <p14:cNvContentPartPr/>
                <p14:nvPr/>
              </p14:nvContentPartPr>
              <p14:xfrm>
                <a:off x="8174486" y="2298514"/>
                <a:ext cx="81360" cy="968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5F468B2-8289-4000-379E-0F57D109A64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65526" y="2289514"/>
                  <a:ext cx="98922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B715B8C-32D1-4480-AD9D-5479EA64359C}"/>
                    </a:ext>
                  </a:extLst>
                </p14:cNvPr>
                <p14:cNvContentPartPr/>
                <p14:nvPr/>
              </p14:nvContentPartPr>
              <p14:xfrm>
                <a:off x="8315606" y="2420194"/>
                <a:ext cx="20880" cy="2037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B715B8C-32D1-4480-AD9D-5479EA64359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06606" y="2411210"/>
                  <a:ext cx="38520" cy="2213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1BD93B3-CDED-33CA-D919-8E28F3FE3212}"/>
                    </a:ext>
                  </a:extLst>
                </p14:cNvPr>
                <p14:cNvContentPartPr/>
                <p14:nvPr/>
              </p14:nvContentPartPr>
              <p14:xfrm>
                <a:off x="8176646" y="2678314"/>
                <a:ext cx="164160" cy="295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1BD93B3-CDED-33CA-D919-8E28F3FE321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67646" y="2669314"/>
                  <a:ext cx="181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2CEAA48-92D1-2F38-0B4C-C660ED4F92A3}"/>
                    </a:ext>
                  </a:extLst>
                </p14:cNvPr>
                <p14:cNvContentPartPr/>
                <p14:nvPr/>
              </p14:nvContentPartPr>
              <p14:xfrm>
                <a:off x="8243966" y="2801794"/>
                <a:ext cx="73080" cy="32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2CEAA48-92D1-2F38-0B4C-C660ED4F92A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234921" y="2792794"/>
                  <a:ext cx="90807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8D0E934-D737-694F-36D6-73E734A11731}"/>
                    </a:ext>
                  </a:extLst>
                </p14:cNvPr>
                <p14:cNvContentPartPr/>
                <p14:nvPr/>
              </p14:nvContentPartPr>
              <p14:xfrm>
                <a:off x="8081966" y="1961194"/>
                <a:ext cx="240120" cy="139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8D0E934-D737-694F-36D6-73E734A1173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072966" y="1952194"/>
                  <a:ext cx="257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2A114CA-2243-B022-476A-4A95849A9AF6}"/>
                    </a:ext>
                  </a:extLst>
                </p14:cNvPr>
                <p14:cNvContentPartPr/>
                <p14:nvPr/>
              </p14:nvContentPartPr>
              <p14:xfrm>
                <a:off x="8141006" y="852394"/>
                <a:ext cx="185040" cy="11145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2A114CA-2243-B022-476A-4A95849A9AF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132006" y="843391"/>
                  <a:ext cx="202680" cy="11322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5079ADC-880E-1005-37E0-9DD4CF86969A}"/>
                    </a:ext>
                  </a:extLst>
                </p14:cNvPr>
                <p14:cNvContentPartPr/>
                <p14:nvPr/>
              </p14:nvContentPartPr>
              <p14:xfrm>
                <a:off x="8382566" y="1131754"/>
                <a:ext cx="155520" cy="2246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5079ADC-880E-1005-37E0-9DD4CF86969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373566" y="1122754"/>
                  <a:ext cx="1731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580AA8C-9651-6C7E-309D-42D1C53454B8}"/>
                    </a:ext>
                  </a:extLst>
                </p14:cNvPr>
                <p14:cNvContentPartPr/>
                <p14:nvPr/>
              </p14:nvContentPartPr>
              <p14:xfrm>
                <a:off x="8595326" y="1212394"/>
                <a:ext cx="110160" cy="1440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580AA8C-9651-6C7E-309D-42D1C53454B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586326" y="1203394"/>
                  <a:ext cx="127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F7C7250-F09A-4E71-3FB0-FD9BE2D7E802}"/>
                    </a:ext>
                  </a:extLst>
                </p14:cNvPr>
                <p14:cNvContentPartPr/>
                <p14:nvPr/>
              </p14:nvContentPartPr>
              <p14:xfrm>
                <a:off x="8758406" y="1250914"/>
                <a:ext cx="91440" cy="1450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F7C7250-F09A-4E71-3FB0-FD9BE2D7E80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49406" y="1241914"/>
                  <a:ext cx="1090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8D3B1E2-35A0-8823-D155-B8D59275E688}"/>
                    </a:ext>
                  </a:extLst>
                </p14:cNvPr>
                <p14:cNvContentPartPr/>
                <p14:nvPr/>
              </p14:nvContentPartPr>
              <p14:xfrm>
                <a:off x="8313446" y="1672114"/>
                <a:ext cx="807480" cy="478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8D3B1E2-35A0-8823-D155-B8D59275E68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04446" y="1663114"/>
                  <a:ext cx="8251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C49FF35-A515-B7B0-FB92-A56809D5AB3F}"/>
                    </a:ext>
                  </a:extLst>
                </p14:cNvPr>
                <p14:cNvContentPartPr/>
                <p14:nvPr/>
              </p14:nvContentPartPr>
              <p14:xfrm>
                <a:off x="9098246" y="1449994"/>
                <a:ext cx="34560" cy="500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C49FF35-A515-B7B0-FB92-A56809D5AB3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089246" y="1440994"/>
                  <a:ext cx="5220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D11BEDF-6E89-A7D4-F621-3461EE303318}"/>
                    </a:ext>
                  </a:extLst>
                </p14:cNvPr>
                <p14:cNvContentPartPr/>
                <p14:nvPr/>
              </p14:nvContentPartPr>
              <p14:xfrm>
                <a:off x="9094646" y="1830154"/>
                <a:ext cx="266400" cy="1123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D11BEDF-6E89-A7D4-F621-3461EE30331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085646" y="1821125"/>
                  <a:ext cx="284040" cy="130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39819E9-DEAD-C2A6-AE40-F4958264989E}"/>
                    </a:ext>
                  </a:extLst>
                </p14:cNvPr>
                <p14:cNvContentPartPr/>
                <p14:nvPr/>
              </p14:nvContentPartPr>
              <p14:xfrm>
                <a:off x="9199766" y="1847794"/>
                <a:ext cx="64800" cy="1213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39819E9-DEAD-C2A6-AE40-F4958264989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190766" y="1838794"/>
                  <a:ext cx="82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D9F1404-2237-623F-1234-57905D649BAD}"/>
                    </a:ext>
                  </a:extLst>
                </p14:cNvPr>
                <p14:cNvContentPartPr/>
                <p14:nvPr/>
              </p14:nvContentPartPr>
              <p14:xfrm>
                <a:off x="9327566" y="1948234"/>
                <a:ext cx="26280" cy="8038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D9F1404-2237-623F-1234-57905D649BA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318566" y="1939234"/>
                  <a:ext cx="43920" cy="82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0B1DC0F-17BA-6CF1-6F46-9CEC5D1B01CD}"/>
                    </a:ext>
                  </a:extLst>
                </p14:cNvPr>
                <p14:cNvContentPartPr/>
                <p14:nvPr/>
              </p14:nvContentPartPr>
              <p14:xfrm>
                <a:off x="9082766" y="1423714"/>
                <a:ext cx="247320" cy="1180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0B1DC0F-17BA-6CF1-6F46-9CEC5D1B01C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073766" y="1414741"/>
                  <a:ext cx="264960" cy="1356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861C516-070A-45BB-3DD4-0172D36275A5}"/>
                    </a:ext>
                  </a:extLst>
                </p14:cNvPr>
                <p14:cNvContentPartPr/>
                <p14:nvPr/>
              </p14:nvContentPartPr>
              <p14:xfrm>
                <a:off x="9306326" y="867874"/>
                <a:ext cx="35280" cy="562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861C516-070A-45BB-3DD4-0172D36275A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297326" y="858874"/>
                  <a:ext cx="5292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78E685C-B4CD-CB16-A862-519B85601B0E}"/>
                    </a:ext>
                  </a:extLst>
                </p14:cNvPr>
                <p14:cNvContentPartPr/>
                <p14:nvPr/>
              </p14:nvContentPartPr>
              <p14:xfrm>
                <a:off x="9217406" y="798754"/>
                <a:ext cx="149400" cy="1062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78E685C-B4CD-CB16-A862-519B85601B0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208384" y="789754"/>
                  <a:ext cx="167083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2EE0067-78E3-D3AD-43AC-3ACB61E0E3D9}"/>
                    </a:ext>
                  </a:extLst>
                </p14:cNvPr>
                <p14:cNvContentPartPr/>
                <p14:nvPr/>
              </p14:nvContentPartPr>
              <p14:xfrm>
                <a:off x="8123006" y="769954"/>
                <a:ext cx="195840" cy="1382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2EE0067-78E3-D3AD-43AC-3ACB61E0E3D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114006" y="760931"/>
                  <a:ext cx="213480" cy="1559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1468F76-7C6F-753A-C83A-148A9FD17798}"/>
                    </a:ext>
                  </a:extLst>
                </p14:cNvPr>
                <p14:cNvContentPartPr/>
                <p14:nvPr/>
              </p14:nvContentPartPr>
              <p14:xfrm>
                <a:off x="7310126" y="3462394"/>
                <a:ext cx="2148480" cy="3024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1468F76-7C6F-753A-C83A-148A9FD1779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301126" y="3453394"/>
                  <a:ext cx="21661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27000E4-2C30-9BF5-1991-508C3C9365FE}"/>
                    </a:ext>
                  </a:extLst>
                </p14:cNvPr>
                <p14:cNvContentPartPr/>
                <p14:nvPr/>
              </p14:nvContentPartPr>
              <p14:xfrm>
                <a:off x="9354566" y="2617834"/>
                <a:ext cx="92520" cy="9324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27000E4-2C30-9BF5-1991-508C3C9365F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345566" y="2608831"/>
                  <a:ext cx="110160" cy="9500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901E4E5-411B-D363-741D-A6A6554CDB23}"/>
                    </a:ext>
                  </a:extLst>
                </p14:cNvPr>
                <p14:cNvContentPartPr/>
                <p14:nvPr/>
              </p14:nvContentPartPr>
              <p14:xfrm>
                <a:off x="8151086" y="3764434"/>
                <a:ext cx="204480" cy="255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901E4E5-411B-D363-741D-A6A6554CDB2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142086" y="3755434"/>
                  <a:ext cx="2221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51968FB-0EF7-1331-6275-001640CC9D98}"/>
                    </a:ext>
                  </a:extLst>
                </p14:cNvPr>
                <p14:cNvContentPartPr/>
                <p14:nvPr/>
              </p14:nvContentPartPr>
              <p14:xfrm>
                <a:off x="8408126" y="3831754"/>
                <a:ext cx="124920" cy="1965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51968FB-0EF7-1331-6275-001640CC9D9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399126" y="3822754"/>
                  <a:ext cx="142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5222BA2-AA46-7114-D92E-D6970992DBA1}"/>
                    </a:ext>
                  </a:extLst>
                </p14:cNvPr>
                <p14:cNvContentPartPr/>
                <p14:nvPr/>
              </p14:nvContentPartPr>
              <p14:xfrm>
                <a:off x="8396606" y="3948394"/>
                <a:ext cx="123120" cy="19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5222BA2-AA46-7114-D92E-D6970992DBA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387580" y="3939394"/>
                  <a:ext cx="140812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FF393B3-D4F8-4117-6544-010C8F05A093}"/>
                    </a:ext>
                  </a:extLst>
                </p14:cNvPr>
                <p14:cNvContentPartPr/>
                <p14:nvPr/>
              </p14:nvContentPartPr>
              <p14:xfrm>
                <a:off x="9158726" y="3458074"/>
                <a:ext cx="375120" cy="7653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FF393B3-D4F8-4117-6544-010C8F05A09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149735" y="3449074"/>
                  <a:ext cx="392743" cy="78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F44771F-3627-06BC-9CE6-228F0F9E3D30}"/>
                    </a:ext>
                  </a:extLst>
                </p14:cNvPr>
                <p14:cNvContentPartPr/>
                <p14:nvPr/>
              </p14:nvContentPartPr>
              <p14:xfrm>
                <a:off x="9337646" y="4002754"/>
                <a:ext cx="15120" cy="1220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F44771F-3627-06BC-9CE6-228F0F9E3D3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328646" y="3993754"/>
                  <a:ext cx="32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66E3CB4-BE44-70DE-144E-29FC1340985D}"/>
                    </a:ext>
                  </a:extLst>
                </p14:cNvPr>
                <p14:cNvContentPartPr/>
                <p14:nvPr/>
              </p14:nvContentPartPr>
              <p14:xfrm>
                <a:off x="9286886" y="4047754"/>
                <a:ext cx="137880" cy="651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66E3CB4-BE44-70DE-144E-29FC1340985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277886" y="4038754"/>
                  <a:ext cx="1555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23BA32F-ADCA-7ADA-9A98-BD68A7C43507}"/>
                    </a:ext>
                  </a:extLst>
                </p14:cNvPr>
                <p14:cNvContentPartPr/>
                <p14:nvPr/>
              </p14:nvContentPartPr>
              <p14:xfrm>
                <a:off x="9336926" y="4225594"/>
                <a:ext cx="33120" cy="4892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23BA32F-ADCA-7ADA-9A98-BD68A7C4350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327926" y="4216594"/>
                  <a:ext cx="5076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E1D4F41-0A6E-809B-A2CD-436E0E283801}"/>
                    </a:ext>
                  </a:extLst>
                </p14:cNvPr>
                <p14:cNvContentPartPr/>
                <p14:nvPr/>
              </p14:nvContentPartPr>
              <p14:xfrm>
                <a:off x="9179246" y="4760194"/>
                <a:ext cx="217080" cy="19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E1D4F41-0A6E-809B-A2CD-436E0E28380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170231" y="4751358"/>
                  <a:ext cx="234749" cy="367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0FDCBEA-E964-8CE2-39D6-064229A54536}"/>
                    </a:ext>
                  </a:extLst>
                </p14:cNvPr>
                <p14:cNvContentPartPr/>
                <p14:nvPr/>
              </p14:nvContentPartPr>
              <p14:xfrm>
                <a:off x="9282206" y="4837594"/>
                <a:ext cx="45000" cy="111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0FDCBEA-E964-8CE2-39D6-064229A5453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273206" y="4828594"/>
                  <a:ext cx="62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10F1358-A52F-DE95-45D7-C11873F1967F}"/>
                    </a:ext>
                  </a:extLst>
                </p14:cNvPr>
                <p14:cNvContentPartPr/>
                <p14:nvPr/>
              </p14:nvContentPartPr>
              <p14:xfrm>
                <a:off x="9336566" y="3376714"/>
                <a:ext cx="721800" cy="1018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10F1358-A52F-DE95-45D7-C11873F1967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327566" y="3367714"/>
                  <a:ext cx="739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3428586-7615-0C70-C2E1-AA6C2F05310F}"/>
                    </a:ext>
                  </a:extLst>
                </p14:cNvPr>
                <p14:cNvContentPartPr/>
                <p14:nvPr/>
              </p14:nvContentPartPr>
              <p14:xfrm>
                <a:off x="10256366" y="3198874"/>
                <a:ext cx="152640" cy="272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3428586-7615-0C70-C2E1-AA6C2F05310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247366" y="3189874"/>
                  <a:ext cx="1702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AC395EC-2B06-EFA6-561C-8A474FFCB56C}"/>
                    </a:ext>
                  </a:extLst>
                </p14:cNvPr>
                <p14:cNvContentPartPr/>
                <p14:nvPr/>
              </p14:nvContentPartPr>
              <p14:xfrm>
                <a:off x="10476686" y="3408034"/>
                <a:ext cx="124920" cy="1486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AC395EC-2B06-EFA6-561C-8A474FFCB56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467686" y="3399034"/>
                  <a:ext cx="142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6F0F640-3249-1EEE-E702-7A57E64239CE}"/>
                    </a:ext>
                  </a:extLst>
                </p14:cNvPr>
                <p14:cNvContentPartPr/>
                <p14:nvPr/>
              </p14:nvContentPartPr>
              <p14:xfrm>
                <a:off x="7244606" y="2684794"/>
                <a:ext cx="245160" cy="2260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6F0F640-3249-1EEE-E702-7A57E64239C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235619" y="2675808"/>
                  <a:ext cx="262774" cy="2436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A65F3FC-49A9-8D13-B21F-71D77D4928A7}"/>
                    </a:ext>
                  </a:extLst>
                </p14:cNvPr>
                <p14:cNvContentPartPr/>
                <p14:nvPr/>
              </p14:nvContentPartPr>
              <p14:xfrm>
                <a:off x="7557806" y="2734834"/>
                <a:ext cx="20160" cy="218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A65F3FC-49A9-8D13-B21F-71D77D4928A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548642" y="2725834"/>
                  <a:ext cx="38121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7ABC0EC-B95A-DDEA-6E9C-11CEC0E81E2C}"/>
                    </a:ext>
                  </a:extLst>
                </p14:cNvPr>
                <p14:cNvContentPartPr/>
                <p14:nvPr/>
              </p14:nvContentPartPr>
              <p14:xfrm>
                <a:off x="8360246" y="2017714"/>
                <a:ext cx="183240" cy="230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7ABC0EC-B95A-DDEA-6E9C-11CEC0E81E2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351246" y="2008714"/>
                  <a:ext cx="200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0D80C2F4-7FF4-205D-1650-9A462DB2B770}"/>
                    </a:ext>
                  </a:extLst>
                </p14:cNvPr>
                <p14:cNvContentPartPr/>
                <p14:nvPr/>
              </p14:nvContentPartPr>
              <p14:xfrm>
                <a:off x="8587406" y="2067034"/>
                <a:ext cx="172080" cy="1584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0D80C2F4-7FF4-205D-1650-9A462DB2B77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578406" y="2058034"/>
                  <a:ext cx="189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6736037-7061-882E-5E87-C09616563B64}"/>
                    </a:ext>
                  </a:extLst>
                </p14:cNvPr>
                <p14:cNvContentPartPr/>
                <p14:nvPr/>
              </p14:nvContentPartPr>
              <p14:xfrm>
                <a:off x="9376886" y="1530274"/>
                <a:ext cx="203400" cy="237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6736037-7061-882E-5E87-C09616563B6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367870" y="1521260"/>
                  <a:ext cx="221071" cy="2549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DA67D58-EF4A-FE58-9290-DB143C1E2178}"/>
                    </a:ext>
                  </a:extLst>
                </p14:cNvPr>
                <p14:cNvContentPartPr/>
                <p14:nvPr/>
              </p14:nvContentPartPr>
              <p14:xfrm>
                <a:off x="9668846" y="1526674"/>
                <a:ext cx="217080" cy="2196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DA67D58-EF4A-FE58-9290-DB143C1E217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659846" y="1517674"/>
                  <a:ext cx="2347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5885D5AF-C7B6-007E-9E4F-22F650803681}"/>
              </a:ext>
            </a:extLst>
          </p:cNvPr>
          <p:cNvGrpSpPr/>
          <p:nvPr/>
        </p:nvGrpSpPr>
        <p:grpSpPr>
          <a:xfrm>
            <a:off x="2203166" y="906754"/>
            <a:ext cx="3216960" cy="4444560"/>
            <a:chOff x="2203166" y="906754"/>
            <a:chExt cx="3216960" cy="444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A36942-1337-5EEB-47B9-60F35AF6EB92}"/>
                    </a:ext>
                  </a:extLst>
                </p14:cNvPr>
                <p14:cNvContentPartPr/>
                <p14:nvPr/>
              </p14:nvContentPartPr>
              <p14:xfrm>
                <a:off x="2295686" y="1247314"/>
                <a:ext cx="279000" cy="358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A36942-1337-5EEB-47B9-60F35AF6EB9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286686" y="1238314"/>
                  <a:ext cx="2966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6EC4CE6-A531-54E0-3737-DED3C276BEB5}"/>
                    </a:ext>
                  </a:extLst>
                </p14:cNvPr>
                <p14:cNvContentPartPr/>
                <p14:nvPr/>
              </p14:nvContentPartPr>
              <p14:xfrm>
                <a:off x="2471726" y="1497514"/>
                <a:ext cx="101160" cy="171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6EC4CE6-A531-54E0-3737-DED3C276BEB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462758" y="1488533"/>
                  <a:ext cx="118737" cy="1886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ECA5AB-A2CE-1B0A-DFDF-25B5F6942220}"/>
                    </a:ext>
                  </a:extLst>
                </p14:cNvPr>
                <p14:cNvContentPartPr/>
                <p14:nvPr/>
              </p14:nvContentPartPr>
              <p14:xfrm>
                <a:off x="2547686" y="1442794"/>
                <a:ext cx="51120" cy="606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ECA5AB-A2CE-1B0A-DFDF-25B5F694222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538686" y="1433794"/>
                  <a:ext cx="6876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9FF2E7A-620C-C25F-F691-F46EE020B842}"/>
                    </a:ext>
                  </a:extLst>
                </p14:cNvPr>
                <p14:cNvContentPartPr/>
                <p14:nvPr/>
              </p14:nvContentPartPr>
              <p14:xfrm>
                <a:off x="2648126" y="1589314"/>
                <a:ext cx="15480" cy="227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9FF2E7A-620C-C25F-F691-F46EE020B84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639126" y="1580314"/>
                  <a:ext cx="33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E1A5C0-9EED-9E05-0EB8-F2DFA1A38A1C}"/>
                    </a:ext>
                  </a:extLst>
                </p14:cNvPr>
                <p14:cNvContentPartPr/>
                <p14:nvPr/>
              </p14:nvContentPartPr>
              <p14:xfrm>
                <a:off x="2665406" y="1695874"/>
                <a:ext cx="167760" cy="16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E1A5C0-9EED-9E05-0EB8-F2DFA1A38A1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656387" y="1686669"/>
                  <a:ext cx="185438" cy="342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E3673A3-6016-A0B3-1C43-E076DBA98EC8}"/>
                    </a:ext>
                  </a:extLst>
                </p14:cNvPr>
                <p14:cNvContentPartPr/>
                <p14:nvPr/>
              </p14:nvContentPartPr>
              <p14:xfrm>
                <a:off x="2309726" y="1829074"/>
                <a:ext cx="236160" cy="570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E3673A3-6016-A0B3-1C43-E076DBA98EC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300726" y="1820074"/>
                  <a:ext cx="25380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AB2940-5E24-48EB-738D-F4B5B94B84B8}"/>
                    </a:ext>
                  </a:extLst>
                </p14:cNvPr>
                <p14:cNvContentPartPr/>
                <p14:nvPr/>
              </p14:nvContentPartPr>
              <p14:xfrm>
                <a:off x="2708966" y="1645114"/>
                <a:ext cx="556560" cy="63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AB2940-5E24-48EB-738D-F4B5B94B84B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699966" y="1636114"/>
                  <a:ext cx="5742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D100457-93AA-4DEB-C72C-5FAE5C2643F4}"/>
                    </a:ext>
                  </a:extLst>
                </p14:cNvPr>
                <p14:cNvContentPartPr/>
                <p14:nvPr/>
              </p14:nvContentPartPr>
              <p14:xfrm>
                <a:off x="3254006" y="1521994"/>
                <a:ext cx="10440" cy="200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D100457-93AA-4DEB-C72C-5FAE5C2643F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245006" y="1512994"/>
                  <a:ext cx="28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A84C784-D89C-6F96-ED0E-A0B6D6DD1BF9}"/>
                    </a:ext>
                  </a:extLst>
                </p14:cNvPr>
                <p14:cNvContentPartPr/>
                <p14:nvPr/>
              </p14:nvContentPartPr>
              <p14:xfrm>
                <a:off x="3331046" y="1393474"/>
                <a:ext cx="71280" cy="528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A84C784-D89C-6F96-ED0E-A0B6D6DD1BF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322046" y="1384474"/>
                  <a:ext cx="8892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1705049-EA11-AE6D-FFB4-97641A2268B8}"/>
                    </a:ext>
                  </a:extLst>
                </p14:cNvPr>
                <p14:cNvContentPartPr/>
                <p14:nvPr/>
              </p14:nvContentPartPr>
              <p14:xfrm>
                <a:off x="3399086" y="1029514"/>
                <a:ext cx="172080" cy="471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1705049-EA11-AE6D-FFB4-97641A2268B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390086" y="1020514"/>
                  <a:ext cx="1897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5E68AE2-58E7-C3A1-C1DA-020BD6F1D6AC}"/>
                    </a:ext>
                  </a:extLst>
                </p14:cNvPr>
                <p14:cNvContentPartPr/>
                <p14:nvPr/>
              </p14:nvContentPartPr>
              <p14:xfrm>
                <a:off x="3364166" y="1424794"/>
                <a:ext cx="102240" cy="140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5E68AE2-58E7-C3A1-C1DA-020BD6F1D6A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355166" y="1415794"/>
                  <a:ext cx="119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EC27C6C-F886-7E0C-31BB-F8648FC5C30C}"/>
                    </a:ext>
                  </a:extLst>
                </p14:cNvPr>
                <p14:cNvContentPartPr/>
                <p14:nvPr/>
              </p14:nvContentPartPr>
              <p14:xfrm>
                <a:off x="3404126" y="1676434"/>
                <a:ext cx="345960" cy="865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EC27C6C-F886-7E0C-31BB-F8648FC5C30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395126" y="1667434"/>
                  <a:ext cx="363600" cy="88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C75BA2E-80C5-A9B8-DF2E-F67D3AB7F4D3}"/>
                    </a:ext>
                  </a:extLst>
                </p14:cNvPr>
                <p14:cNvContentPartPr/>
                <p14:nvPr/>
              </p14:nvContentPartPr>
              <p14:xfrm>
                <a:off x="2901206" y="1655554"/>
                <a:ext cx="106200" cy="600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C75BA2E-80C5-A9B8-DF2E-F67D3AB7F4D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892175" y="1646554"/>
                  <a:ext cx="12390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B268677-029F-7021-064B-77010062464E}"/>
                    </a:ext>
                  </a:extLst>
                </p14:cNvPr>
                <p14:cNvContentPartPr/>
                <p14:nvPr/>
              </p14:nvContentPartPr>
              <p14:xfrm>
                <a:off x="2342486" y="2283394"/>
                <a:ext cx="707760" cy="109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B268677-029F-7021-064B-77010062464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333486" y="2274394"/>
                  <a:ext cx="725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02A8CE2-A943-14D5-C62B-7F2E96F7BC89}"/>
                    </a:ext>
                  </a:extLst>
                </p14:cNvPr>
                <p14:cNvContentPartPr/>
                <p14:nvPr/>
              </p14:nvContentPartPr>
              <p14:xfrm>
                <a:off x="3012806" y="2159194"/>
                <a:ext cx="11520" cy="128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02A8CE2-A943-14D5-C62B-7F2E96F7BC8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003806" y="2150194"/>
                  <a:ext cx="291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213A548-D0F3-9DE0-E5E5-86947CA68D0B}"/>
                    </a:ext>
                  </a:extLst>
                </p14:cNvPr>
                <p14:cNvContentPartPr/>
                <p14:nvPr/>
              </p14:nvContentPartPr>
              <p14:xfrm>
                <a:off x="2322326" y="2343514"/>
                <a:ext cx="69480" cy="79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213A548-D0F3-9DE0-E5E5-86947CA68D0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313326" y="2334554"/>
                  <a:ext cx="87120" cy="974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A500BBA-9237-8F6F-6F5B-838BE02D9B48}"/>
                    </a:ext>
                  </a:extLst>
                </p14:cNvPr>
                <p14:cNvContentPartPr/>
                <p14:nvPr/>
              </p14:nvContentPartPr>
              <p14:xfrm>
                <a:off x="2361566" y="2383474"/>
                <a:ext cx="177840" cy="956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A500BBA-9237-8F6F-6F5B-838BE02D9B4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352566" y="2374477"/>
                  <a:ext cx="195480" cy="9745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4E68225-7C3F-DF52-59D3-830571E4CBC3}"/>
                    </a:ext>
                  </a:extLst>
                </p14:cNvPr>
                <p14:cNvContentPartPr/>
                <p14:nvPr/>
              </p14:nvContentPartPr>
              <p14:xfrm>
                <a:off x="2356526" y="2866234"/>
                <a:ext cx="216360" cy="867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4E68225-7C3F-DF52-59D3-830571E4CBC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347526" y="2857234"/>
                  <a:ext cx="234000" cy="8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F4014EC-5A9D-4EC4-3EB5-DB53616720F1}"/>
                    </a:ext>
                  </a:extLst>
                </p14:cNvPr>
                <p14:cNvContentPartPr/>
                <p14:nvPr/>
              </p14:nvContentPartPr>
              <p14:xfrm>
                <a:off x="2203166" y="3521794"/>
                <a:ext cx="50400" cy="198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F4014EC-5A9D-4EC4-3EB5-DB53616720F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194166" y="3512778"/>
                  <a:ext cx="68040" cy="2160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386D57C-4F55-ABDD-A09D-97556AD56A89}"/>
                    </a:ext>
                  </a:extLst>
                </p14:cNvPr>
                <p14:cNvContentPartPr/>
                <p14:nvPr/>
              </p14:nvContentPartPr>
              <p14:xfrm>
                <a:off x="2404046" y="3671194"/>
                <a:ext cx="286200" cy="356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386D57C-4F55-ABDD-A09D-97556AD56A8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395057" y="3662194"/>
                  <a:ext cx="303818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C2ED12B-04D2-1EED-258F-1E7C1AA3CEBB}"/>
                    </a:ext>
                  </a:extLst>
                </p14:cNvPr>
                <p14:cNvContentPartPr/>
                <p14:nvPr/>
              </p14:nvContentPartPr>
              <p14:xfrm>
                <a:off x="3771326" y="2414794"/>
                <a:ext cx="342360" cy="706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C2ED12B-04D2-1EED-258F-1E7C1AA3CEB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762326" y="2405794"/>
                  <a:ext cx="360000" cy="72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6288475-B89A-6077-70A7-82A9ABE4AA0A}"/>
                    </a:ext>
                  </a:extLst>
                </p14:cNvPr>
                <p14:cNvContentPartPr/>
                <p14:nvPr/>
              </p14:nvContentPartPr>
              <p14:xfrm>
                <a:off x="4077326" y="2986114"/>
                <a:ext cx="82800" cy="482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6288475-B89A-6077-70A7-82A9ABE4AA0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068365" y="2977114"/>
                  <a:ext cx="100364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F2B3ABE-3A43-05E0-45D0-020D718B55BA}"/>
                    </a:ext>
                  </a:extLst>
                </p14:cNvPr>
                <p14:cNvContentPartPr/>
                <p14:nvPr/>
              </p14:nvContentPartPr>
              <p14:xfrm>
                <a:off x="3896606" y="3358714"/>
                <a:ext cx="230400" cy="67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F2B3ABE-3A43-05E0-45D0-020D718B55B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887606" y="3349714"/>
                  <a:ext cx="2480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B3226D5-ED61-B926-F58D-B07C57D84CCD}"/>
                    </a:ext>
                  </a:extLst>
                </p14:cNvPr>
                <p14:cNvContentPartPr/>
                <p14:nvPr/>
              </p14:nvContentPartPr>
              <p14:xfrm>
                <a:off x="3862046" y="3355114"/>
                <a:ext cx="91080" cy="108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B3226D5-ED61-B926-F58D-B07C57D84CC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853010" y="3346114"/>
                  <a:ext cx="10879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A8F3D6F-5794-B0ED-B2C5-73AE97C95159}"/>
                    </a:ext>
                  </a:extLst>
                </p14:cNvPr>
                <p14:cNvContentPartPr/>
                <p14:nvPr/>
              </p14:nvContentPartPr>
              <p14:xfrm>
                <a:off x="3855206" y="3438634"/>
                <a:ext cx="80640" cy="449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A8F3D6F-5794-B0ED-B2C5-73AE97C9515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846206" y="3429634"/>
                  <a:ext cx="982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46A9BD0-4C6C-2C5C-630E-F4DACD1AFDB0}"/>
                    </a:ext>
                  </a:extLst>
                </p14:cNvPr>
                <p14:cNvContentPartPr/>
                <p14:nvPr/>
              </p14:nvContentPartPr>
              <p14:xfrm>
                <a:off x="4195406" y="3117154"/>
                <a:ext cx="22680" cy="236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46A9BD0-4C6C-2C5C-630E-F4DACD1AFDB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186406" y="3108154"/>
                  <a:ext cx="40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DDB1986-DF8B-0E06-474D-833C72DC9D82}"/>
                    </a:ext>
                  </a:extLst>
                </p14:cNvPr>
                <p14:cNvContentPartPr/>
                <p14:nvPr/>
              </p14:nvContentPartPr>
              <p14:xfrm>
                <a:off x="4205486" y="3206074"/>
                <a:ext cx="443520" cy="59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DDB1986-DF8B-0E06-474D-833C72DC9D8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196493" y="3197129"/>
                  <a:ext cx="461146" cy="765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5C02092-E36E-3B69-E76C-6D05856C5DE0}"/>
                    </a:ext>
                  </a:extLst>
                </p14:cNvPr>
                <p14:cNvContentPartPr/>
                <p14:nvPr/>
              </p14:nvContentPartPr>
              <p14:xfrm>
                <a:off x="3668366" y="2087914"/>
                <a:ext cx="102960" cy="93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5C02092-E36E-3B69-E76C-6D05856C5DE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659366" y="2078914"/>
                  <a:ext cx="120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08434AA-BCE9-A5B6-6EFF-0D21DF1BBD0B}"/>
                    </a:ext>
                  </a:extLst>
                </p14:cNvPr>
                <p14:cNvContentPartPr/>
                <p14:nvPr/>
              </p14:nvContentPartPr>
              <p14:xfrm>
                <a:off x="3714086" y="1991074"/>
                <a:ext cx="1029240" cy="173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08434AA-BCE9-A5B6-6EFF-0D21DF1BBD0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705086" y="1982074"/>
                  <a:ext cx="1046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25940F4-2F0D-296B-98D9-8160A35BA87B}"/>
                    </a:ext>
                  </a:extLst>
                </p14:cNvPr>
                <p14:cNvContentPartPr/>
                <p14:nvPr/>
              </p14:nvContentPartPr>
              <p14:xfrm>
                <a:off x="4498886" y="2082514"/>
                <a:ext cx="237960" cy="1157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25940F4-2F0D-296B-98D9-8160A35BA87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489872" y="2073514"/>
                  <a:ext cx="255627" cy="11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8F077C7-5488-EDDA-FA77-6845EA1452D2}"/>
                    </a:ext>
                  </a:extLst>
                </p14:cNvPr>
                <p14:cNvContentPartPr/>
                <p14:nvPr/>
              </p14:nvContentPartPr>
              <p14:xfrm>
                <a:off x="4579166" y="3220474"/>
                <a:ext cx="165600" cy="25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8F077C7-5488-EDDA-FA77-6845EA1452D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570186" y="3211474"/>
                  <a:ext cx="183202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DBC4B08-A23C-0AAF-5023-C306A8109B50}"/>
                    </a:ext>
                  </a:extLst>
                </p14:cNvPr>
                <p14:cNvContentPartPr/>
                <p14:nvPr/>
              </p14:nvContentPartPr>
              <p14:xfrm>
                <a:off x="4470806" y="1967314"/>
                <a:ext cx="119880" cy="151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DBC4B08-A23C-0AAF-5023-C306A8109B5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461806" y="1958314"/>
                  <a:ext cx="1375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999FDBB-4A94-093B-92DE-97168DE2070C}"/>
                    </a:ext>
                  </a:extLst>
                </p14:cNvPr>
                <p14:cNvContentPartPr/>
                <p14:nvPr/>
              </p14:nvContentPartPr>
              <p14:xfrm>
                <a:off x="4638926" y="3168994"/>
                <a:ext cx="264960" cy="948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999FDBB-4A94-093B-92DE-97168DE2070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629926" y="3159997"/>
                  <a:ext cx="282600" cy="9658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4783180-1445-814E-A989-C05E0BF0F5DE}"/>
                    </a:ext>
                  </a:extLst>
                </p14:cNvPr>
                <p14:cNvContentPartPr/>
                <p14:nvPr/>
              </p14:nvContentPartPr>
              <p14:xfrm>
                <a:off x="4847006" y="3929314"/>
                <a:ext cx="29160" cy="292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4783180-1445-814E-A989-C05E0BF0F5D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838006" y="3920303"/>
                  <a:ext cx="46800" cy="3099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999CA4F-9FF2-8613-1E48-7AAB95EF276C}"/>
                    </a:ext>
                  </a:extLst>
                </p14:cNvPr>
                <p14:cNvContentPartPr/>
                <p14:nvPr/>
              </p14:nvContentPartPr>
              <p14:xfrm>
                <a:off x="4596086" y="4225594"/>
                <a:ext cx="425880" cy="66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999CA4F-9FF2-8613-1E48-7AAB95EF276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587094" y="4216642"/>
                  <a:ext cx="443505" cy="845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A9C3FFC-2D40-C5C7-7C36-1D4D918BFDC7}"/>
                    </a:ext>
                  </a:extLst>
                </p14:cNvPr>
                <p14:cNvContentPartPr/>
                <p14:nvPr/>
              </p14:nvContentPartPr>
              <p14:xfrm>
                <a:off x="4853126" y="4358794"/>
                <a:ext cx="60840" cy="52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A9C3FFC-2D40-C5C7-7C36-1D4D918BFDC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844126" y="4349794"/>
                  <a:ext cx="784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B3A5C24-5EED-DF10-F560-9887F1E5CC59}"/>
                    </a:ext>
                  </a:extLst>
                </p14:cNvPr>
                <p14:cNvContentPartPr/>
                <p14:nvPr/>
              </p14:nvContentPartPr>
              <p14:xfrm>
                <a:off x="4933046" y="3549514"/>
                <a:ext cx="163440" cy="258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B3A5C24-5EED-DF10-F560-9887F1E5CC5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924046" y="3540527"/>
                  <a:ext cx="181080" cy="2757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646A613-E937-0E85-3088-8B5A1B4A81D6}"/>
                    </a:ext>
                  </a:extLst>
                </p14:cNvPr>
                <p14:cNvContentPartPr/>
                <p14:nvPr/>
              </p14:nvContentPartPr>
              <p14:xfrm>
                <a:off x="5131046" y="3638434"/>
                <a:ext cx="130320" cy="125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646A613-E937-0E85-3088-8B5A1B4A81D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122046" y="3629434"/>
                  <a:ext cx="1479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C011353-4897-215C-BBEC-A9B2929C8FA6}"/>
                    </a:ext>
                  </a:extLst>
                </p14:cNvPr>
                <p14:cNvContentPartPr/>
                <p14:nvPr/>
              </p14:nvContentPartPr>
              <p14:xfrm>
                <a:off x="4792646" y="2382394"/>
                <a:ext cx="159480" cy="2692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C011353-4897-215C-BBEC-A9B2929C8FA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783666" y="2373394"/>
                  <a:ext cx="1770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1F4AD9A-AB0F-9DAB-C148-BBE884F50F9C}"/>
                    </a:ext>
                  </a:extLst>
                </p14:cNvPr>
                <p14:cNvContentPartPr/>
                <p14:nvPr/>
              </p14:nvContentPartPr>
              <p14:xfrm>
                <a:off x="5013326" y="2484994"/>
                <a:ext cx="19440" cy="1836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1F4AD9A-AB0F-9DAB-C148-BBE884F50F9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004326" y="2476012"/>
                  <a:ext cx="37080" cy="201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2075264-9117-A3FB-D5FE-E214DFA43C21}"/>
                    </a:ext>
                  </a:extLst>
                </p14:cNvPr>
                <p14:cNvContentPartPr/>
                <p14:nvPr/>
              </p14:nvContentPartPr>
              <p14:xfrm>
                <a:off x="4530926" y="1941754"/>
                <a:ext cx="439200" cy="96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2075264-9117-A3FB-D5FE-E214DFA43C2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521926" y="1932754"/>
                  <a:ext cx="456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1CE836D-471B-CEC9-839C-58050F60AE03}"/>
                    </a:ext>
                  </a:extLst>
                </p14:cNvPr>
                <p14:cNvContentPartPr/>
                <p14:nvPr/>
              </p14:nvContentPartPr>
              <p14:xfrm>
                <a:off x="5127446" y="1785154"/>
                <a:ext cx="111960" cy="232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1CE836D-471B-CEC9-839C-58050F60AE0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118417" y="1776140"/>
                  <a:ext cx="129657" cy="2505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F844A71-9196-8C72-2653-489647E3C031}"/>
                    </a:ext>
                  </a:extLst>
                </p14:cNvPr>
                <p14:cNvContentPartPr/>
                <p14:nvPr/>
              </p14:nvContentPartPr>
              <p14:xfrm>
                <a:off x="5336246" y="1946794"/>
                <a:ext cx="83880" cy="1414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F844A71-9196-8C72-2653-489647E3C03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327207" y="1937771"/>
                  <a:ext cx="101596" cy="1591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6533A1D-2BF4-9966-2336-22C44E36FFCD}"/>
                    </a:ext>
                  </a:extLst>
                </p14:cNvPr>
                <p14:cNvContentPartPr/>
                <p14:nvPr/>
              </p14:nvContentPartPr>
              <p14:xfrm>
                <a:off x="3434006" y="906754"/>
                <a:ext cx="230040" cy="168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6533A1D-2BF4-9966-2336-22C44E36FFC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425006" y="897773"/>
                  <a:ext cx="247680" cy="1860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0609C23-8133-D5B6-E5C1-5A7726DC7D17}"/>
                    </a:ext>
                  </a:extLst>
                </p14:cNvPr>
                <p14:cNvContentPartPr/>
                <p14:nvPr/>
              </p14:nvContentPartPr>
              <p14:xfrm>
                <a:off x="2229086" y="1143994"/>
                <a:ext cx="129240" cy="192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0609C23-8133-D5B6-E5C1-5A7726DC7D1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220086" y="1134994"/>
                  <a:ext cx="146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893CDDE-9DA8-456E-EDB9-5BADF09542C1}"/>
                    </a:ext>
                  </a:extLst>
                </p14:cNvPr>
                <p14:cNvContentPartPr/>
                <p14:nvPr/>
              </p14:nvContentPartPr>
              <p14:xfrm>
                <a:off x="2718326" y="3876394"/>
                <a:ext cx="1209240" cy="1875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893CDDE-9DA8-456E-EDB9-5BADF09542C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709326" y="3867394"/>
                  <a:ext cx="1226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B55A396-E853-90F8-BB51-3DE7CD4E5CC4}"/>
                    </a:ext>
                  </a:extLst>
                </p14:cNvPr>
                <p14:cNvContentPartPr/>
                <p14:nvPr/>
              </p14:nvContentPartPr>
              <p14:xfrm>
                <a:off x="3179126" y="4001314"/>
                <a:ext cx="421560" cy="844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B55A396-E853-90F8-BB51-3DE7CD4E5CC4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170126" y="3992314"/>
                  <a:ext cx="439200" cy="8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FF7D136-2E7E-4DEA-0BDD-597E6AD41A56}"/>
                    </a:ext>
                  </a:extLst>
                </p14:cNvPr>
                <p14:cNvContentPartPr/>
                <p14:nvPr/>
              </p14:nvContentPartPr>
              <p14:xfrm>
                <a:off x="3338966" y="4518274"/>
                <a:ext cx="38880" cy="1998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FF7D136-2E7E-4DEA-0BDD-597E6AD41A5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329882" y="4509290"/>
                  <a:ext cx="56685" cy="2174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A49B6D9-5161-6536-83C5-46E0F0A174F6}"/>
                    </a:ext>
                  </a:extLst>
                </p14:cNvPr>
                <p14:cNvContentPartPr/>
                <p14:nvPr/>
              </p14:nvContentPartPr>
              <p14:xfrm>
                <a:off x="3285326" y="4630954"/>
                <a:ext cx="190440" cy="982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A49B6D9-5161-6536-83C5-46E0F0A174F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276326" y="4621987"/>
                  <a:ext cx="208080" cy="115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D564643-0E5E-AD47-27F0-60D1EAC19EBA}"/>
                    </a:ext>
                  </a:extLst>
                </p14:cNvPr>
                <p14:cNvContentPartPr/>
                <p14:nvPr/>
              </p14:nvContentPartPr>
              <p14:xfrm>
                <a:off x="3461726" y="4796554"/>
                <a:ext cx="16200" cy="4942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D564643-0E5E-AD47-27F0-60D1EAC19EB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452726" y="4787554"/>
                  <a:ext cx="3384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D9D9DE7-0963-44AE-B522-F727DEFB399E}"/>
                    </a:ext>
                  </a:extLst>
                </p14:cNvPr>
                <p14:cNvContentPartPr/>
                <p14:nvPr/>
              </p14:nvContentPartPr>
              <p14:xfrm>
                <a:off x="3377846" y="5220994"/>
                <a:ext cx="157320" cy="1303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D9D9DE7-0963-44AE-B522-F727DEFB399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368846" y="5211994"/>
                  <a:ext cx="1749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4465939-88A2-1B99-C442-395C7E3339A8}"/>
                    </a:ext>
                  </a:extLst>
                </p14:cNvPr>
                <p14:cNvContentPartPr/>
                <p14:nvPr/>
              </p14:nvContentPartPr>
              <p14:xfrm>
                <a:off x="2492246" y="3620074"/>
                <a:ext cx="131040" cy="1630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4465939-88A2-1B99-C442-395C7E3339A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483221" y="3611074"/>
                  <a:ext cx="148729" cy="180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456370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Gain De-sensitivity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This means that for negative feedback (</a:t>
            </a:r>
            <a:r>
              <a:rPr lang="el-GR" sz="2400" b="1">
                <a:solidFill>
                  <a:srgbClr val="000000"/>
                </a:solidFill>
                <a:latin typeface="Arial"/>
                <a:cs typeface="Arial"/>
              </a:rPr>
              <a:t>β</a:t>
            </a: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&gt;0) the change in </a:t>
            </a:r>
            <a:r>
              <a:rPr lang="en-AU" sz="2400" b="1" err="1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lang="en-AU" sz="2400" b="1" baseline="-25000" err="1">
                <a:solidFill>
                  <a:srgbClr val="000000"/>
                </a:solidFill>
                <a:latin typeface="Arial"/>
                <a:cs typeface="Arial"/>
              </a:rPr>
              <a:t>f</a:t>
            </a: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 will be less sensitive to changes in A by the factor (1+ A</a:t>
            </a:r>
            <a:r>
              <a:rPr lang="el-GR" sz="2400" b="1">
                <a:solidFill>
                  <a:srgbClr val="000000"/>
                </a:solidFill>
                <a:latin typeface="Arial"/>
                <a:cs typeface="Arial"/>
              </a:rPr>
              <a:t>β</a:t>
            </a: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).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67167CA-D28C-845E-6F41-E14FBEDAA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01" y="1267568"/>
            <a:ext cx="6480720" cy="316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2662AC-E23F-18B4-182D-7CF90B2F21EF}"/>
                  </a:ext>
                </a:extLst>
              </p14:cNvPr>
              <p14:cNvContentPartPr/>
              <p14:nvPr/>
            </p14:nvContentPartPr>
            <p14:xfrm>
              <a:off x="3258000" y="202572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2662AC-E23F-18B4-182D-7CF90B2F21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8640" y="20163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85775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2700" marR="673100"/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1C406EA-9262-E244-8BF6-36728971E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528" y="1014969"/>
            <a:ext cx="7443557" cy="4296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5011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Reduction in non-linear distortion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The transfer characteristics of amplifiers is linear only in certain regions.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The range of inputs for which the amplifiers remain in linear region can be maximized by applying feedback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CEE0CE1-8FC3-1872-56D5-9F5239D1C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690" y="2112620"/>
            <a:ext cx="5549026" cy="3683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49537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11377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 dirty="0">
                <a:latin typeface="Arial"/>
                <a:cs typeface="Arial"/>
              </a:rPr>
              <a:t>Noise reduction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Assume that the signal-to-noise ratio for an amplifier A</a:t>
            </a:r>
            <a:r>
              <a:rPr lang="en-US" sz="24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taken to be:</a:t>
            </a:r>
            <a:r>
              <a:rPr lang="en-AU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 dirty="0">
                <a:solidFill>
                  <a:srgbClr val="000000"/>
                </a:solidFill>
                <a:latin typeface="Arial"/>
                <a:cs typeface="Arial"/>
              </a:rPr>
              <a:t>Precede A</a:t>
            </a:r>
            <a:r>
              <a:rPr lang="en-AU" sz="2400" baseline="-25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lang="en-AU" sz="2400" dirty="0">
                <a:solidFill>
                  <a:srgbClr val="000000"/>
                </a:solidFill>
                <a:latin typeface="Arial"/>
                <a:cs typeface="Arial"/>
              </a:rPr>
              <a:t> by low noise amplifier A</a:t>
            </a:r>
            <a:r>
              <a:rPr lang="en-AU" sz="2400" baseline="-25000" dirty="0">
                <a:solidFill>
                  <a:srgbClr val="000000"/>
                </a:solidFill>
                <a:latin typeface="Arial"/>
                <a:cs typeface="Arial"/>
              </a:rPr>
              <a:t>2,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signal-to-noise ratio for the total system is then given by</a:t>
            </a:r>
          </a:p>
          <a:p>
            <a:pPr marL="927100" marR="673100" lvl="2"/>
            <a:r>
              <a:rPr lang="en-AU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27100" marR="673100" lvl="2"/>
            <a:endParaRPr lang="en-AU" sz="2400" b="1" dirty="0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 dirty="0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 dirty="0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 dirty="0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 dirty="0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 dirty="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B66547-78F8-78AF-32FD-80F48AF64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627" y="2024171"/>
            <a:ext cx="5487995" cy="2253052"/>
          </a:xfrm>
          <a:prstGeom prst="rect">
            <a:avLst/>
          </a:prstGeom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23651CBA-C7C6-8219-EFB2-90B572F3D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8140" y="2502937"/>
            <a:ext cx="3889226" cy="102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08848B6C-2D51-3AB7-3C7B-4F4C57343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289" y="1296443"/>
            <a:ext cx="1630277" cy="398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1F82CFD1-810E-8EA0-F042-D2F47D219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717" y="5022445"/>
            <a:ext cx="1441698" cy="795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31824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Bandwidth extension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Consider an amplifier that can be characterised with a single-pole function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With feedback applied, the gain function is given by</a:t>
            </a: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74E7EC1-5405-6190-C00C-F66194DED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570" y="1286788"/>
            <a:ext cx="1872208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8C5E5B5E-1DD6-C9C8-0282-A1E38ECF2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450" y="2350748"/>
            <a:ext cx="1812814" cy="966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3F8A8F48-8641-1EA7-CB70-AD4A064A5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282" y="3385489"/>
            <a:ext cx="3523741" cy="2642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31073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519208"/>
                <a:ext cx="12019028" cy="8217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69900" marR="673100" indent="-457200">
                  <a:buFont typeface="Wingdings" panose="05000000000000000000" pitchFamily="2" charset="2"/>
                  <a:buChar char="§"/>
                </a:pPr>
                <a:r>
                  <a:rPr lang="en-AU" sz="2400">
                    <a:solidFill>
                      <a:srgbClr val="000000"/>
                    </a:solidFill>
                    <a:latin typeface="Arial"/>
                    <a:cs typeface="Arial"/>
                  </a:rPr>
                  <a:t>The high corner frequency for the amplifier with feedback is then given by function 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§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§"/>
                </a:pPr>
                <a:r>
                  <a:rPr lang="en-AU" sz="2400">
                    <a:solidFill>
                      <a:srgbClr val="000000"/>
                    </a:solidFill>
                    <a:latin typeface="Arial"/>
                    <a:cs typeface="Arial"/>
                  </a:rPr>
                  <a:t>By a similar argument for low frequency corner, it can be shown that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§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§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§"/>
                </a:pPr>
                <a:r>
                  <a:rPr lang="en-AU" sz="2400">
                    <a:solidFill>
                      <a:srgbClr val="000000"/>
                    </a:solidFill>
                    <a:latin typeface="Arial"/>
                    <a:cs typeface="Arial"/>
                  </a:rPr>
                  <a:t>The bandwidth of the amplifier </a:t>
                </a:r>
                <a:r>
                  <a:rPr lang="en-AU" sz="2400">
                    <a:latin typeface="+mn-lt"/>
                  </a:rPr>
                  <a:t>(</a:t>
                </a:r>
                <a:r>
                  <a:rPr lang="el-GR" sz="2400">
                    <a:latin typeface="+mn-lt"/>
                  </a:rPr>
                  <a:t>ω</a:t>
                </a:r>
                <a:r>
                  <a:rPr lang="en-AU" sz="2400" baseline="-25000">
                    <a:latin typeface="+mn-lt"/>
                  </a:rPr>
                  <a:t>H</a:t>
                </a:r>
                <a:r>
                  <a:rPr lang="en-AU" sz="2400">
                    <a:latin typeface="+mn-lt"/>
                  </a:rPr>
                  <a:t> – </a:t>
                </a:r>
                <a:r>
                  <a:rPr lang="el-GR" sz="2400">
                    <a:latin typeface="+mn-lt"/>
                  </a:rPr>
                  <a:t>ω</a:t>
                </a:r>
                <a:r>
                  <a:rPr lang="en-AU" sz="2400" baseline="-25000">
                    <a:latin typeface="+mn-lt"/>
                  </a:rPr>
                  <a:t>L</a:t>
                </a:r>
                <a:r>
                  <a:rPr lang="en-AU" sz="2400">
                    <a:latin typeface="+mn-lt"/>
                  </a:rPr>
                  <a:t>) has been increased by the feedback factor of (1 +</a:t>
                </a:r>
                <a:r>
                  <a:rPr lang="el-GR" sz="2400">
                    <a:latin typeface="+mn-lt"/>
                  </a:rPr>
                  <a:t>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 smtClean="0">
                            <a:latin typeface="Cambria Math"/>
                          </a:rPr>
                          <m:t>𝒐</m:t>
                        </m:r>
                      </m:sub>
                    </m:sSub>
                  </m:oMath>
                </a14:m>
                <a:r>
                  <a:rPr lang="en-US" sz="2400">
                    <a:latin typeface="+mn-lt"/>
                  </a:rPr>
                  <a:t>)</a:t>
                </a: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927100" marR="673100" lvl="2"/>
                <a:endParaRPr lang="en-AU" sz="240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519208"/>
                <a:ext cx="12019028" cy="8217634"/>
              </a:xfrm>
              <a:prstGeom prst="rect">
                <a:avLst/>
              </a:prstGeom>
              <a:blipFill>
                <a:blip r:embed="rId3"/>
                <a:stretch>
                  <a:fillRect l="-558" t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3">
            <a:extLst>
              <a:ext uri="{FF2B5EF4-FFF2-40B4-BE49-F238E27FC236}">
                <a16:creationId xmlns:a16="http://schemas.microsoft.com/office/drawing/2014/main" id="{98466921-2269-3D3C-6F32-097082687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561" y="1061233"/>
            <a:ext cx="26098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D53AE838-BE73-D817-DE50-53A6CF682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394" y="2101975"/>
            <a:ext cx="29051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5BDB995E-E1F8-2BAB-864A-604FC9E45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279" y="3350577"/>
            <a:ext cx="4232868" cy="2724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8821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Effect of input impedance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feedback signal is a voltage in series with input, the input impedance is i</a:t>
            </a:r>
            <a:r>
              <a:rPr lang="en-US" sz="2400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ncreased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the factor (1+</a:t>
            </a:r>
            <a:r>
              <a:rPr lang="el-GR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AU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A).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77E881E5-22F1-D269-A7B8-261BA1010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561" y="2238355"/>
            <a:ext cx="4640387" cy="29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>
            <a:extLst>
              <a:ext uri="{FF2B5EF4-FFF2-40B4-BE49-F238E27FC236}">
                <a16:creationId xmlns:a16="http://schemas.microsoft.com/office/drawing/2014/main" id="{B1B46B57-A0D6-D837-01DA-4E0D7379B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025" y="2479389"/>
            <a:ext cx="3867472" cy="808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CE6EE412-6A38-55B6-3C24-094D39403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881" y="3822531"/>
            <a:ext cx="3573760" cy="99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68046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Effect of input impedance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feedback signal is a current in shunt at the input, the input impedance is </a:t>
            </a:r>
            <a:r>
              <a:rPr lang="en-US" sz="2400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decreased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the factor (1+</a:t>
            </a:r>
            <a:r>
              <a:rPr lang="el-GR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AU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A).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0324ABE5-C2A8-0EC6-717B-835A0BF27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197" y="2157144"/>
            <a:ext cx="4743117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4100DF49-1182-6FD0-9CDE-0AFF97C77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640" y="2373168"/>
            <a:ext cx="42481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AE862361-C671-C6F8-51CE-CE84A930C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665" y="3539695"/>
            <a:ext cx="36671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69704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Effect of output impedance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feedback configuration is a shunt connection (voltage sampling) , the output impedance is </a:t>
            </a:r>
            <a:r>
              <a:rPr lang="en-US" sz="2400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reduced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the factor (1+</a:t>
            </a:r>
            <a:r>
              <a:rPr lang="el-GR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AU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A).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EB48ED2F-C80A-3DC0-0C74-85552840D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214" y="2348000"/>
            <a:ext cx="3904272" cy="2833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359965AD-28D1-544A-6282-30CD5B60B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763" y="1773306"/>
            <a:ext cx="255270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5">
            <a:extLst>
              <a:ext uri="{FF2B5EF4-FFF2-40B4-BE49-F238E27FC236}">
                <a16:creationId xmlns:a16="http://schemas.microsoft.com/office/drawing/2014/main" id="{E5F4F866-3C00-BCCD-F00D-132531025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009" y="3482939"/>
            <a:ext cx="38766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3BED4C32-7F27-04E8-A9BB-DBBF87D95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738" y="2312274"/>
            <a:ext cx="12096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7">
            <a:extLst>
              <a:ext uri="{FF2B5EF4-FFF2-40B4-BE49-F238E27FC236}">
                <a16:creationId xmlns:a16="http://schemas.microsoft.com/office/drawing/2014/main" id="{AC20CB0E-2EB5-E943-10AC-4AA22E320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818" y="4004184"/>
            <a:ext cx="246697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49DF5F9-80EA-8377-437A-2E1A7BA36229}"/>
                  </a:ext>
                </a:extLst>
              </p14:cNvPr>
              <p14:cNvContentPartPr/>
              <p14:nvPr/>
            </p14:nvContentPartPr>
            <p14:xfrm>
              <a:off x="9153686" y="5358154"/>
              <a:ext cx="10440" cy="154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49DF5F9-80EA-8377-437A-2E1A7BA3622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44365" y="5349154"/>
                <a:ext cx="2871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4BC973-D32F-AF0F-1820-26689C5F7185}"/>
                  </a:ext>
                </a:extLst>
              </p14:cNvPr>
              <p14:cNvContentPartPr/>
              <p14:nvPr/>
            </p14:nvContentPartPr>
            <p14:xfrm>
              <a:off x="2166480" y="1431000"/>
              <a:ext cx="9755280" cy="4592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4BC973-D32F-AF0F-1820-26689C5F718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57120" y="1421640"/>
                <a:ext cx="9774000" cy="461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9399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Effect of output impedance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feedback configuration is a series connection (current sampling), the output impedance is </a:t>
            </a:r>
            <a:r>
              <a:rPr lang="en-US" sz="2400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increased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the factor (1+</a:t>
            </a:r>
            <a:r>
              <a:rPr lang="el-GR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AU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A).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A4D1EB9B-562E-0BC0-8C70-B093CD5F9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74068"/>
            <a:ext cx="255270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C4FB9D99-5990-0BA6-4338-02CF3914F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975" y="2413036"/>
            <a:ext cx="12096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AFEFC1F0-5F2C-ED7E-3626-958E198EB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919" y="2603536"/>
            <a:ext cx="4976081" cy="2809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6776F711-86F1-4F4A-E4FE-AFBAE7451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582" y="2862879"/>
            <a:ext cx="174307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F19BBCD4-06E4-156C-CFB4-E829DC4A2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462" y="3535728"/>
            <a:ext cx="429577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7">
            <a:extLst>
              <a:ext uri="{FF2B5EF4-FFF2-40B4-BE49-F238E27FC236}">
                <a16:creationId xmlns:a16="http://schemas.microsoft.com/office/drawing/2014/main" id="{A223E1F2-A4C3-637E-91D9-59625BE4E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582" y="4248962"/>
            <a:ext cx="21336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8">
            <a:extLst>
              <a:ext uri="{FF2B5EF4-FFF2-40B4-BE49-F238E27FC236}">
                <a16:creationId xmlns:a16="http://schemas.microsoft.com/office/drawing/2014/main" id="{F88A8519-A580-ACF4-30C4-7DB3E5152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426" y="4753018"/>
            <a:ext cx="24765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11D81C9-4F7E-2F6D-38C3-9C9197F46903}"/>
                  </a:ext>
                </a:extLst>
              </p14:cNvPr>
              <p14:cNvContentPartPr/>
              <p14:nvPr/>
            </p14:nvContentPartPr>
            <p14:xfrm>
              <a:off x="9120566" y="2896474"/>
              <a:ext cx="14400" cy="29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11D81C9-4F7E-2F6D-38C3-9C9197F4690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11566" y="2887363"/>
                <a:ext cx="32040" cy="47378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2ECDC932-A99D-3601-BB78-2424F3D82AD2}"/>
              </a:ext>
            </a:extLst>
          </p:cNvPr>
          <p:cNvGrpSpPr/>
          <p:nvPr/>
        </p:nvGrpSpPr>
        <p:grpSpPr>
          <a:xfrm>
            <a:off x="9498206" y="4261594"/>
            <a:ext cx="1462680" cy="219240"/>
            <a:chOff x="9498206" y="4261594"/>
            <a:chExt cx="146268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21ABAF4-3DB4-0D8A-5328-1B8A55BFA32C}"/>
                    </a:ext>
                  </a:extLst>
                </p14:cNvPr>
                <p14:cNvContentPartPr/>
                <p14:nvPr/>
              </p14:nvContentPartPr>
              <p14:xfrm>
                <a:off x="9498206" y="4457074"/>
                <a:ext cx="12960" cy="23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21ABAF4-3DB4-0D8A-5328-1B8A55BFA3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89449" y="4447936"/>
                  <a:ext cx="30123" cy="416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4F73645-9F1F-F036-AD67-98EE2FC34E53}"/>
                    </a:ext>
                  </a:extLst>
                </p14:cNvPr>
                <p14:cNvContentPartPr/>
                <p14:nvPr/>
              </p14:nvContentPartPr>
              <p14:xfrm>
                <a:off x="10947206" y="4261594"/>
                <a:ext cx="13680" cy="17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4F73645-9F1F-F036-AD67-98EE2FC34E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938206" y="4252594"/>
                  <a:ext cx="3132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EC5A29D-CE22-EE86-F41B-8DB258110DCE}"/>
                  </a:ext>
                </a:extLst>
              </p14:cNvPr>
              <p14:cNvContentPartPr/>
              <p14:nvPr/>
            </p14:nvContentPartPr>
            <p14:xfrm>
              <a:off x="3528720" y="2630160"/>
              <a:ext cx="8280" cy="17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EC5A29D-CE22-EE86-F41B-8DB258110DC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19360" y="2620800"/>
                <a:ext cx="270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C9B51CF-5B90-1C41-B162-B53666B671F4}"/>
                  </a:ext>
                </a:extLst>
              </p14:cNvPr>
              <p14:cNvContentPartPr/>
              <p14:nvPr/>
            </p14:nvContentPartPr>
            <p14:xfrm>
              <a:off x="7903440" y="4774320"/>
              <a:ext cx="1521720" cy="909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C9B51CF-5B90-1C41-B162-B53666B671F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94080" y="4764960"/>
                <a:ext cx="1540440" cy="92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91612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General analysis steps</a:t>
            </a:r>
          </a:p>
          <a:p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feedback topology</a:t>
            </a:r>
          </a:p>
          <a:p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Redraw the basic amplifier in a form suitable for small-signal analysis including the loading effect of the feedback network on the input and output sections of the basic amplifier. It should be noted that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z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g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appropriate two-port parameter for the feedback network represents the loading effect of the feedback network at the input section.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z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g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appropriate two-port parameter for the feedback network represents the loading effect of the feedback network at the output section.</a:t>
            </a:r>
          </a:p>
          <a:p>
            <a:pPr lvl="1"/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FFEDBB7-1228-7F43-9D1E-D1CC63C15C0F}"/>
                  </a:ext>
                </a:extLst>
              </p14:cNvPr>
              <p14:cNvContentPartPr/>
              <p14:nvPr/>
            </p14:nvContentPartPr>
            <p14:xfrm>
              <a:off x="3017880" y="4046400"/>
              <a:ext cx="609480" cy="619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FFEDBB7-1228-7F43-9D1E-D1CC63C15C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8520" y="4037040"/>
                <a:ext cx="628200" cy="63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15544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302202-3FEF-74FC-CF1C-FC4603C3D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93" y="792447"/>
            <a:ext cx="5305430" cy="32476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13F8BC-B16B-785B-6FC1-72F79CEA9EEF}"/>
              </a:ext>
            </a:extLst>
          </p:cNvPr>
          <p:cNvSpPr txBox="1"/>
          <p:nvPr/>
        </p:nvSpPr>
        <p:spPr>
          <a:xfrm>
            <a:off x="157763" y="647786"/>
            <a:ext cx="3795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US" b="1">
                <a:latin typeface="Arial"/>
                <a:cs typeface="Arial"/>
              </a:rPr>
              <a:t>S</a:t>
            </a:r>
            <a:r>
              <a:rPr lang="en-AU" b="1">
                <a:latin typeface="Arial"/>
                <a:cs typeface="Arial"/>
              </a:rPr>
              <a:t>hunt-shunt topology</a:t>
            </a:r>
            <a:endParaRPr lang="en-AU" sz="1800" b="1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6CCC5C-7BC2-8F12-9B7A-98CCE9660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410" y="3692965"/>
            <a:ext cx="7461731" cy="23110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CB1598-3ADC-6865-96E8-2D5F7D90E152}"/>
              </a:ext>
            </a:extLst>
          </p:cNvPr>
          <p:cNvSpPr txBox="1"/>
          <p:nvPr/>
        </p:nvSpPr>
        <p:spPr>
          <a:xfrm>
            <a:off x="6096000" y="1202509"/>
            <a:ext cx="579120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represents the loading effect of the feedback network at the input side.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loading effect of the feedback network at the output side.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connected in parallel at the input and output sides respectively.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source is current source – voltage source needs to be converted to current source.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aseline="-25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3170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3F8BC-B16B-785B-6FC1-72F79CEA9EEF}"/>
              </a:ext>
            </a:extLst>
          </p:cNvPr>
          <p:cNvSpPr txBox="1"/>
          <p:nvPr/>
        </p:nvSpPr>
        <p:spPr>
          <a:xfrm>
            <a:off x="157763" y="647786"/>
            <a:ext cx="3795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US" b="1">
                <a:latin typeface="Arial"/>
                <a:cs typeface="Arial"/>
              </a:rPr>
              <a:t>S</a:t>
            </a:r>
            <a:r>
              <a:rPr lang="en-AU" b="1" err="1">
                <a:latin typeface="Arial"/>
                <a:cs typeface="Arial"/>
              </a:rPr>
              <a:t>eries</a:t>
            </a:r>
            <a:r>
              <a:rPr lang="en-AU" b="1">
                <a:latin typeface="Arial"/>
                <a:cs typeface="Arial"/>
              </a:rPr>
              <a:t>-series </a:t>
            </a:r>
            <a:endParaRPr lang="en-AU" sz="1800" b="1"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D8B4C3-2B21-E1C1-0424-CA3CEA150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13" y="1081055"/>
            <a:ext cx="5317673" cy="29523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2815FD-3B78-9B2D-EAE2-9ABB55A17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263" y="3972498"/>
            <a:ext cx="7658100" cy="2438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F915B43-04BE-95C6-0A89-9618AEF1A5AE}"/>
              </a:ext>
            </a:extLst>
          </p:cNvPr>
          <p:cNvSpPr txBox="1"/>
          <p:nvPr/>
        </p:nvSpPr>
        <p:spPr>
          <a:xfrm>
            <a:off x="6441989" y="1202509"/>
            <a:ext cx="5445212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represents the loading effect of the feedback network at the input side.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loading effect of the feedback network at the output side.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z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connected in series at the input and output sides, respectively.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source is voltage source – current source needs to be converted to voltage source.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aseline="-25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2329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3F8BC-B16B-785B-6FC1-72F79CEA9EEF}"/>
              </a:ext>
            </a:extLst>
          </p:cNvPr>
          <p:cNvSpPr txBox="1"/>
          <p:nvPr/>
        </p:nvSpPr>
        <p:spPr>
          <a:xfrm>
            <a:off x="157763" y="647786"/>
            <a:ext cx="3795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US" b="1">
                <a:latin typeface="Arial"/>
                <a:cs typeface="Arial"/>
              </a:rPr>
              <a:t>S</a:t>
            </a:r>
            <a:r>
              <a:rPr lang="en-AU" b="1">
                <a:latin typeface="Arial"/>
                <a:cs typeface="Arial"/>
              </a:rPr>
              <a:t>hunt-series </a:t>
            </a:r>
            <a:endParaRPr lang="en-AU" sz="1800" b="1">
              <a:latin typeface="Arial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8F8F47-DBA6-B21F-458A-BFF4EFCC4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51" y="1138634"/>
            <a:ext cx="3789864" cy="2326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581DDA-BB22-557B-BA2B-7BB973748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942" y="3866734"/>
            <a:ext cx="8330822" cy="199172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EA36123-900E-6FFA-41F4-F58474C1D81C}"/>
              </a:ext>
            </a:extLst>
          </p:cNvPr>
          <p:cNvSpPr txBox="1"/>
          <p:nvPr/>
        </p:nvSpPr>
        <p:spPr>
          <a:xfrm>
            <a:off x="6441989" y="916442"/>
            <a:ext cx="54452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represents the loading effect of the feedback network at the input side.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loading effect of the feedback network at the output side.</a:t>
            </a:r>
            <a:endParaRPr lang="en-US" baseline="-25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connected in parallel at the input side and g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connected in series at the output side, respectively.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source is current source – voltage source needs to be converted to current source.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8E9D4A8-4226-BF98-2784-871AE0236201}"/>
                  </a:ext>
                </a:extLst>
              </p14:cNvPr>
              <p14:cNvContentPartPr/>
              <p14:nvPr/>
            </p14:nvContentPartPr>
            <p14:xfrm>
              <a:off x="1411920" y="533160"/>
              <a:ext cx="8309520" cy="5024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8E9D4A8-4226-BF98-2784-871AE023620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02560" y="523800"/>
                <a:ext cx="8328240" cy="504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34535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3F8BC-B16B-785B-6FC1-72F79CEA9EEF}"/>
              </a:ext>
            </a:extLst>
          </p:cNvPr>
          <p:cNvSpPr txBox="1"/>
          <p:nvPr/>
        </p:nvSpPr>
        <p:spPr>
          <a:xfrm>
            <a:off x="157763" y="647786"/>
            <a:ext cx="3795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US" b="1">
                <a:latin typeface="Arial"/>
                <a:cs typeface="Arial"/>
              </a:rPr>
              <a:t>S</a:t>
            </a:r>
            <a:r>
              <a:rPr lang="en-AU" b="1" err="1">
                <a:latin typeface="Arial"/>
                <a:cs typeface="Arial"/>
              </a:rPr>
              <a:t>eries</a:t>
            </a:r>
            <a:r>
              <a:rPr lang="en-AU" b="1">
                <a:latin typeface="Arial"/>
                <a:cs typeface="Arial"/>
              </a:rPr>
              <a:t>-shunt</a:t>
            </a:r>
            <a:endParaRPr lang="en-AU" sz="1800" b="1"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513910-3605-A7D2-E6D2-4C2700C5C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15" y="955445"/>
            <a:ext cx="4614897" cy="26950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5F93FF-6DEF-7AAA-5F39-C0B668CF7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897" y="4042657"/>
            <a:ext cx="6705600" cy="16916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0A2B31-BBE7-DFF8-F024-65E0C118F1CE}"/>
              </a:ext>
            </a:extLst>
          </p:cNvPr>
          <p:cNvSpPr txBox="1"/>
          <p:nvPr/>
        </p:nvSpPr>
        <p:spPr>
          <a:xfrm>
            <a:off x="6441989" y="1202509"/>
            <a:ext cx="54452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represents the loading effect of the feedback network at the input side.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loading effect of the feedback network at the output side.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connected in series at the input side and h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connected in parallel at the output side, respectively.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source is voltage source – current source needs to be converted to voltage source.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aseline="-25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4654997-8B3E-70A2-D4D8-0FE19FDFEF3E}"/>
                  </a:ext>
                </a:extLst>
              </p14:cNvPr>
              <p14:cNvContentPartPr/>
              <p14:nvPr/>
            </p14:nvContentPartPr>
            <p14:xfrm>
              <a:off x="989280" y="3597840"/>
              <a:ext cx="10778760" cy="2355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4654997-8B3E-70A2-D4D8-0FE19FDFEF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9920" y="3588480"/>
                <a:ext cx="10797480" cy="237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37576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695719"/>
                <a:ext cx="12019028" cy="50888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 marR="673100"/>
                <a:r>
                  <a:rPr lang="en-US" sz="24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</a:t>
                </a:r>
                <a:endParaRPr lang="en-AU" sz="2400" b="1">
                  <a:latin typeface="Arial"/>
                  <a:cs typeface="Arial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evaluate the feedback factor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. Note that the feedback factor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corresponds to y</a:t>
                </a:r>
                <a:r>
                  <a:rPr lang="en-US" sz="2400" baseline="-25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g</a:t>
                </a:r>
                <a:r>
                  <a:rPr lang="en-US" sz="2400" baseline="-25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z</a:t>
                </a:r>
                <a:r>
                  <a:rPr lang="en-US" sz="2400" baseline="-25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h</a:t>
                </a:r>
                <a:r>
                  <a:rPr lang="en-US" sz="2400" baseline="-25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4</a:t>
                </a:r>
                <a:endParaRPr lang="en-AU" sz="2400" b="1">
                  <a:latin typeface="Arial"/>
                  <a:cs typeface="Arial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Evaluate the open loop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400" b="1" i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400" b="1" i="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400" baseline="300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400" b="1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will depend on the topology.</a:t>
                </a: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5</a:t>
                </a:r>
                <a:endParaRPr lang="en-AU" sz="2400" b="1">
                  <a:latin typeface="Arial"/>
                  <a:cs typeface="Arial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Evaluate the input and output impedances of the basic amplifier with the loading effects of the feedback network included.</a:t>
                </a:r>
              </a:p>
              <a:p>
                <a:pPr marL="927100" marR="673100" lvl="2"/>
                <a:endParaRPr lang="en-AU" sz="240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695719"/>
                <a:ext cx="12019028" cy="5088894"/>
              </a:xfrm>
              <a:prstGeom prst="rect">
                <a:avLst/>
              </a:prstGeom>
              <a:blipFill>
                <a:blip r:embed="rId3"/>
                <a:stretch>
                  <a:fillRect l="-761" t="-838" r="-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7273655-2DA6-C76B-4B31-ADCF3BFC2813}"/>
                  </a:ext>
                </a:extLst>
              </p14:cNvPr>
              <p14:cNvContentPartPr/>
              <p14:nvPr/>
            </p14:nvContentPartPr>
            <p14:xfrm>
              <a:off x="2697840" y="2676600"/>
              <a:ext cx="6008760" cy="3172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7273655-2DA6-C76B-4B31-ADCF3BFC28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8480" y="2667240"/>
                <a:ext cx="6027480" cy="319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74677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551495"/>
                <a:ext cx="12019028" cy="69865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6</a:t>
                </a:r>
                <a:endParaRPr lang="en-AU" sz="2400" b="1">
                  <a:latin typeface="Arial"/>
                  <a:cs typeface="Arial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Evaluate the following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Loop gain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-US" sz="2400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Closed loop gain 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Input and output impedances using equations discussed previously</a:t>
                </a:r>
              </a:p>
              <a:p>
                <a:pPr lvl="1"/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927100" marR="673100" lvl="2"/>
                <a:endParaRPr lang="en-AU" sz="240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551495"/>
                <a:ext cx="12019028" cy="6986528"/>
              </a:xfrm>
              <a:prstGeom prst="rect">
                <a:avLst/>
              </a:prstGeom>
              <a:blipFill>
                <a:blip r:embed="rId3"/>
                <a:stretch>
                  <a:fillRect l="-761" t="-6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8C479E-64BE-D1B2-D0CF-CEA0D11B1567}"/>
                  </a:ext>
                </a:extLst>
              </p:cNvPr>
              <p:cNvSpPr txBox="1"/>
              <p:nvPr/>
            </p:nvSpPr>
            <p:spPr>
              <a:xfrm>
                <a:off x="3870060" y="1823116"/>
                <a:ext cx="2312426" cy="7566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AU" sz="2400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40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8C479E-64BE-D1B2-D0CF-CEA0D11B1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060" y="1823116"/>
                <a:ext cx="2312426" cy="7566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C672DE-566B-9FA6-BE53-3FEB11A4E5FE}"/>
                  </a:ext>
                </a:extLst>
              </p14:cNvPr>
              <p14:cNvContentPartPr/>
              <p14:nvPr/>
            </p14:nvContentPartPr>
            <p14:xfrm>
              <a:off x="348840" y="1797840"/>
              <a:ext cx="11429280" cy="4829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C672DE-566B-9FA6-BE53-3FEB11A4E5F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480" y="1788480"/>
                <a:ext cx="11448000" cy="48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F3F96B8-3EFC-C050-CEBB-4E425E9F3C91}"/>
                  </a:ext>
                </a:extLst>
              </p14:cNvPr>
              <p14:cNvContentPartPr/>
              <p14:nvPr/>
            </p14:nvContentPartPr>
            <p14:xfrm>
              <a:off x="2856960" y="949680"/>
              <a:ext cx="7401240" cy="4815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F3F96B8-3EFC-C050-CEBB-4E425E9F3C9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47600" y="940320"/>
                <a:ext cx="7419960" cy="483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50279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r>
              <a:rPr lang="en-AU" sz="2400" b="1">
                <a:latin typeface="Arial"/>
                <a:cs typeface="Arial"/>
              </a:rPr>
              <a:t>Example 1:</a:t>
            </a: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1: Identify the feedback topology</a:t>
            </a: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>
                <a:latin typeface="Arial"/>
                <a:cs typeface="Arial"/>
              </a:rPr>
              <a:t>Shunt</a:t>
            </a:r>
            <a:r>
              <a:rPr lang="en-AU" sz="2400">
                <a:latin typeface="Arial"/>
                <a:cs typeface="Arial"/>
              </a:rPr>
              <a:t> (at the input)  - current is fed at INPUT NODE and hence current is summed at the INPUT NODE</a:t>
            </a: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>
                <a:latin typeface="Arial"/>
                <a:cs typeface="Arial"/>
              </a:rPr>
              <a:t>Shunt</a:t>
            </a:r>
            <a:r>
              <a:rPr lang="en-AU" sz="2400">
                <a:latin typeface="Arial"/>
                <a:cs typeface="Arial"/>
              </a:rPr>
              <a:t> (at the output) - V</a:t>
            </a:r>
            <a:r>
              <a:rPr lang="en-AU" sz="2400" baseline="-25000">
                <a:latin typeface="Arial"/>
                <a:cs typeface="Arial"/>
              </a:rPr>
              <a:t>o </a:t>
            </a:r>
            <a:r>
              <a:rPr lang="en-AU" sz="2400">
                <a:latin typeface="Arial"/>
                <a:cs typeface="Arial"/>
              </a:rPr>
              <a:t>is sampled from the OUTPUT NODE. If V</a:t>
            </a:r>
            <a:r>
              <a:rPr lang="en-AU" sz="2400" baseline="-25000">
                <a:latin typeface="Arial"/>
                <a:cs typeface="Arial"/>
              </a:rPr>
              <a:t>o</a:t>
            </a:r>
            <a:r>
              <a:rPr lang="en-AU" sz="2400">
                <a:latin typeface="Arial"/>
                <a:cs typeface="Arial"/>
              </a:rPr>
              <a:t> = 0, feedback current will be disabled.</a:t>
            </a:r>
            <a:endParaRPr lang="en-AU" sz="2400" baseline="-25000">
              <a:latin typeface="Arial"/>
              <a:cs typeface="Arial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130F3153-8037-04CE-33AE-BB50F62C2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265" y="933456"/>
            <a:ext cx="4283556" cy="2593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16B4A1A-2D4D-D4FE-65E5-017F62962C72}"/>
                  </a:ext>
                </a:extLst>
              </p14:cNvPr>
              <p14:cNvContentPartPr/>
              <p14:nvPr/>
            </p14:nvContentPartPr>
            <p14:xfrm>
              <a:off x="2797560" y="1087920"/>
              <a:ext cx="7648920" cy="3707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16B4A1A-2D4D-D4FE-65E5-017F62962C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88200" y="1078560"/>
                <a:ext cx="7667640" cy="37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12475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2: Redraw circuit for small-signal analysis considering loading     </a:t>
            </a:r>
          </a:p>
          <a:p>
            <a:pPr marL="12700" marR="673100"/>
            <a:r>
              <a:rPr lang="en-AU" sz="2400" b="1">
                <a:latin typeface="Arial"/>
                <a:cs typeface="Arial"/>
              </a:rPr>
              <a:t>                 effects</a:t>
            </a: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47FE0E9-BAB2-1FC3-DBD7-8613E2D86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269" y="1434851"/>
            <a:ext cx="7488832" cy="2351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AEA07C0D-A86D-524B-E0D0-D4F73607F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86" y="3765485"/>
            <a:ext cx="4639726" cy="2264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DE90540-3F00-CFE3-1140-36D80E98979A}"/>
                  </a:ext>
                </a:extLst>
              </p14:cNvPr>
              <p14:cNvContentPartPr/>
              <p14:nvPr/>
            </p14:nvContentPartPr>
            <p14:xfrm>
              <a:off x="5185080" y="1773000"/>
              <a:ext cx="1669320" cy="540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DE90540-3F00-CFE3-1140-36D80E9897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69240" y="1709640"/>
                <a:ext cx="1700640" cy="66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FEDC128-6379-F6CD-6CA9-22A926A83451}"/>
                  </a:ext>
                </a:extLst>
              </p14:cNvPr>
              <p14:cNvContentPartPr/>
              <p14:nvPr/>
            </p14:nvContentPartPr>
            <p14:xfrm>
              <a:off x="5103360" y="1773720"/>
              <a:ext cx="479880" cy="509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FEDC128-6379-F6CD-6CA9-22A926A8345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87520" y="1710360"/>
                <a:ext cx="511200" cy="63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EFA5ACE-CB43-D016-3C50-BC3686432538}"/>
                  </a:ext>
                </a:extLst>
              </p14:cNvPr>
              <p14:cNvContentPartPr/>
              <p14:nvPr/>
            </p14:nvContentPartPr>
            <p14:xfrm>
              <a:off x="6640200" y="1710360"/>
              <a:ext cx="267120" cy="570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EFA5ACE-CB43-D016-3C50-BC368643253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24360" y="1647000"/>
                <a:ext cx="298440" cy="6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3AEBBBD-CC80-5BF7-B826-27D9F4D088BE}"/>
                  </a:ext>
                </a:extLst>
              </p14:cNvPr>
              <p14:cNvContentPartPr/>
              <p14:nvPr/>
            </p14:nvContentPartPr>
            <p14:xfrm>
              <a:off x="6567480" y="1873440"/>
              <a:ext cx="649080" cy="599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3AEBBBD-CC80-5BF7-B826-27D9F4D088B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51640" y="1810080"/>
                <a:ext cx="680400" cy="72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AC40427-2CED-09A2-BA6F-9A61ABD0E332}"/>
                  </a:ext>
                </a:extLst>
              </p14:cNvPr>
              <p14:cNvContentPartPr/>
              <p14:nvPr/>
            </p14:nvContentPartPr>
            <p14:xfrm>
              <a:off x="5413680" y="1988280"/>
              <a:ext cx="541080" cy="171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AC40427-2CED-09A2-BA6F-9A61ABD0E33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97840" y="1924920"/>
                <a:ext cx="57240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391FBE0-B7B9-CD67-2493-46A102B1FC09}"/>
                  </a:ext>
                </a:extLst>
              </p14:cNvPr>
              <p14:cNvContentPartPr/>
              <p14:nvPr/>
            </p14:nvContentPartPr>
            <p14:xfrm>
              <a:off x="5107680" y="2121840"/>
              <a:ext cx="202680" cy="179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391FBE0-B7B9-CD67-2493-46A102B1FC0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091840" y="2058480"/>
                <a:ext cx="23400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A374E4F-D2F1-322B-2EBA-7D4FFC099644}"/>
                  </a:ext>
                </a:extLst>
              </p14:cNvPr>
              <p14:cNvContentPartPr/>
              <p14:nvPr/>
            </p14:nvContentPartPr>
            <p14:xfrm>
              <a:off x="5270040" y="1305000"/>
              <a:ext cx="4349160" cy="2531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A374E4F-D2F1-322B-2EBA-7D4FFC09964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60680" y="1295640"/>
                <a:ext cx="4367880" cy="255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CD46CC8-460F-879C-CE1E-3D5AFA6A0035}"/>
                  </a:ext>
                </a:extLst>
              </p14:cNvPr>
              <p14:cNvContentPartPr/>
              <p14:nvPr/>
            </p14:nvContentPartPr>
            <p14:xfrm>
              <a:off x="4311360" y="5410440"/>
              <a:ext cx="3214080" cy="5360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CD46CC8-460F-879C-CE1E-3D5AFA6A003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02000" y="5401080"/>
                <a:ext cx="3232800" cy="55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26889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CF2D9F0-3F63-F026-13F8-7398E0BEC4E8}"/>
                  </a:ext>
                </a:extLst>
              </p14:cNvPr>
              <p14:cNvContentPartPr/>
              <p14:nvPr/>
            </p14:nvContentPartPr>
            <p14:xfrm>
              <a:off x="642960" y="664920"/>
              <a:ext cx="10677240" cy="4750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CF2D9F0-3F63-F026-13F8-7398E0BEC4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3600" y="655560"/>
                <a:ext cx="10695960" cy="476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0021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 (continue….)</a:t>
            </a: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27AC83A3-7F84-486B-DCEA-197234679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554" y="1123235"/>
            <a:ext cx="816292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/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US" sz="24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3: </a:t>
                </a: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evaluate the feedback factor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blipFill>
                <a:blip r:embed="rId4"/>
                <a:stretch>
                  <a:fillRect l="-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3">
            <a:extLst>
              <a:ext uri="{FF2B5EF4-FFF2-40B4-BE49-F238E27FC236}">
                <a16:creationId xmlns:a16="http://schemas.microsoft.com/office/drawing/2014/main" id="{712DC25C-5301-5D85-56B3-F10E2B80B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799" y="4412141"/>
            <a:ext cx="32004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BF32DCBD-6B6C-43D2-61B4-BE6656861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453" y="4330429"/>
            <a:ext cx="203835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D0E0C9-BE6D-CBC2-E8F9-4F85F8C3AED8}"/>
                  </a:ext>
                </a:extLst>
              </p14:cNvPr>
              <p14:cNvContentPartPr/>
              <p14:nvPr/>
            </p14:nvContentPartPr>
            <p14:xfrm>
              <a:off x="7971840" y="4668120"/>
              <a:ext cx="476640" cy="194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D0E0C9-BE6D-CBC2-E8F9-4F85F8C3AE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62480" y="4658760"/>
                <a:ext cx="495360" cy="21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89909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AU" sz="2400" b="1">
                    <a:latin typeface="Arial"/>
                    <a:cs typeface="Arial"/>
                  </a:rPr>
                  <a:t>Step 4: </a:t>
                </a:r>
                <a:r>
                  <a:rPr lang="en-US" sz="2400" b="1">
                    <a:solidFill>
                      <a:schemeClr val="tx1"/>
                    </a:solidFill>
                  </a:rPr>
                  <a:t>Evaluate the open loop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.  In this case,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  <m:r>
                      <a:rPr lang="en-AU" sz="2400" b="1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 is  trans-impedance gain </a:t>
                </a:r>
              </a:p>
              <a:p>
                <a:pPr marL="12700" marR="673100"/>
                <a:r>
                  <a:rPr lang="en-US" sz="2400" b="1">
                    <a:solidFill>
                      <a:schemeClr val="tx1"/>
                    </a:solidFill>
                  </a:rPr>
                  <a:t>                     and therefore</a:t>
                </a:r>
              </a:p>
              <a:p>
                <a:pPr marL="927100" marR="673100" lvl="2"/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927100" marR="673100" lvl="2"/>
                <a:endParaRPr lang="en-AU" sz="240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blipFill>
                <a:blip r:embed="rId3"/>
                <a:stretch>
                  <a:fillRect l="-558" t="-2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>
            <a:extLst>
              <a:ext uri="{FF2B5EF4-FFF2-40B4-BE49-F238E27FC236}">
                <a16:creationId xmlns:a16="http://schemas.microsoft.com/office/drawing/2014/main" id="{7F3AF300-B1D0-E975-8FA1-0099D41A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755" y="1195666"/>
            <a:ext cx="12858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27877BBF-B8AF-31C6-DBB9-F4363EB80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985" y="1842290"/>
            <a:ext cx="816292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4F3F108D-11E4-16E8-6FD5-11B9869F6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955" y="4324902"/>
            <a:ext cx="39433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CAC30C9-5AF9-9FB5-4252-0A76B50B6BBC}"/>
                  </a:ext>
                </a:extLst>
              </p14:cNvPr>
              <p14:cNvContentPartPr/>
              <p14:nvPr/>
            </p14:nvContentPartPr>
            <p14:xfrm>
              <a:off x="3017520" y="965520"/>
              <a:ext cx="8543880" cy="4078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CAC30C9-5AF9-9FB5-4252-0A76B50B6BB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08160" y="956160"/>
                <a:ext cx="8562600" cy="409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A795861-16A1-9487-A65B-9F0F04A13FE2}"/>
                  </a:ext>
                </a:extLst>
              </p14:cNvPr>
              <p14:cNvContentPartPr/>
              <p14:nvPr/>
            </p14:nvContentPartPr>
            <p14:xfrm>
              <a:off x="3687840" y="4499640"/>
              <a:ext cx="307080" cy="253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A795861-16A1-9487-A65B-9F0F04A13FE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78480" y="4490280"/>
                <a:ext cx="325800" cy="27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98515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5: </a:t>
            </a:r>
            <a:r>
              <a:rPr lang="en-US" sz="2400" b="1">
                <a:solidFill>
                  <a:schemeClr val="tx1"/>
                </a:solidFill>
                <a:latin typeface="+mn-lt"/>
              </a:rPr>
              <a:t>Evaluate the input and output </a:t>
            </a:r>
            <a:r>
              <a:rPr lang="en-US" sz="2400" b="1"/>
              <a:t>impedances of the basic amplifier with the </a:t>
            </a:r>
          </a:p>
          <a:p>
            <a:pPr marL="12700" marR="673100"/>
            <a:r>
              <a:rPr lang="en-US" sz="2400" b="1"/>
              <a:t>                     loading effects of the feedback network included</a:t>
            </a: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6: </a:t>
            </a:r>
            <a:r>
              <a:rPr lang="en-US" sz="2400" b="1">
                <a:solidFill>
                  <a:schemeClr val="tx1"/>
                </a:solidFill>
                <a:latin typeface="+mn-lt"/>
              </a:rPr>
              <a:t>Evaluate the closed-loop gain, closed-loop input, and output impedances</a:t>
            </a:r>
            <a:r>
              <a:rPr lang="en-US" sz="2400" b="1"/>
              <a:t> the </a:t>
            </a:r>
          </a:p>
          <a:p>
            <a:pPr marL="12700" marR="673100"/>
            <a:r>
              <a:rPr lang="en-US" sz="2400" b="1"/>
              <a:t>                     loading effects of the feedback network included</a:t>
            </a: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EC65F527-2461-BF7E-4CDC-277B4BD4A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541" y="1470414"/>
            <a:ext cx="7257813" cy="2040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BBE960AE-9DD3-68C8-2333-87692B5CB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432" y="3464748"/>
            <a:ext cx="17335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F9FB4C5F-5599-A6C6-BAC7-7D9FF83EC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7448" y="3534014"/>
            <a:ext cx="18859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6CA7B6F5-CABA-2D10-2E07-D404CC5C1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429" y="5197355"/>
            <a:ext cx="2832005" cy="798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6">
            <a:extLst>
              <a:ext uri="{FF2B5EF4-FFF2-40B4-BE49-F238E27FC236}">
                <a16:creationId xmlns:a16="http://schemas.microsoft.com/office/drawing/2014/main" id="{C7BE3B5A-3219-399A-7896-E866FC0F2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261" y="5143395"/>
            <a:ext cx="2834221" cy="824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7">
            <a:extLst>
              <a:ext uri="{FF2B5EF4-FFF2-40B4-BE49-F238E27FC236}">
                <a16:creationId xmlns:a16="http://schemas.microsoft.com/office/drawing/2014/main" id="{80A6FE1A-DE2F-6AAE-6495-3CFEBCCDE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882" y="5056378"/>
            <a:ext cx="2597075" cy="9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E1E2CA4-7250-0DEE-10E5-B3A3343D0282}"/>
                  </a:ext>
                </a:extLst>
              </p14:cNvPr>
              <p14:cNvContentPartPr/>
              <p14:nvPr/>
            </p14:nvContentPartPr>
            <p14:xfrm>
              <a:off x="9828000" y="1894680"/>
              <a:ext cx="1582560" cy="1018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E1E2CA4-7250-0DEE-10E5-B3A3343D028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18640" y="1885320"/>
                <a:ext cx="1601280" cy="10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56BC6B6-88BF-5D09-8C31-B8DB8F17DC44}"/>
                  </a:ext>
                </a:extLst>
              </p14:cNvPr>
              <p14:cNvContentPartPr/>
              <p14:nvPr/>
            </p14:nvContentPartPr>
            <p14:xfrm>
              <a:off x="647640" y="1461600"/>
              <a:ext cx="10810080" cy="4613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56BC6B6-88BF-5D09-8C31-B8DB8F17DC4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280" y="1452240"/>
                <a:ext cx="10828800" cy="463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39479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r>
              <a:rPr lang="en-AU" sz="2400" b="1">
                <a:latin typeface="Arial"/>
                <a:cs typeface="Arial"/>
              </a:rPr>
              <a:t>Example 2:</a:t>
            </a: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1: Identify the feedback topology</a:t>
            </a: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>
                <a:latin typeface="Arial"/>
                <a:cs typeface="Arial"/>
              </a:rPr>
              <a:t>Series</a:t>
            </a:r>
            <a:r>
              <a:rPr lang="en-AU" sz="2400">
                <a:latin typeface="Arial"/>
                <a:cs typeface="Arial"/>
              </a:rPr>
              <a:t> (at the input)  - feedback voltage is summed in INPUT LOOP.</a:t>
            </a: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>
                <a:latin typeface="Arial"/>
                <a:cs typeface="Arial"/>
              </a:rPr>
              <a:t>Series</a:t>
            </a:r>
            <a:r>
              <a:rPr lang="en-AU" sz="2400">
                <a:latin typeface="Arial"/>
                <a:cs typeface="Arial"/>
              </a:rPr>
              <a:t> (at the output) - I</a:t>
            </a:r>
            <a:r>
              <a:rPr lang="en-AU" sz="2400" baseline="-25000">
                <a:latin typeface="Arial"/>
                <a:cs typeface="Arial"/>
              </a:rPr>
              <a:t>o </a:t>
            </a:r>
            <a:r>
              <a:rPr lang="en-AU" sz="2400">
                <a:latin typeface="Arial"/>
                <a:cs typeface="Arial"/>
              </a:rPr>
              <a:t>is sampled from the OUTPUT LOOP. If I</a:t>
            </a:r>
            <a:r>
              <a:rPr lang="en-AU" sz="2400" baseline="-25000">
                <a:latin typeface="Arial"/>
                <a:cs typeface="Arial"/>
              </a:rPr>
              <a:t>o</a:t>
            </a:r>
            <a:r>
              <a:rPr lang="en-AU" sz="2400">
                <a:latin typeface="Arial"/>
                <a:cs typeface="Arial"/>
              </a:rPr>
              <a:t> = 0, feedback voltage will be disabled.</a:t>
            </a:r>
            <a:endParaRPr lang="en-AU" sz="2400" baseline="-25000">
              <a:latin typeface="Arial"/>
              <a:cs typeface="Arial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D01258E-4A0B-43C3-8BA7-64732F16F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387" y="907031"/>
            <a:ext cx="3960440" cy="2924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C838FA29-9060-1EBB-84B4-5F2BD57FC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953" y="907031"/>
            <a:ext cx="3312368" cy="3102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AC693B-45F4-9820-7191-6319472F36C9}"/>
                  </a:ext>
                </a:extLst>
              </p14:cNvPr>
              <p14:cNvContentPartPr/>
              <p14:nvPr/>
            </p14:nvContentPartPr>
            <p14:xfrm>
              <a:off x="4413600" y="1133280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AC693B-45F4-9820-7191-6319472F36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97760" y="106992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3C21250-231C-DDCF-F1D5-7056BDF66A68}"/>
                  </a:ext>
                </a:extLst>
              </p14:cNvPr>
              <p14:cNvContentPartPr/>
              <p14:nvPr/>
            </p14:nvContentPartPr>
            <p14:xfrm>
              <a:off x="4468320" y="1165320"/>
              <a:ext cx="90000" cy="87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3C21250-231C-DDCF-F1D5-7056BDF66A6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52480" y="1101960"/>
                <a:ext cx="1213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3D90344-03D7-3974-EC25-EE522DB594A7}"/>
                  </a:ext>
                </a:extLst>
              </p14:cNvPr>
              <p14:cNvContentPartPr/>
              <p14:nvPr/>
            </p14:nvContentPartPr>
            <p14:xfrm>
              <a:off x="4520520" y="1650240"/>
              <a:ext cx="18360" cy="9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3D90344-03D7-3974-EC25-EE522DB594A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04680" y="1586880"/>
                <a:ext cx="496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C4BCC4-2A45-A4C0-A729-0B368C0C00F8}"/>
                  </a:ext>
                </a:extLst>
              </p14:cNvPr>
              <p14:cNvContentPartPr/>
              <p14:nvPr/>
            </p14:nvContentPartPr>
            <p14:xfrm>
              <a:off x="4308840" y="1230480"/>
              <a:ext cx="258120" cy="19688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C4BCC4-2A45-A4C0-A729-0B368C0C00F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93000" y="1167120"/>
                <a:ext cx="289440" cy="20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1C57F98-F76B-6AB8-8784-772FC79E1B49}"/>
                  </a:ext>
                </a:extLst>
              </p14:cNvPr>
              <p14:cNvContentPartPr/>
              <p14:nvPr/>
            </p14:nvContentPartPr>
            <p14:xfrm>
              <a:off x="2413800" y="656640"/>
              <a:ext cx="7574040" cy="3322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1C57F98-F76B-6AB8-8784-772FC79E1B4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04440" y="647280"/>
                <a:ext cx="7592760" cy="334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69621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2: Redraw circuit for small-signal analysis considering loading     </a:t>
            </a:r>
          </a:p>
          <a:p>
            <a:pPr marL="12700" marR="673100"/>
            <a:r>
              <a:rPr lang="en-AU" sz="2400" b="1">
                <a:latin typeface="Arial"/>
                <a:cs typeface="Arial"/>
              </a:rPr>
              <a:t>                 effects</a:t>
            </a: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437E611-EC9E-5B33-0963-F2AE28369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553" y="1445742"/>
            <a:ext cx="4392488" cy="2743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33256F52-4E07-6386-D2C2-F683BAC47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79" y="3949038"/>
            <a:ext cx="3117151" cy="2050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CB96E196-769A-5FCA-5999-B9AF3CD1A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690" y="4437296"/>
            <a:ext cx="2274192" cy="1073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57B33910-BD7E-CCA7-7DDC-3A6B19C06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271" y="4484400"/>
            <a:ext cx="21336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28D2B90-C68C-533D-47E4-3195764D5C41}"/>
                  </a:ext>
                </a:extLst>
              </p14:cNvPr>
              <p14:cNvContentPartPr/>
              <p14:nvPr/>
            </p14:nvContentPartPr>
            <p14:xfrm>
              <a:off x="3765960" y="1585080"/>
              <a:ext cx="3273480" cy="1413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28D2B90-C68C-533D-47E4-3195764D5C4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56600" y="1575720"/>
                <a:ext cx="3292200" cy="143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69601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9C03607-82FE-1CF8-6B8D-9EDF321ABCBA}"/>
                  </a:ext>
                </a:extLst>
              </p14:cNvPr>
              <p14:cNvContentPartPr/>
              <p14:nvPr/>
            </p14:nvContentPartPr>
            <p14:xfrm>
              <a:off x="2251440" y="1477080"/>
              <a:ext cx="282960" cy="1112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9C03607-82FE-1CF8-6B8D-9EDF321ABC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5600" y="1413720"/>
                <a:ext cx="314280" cy="12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984EAF9-BD90-97B2-7EE9-2435BFBAE587}"/>
                  </a:ext>
                </a:extLst>
              </p14:cNvPr>
              <p14:cNvContentPartPr/>
              <p14:nvPr/>
            </p14:nvContentPartPr>
            <p14:xfrm>
              <a:off x="2237400" y="1879200"/>
              <a:ext cx="46440" cy="718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984EAF9-BD90-97B2-7EE9-2435BFBAE58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1560" y="1815840"/>
                <a:ext cx="77760" cy="84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94EAEE9-DE29-41C8-A221-CF560062246F}"/>
                  </a:ext>
                </a:extLst>
              </p14:cNvPr>
              <p14:cNvContentPartPr/>
              <p14:nvPr/>
            </p14:nvContentPartPr>
            <p14:xfrm>
              <a:off x="857160" y="740520"/>
              <a:ext cx="11099880" cy="4801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94EAEE9-DE29-41C8-A221-CF560062246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7800" y="731160"/>
                <a:ext cx="11118600" cy="482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17959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 (continue….)</a:t>
            </a: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/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US" sz="24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3: </a:t>
                </a: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evaluate the feedback factor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blipFill>
                <a:blip r:embed="rId3"/>
                <a:stretch>
                  <a:fillRect l="-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2">
            <a:extLst>
              <a:ext uri="{FF2B5EF4-FFF2-40B4-BE49-F238E27FC236}">
                <a16:creationId xmlns:a16="http://schemas.microsoft.com/office/drawing/2014/main" id="{38C1691C-B3E6-3377-E100-2AEC7D5D6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591" y="998896"/>
            <a:ext cx="6160527" cy="2499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D454E630-0394-AB01-2FB1-3E3503AF1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762" y="4553075"/>
            <a:ext cx="2985236" cy="1241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CC20A640-1218-7123-54CA-2A9E9CA4B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937" y="4219834"/>
            <a:ext cx="2664296" cy="1752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AD6119-B9B8-6A61-947C-14C427F957A4}"/>
                  </a:ext>
                </a:extLst>
              </p14:cNvPr>
              <p14:cNvContentPartPr/>
              <p14:nvPr/>
            </p14:nvContentPartPr>
            <p14:xfrm>
              <a:off x="5606640" y="2609280"/>
              <a:ext cx="1131480" cy="2934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AD6119-B9B8-6A61-947C-14C427F957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97280" y="2599920"/>
                <a:ext cx="1150200" cy="295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800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AU" sz="2400" b="1">
                    <a:latin typeface="Arial"/>
                    <a:cs typeface="Arial"/>
                  </a:rPr>
                  <a:t>Step 4: </a:t>
                </a:r>
                <a:r>
                  <a:rPr lang="en-US" sz="2400" b="1">
                    <a:solidFill>
                      <a:schemeClr val="tx1"/>
                    </a:solidFill>
                  </a:rPr>
                  <a:t>Evaluate the open loop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.  In this case,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  <m:r>
                      <a:rPr lang="en-AU" sz="2400" b="1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 is  trans-impedance gain </a:t>
                </a:r>
              </a:p>
              <a:p>
                <a:pPr marL="12700" marR="673100"/>
                <a:r>
                  <a:rPr lang="en-US" sz="2400" b="1">
                    <a:solidFill>
                      <a:schemeClr val="tx1"/>
                    </a:solidFill>
                  </a:rPr>
                  <a:t>                     and therefore</a:t>
                </a:r>
              </a:p>
              <a:p>
                <a:pPr marL="927100" marR="673100" lvl="2"/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927100" marR="673100" lvl="2"/>
                <a:endParaRPr lang="en-AU" sz="240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blipFill>
                <a:blip r:embed="rId3"/>
                <a:stretch>
                  <a:fillRect l="-558" t="-2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>
            <a:extLst>
              <a:ext uri="{FF2B5EF4-FFF2-40B4-BE49-F238E27FC236}">
                <a16:creationId xmlns:a16="http://schemas.microsoft.com/office/drawing/2014/main" id="{C267A511-67D7-0C86-0203-A372D9620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03" y="1087260"/>
            <a:ext cx="10001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15E92E1F-3D59-5B6A-5470-BB6FBEAE4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939" y="1838359"/>
            <a:ext cx="5606477" cy="227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8BD593DE-9D05-EE2B-D3C3-9CA9292F8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495" y="4112616"/>
            <a:ext cx="4810012" cy="197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D2805638-5BA3-3C79-520E-F4833308B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581" y="4484780"/>
            <a:ext cx="1303625" cy="370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>
            <a:extLst>
              <a:ext uri="{FF2B5EF4-FFF2-40B4-BE49-F238E27FC236}">
                <a16:creationId xmlns:a16="http://schemas.microsoft.com/office/drawing/2014/main" id="{71830D62-5AD1-475A-E6BD-23F545309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333" y="4975154"/>
            <a:ext cx="1998095" cy="802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B8696CD-2E53-3A69-05E1-617EF3836CC4}"/>
                  </a:ext>
                </a:extLst>
              </p14:cNvPr>
              <p14:cNvContentPartPr/>
              <p14:nvPr/>
            </p14:nvContentPartPr>
            <p14:xfrm>
              <a:off x="750240" y="918000"/>
              <a:ext cx="11352600" cy="4753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B8696CD-2E53-3A69-05E1-617EF3836C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0880" y="908640"/>
                <a:ext cx="11371320" cy="477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58436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5: </a:t>
            </a:r>
            <a:r>
              <a:rPr lang="en-US" sz="2400" b="1">
                <a:solidFill>
                  <a:schemeClr val="tx1"/>
                </a:solidFill>
                <a:latin typeface="+mn-lt"/>
              </a:rPr>
              <a:t>Evaluate the input and output </a:t>
            </a:r>
            <a:r>
              <a:rPr lang="en-US" sz="2400" b="1"/>
              <a:t>impedances of the basic amplifier with the </a:t>
            </a:r>
          </a:p>
          <a:p>
            <a:pPr marL="12700" marR="673100"/>
            <a:r>
              <a:rPr lang="en-US" sz="2400" b="1"/>
              <a:t>                     loading effects of the feedback network included</a:t>
            </a: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7B2C259-83C1-1BAD-C711-433E49A26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022" y="1784527"/>
            <a:ext cx="7317636" cy="2968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6E9CC05D-F771-9347-7891-2CD81C002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198" y="4928690"/>
            <a:ext cx="1981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3">
            <a:extLst>
              <a:ext uri="{FF2B5EF4-FFF2-40B4-BE49-F238E27FC236}">
                <a16:creationId xmlns:a16="http://schemas.microsoft.com/office/drawing/2014/main" id="{F13A86D8-845C-ECEB-0DE4-C418A9E4C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815" y="4973218"/>
            <a:ext cx="2076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3B3EC5-9746-9CA4-A764-2FAEE029DB2F}"/>
                  </a:ext>
                </a:extLst>
              </p14:cNvPr>
              <p14:cNvContentPartPr/>
              <p14:nvPr/>
            </p14:nvContentPartPr>
            <p14:xfrm>
              <a:off x="341640" y="1523880"/>
              <a:ext cx="11679120" cy="4521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3B3EC5-9746-9CA4-A764-2FAEE029DB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2280" y="1514520"/>
                <a:ext cx="11697840" cy="454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4522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551495"/>
                <a:ext cx="12019028" cy="4961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AU" sz="2400" b="1">
                    <a:latin typeface="Arial"/>
                    <a:cs typeface="Arial"/>
                  </a:rPr>
                  <a:t>Step 6: </a:t>
                </a:r>
                <a:r>
                  <a:rPr lang="en-US" sz="2400" b="1">
                    <a:solidFill>
                      <a:schemeClr val="tx1"/>
                    </a:solidFill>
                    <a:latin typeface="+mn-lt"/>
                  </a:rPr>
                  <a:t>Evaluate the closed-loop gain, closed-loop input, and output impedances</a:t>
                </a:r>
                <a:r>
                  <a:rPr lang="en-US" sz="2400" b="1"/>
                  <a:t> the </a:t>
                </a:r>
              </a:p>
              <a:p>
                <a:pPr marL="12700" marR="673100"/>
                <a:r>
                  <a:rPr lang="en-US" sz="2400" b="1"/>
                  <a:t>                     loading effects of the feedback network included</a:t>
                </a:r>
              </a:p>
              <a:p>
                <a:pPr marL="12700" marR="673100"/>
                <a:endParaRPr lang="en-US" sz="2400" b="1"/>
              </a:p>
              <a:p>
                <a:pPr marL="12700" marR="673100"/>
                <a:endParaRPr lang="en-US" sz="2400" b="1">
                  <a:solidFill>
                    <a:schemeClr val="tx1"/>
                  </a:solidFill>
                  <a:latin typeface="+mn-lt"/>
                </a:endParaRPr>
              </a:p>
              <a:p>
                <a:pPr marL="927100" marR="673100" lvl="2"/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endParaRPr lang="en-US" sz="2400" b="1">
                  <a:solidFill>
                    <a:schemeClr val="tx1"/>
                  </a:solidFill>
                  <a:latin typeface="+mn-lt"/>
                </a:endParaRPr>
              </a:p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endParaRPr lang="en-US" sz="2400" b="1"/>
              </a:p>
              <a:p>
                <a:pPr marL="355600" marR="673100" indent="-342900">
                  <a:buFont typeface="Wingdings" panose="05000000000000000000" pitchFamily="2" charset="2"/>
                  <a:buChar char="§"/>
                </a:pPr>
                <a:r>
                  <a:rPr lang="en-US" sz="2400"/>
                  <a:t>This however has included the source resistance, which we should subtract to get the input impedance</a:t>
                </a:r>
              </a:p>
              <a:p>
                <a:pPr marL="12700" marR="673100"/>
                <a:r>
                  <a:rPr lang="en-US" sz="2400">
                    <a:solidFill>
                      <a:srgbClr val="836967"/>
                    </a:solidFill>
                  </a:rPr>
                  <a:t>        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0">
                            <a:latin typeface="Cambria Math" panose="02040503050406030204" pitchFamily="18" charset="0"/>
                          </a:rPr>
                          <m:t>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24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240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𝑓𝑒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sz="2400"/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927100" marR="673100" lvl="2"/>
                <a:endParaRPr lang="en-AU" sz="240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551495"/>
                <a:ext cx="12019028" cy="4961999"/>
              </a:xfrm>
              <a:prstGeom prst="rect">
                <a:avLst/>
              </a:prstGeom>
              <a:blipFill>
                <a:blip r:embed="rId3"/>
                <a:stretch>
                  <a:fillRect l="-558" t="-11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>
            <a:extLst>
              <a:ext uri="{FF2B5EF4-FFF2-40B4-BE49-F238E27FC236}">
                <a16:creationId xmlns:a16="http://schemas.microsoft.com/office/drawing/2014/main" id="{D79A3811-AF6B-FE57-74D7-5D06C5E00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458" y="1265364"/>
            <a:ext cx="20764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B54592BC-9BF5-65A2-C9C8-8EA6909B5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484" y="2041237"/>
            <a:ext cx="2976308" cy="84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5">
            <a:extLst>
              <a:ext uri="{FF2B5EF4-FFF2-40B4-BE49-F238E27FC236}">
                <a16:creationId xmlns:a16="http://schemas.microsoft.com/office/drawing/2014/main" id="{19789935-703B-7DEF-3F77-927F5B78B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906" y="1830976"/>
            <a:ext cx="88582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CBE95B4B-F03D-9CB1-150E-77778A76E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355" y="2864029"/>
            <a:ext cx="464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8">
            <a:extLst>
              <a:ext uri="{FF2B5EF4-FFF2-40B4-BE49-F238E27FC236}">
                <a16:creationId xmlns:a16="http://schemas.microsoft.com/office/drawing/2014/main" id="{B4D24DF6-834E-E834-AF1E-530D71E7B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465" y="4871734"/>
            <a:ext cx="357187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9">
            <a:extLst>
              <a:ext uri="{FF2B5EF4-FFF2-40B4-BE49-F238E27FC236}">
                <a16:creationId xmlns:a16="http://schemas.microsoft.com/office/drawing/2014/main" id="{BDCDA57D-07B5-0058-4C7E-BB30F6465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832" y="5244947"/>
            <a:ext cx="180022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BEE750-1528-B95F-4A8F-54B025B13405}"/>
                  </a:ext>
                </a:extLst>
              </p:cNvPr>
              <p:cNvSpPr txBox="1"/>
              <p:nvPr/>
            </p:nvSpPr>
            <p:spPr>
              <a:xfrm>
                <a:off x="3931895" y="4037099"/>
                <a:ext cx="1508875" cy="3158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ⅈ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𝑙</m:t>
                          </m:r>
                          <m:acc>
                            <m:accPr>
                              <m:chr m:val="̇"/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AU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BEE750-1528-B95F-4A8F-54B025B13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895" y="4037099"/>
                <a:ext cx="1508875" cy="315856"/>
              </a:xfrm>
              <a:prstGeom prst="rect">
                <a:avLst/>
              </a:prstGeom>
              <a:blipFill>
                <a:blip r:embed="rId10"/>
                <a:stretch>
                  <a:fillRect l="-3629" b="-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2CC79CD-CD7F-6E9E-97C5-23299B06CA4D}"/>
              </a:ext>
            </a:extLst>
          </p:cNvPr>
          <p:cNvSpPr txBox="1"/>
          <p:nvPr/>
        </p:nvSpPr>
        <p:spPr>
          <a:xfrm>
            <a:off x="5363455" y="2935301"/>
            <a:ext cx="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007FBFD-BE30-AE58-23F5-FFADFCAB4C83}"/>
                  </a:ext>
                </a:extLst>
              </p14:cNvPr>
              <p14:cNvContentPartPr/>
              <p14:nvPr/>
            </p14:nvContentPartPr>
            <p14:xfrm>
              <a:off x="1970640" y="1140120"/>
              <a:ext cx="9748440" cy="4119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007FBFD-BE30-AE58-23F5-FFADFCAB4C8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61280" y="1130760"/>
                <a:ext cx="9767160" cy="413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55675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r>
              <a:rPr lang="en-AU" sz="2400" b="1">
                <a:latin typeface="Arial"/>
                <a:cs typeface="Arial"/>
              </a:rPr>
              <a:t>Example 3:</a:t>
            </a: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1: Identify the feedback topology</a:t>
            </a: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>
                <a:latin typeface="Arial"/>
                <a:cs typeface="Arial"/>
              </a:rPr>
              <a:t>Series </a:t>
            </a:r>
            <a:r>
              <a:rPr lang="en-AU" sz="2400">
                <a:latin typeface="Arial"/>
                <a:cs typeface="Arial"/>
              </a:rPr>
              <a:t>(at the input)  - feedback voltage is summed in INPUT LOOP.</a:t>
            </a: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>
                <a:latin typeface="Arial"/>
                <a:cs typeface="Arial"/>
              </a:rPr>
              <a:t>Shunt</a:t>
            </a:r>
            <a:r>
              <a:rPr lang="en-AU" sz="2400">
                <a:latin typeface="Arial"/>
                <a:cs typeface="Arial"/>
              </a:rPr>
              <a:t> (at the output) - V</a:t>
            </a:r>
            <a:r>
              <a:rPr lang="en-AU" sz="2400" baseline="-25000">
                <a:latin typeface="Arial"/>
                <a:cs typeface="Arial"/>
              </a:rPr>
              <a:t>o </a:t>
            </a:r>
            <a:r>
              <a:rPr lang="en-AU" sz="2400">
                <a:latin typeface="Arial"/>
                <a:cs typeface="Arial"/>
              </a:rPr>
              <a:t>is sampled at the OUTPUT NODE. If V</a:t>
            </a:r>
            <a:r>
              <a:rPr lang="en-AU" sz="2400" baseline="-25000">
                <a:latin typeface="Arial"/>
                <a:cs typeface="Arial"/>
              </a:rPr>
              <a:t>o</a:t>
            </a:r>
            <a:r>
              <a:rPr lang="en-AU" sz="2400">
                <a:latin typeface="Arial"/>
                <a:cs typeface="Arial"/>
              </a:rPr>
              <a:t> = 0, feedback voltage will be disabled.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2E1029E-E523-2FEE-09A4-F1BFD8E78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016" y="856751"/>
            <a:ext cx="4019550" cy="263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D91E2B43-EAA8-7E2A-86AB-42DF67D14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680" y="853551"/>
            <a:ext cx="3916066" cy="291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BCC139F-AC8F-A751-7CE1-D5EAB5B1D909}"/>
                  </a:ext>
                </a:extLst>
              </p14:cNvPr>
              <p14:cNvContentPartPr/>
              <p14:nvPr/>
            </p14:nvContentPartPr>
            <p14:xfrm>
              <a:off x="9247680" y="6610320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BCC139F-AC8F-A751-7CE1-D5EAB5B1D9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31840" y="654696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AFFAAFD-9A45-3160-18B1-D21369C15DEB}"/>
                  </a:ext>
                </a:extLst>
              </p14:cNvPr>
              <p14:cNvContentPartPr/>
              <p14:nvPr/>
            </p14:nvContentPartPr>
            <p14:xfrm>
              <a:off x="3584880" y="1290600"/>
              <a:ext cx="1706040" cy="831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AFFAAFD-9A45-3160-18B1-D21369C15D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69040" y="1227240"/>
                <a:ext cx="1737360" cy="9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6F1AC94-557A-EA5C-7519-88A3693F08F1}"/>
                  </a:ext>
                </a:extLst>
              </p14:cNvPr>
              <p14:cNvContentPartPr/>
              <p14:nvPr/>
            </p14:nvContentPartPr>
            <p14:xfrm>
              <a:off x="2407680" y="1724400"/>
              <a:ext cx="1485000" cy="1503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6F1AC94-557A-EA5C-7519-88A3693F08F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91840" y="1661040"/>
                <a:ext cx="1516320" cy="162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A98992D-D747-AD75-33FC-BB02A49ADD40}"/>
                  </a:ext>
                </a:extLst>
              </p14:cNvPr>
              <p14:cNvContentPartPr/>
              <p14:nvPr/>
            </p14:nvContentPartPr>
            <p14:xfrm>
              <a:off x="187920" y="728280"/>
              <a:ext cx="11055960" cy="43282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A98992D-D747-AD75-33FC-BB02A49ADD4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8560" y="718920"/>
                <a:ext cx="11074680" cy="434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15706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2: Redraw circuit for small-signal analysis considering loading     </a:t>
            </a:r>
          </a:p>
          <a:p>
            <a:pPr marL="12700" marR="673100"/>
            <a:r>
              <a:rPr lang="en-AU" sz="2400" b="1">
                <a:latin typeface="Arial"/>
                <a:cs typeface="Arial"/>
              </a:rPr>
              <a:t>                 effects</a:t>
            </a: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r>
              <a:rPr lang="en-AU" sz="2400">
                <a:latin typeface="Arial"/>
                <a:cs typeface="Arial"/>
              </a:rPr>
              <a:t>Since Series-shunt, the appropriate two-port network is h-parameter</a:t>
            </a:r>
          </a:p>
          <a:p>
            <a:pPr marL="927100" marR="673100" lvl="2"/>
            <a:endParaRPr lang="en-AU" sz="2400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873E222B-B32F-B016-7F01-62B69AA24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180" y="1138634"/>
            <a:ext cx="3609218" cy="2691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7405B80A-7F3A-A773-BD54-8992722E6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38" y="4277449"/>
            <a:ext cx="3470143" cy="1820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5361E591-76DA-79BB-EDEA-F5A3A7224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808" y="4691803"/>
            <a:ext cx="2093515" cy="813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4EC0F433-E81D-463F-5E5F-9FDD22375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443" y="4646191"/>
            <a:ext cx="2304634" cy="979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BA977F8-9F2B-9019-49FC-B1F37A0EBC8E}"/>
                  </a:ext>
                </a:extLst>
              </p14:cNvPr>
              <p14:cNvContentPartPr/>
              <p14:nvPr/>
            </p14:nvContentPartPr>
            <p14:xfrm>
              <a:off x="4257360" y="1275120"/>
              <a:ext cx="7839360" cy="4152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BA977F8-9F2B-9019-49FC-B1F37A0EBC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48000" y="1265760"/>
                <a:ext cx="7858080" cy="417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01677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6A86937-E308-7525-1BCF-9F48AB65A1C7}"/>
                  </a:ext>
                </a:extLst>
              </p14:cNvPr>
              <p14:cNvContentPartPr/>
              <p14:nvPr/>
            </p14:nvContentPartPr>
            <p14:xfrm>
              <a:off x="1577520" y="744480"/>
              <a:ext cx="9456480" cy="3802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6A86937-E308-7525-1BCF-9F48AB65A1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8160" y="735120"/>
                <a:ext cx="9475200" cy="382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28248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 (continue….)</a:t>
            </a: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/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US" sz="24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3: </a:t>
                </a: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evaluate the feedback factor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blipFill>
                <a:blip r:embed="rId3"/>
                <a:stretch>
                  <a:fillRect l="-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>
            <a:extLst>
              <a:ext uri="{FF2B5EF4-FFF2-40B4-BE49-F238E27FC236}">
                <a16:creationId xmlns:a16="http://schemas.microsoft.com/office/drawing/2014/main" id="{66800D58-E809-2503-7D38-D85975BAA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796" y="4155539"/>
            <a:ext cx="3470143" cy="1820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3254FF4A-B53E-FCE1-A14C-3DB45DD2A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108" y="1141344"/>
            <a:ext cx="665797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">
            <a:extLst>
              <a:ext uri="{FF2B5EF4-FFF2-40B4-BE49-F238E27FC236}">
                <a16:creationId xmlns:a16="http://schemas.microsoft.com/office/drawing/2014/main" id="{6378C8B0-99DA-DAC4-633F-77CE595F5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518" y="4565471"/>
            <a:ext cx="3200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3A811A8-531A-6766-40DF-46EA1656A9F8}"/>
                  </a:ext>
                </a:extLst>
              </p14:cNvPr>
              <p14:cNvContentPartPr/>
              <p14:nvPr/>
            </p14:nvContentPartPr>
            <p14:xfrm>
              <a:off x="3136320" y="2429280"/>
              <a:ext cx="5092920" cy="835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3A811A8-531A-6766-40DF-46EA1656A9F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26960" y="2419920"/>
                <a:ext cx="5111640" cy="85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35179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AU" sz="2400" b="1">
                    <a:latin typeface="Arial"/>
                    <a:cs typeface="Arial"/>
                  </a:rPr>
                  <a:t>Step 4: </a:t>
                </a:r>
                <a:r>
                  <a:rPr lang="en-US" sz="2400" b="1">
                    <a:solidFill>
                      <a:schemeClr val="tx1"/>
                    </a:solidFill>
                  </a:rPr>
                  <a:t>Evaluate the open loop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.  In this case,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  <m:r>
                      <a:rPr lang="en-AU" sz="2400" b="1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 is  trans-impedance gain </a:t>
                </a:r>
              </a:p>
              <a:p>
                <a:pPr marL="12700" marR="673100"/>
                <a:r>
                  <a:rPr lang="en-US" sz="2400" b="1">
                    <a:solidFill>
                      <a:schemeClr val="tx1"/>
                    </a:solidFill>
                  </a:rPr>
                  <a:t>                     and therefore</a:t>
                </a:r>
              </a:p>
              <a:p>
                <a:pPr marL="927100" marR="673100" lvl="2"/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927100" marR="673100" lvl="2"/>
                <a:endParaRPr lang="en-AU" sz="240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blipFill>
                <a:blip r:embed="rId3"/>
                <a:stretch>
                  <a:fillRect l="-558" t="-2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3">
            <a:extLst>
              <a:ext uri="{FF2B5EF4-FFF2-40B4-BE49-F238E27FC236}">
                <a16:creationId xmlns:a16="http://schemas.microsoft.com/office/drawing/2014/main" id="{267E97E6-DCBD-0A92-2FA8-594D15FD8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064" y="4295123"/>
            <a:ext cx="332422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0FF990E6-7C36-B34F-14B6-052183F1C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595" y="4814186"/>
            <a:ext cx="5546226" cy="95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223265CD-0DDB-F7D0-59F2-3898FD34D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461" y="2161355"/>
            <a:ext cx="665797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84F5A2E-8840-947F-5267-42FE78724CCC}"/>
                  </a:ext>
                </a:extLst>
              </p14:cNvPr>
              <p14:cNvContentPartPr/>
              <p14:nvPr/>
            </p14:nvContentPartPr>
            <p14:xfrm>
              <a:off x="686520" y="1300320"/>
              <a:ext cx="11111040" cy="4784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84F5A2E-8840-947F-5267-42FE78724C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7160" y="1290960"/>
                <a:ext cx="11129760" cy="480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29982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5: </a:t>
            </a:r>
            <a:r>
              <a:rPr lang="en-US" sz="2400" b="1">
                <a:solidFill>
                  <a:schemeClr val="tx1"/>
                </a:solidFill>
                <a:latin typeface="+mn-lt"/>
              </a:rPr>
              <a:t>Evaluate the input and output </a:t>
            </a:r>
            <a:r>
              <a:rPr lang="en-US" sz="2400" b="1"/>
              <a:t>impedances of the basic amplifier with the </a:t>
            </a:r>
          </a:p>
          <a:p>
            <a:pPr marL="12700" marR="673100"/>
            <a:r>
              <a:rPr lang="en-US" sz="2400" b="1"/>
              <a:t>                     loading effects of the feedback network included</a:t>
            </a: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2B3AFFE-1E06-84BA-E5C1-E8D073241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623" y="1502328"/>
            <a:ext cx="665797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F257D5B4-E7AA-29F6-F98D-9FA04421B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210" y="4027971"/>
            <a:ext cx="25908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0864853B-76B6-6E2B-8B79-2D6A9D005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210" y="4669811"/>
            <a:ext cx="244792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3F2652B-9BD4-45BE-F583-B8B50D8ED654}"/>
                  </a:ext>
                </a:extLst>
              </p14:cNvPr>
              <p14:cNvContentPartPr/>
              <p14:nvPr/>
            </p14:nvContentPartPr>
            <p14:xfrm>
              <a:off x="2453040" y="1305000"/>
              <a:ext cx="6280200" cy="3643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3F2652B-9BD4-45BE-F583-B8B50D8ED65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43680" y="1295640"/>
                <a:ext cx="6298920" cy="366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96654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6: </a:t>
            </a:r>
            <a:r>
              <a:rPr lang="en-US" sz="2400" b="1">
                <a:solidFill>
                  <a:schemeClr val="tx1"/>
                </a:solidFill>
                <a:latin typeface="+mn-lt"/>
              </a:rPr>
              <a:t>Evaluate the closed-loop gain, closed-loop input, and output impedances</a:t>
            </a:r>
            <a:r>
              <a:rPr lang="en-US" sz="2400" b="1"/>
              <a:t> the </a:t>
            </a:r>
          </a:p>
          <a:p>
            <a:pPr marL="12700" marR="673100"/>
            <a:r>
              <a:rPr lang="en-US" sz="2400" b="1"/>
              <a:t>                     loading effects of the feedback network included</a:t>
            </a: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§"/>
            </a:pPr>
            <a:r>
              <a:rPr lang="en-US" sz="2400"/>
              <a:t>This however has included the source resistance, which we should subtract to get the input impedance</a:t>
            </a:r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355600" marR="673100" indent="-342900">
              <a:buFont typeface="Wingdings" panose="05000000000000000000" pitchFamily="2" charset="2"/>
              <a:buChar char="§"/>
            </a:pPr>
            <a:r>
              <a:rPr lang="en-US" sz="2400"/>
              <a:t>This however has included the load resistance, which we should subtract to get the output impedance</a:t>
            </a:r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12700" marR="673100"/>
            <a:r>
              <a:rPr lang="en-US" sz="2400">
                <a:solidFill>
                  <a:srgbClr val="836967"/>
                </a:solidFill>
              </a:rPr>
              <a:t>                                                 </a:t>
            </a:r>
            <a:endParaRPr lang="en-US" sz="2400"/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C79CD-CD7F-6E9E-97C5-23299B06CA4D}"/>
              </a:ext>
            </a:extLst>
          </p:cNvPr>
          <p:cNvSpPr txBox="1"/>
          <p:nvPr/>
        </p:nvSpPr>
        <p:spPr>
          <a:xfrm>
            <a:off x="5363455" y="2935301"/>
            <a:ext cx="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AU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82E331E3-F468-C2E8-226B-4396C8704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641" y="1237430"/>
            <a:ext cx="851374" cy="62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4C05D9AC-49AB-89F0-727D-7FE1A0935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702" y="1683613"/>
            <a:ext cx="42386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5">
            <a:extLst>
              <a:ext uri="{FF2B5EF4-FFF2-40B4-BE49-F238E27FC236}">
                <a16:creationId xmlns:a16="http://schemas.microsoft.com/office/drawing/2014/main" id="{DA9F4735-6512-5FD8-9747-FDADCD3E4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2308389"/>
            <a:ext cx="2105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16E92C-FC8B-9D47-D061-414FFA8B1166}"/>
                  </a:ext>
                </a:extLst>
              </p:cNvPr>
              <p:cNvSpPr txBox="1"/>
              <p:nvPr/>
            </p:nvSpPr>
            <p:spPr>
              <a:xfrm>
                <a:off x="4289049" y="3345377"/>
                <a:ext cx="1508875" cy="3158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ⅈ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𝑙</m:t>
                          </m:r>
                          <m:acc>
                            <m:accPr>
                              <m:chr m:val="̇"/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AU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16E92C-FC8B-9D47-D061-414FFA8B1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049" y="3345377"/>
                <a:ext cx="1508875" cy="315856"/>
              </a:xfrm>
              <a:prstGeom prst="rect">
                <a:avLst/>
              </a:prstGeom>
              <a:blipFill>
                <a:blip r:embed="rId6"/>
                <a:stretch>
                  <a:fillRect l="-3644" b="-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6">
            <a:extLst>
              <a:ext uri="{FF2B5EF4-FFF2-40B4-BE49-F238E27FC236}">
                <a16:creationId xmlns:a16="http://schemas.microsoft.com/office/drawing/2014/main" id="{45B94737-4F8F-A818-93FB-DC072D623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459" y="3782661"/>
            <a:ext cx="1548465" cy="949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069BD08-3062-4D8B-DBCB-66AD12196DBA}"/>
                  </a:ext>
                </a:extLst>
              </p14:cNvPr>
              <p14:cNvContentPartPr/>
              <p14:nvPr/>
            </p14:nvContentPartPr>
            <p14:xfrm>
              <a:off x="4235040" y="1288440"/>
              <a:ext cx="7712640" cy="4756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069BD08-3062-4D8B-DBCB-66AD12196DB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25680" y="1279080"/>
                <a:ext cx="7731360" cy="477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59557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r>
              <a:rPr lang="en-AU" sz="2400" b="1">
                <a:latin typeface="Arial"/>
                <a:cs typeface="Arial"/>
              </a:rPr>
              <a:t>Example 4:</a:t>
            </a: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1: Identify the feedback topology</a:t>
            </a: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>
                <a:latin typeface="Arial"/>
                <a:cs typeface="Arial"/>
              </a:rPr>
              <a:t>Shunt</a:t>
            </a:r>
            <a:r>
              <a:rPr lang="en-AU" sz="2400">
                <a:latin typeface="Arial"/>
                <a:cs typeface="Arial"/>
              </a:rPr>
              <a:t> (at the input)  - feedback current is summed at INPUT NODE.</a:t>
            </a: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>
                <a:latin typeface="Arial"/>
                <a:cs typeface="Arial"/>
              </a:rPr>
              <a:t>Shunt</a:t>
            </a:r>
            <a:r>
              <a:rPr lang="en-AU" sz="2400">
                <a:latin typeface="Arial"/>
                <a:cs typeface="Arial"/>
              </a:rPr>
              <a:t> (at the output) - I</a:t>
            </a:r>
            <a:r>
              <a:rPr lang="en-AU" sz="2400" baseline="-25000">
                <a:latin typeface="Arial"/>
                <a:cs typeface="Arial"/>
              </a:rPr>
              <a:t>o </a:t>
            </a:r>
            <a:r>
              <a:rPr lang="en-AU" sz="2400">
                <a:latin typeface="Arial"/>
                <a:cs typeface="Arial"/>
              </a:rPr>
              <a:t>is sampled at the OUTPUT NODE. If I</a:t>
            </a:r>
            <a:r>
              <a:rPr lang="en-AU" sz="2400" baseline="-25000">
                <a:latin typeface="Arial"/>
                <a:cs typeface="Arial"/>
              </a:rPr>
              <a:t>o</a:t>
            </a:r>
            <a:r>
              <a:rPr lang="en-AU" sz="2400">
                <a:latin typeface="Arial"/>
                <a:cs typeface="Arial"/>
              </a:rPr>
              <a:t> = 0, feedback current will be disabled.</a:t>
            </a:r>
            <a:endParaRPr lang="en-AU" sz="2400" baseline="-25000">
              <a:latin typeface="Arial"/>
              <a:cs typeface="Arial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E3C8324-C93E-9F83-2D51-A52174736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059" y="759853"/>
            <a:ext cx="4085878" cy="2896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18E79DC-D8C9-402F-CAAA-FF37254E9510}"/>
              </a:ext>
            </a:extLst>
          </p:cNvPr>
          <p:cNvGrpSpPr/>
          <p:nvPr/>
        </p:nvGrpSpPr>
        <p:grpSpPr>
          <a:xfrm>
            <a:off x="3860966" y="1538194"/>
            <a:ext cx="250920" cy="309240"/>
            <a:chOff x="3860966" y="1538194"/>
            <a:chExt cx="25092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9A16217-3460-CA81-4C2B-7E2437D2851F}"/>
                    </a:ext>
                  </a:extLst>
                </p14:cNvPr>
                <p14:cNvContentPartPr/>
                <p14:nvPr/>
              </p14:nvContentPartPr>
              <p14:xfrm>
                <a:off x="3860966" y="1538194"/>
                <a:ext cx="149400" cy="244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9A16217-3460-CA81-4C2B-7E2437D2851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51966" y="1529194"/>
                  <a:ext cx="1670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871F467-0A5F-25C4-92CD-99F5E5D59DB3}"/>
                    </a:ext>
                  </a:extLst>
                </p14:cNvPr>
                <p14:cNvContentPartPr/>
                <p14:nvPr/>
              </p14:nvContentPartPr>
              <p14:xfrm>
                <a:off x="4030886" y="1719274"/>
                <a:ext cx="81000" cy="128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871F467-0A5F-25C4-92CD-99F5E5D59D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21886" y="1710274"/>
                  <a:ext cx="98640" cy="14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E37C5CF-8AC6-F14D-6EB5-EC117F5B0707}"/>
                  </a:ext>
                </a:extLst>
              </p14:cNvPr>
              <p14:cNvContentPartPr/>
              <p14:nvPr/>
            </p14:nvContentPartPr>
            <p14:xfrm>
              <a:off x="11946600" y="5927040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E37C5CF-8AC6-F14D-6EB5-EC117F5B070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930760" y="586368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244E74F-0ED5-89A9-F69F-CD7C73806DA2}"/>
                  </a:ext>
                </a:extLst>
              </p14:cNvPr>
              <p14:cNvContentPartPr/>
              <p14:nvPr/>
            </p14:nvContentPartPr>
            <p14:xfrm>
              <a:off x="1159920" y="607320"/>
              <a:ext cx="9699120" cy="5299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244E74F-0ED5-89A9-F69F-CD7C73806D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0560" y="597960"/>
                <a:ext cx="9717840" cy="531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73052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14:cNvPr>
              <p14:cNvContentPartPr/>
              <p14:nvPr/>
            </p14:nvContentPartPr>
            <p14:xfrm>
              <a:off x="4237886" y="2240057"/>
              <a:ext cx="30960" cy="14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8989" y="2232857"/>
                <a:ext cx="48397" cy="155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DE71F04-70D0-C69A-EE50-6C0BFDBB5480}"/>
                  </a:ext>
                </a:extLst>
              </p14:cNvPr>
              <p14:cNvContentPartPr/>
              <p14:nvPr/>
            </p14:nvContentPartPr>
            <p14:xfrm>
              <a:off x="9194400" y="3981600"/>
              <a:ext cx="720" cy="1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DE71F04-70D0-C69A-EE50-6C0BFDBB54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78560" y="3918240"/>
                <a:ext cx="320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D9BC7F-8320-2DD8-4B4B-9802F1A788CF}"/>
                  </a:ext>
                </a:extLst>
              </p14:cNvPr>
              <p14:cNvContentPartPr/>
              <p14:nvPr/>
            </p14:nvContentPartPr>
            <p14:xfrm>
              <a:off x="2324160" y="424080"/>
              <a:ext cx="9492480" cy="3774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D9BC7F-8320-2DD8-4B4B-9802F1A788C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14800" y="414720"/>
                <a:ext cx="9511200" cy="37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5251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2: Redraw circuit for small-signal analysis considering loading     </a:t>
            </a:r>
          </a:p>
          <a:p>
            <a:pPr marL="12700" marR="673100"/>
            <a:r>
              <a:rPr lang="en-AU" sz="2400" b="1">
                <a:latin typeface="Arial"/>
                <a:cs typeface="Arial"/>
              </a:rPr>
              <a:t>                 effects</a:t>
            </a: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r>
              <a:rPr lang="en-AU" sz="2400">
                <a:latin typeface="Arial"/>
                <a:cs typeface="Arial"/>
              </a:rPr>
              <a:t>Since Series-shunt, the appropriate two-port network is g-parameter</a:t>
            </a:r>
          </a:p>
          <a:p>
            <a:pPr marL="927100" marR="673100" lvl="2"/>
            <a:endParaRPr lang="en-AU" sz="2400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1D6F8E50-D7D7-F094-7D81-635E7162B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286" y="1268468"/>
            <a:ext cx="7816034" cy="2405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E95E24EA-3993-AEB1-15FF-3B87CFA30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26" y="4234627"/>
            <a:ext cx="3234003" cy="1823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5755EFF7-D3E9-ABFE-7300-96F3690D7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74" y="4522236"/>
            <a:ext cx="29527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5">
            <a:extLst>
              <a:ext uri="{FF2B5EF4-FFF2-40B4-BE49-F238E27FC236}">
                <a16:creationId xmlns:a16="http://schemas.microsoft.com/office/drawing/2014/main" id="{C4F08A4B-8E1F-F1F8-5C73-6AB1B230C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569" y="4636536"/>
            <a:ext cx="276225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B7335E-050A-DBB8-0A77-EB5AE307915B}"/>
                  </a:ext>
                </a:extLst>
              </p14:cNvPr>
              <p14:cNvContentPartPr/>
              <p14:nvPr/>
            </p14:nvContentPartPr>
            <p14:xfrm>
              <a:off x="3882960" y="2599200"/>
              <a:ext cx="4555080" cy="1173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B7335E-050A-DBB8-0A77-EB5AE307915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73600" y="2589840"/>
                <a:ext cx="4573800" cy="119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90022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14:cNvPr>
              <p14:cNvContentPartPr/>
              <p14:nvPr/>
            </p14:nvContentPartPr>
            <p14:xfrm>
              <a:off x="4237886" y="2240057"/>
              <a:ext cx="30960" cy="14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8989" y="2232857"/>
                <a:ext cx="48397" cy="155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0B5A10C-8BCC-67D5-9A37-D3E93EEA6C84}"/>
                  </a:ext>
                </a:extLst>
              </p14:cNvPr>
              <p14:cNvContentPartPr/>
              <p14:nvPr/>
            </p14:nvContentPartPr>
            <p14:xfrm>
              <a:off x="1299600" y="-15120"/>
              <a:ext cx="10942920" cy="4696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0B5A10C-8BCC-67D5-9A37-D3E93EEA6C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0240" y="-24480"/>
                <a:ext cx="10961640" cy="471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7699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 (continue….)</a:t>
            </a: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/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US" sz="24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3: </a:t>
                </a: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evaluate the feedback factor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blipFill>
                <a:blip r:embed="rId3"/>
                <a:stretch>
                  <a:fillRect l="-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2">
            <a:extLst>
              <a:ext uri="{FF2B5EF4-FFF2-40B4-BE49-F238E27FC236}">
                <a16:creationId xmlns:a16="http://schemas.microsoft.com/office/drawing/2014/main" id="{454FB54A-004C-9ABB-26F9-B643125A5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507" y="1053054"/>
            <a:ext cx="6500411" cy="25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6F07163B-F95D-7B4D-E0C3-D954A853D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44" y="4184216"/>
            <a:ext cx="3234003" cy="1823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AA33916C-4D4E-C2F9-69E6-3767C8EBC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823" y="4649145"/>
            <a:ext cx="35433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BE5CD26-6A13-4E3B-069C-70E1B11B2829}"/>
                  </a:ext>
                </a:extLst>
              </p14:cNvPr>
              <p14:cNvContentPartPr/>
              <p14:nvPr/>
            </p14:nvContentPartPr>
            <p14:xfrm>
              <a:off x="5123520" y="1459440"/>
              <a:ext cx="739080" cy="424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BE5CD26-6A13-4E3B-069C-70E1B11B282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14160" y="1450080"/>
                <a:ext cx="75780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B542F1C-DA96-7CE0-2577-8C0EE8C0497D}"/>
                  </a:ext>
                </a:extLst>
              </p14:cNvPr>
              <p14:cNvContentPartPr/>
              <p14:nvPr/>
            </p14:nvContentPartPr>
            <p14:xfrm>
              <a:off x="8960400" y="4761720"/>
              <a:ext cx="623160" cy="223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B542F1C-DA96-7CE0-2577-8C0EE8C0497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51040" y="4752360"/>
                <a:ext cx="641880" cy="24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81609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AU" sz="2400" b="1">
                    <a:latin typeface="Arial"/>
                    <a:cs typeface="Arial"/>
                  </a:rPr>
                  <a:t>Step 4: </a:t>
                </a:r>
                <a:r>
                  <a:rPr lang="en-US" sz="2400" b="1">
                    <a:solidFill>
                      <a:schemeClr val="tx1"/>
                    </a:solidFill>
                  </a:rPr>
                  <a:t>Evaluate the open loop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.  In this case,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  <m:r>
                      <a:rPr lang="en-AU" sz="2400" b="1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 is  trans-impedance gain </a:t>
                </a:r>
              </a:p>
              <a:p>
                <a:pPr marL="12700" marR="673100"/>
                <a:r>
                  <a:rPr lang="en-US" sz="2400" b="1">
                    <a:solidFill>
                      <a:schemeClr val="tx1"/>
                    </a:solidFill>
                  </a:rPr>
                  <a:t>                     and therefore</a:t>
                </a:r>
              </a:p>
              <a:p>
                <a:pPr marL="927100" marR="673100" lvl="2"/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927100" marR="673100" lvl="2"/>
                <a:endParaRPr lang="en-AU" sz="240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blipFill>
                <a:blip r:embed="rId3"/>
                <a:stretch>
                  <a:fillRect l="-558" t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>
            <a:extLst>
              <a:ext uri="{FF2B5EF4-FFF2-40B4-BE49-F238E27FC236}">
                <a16:creationId xmlns:a16="http://schemas.microsoft.com/office/drawing/2014/main" id="{D9D6E22D-B16D-8106-9AD9-41F04997F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506" y="1000604"/>
            <a:ext cx="1008112" cy="730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FA04A43D-E6F9-D0D0-B331-6A5AFCA4A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976" y="1747639"/>
            <a:ext cx="6034985" cy="2350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8FBF698A-4AFD-09D3-E985-7474E4AEE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30483"/>
            <a:ext cx="43624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B9959588-27D8-8360-68BE-60FF1C776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25432"/>
            <a:ext cx="71151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5">
            <a:extLst>
              <a:ext uri="{FF2B5EF4-FFF2-40B4-BE49-F238E27FC236}">
                <a16:creationId xmlns:a16="http://schemas.microsoft.com/office/drawing/2014/main" id="{46D167FA-AB34-DEDB-BEC6-94D608AE1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335" y="4182783"/>
            <a:ext cx="65246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7EAAD0-F6CD-EE11-54BC-7DD25B61C737}"/>
                  </a:ext>
                </a:extLst>
              </p14:cNvPr>
              <p14:cNvContentPartPr/>
              <p14:nvPr/>
            </p14:nvContentPartPr>
            <p14:xfrm>
              <a:off x="3060000" y="992520"/>
              <a:ext cx="6435360" cy="5229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7EAAD0-F6CD-EE11-54BC-7DD25B61C73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50640" y="983160"/>
                <a:ext cx="6454080" cy="524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69847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14:cNvPr>
              <p14:cNvContentPartPr/>
              <p14:nvPr/>
            </p14:nvContentPartPr>
            <p14:xfrm>
              <a:off x="4237886" y="2240057"/>
              <a:ext cx="30960" cy="14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8989" y="2232857"/>
                <a:ext cx="48397" cy="155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9E9E365-2C5E-CD8E-E980-A7BD4907F5BD}"/>
                  </a:ext>
                </a:extLst>
              </p14:cNvPr>
              <p14:cNvContentPartPr/>
              <p14:nvPr/>
            </p14:nvContentPartPr>
            <p14:xfrm>
              <a:off x="1766160" y="626040"/>
              <a:ext cx="9954360" cy="4327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9E9E365-2C5E-CD8E-E980-A7BD4907F5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56800" y="616680"/>
                <a:ext cx="9973080" cy="434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09376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4 (continue….)</a:t>
            </a: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679E9BFF-6280-9D36-2387-F93A4D063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906" y="1005787"/>
            <a:ext cx="2948640" cy="2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627D6040-6402-5318-E45A-E547540E9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672" y="856751"/>
            <a:ext cx="70866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>
            <a:extLst>
              <a:ext uri="{FF2B5EF4-FFF2-40B4-BE49-F238E27FC236}">
                <a16:creationId xmlns:a16="http://schemas.microsoft.com/office/drawing/2014/main" id="{81D4B021-9374-CE3A-DF9D-05AA764E1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414" y="1306074"/>
            <a:ext cx="5037962" cy="1961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4C53C47A-5577-69BB-1EA2-9D18BE7C2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591" y="3466585"/>
            <a:ext cx="782002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84806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5: </a:t>
            </a:r>
            <a:r>
              <a:rPr lang="en-US" sz="2400" b="1">
                <a:solidFill>
                  <a:schemeClr val="tx1"/>
                </a:solidFill>
                <a:latin typeface="+mn-lt"/>
              </a:rPr>
              <a:t>Evaluate the input and output </a:t>
            </a:r>
            <a:r>
              <a:rPr lang="en-US" sz="2400" b="1"/>
              <a:t>impedances of the basic amplifier with the </a:t>
            </a:r>
          </a:p>
          <a:p>
            <a:pPr marL="12700" marR="673100"/>
            <a:r>
              <a:rPr lang="en-US" sz="2400" b="1"/>
              <a:t>                     loading effects of the feedback network included</a:t>
            </a: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B07D5B66-AB65-1968-FA24-294928BA6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210" y="3749118"/>
            <a:ext cx="2667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F5D20BF2-D660-0AE3-B2A2-40F2E5F24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882" y="3728675"/>
            <a:ext cx="25336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5">
            <a:extLst>
              <a:ext uri="{FF2B5EF4-FFF2-40B4-BE49-F238E27FC236}">
                <a16:creationId xmlns:a16="http://schemas.microsoft.com/office/drawing/2014/main" id="{B3CCB77E-DABA-800A-6EE4-6E69A43B7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781" y="3933153"/>
            <a:ext cx="26670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E0BB0039-7D89-08EA-03BE-934BB9936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01" y="1480862"/>
            <a:ext cx="5268185" cy="205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EAD7457C-3905-3EB1-2D04-7996B1989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420" y="1348548"/>
            <a:ext cx="3610021" cy="2652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">
            <a:extLst>
              <a:ext uri="{FF2B5EF4-FFF2-40B4-BE49-F238E27FC236}">
                <a16:creationId xmlns:a16="http://schemas.microsoft.com/office/drawing/2014/main" id="{8927E512-B496-E4A0-1D1B-DFEBD6896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264" y="4058602"/>
            <a:ext cx="6989267" cy="1881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83AFD02-9A1D-7AA5-E77A-3654009670EF}"/>
                  </a:ext>
                </a:extLst>
              </p14:cNvPr>
              <p14:cNvContentPartPr/>
              <p14:nvPr/>
            </p14:nvContentPartPr>
            <p14:xfrm>
              <a:off x="513360" y="1399320"/>
              <a:ext cx="11343600" cy="4643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83AFD02-9A1D-7AA5-E77A-3654009670E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4000" y="1389960"/>
                <a:ext cx="11362320" cy="466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929956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6: </a:t>
            </a:r>
            <a:r>
              <a:rPr lang="en-US" sz="2400" b="1">
                <a:solidFill>
                  <a:schemeClr val="tx1"/>
                </a:solidFill>
                <a:latin typeface="+mn-lt"/>
              </a:rPr>
              <a:t>Evaluate the closed-loop gain, closed-loop input, and output impedances</a:t>
            </a:r>
            <a:r>
              <a:rPr lang="en-US" sz="2400" b="1"/>
              <a:t> the </a:t>
            </a:r>
          </a:p>
          <a:p>
            <a:pPr marL="12700" marR="673100"/>
            <a:r>
              <a:rPr lang="en-US" sz="2400" b="1"/>
              <a:t>                     loading effects of the feedback network included</a:t>
            </a: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§"/>
            </a:pPr>
            <a:r>
              <a:rPr lang="en-US" sz="2400"/>
              <a:t>This however has included the source resistance, which we should subtract to get the input impedance</a:t>
            </a:r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355600" marR="673100" indent="-342900">
              <a:buFont typeface="Wingdings" panose="05000000000000000000" pitchFamily="2" charset="2"/>
              <a:buChar char="§"/>
            </a:pPr>
            <a:r>
              <a:rPr lang="en-US" sz="2400"/>
              <a:t>This however has included the load resistance, which we should subtract to get the output impedance</a:t>
            </a:r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12700" marR="673100"/>
            <a:r>
              <a:rPr lang="en-US" sz="2400">
                <a:solidFill>
                  <a:srgbClr val="836967"/>
                </a:solidFill>
              </a:rPr>
              <a:t>                                                 </a:t>
            </a:r>
            <a:endParaRPr lang="en-US" sz="2400"/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C79CD-CD7F-6E9E-97C5-23299B06CA4D}"/>
              </a:ext>
            </a:extLst>
          </p:cNvPr>
          <p:cNvSpPr txBox="1"/>
          <p:nvPr/>
        </p:nvSpPr>
        <p:spPr>
          <a:xfrm>
            <a:off x="5363455" y="2935301"/>
            <a:ext cx="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AU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5B14FD5F-9FE2-09D5-F314-308599606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242" y="1271292"/>
            <a:ext cx="4118503" cy="138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E4516C-3B71-EB53-EFED-39FF167711C2}"/>
                  </a:ext>
                </a:extLst>
              </p:cNvPr>
              <p:cNvSpPr txBox="1"/>
              <p:nvPr/>
            </p:nvSpPr>
            <p:spPr>
              <a:xfrm>
                <a:off x="5363455" y="3749476"/>
                <a:ext cx="1993110" cy="682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ⅈ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A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𝑖𝑓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A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E4516C-3B71-EB53-EFED-39FF16771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455" y="3749476"/>
                <a:ext cx="1993110" cy="6823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F9CF55-DE7B-9D76-06DB-7C3CF96CEE80}"/>
                  </a:ext>
                </a:extLst>
              </p:cNvPr>
              <p:cNvSpPr txBox="1"/>
              <p:nvPr/>
            </p:nvSpPr>
            <p:spPr>
              <a:xfrm>
                <a:off x="5360126" y="5364485"/>
                <a:ext cx="1685461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𝑖𝑓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F9CF55-DE7B-9D76-06DB-7C3CF96CE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126" y="5364485"/>
                <a:ext cx="1685461" cy="299249"/>
              </a:xfrm>
              <a:prstGeom prst="rect">
                <a:avLst/>
              </a:prstGeom>
              <a:blipFill>
                <a:blip r:embed="rId5"/>
                <a:stretch>
                  <a:fillRect l="-2527" r="-722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07283BD-661A-7770-E55D-55E8A9EB05C8}"/>
                  </a:ext>
                </a:extLst>
              </p14:cNvPr>
              <p14:cNvContentPartPr/>
              <p14:nvPr/>
            </p14:nvContentPartPr>
            <p14:xfrm>
              <a:off x="4433760" y="1371960"/>
              <a:ext cx="3623760" cy="4174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07283BD-661A-7770-E55D-55E8A9EB05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24400" y="1362600"/>
                <a:ext cx="3642480" cy="419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F0EDC87-131E-BC93-B5B9-464CF82370C1}"/>
                  </a:ext>
                </a:extLst>
              </p14:cNvPr>
              <p14:cNvContentPartPr/>
              <p14:nvPr/>
            </p14:nvContentPartPr>
            <p14:xfrm>
              <a:off x="4366080" y="1206360"/>
              <a:ext cx="2898720" cy="4697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F0EDC87-131E-BC93-B5B9-464CF82370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56720" y="1197000"/>
                <a:ext cx="2917440" cy="47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19318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 (Lab 2)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14:cNvPr>
              <p14:cNvContentPartPr/>
              <p14:nvPr/>
            </p14:nvContentPartPr>
            <p14:xfrm>
              <a:off x="4237886" y="2240057"/>
              <a:ext cx="30960" cy="14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8989" y="2232857"/>
                <a:ext cx="48397" cy="15552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Diagram, schematic&#10;&#10;Description automatically generated">
            <a:extLst>
              <a:ext uri="{FF2B5EF4-FFF2-40B4-BE49-F238E27FC236}">
                <a16:creationId xmlns:a16="http://schemas.microsoft.com/office/drawing/2014/main" id="{03C10177-1AA3-BDAA-7F56-2E8A63C1F3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72" y="954690"/>
            <a:ext cx="7022851" cy="444344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193A80B-793A-1A1B-6B9E-0F929FB8CC37}"/>
                  </a:ext>
                </a:extLst>
              </p14:cNvPr>
              <p14:cNvContentPartPr/>
              <p14:nvPr/>
            </p14:nvContentPartPr>
            <p14:xfrm>
              <a:off x="1347480" y="942840"/>
              <a:ext cx="10184400" cy="4845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193A80B-793A-1A1B-6B9E-0F929FB8CC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8120" y="933480"/>
                <a:ext cx="10203120" cy="486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18786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 (Lab 2)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14:cNvPr>
              <p14:cNvContentPartPr/>
              <p14:nvPr/>
            </p14:nvContentPartPr>
            <p14:xfrm>
              <a:off x="4237886" y="2240057"/>
              <a:ext cx="30960" cy="14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8989" y="2232857"/>
                <a:ext cx="48397" cy="155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96FE339-45BF-8AC2-8ED7-1CBB6176414C}"/>
                  </a:ext>
                </a:extLst>
              </p14:cNvPr>
              <p14:cNvContentPartPr/>
              <p14:nvPr/>
            </p14:nvContentPartPr>
            <p14:xfrm>
              <a:off x="1611000" y="736200"/>
              <a:ext cx="10274040" cy="4724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96FE339-45BF-8AC2-8ED7-1CBB6176414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01640" y="726840"/>
                <a:ext cx="10292760" cy="47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67584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 (Lab 2)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14:cNvPr>
              <p14:cNvContentPartPr/>
              <p14:nvPr/>
            </p14:nvContentPartPr>
            <p14:xfrm>
              <a:off x="4237886" y="2240057"/>
              <a:ext cx="30960" cy="14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8989" y="2232857"/>
                <a:ext cx="48397" cy="155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42F2989-8567-5313-BBA4-BC555A363CAD}"/>
                  </a:ext>
                </a:extLst>
              </p14:cNvPr>
              <p14:cNvContentPartPr/>
              <p14:nvPr/>
            </p14:nvContentPartPr>
            <p14:xfrm>
              <a:off x="320760" y="474480"/>
              <a:ext cx="11509560" cy="5232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42F2989-8567-5313-BBA4-BC555A363C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1400" y="465120"/>
                <a:ext cx="11528280" cy="525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28027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Hints and Summary</a:t>
            </a:r>
            <a:endParaRPr lang="en-AU" sz="3600" b="1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1091299"/>
            <a:ext cx="120190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>
                <a:latin typeface="Arial"/>
                <a:cs typeface="Arial"/>
              </a:rPr>
              <a:t>General hints for determining the feedback topology of feedback amplifiers (Aron’s rule)</a:t>
            </a: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>
              <a:latin typeface="Arial"/>
              <a:cs typeface="Arial"/>
            </a:endParaRPr>
          </a:p>
          <a:p>
            <a:pPr marL="812800" marR="673100" lvl="1" indent="-3429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Locate the feedback element – it is typically a resistor sometimes with a capacitor in series and usually named as </a:t>
            </a:r>
            <a:r>
              <a:rPr lang="en-AU" sz="2400" b="1">
                <a:latin typeface="Arial"/>
                <a:cs typeface="Arial"/>
              </a:rPr>
              <a:t>Rf.</a:t>
            </a:r>
          </a:p>
          <a:p>
            <a:pPr marL="469900" marR="673100" lvl="1"/>
            <a:endParaRPr lang="en-AU" sz="2400" b="1">
              <a:latin typeface="Arial"/>
              <a:cs typeface="Arial"/>
            </a:endParaRPr>
          </a:p>
          <a:p>
            <a:pPr marL="812800" marR="673100" lvl="1" indent="-3429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Locate where the input end of the element is. If it is connected to the </a:t>
            </a:r>
            <a:r>
              <a:rPr lang="en-AU" sz="2400" b="1">
                <a:latin typeface="Arial"/>
                <a:cs typeface="Arial"/>
              </a:rPr>
              <a:t>INPUT NODE</a:t>
            </a:r>
            <a:r>
              <a:rPr lang="en-AU" sz="2400">
                <a:latin typeface="Arial"/>
                <a:cs typeface="Arial"/>
              </a:rPr>
              <a:t>, then it is </a:t>
            </a:r>
            <a:r>
              <a:rPr lang="en-AU" sz="2400" b="1">
                <a:latin typeface="Arial"/>
                <a:cs typeface="Arial"/>
              </a:rPr>
              <a:t>SHUNT</a:t>
            </a:r>
            <a:r>
              <a:rPr lang="en-AU" sz="2400">
                <a:latin typeface="Arial"/>
                <a:cs typeface="Arial"/>
              </a:rPr>
              <a:t>. Otherwise, it is </a:t>
            </a:r>
            <a:r>
              <a:rPr lang="en-AU" sz="2400" b="1">
                <a:latin typeface="Arial"/>
                <a:cs typeface="Arial"/>
              </a:rPr>
              <a:t>SERIES</a:t>
            </a:r>
            <a:r>
              <a:rPr lang="en-AU" sz="2400">
                <a:latin typeface="Arial"/>
                <a:cs typeface="Arial"/>
              </a:rPr>
              <a:t>.</a:t>
            </a:r>
          </a:p>
          <a:p>
            <a:pPr marL="469900" marR="673100" lvl="1"/>
            <a:endParaRPr lang="en-AU" sz="2400">
              <a:latin typeface="Arial"/>
              <a:cs typeface="Arial"/>
            </a:endParaRPr>
          </a:p>
          <a:p>
            <a:pPr marL="812800" marR="673100" lvl="1" indent="-3429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Locate the output end of the element. If it is connected to the </a:t>
            </a:r>
            <a:r>
              <a:rPr lang="en-AU" sz="2400" b="1">
                <a:latin typeface="Arial"/>
                <a:cs typeface="Arial"/>
              </a:rPr>
              <a:t>OUTPUT NODE</a:t>
            </a:r>
            <a:r>
              <a:rPr lang="en-AU" sz="2400">
                <a:latin typeface="Arial"/>
                <a:cs typeface="Arial"/>
              </a:rPr>
              <a:t>, then it is probably </a:t>
            </a:r>
            <a:r>
              <a:rPr lang="en-AU" sz="2400" b="1">
                <a:latin typeface="Arial"/>
                <a:cs typeface="Arial"/>
              </a:rPr>
              <a:t>SHUNT</a:t>
            </a:r>
            <a:r>
              <a:rPr lang="en-AU" sz="2400">
                <a:latin typeface="Arial"/>
                <a:cs typeface="Arial"/>
              </a:rPr>
              <a:t>. Otherwise, it is </a:t>
            </a:r>
            <a:r>
              <a:rPr lang="en-AU" sz="2400" b="1">
                <a:latin typeface="Arial"/>
                <a:cs typeface="Arial"/>
              </a:rPr>
              <a:t>SERIES.</a:t>
            </a:r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2700" marR="673100"/>
            <a:endParaRPr lang="en-US" sz="2400"/>
          </a:p>
          <a:p>
            <a:pPr marL="12700" marR="673100"/>
            <a:r>
              <a:rPr lang="en-US" sz="2400">
                <a:solidFill>
                  <a:srgbClr val="836967"/>
                </a:solidFill>
              </a:rPr>
              <a:t>                                                 </a:t>
            </a:r>
            <a:endParaRPr lang="en-US" sz="2400"/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C79CD-CD7F-6E9E-97C5-23299B06CA4D}"/>
              </a:ext>
            </a:extLst>
          </p:cNvPr>
          <p:cNvSpPr txBox="1"/>
          <p:nvPr/>
        </p:nvSpPr>
        <p:spPr>
          <a:xfrm>
            <a:off x="5363455" y="2935301"/>
            <a:ext cx="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168EB1-1B1A-6792-6B90-171D89E173E5}"/>
                  </a:ext>
                </a:extLst>
              </p14:cNvPr>
              <p14:cNvContentPartPr/>
              <p14:nvPr/>
            </p14:nvContentPartPr>
            <p14:xfrm>
              <a:off x="9562680" y="426960"/>
              <a:ext cx="1325520" cy="673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168EB1-1B1A-6792-6B90-171D89E173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53320" y="417600"/>
                <a:ext cx="1344240" cy="69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74ED4B1-FCA7-DEFD-DE8A-FD4319B17DEE}"/>
                  </a:ext>
                </a:extLst>
              </p14:cNvPr>
              <p14:cNvContentPartPr/>
              <p14:nvPr/>
            </p14:nvContentPartPr>
            <p14:xfrm>
              <a:off x="1117080" y="2523600"/>
              <a:ext cx="10210320" cy="1603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74ED4B1-FCA7-DEFD-DE8A-FD4319B17D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7720" y="2514240"/>
                <a:ext cx="10229040" cy="162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074208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Hints and Summary</a:t>
            </a:r>
            <a:endParaRPr lang="en-AU" sz="3600" b="1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1091299"/>
            <a:ext cx="120190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2700" marR="673100"/>
            <a:endParaRPr lang="en-US" sz="2400"/>
          </a:p>
          <a:p>
            <a:pPr marL="12700" marR="673100"/>
            <a:r>
              <a:rPr lang="en-US" sz="2400">
                <a:solidFill>
                  <a:srgbClr val="836967"/>
                </a:solidFill>
              </a:rPr>
              <a:t>                                                 </a:t>
            </a:r>
            <a:endParaRPr lang="en-US" sz="2400"/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C79CD-CD7F-6E9E-97C5-23299B06CA4D}"/>
              </a:ext>
            </a:extLst>
          </p:cNvPr>
          <p:cNvSpPr txBox="1"/>
          <p:nvPr/>
        </p:nvSpPr>
        <p:spPr>
          <a:xfrm>
            <a:off x="5363455" y="2935301"/>
            <a:ext cx="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AU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83E2190A-A572-20C5-00C9-66CDA27DE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483003"/>
              </p:ext>
            </p:extLst>
          </p:nvPr>
        </p:nvGraphicFramePr>
        <p:xfrm>
          <a:off x="711765" y="719665"/>
          <a:ext cx="11014069" cy="3721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7">
                  <a:extLst>
                    <a:ext uri="{9D8B030D-6E8A-4147-A177-3AD203B41FA5}">
                      <a16:colId xmlns:a16="http://schemas.microsoft.com/office/drawing/2014/main" val="2402699261"/>
                    </a:ext>
                  </a:extLst>
                </a:gridCol>
                <a:gridCol w="1777315">
                  <a:extLst>
                    <a:ext uri="{9D8B030D-6E8A-4147-A177-3AD203B41FA5}">
                      <a16:colId xmlns:a16="http://schemas.microsoft.com/office/drawing/2014/main" val="549948190"/>
                    </a:ext>
                  </a:extLst>
                </a:gridCol>
                <a:gridCol w="1698323">
                  <a:extLst>
                    <a:ext uri="{9D8B030D-6E8A-4147-A177-3AD203B41FA5}">
                      <a16:colId xmlns:a16="http://schemas.microsoft.com/office/drawing/2014/main" val="1639505711"/>
                    </a:ext>
                  </a:extLst>
                </a:gridCol>
                <a:gridCol w="1599584">
                  <a:extLst>
                    <a:ext uri="{9D8B030D-6E8A-4147-A177-3AD203B41FA5}">
                      <a16:colId xmlns:a16="http://schemas.microsoft.com/office/drawing/2014/main" val="2099202623"/>
                    </a:ext>
                  </a:extLst>
                </a:gridCol>
                <a:gridCol w="2101583">
                  <a:extLst>
                    <a:ext uri="{9D8B030D-6E8A-4147-A177-3AD203B41FA5}">
                      <a16:colId xmlns:a16="http://schemas.microsoft.com/office/drawing/2014/main" val="3476353357"/>
                    </a:ext>
                  </a:extLst>
                </a:gridCol>
                <a:gridCol w="2282157">
                  <a:extLst>
                    <a:ext uri="{9D8B030D-6E8A-4147-A177-3AD203B41FA5}">
                      <a16:colId xmlns:a16="http://schemas.microsoft.com/office/drawing/2014/main" val="3153173312"/>
                    </a:ext>
                  </a:extLst>
                </a:gridCol>
              </a:tblGrid>
              <a:tr h="612204">
                <a:tc>
                  <a:txBody>
                    <a:bodyPr/>
                    <a:lstStyle/>
                    <a:p>
                      <a:r>
                        <a:rPr lang="en-AU"/>
                        <a:t>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Amplifier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Summed signal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Sampled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Rif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Rof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259505"/>
                  </a:ext>
                </a:extLst>
              </a:tr>
              <a:tr h="612204">
                <a:tc>
                  <a:txBody>
                    <a:bodyPr/>
                    <a:lstStyle/>
                    <a:p>
                      <a:r>
                        <a:rPr lang="en-AU"/>
                        <a:t>Shunt-Shunt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current-voltage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Low</a:t>
                      </a:r>
                    </a:p>
                    <a:p>
                      <a:endParaRPr lang="en-AU"/>
                    </a:p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916907"/>
                  </a:ext>
                </a:extLst>
              </a:tr>
              <a:tr h="612204">
                <a:tc>
                  <a:txBody>
                    <a:bodyPr/>
                    <a:lstStyle/>
                    <a:p>
                      <a:r>
                        <a:rPr lang="en-AU"/>
                        <a:t>Shunt-Series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current-current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Low</a:t>
                      </a:r>
                    </a:p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691664"/>
                  </a:ext>
                </a:extLst>
              </a:tr>
              <a:tr h="612204">
                <a:tc>
                  <a:txBody>
                    <a:bodyPr/>
                    <a:lstStyle/>
                    <a:p>
                      <a:r>
                        <a:rPr lang="en-AU"/>
                        <a:t>Series-Series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voltage-current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High</a:t>
                      </a:r>
                    </a:p>
                    <a:p>
                      <a:endParaRPr lang="en-AU"/>
                    </a:p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269077"/>
                  </a:ext>
                </a:extLst>
              </a:tr>
              <a:tr h="612204">
                <a:tc>
                  <a:txBody>
                    <a:bodyPr/>
                    <a:lstStyle/>
                    <a:p>
                      <a:r>
                        <a:rPr lang="en-AU"/>
                        <a:t>Series-Shunt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voltage-voltage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19338"/>
                  </a:ext>
                </a:extLst>
              </a:tr>
            </a:tbl>
          </a:graphicData>
        </a:graphic>
      </p:graphicFrame>
      <p:pic>
        <p:nvPicPr>
          <p:cNvPr id="15" name="Picture 3">
            <a:extLst>
              <a:ext uri="{FF2B5EF4-FFF2-40B4-BE49-F238E27FC236}">
                <a16:creationId xmlns:a16="http://schemas.microsoft.com/office/drawing/2014/main" id="{B3293ED9-8F63-39A9-2755-AC44F9B5A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124" y="4528346"/>
            <a:ext cx="5403296" cy="1482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10C279-90A1-BA8D-13F0-F7D74CF05948}"/>
                  </a:ext>
                </a:extLst>
              </p:cNvPr>
              <p:cNvSpPr txBox="1"/>
              <p:nvPr/>
            </p:nvSpPr>
            <p:spPr>
              <a:xfrm>
                <a:off x="7513598" y="1484293"/>
                <a:ext cx="1638086" cy="565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𝑖𝑓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10C279-90A1-BA8D-13F0-F7D74CF05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598" y="1484293"/>
                <a:ext cx="1638086" cy="565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7F10FC4-083A-92C1-1F4D-815FF372211A}"/>
                  </a:ext>
                </a:extLst>
              </p:cNvPr>
              <p:cNvSpPr txBox="1"/>
              <p:nvPr/>
            </p:nvSpPr>
            <p:spPr>
              <a:xfrm>
                <a:off x="9669428" y="1544553"/>
                <a:ext cx="1638086" cy="565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7F10FC4-083A-92C1-1F4D-815FF3722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428" y="1544553"/>
                <a:ext cx="1638086" cy="565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1764EE-62AA-E10A-CFEC-8D64C60D1BF1}"/>
                  </a:ext>
                </a:extLst>
              </p:cNvPr>
              <p:cNvSpPr txBox="1"/>
              <p:nvPr/>
            </p:nvSpPr>
            <p:spPr>
              <a:xfrm>
                <a:off x="9647514" y="3325829"/>
                <a:ext cx="2110834" cy="2992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𝑜𝑓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1764EE-62AA-E10A-CFEC-8D64C60D1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514" y="3325829"/>
                <a:ext cx="2110834" cy="299249"/>
              </a:xfrm>
              <a:prstGeom prst="rect">
                <a:avLst/>
              </a:prstGeom>
              <a:blipFill>
                <a:blip r:embed="rId6"/>
                <a:stretch>
                  <a:fillRect l="-1445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EA0DB1-B865-3515-0F25-3BE00EE11833}"/>
                  </a:ext>
                </a:extLst>
              </p:cNvPr>
              <p:cNvSpPr txBox="1"/>
              <p:nvPr/>
            </p:nvSpPr>
            <p:spPr>
              <a:xfrm>
                <a:off x="7439137" y="3360369"/>
                <a:ext cx="2110834" cy="2992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EA0DB1-B865-3515-0F25-3BE00EE11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137" y="3360369"/>
                <a:ext cx="2110834" cy="299249"/>
              </a:xfrm>
              <a:prstGeom prst="rect">
                <a:avLst/>
              </a:prstGeom>
              <a:blipFill>
                <a:blip r:embed="rId7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786DCB-9726-6CAC-A4F7-6E8916EA3BA5}"/>
                  </a:ext>
                </a:extLst>
              </p:cNvPr>
              <p:cNvSpPr txBox="1"/>
              <p:nvPr/>
            </p:nvSpPr>
            <p:spPr>
              <a:xfrm>
                <a:off x="9588156" y="2563411"/>
                <a:ext cx="2110834" cy="2992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𝑜𝑓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786DCB-9726-6CAC-A4F7-6E8916EA3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156" y="2563411"/>
                <a:ext cx="2110834" cy="299249"/>
              </a:xfrm>
              <a:prstGeom prst="rect">
                <a:avLst/>
              </a:prstGeom>
              <a:blipFill>
                <a:blip r:embed="rId8"/>
                <a:stretch>
                  <a:fillRect l="-1445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5A4A46-55A0-94D7-75F2-B72BFEAC9DB3}"/>
                  </a:ext>
                </a:extLst>
              </p:cNvPr>
              <p:cNvSpPr txBox="1"/>
              <p:nvPr/>
            </p:nvSpPr>
            <p:spPr>
              <a:xfrm>
                <a:off x="7439137" y="4098473"/>
                <a:ext cx="2110834" cy="2992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5A4A46-55A0-94D7-75F2-B72BFEAC9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137" y="4098473"/>
                <a:ext cx="2110834" cy="299249"/>
              </a:xfrm>
              <a:prstGeom prst="rect">
                <a:avLst/>
              </a:prstGeom>
              <a:blipFill>
                <a:blip r:embed="rId9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ADA28B-84EC-279F-C133-F327F243F53B}"/>
                  </a:ext>
                </a:extLst>
              </p:cNvPr>
              <p:cNvSpPr txBox="1"/>
              <p:nvPr/>
            </p:nvSpPr>
            <p:spPr>
              <a:xfrm>
                <a:off x="9998561" y="3832118"/>
                <a:ext cx="1638086" cy="565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ADA28B-84EC-279F-C133-F327F243F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561" y="3832118"/>
                <a:ext cx="1638086" cy="5656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3B29C3D-A56C-DDBE-8FF6-156B8A006E5C}"/>
                  </a:ext>
                </a:extLst>
              </p:cNvPr>
              <p:cNvSpPr txBox="1"/>
              <p:nvPr/>
            </p:nvSpPr>
            <p:spPr>
              <a:xfrm>
                <a:off x="7513598" y="2380374"/>
                <a:ext cx="1638086" cy="565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𝑖𝑓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3B29C3D-A56C-DDBE-8FF6-156B8A006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598" y="2380374"/>
                <a:ext cx="1638086" cy="5656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3487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4499</TotalTime>
  <Words>3201</Words>
  <Application>Microsoft Office PowerPoint</Application>
  <PresentationFormat>Widescreen</PresentationFormat>
  <Paragraphs>892</Paragraphs>
  <Slides>81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9" baseType="lpstr">
      <vt:lpstr>Arial</vt:lpstr>
      <vt:lpstr>Arial Black</vt:lpstr>
      <vt:lpstr>Calibri</vt:lpstr>
      <vt:lpstr>Calibri Light</vt:lpstr>
      <vt:lpstr>Cambria</vt:lpstr>
      <vt:lpstr>Cambria Math</vt:lpstr>
      <vt:lpstr>Wingdings</vt:lpstr>
      <vt:lpstr>Office Theme</vt:lpstr>
      <vt:lpstr>WEEK 7   Feedback in Amplifiers</vt:lpstr>
      <vt:lpstr>PowerPoint Presentation</vt:lpstr>
      <vt:lpstr>Feedback Concept</vt:lpstr>
      <vt:lpstr>Feedback Concept</vt:lpstr>
      <vt:lpstr>Feedback Concept</vt:lpstr>
      <vt:lpstr>Feedback Type</vt:lpstr>
      <vt:lpstr>PowerPoint Presentation</vt:lpstr>
      <vt:lpstr>Feedback Topologies</vt:lpstr>
      <vt:lpstr>Feedback Topologies</vt:lpstr>
      <vt:lpstr>Feedback Topologies</vt:lpstr>
      <vt:lpstr>Feedback Topologies</vt:lpstr>
      <vt:lpstr>Feedback Topologies</vt:lpstr>
      <vt:lpstr>Feedback Topologies</vt:lpstr>
      <vt:lpstr>Feedback Topologies</vt:lpstr>
      <vt:lpstr>Feedback Topologies</vt:lpstr>
      <vt:lpstr>Feedback Topologies</vt:lpstr>
      <vt:lpstr>Feedback Topologies</vt:lpstr>
      <vt:lpstr>Feedback Topologies</vt:lpstr>
      <vt:lpstr>Feedback Topologies</vt:lpstr>
      <vt:lpstr>Determining Feedback Topology</vt:lpstr>
      <vt:lpstr>Determining Feedback Topology</vt:lpstr>
      <vt:lpstr>Determining Feedback Topology</vt:lpstr>
      <vt:lpstr>Determining Feedback Topology</vt:lpstr>
      <vt:lpstr>Determining Feedback Topology</vt:lpstr>
      <vt:lpstr>Determining Feedback Topology</vt:lpstr>
      <vt:lpstr>Determining Feedback Topology</vt:lpstr>
      <vt:lpstr>Determining Feedback Topology</vt:lpstr>
      <vt:lpstr>Determining Feedback Topology</vt:lpstr>
      <vt:lpstr>Determining Feedback Topology</vt:lpstr>
      <vt:lpstr>Properties of Negative Feedback</vt:lpstr>
      <vt:lpstr>Properties of Negative Feedback</vt:lpstr>
      <vt:lpstr>Properties of Negative Feedback</vt:lpstr>
      <vt:lpstr>Properties of Negative Feedback</vt:lpstr>
      <vt:lpstr>Properties of Negative Feedback</vt:lpstr>
      <vt:lpstr>Properties of Negative Feedback</vt:lpstr>
      <vt:lpstr>Properties of Negative Feedback</vt:lpstr>
      <vt:lpstr>Properties of Negative Feedback</vt:lpstr>
      <vt:lpstr>Properties of Negative Feedback</vt:lpstr>
      <vt:lpstr>Properties of Negative Feedback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 (Lab 2)</vt:lpstr>
      <vt:lpstr>Analysis of Feedback Amplifiers (Lab 2)</vt:lpstr>
      <vt:lpstr>Analysis of Feedback Amplifiers (Lab 2)</vt:lpstr>
      <vt:lpstr>Hints and Summary</vt:lpstr>
      <vt:lpstr>Hints and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Aron Michael</cp:lastModifiedBy>
  <cp:revision>1</cp:revision>
  <dcterms:created xsi:type="dcterms:W3CDTF">2018-04-12T05:54:00Z</dcterms:created>
  <dcterms:modified xsi:type="dcterms:W3CDTF">2023-07-21T04:14:13Z</dcterms:modified>
</cp:coreProperties>
</file>